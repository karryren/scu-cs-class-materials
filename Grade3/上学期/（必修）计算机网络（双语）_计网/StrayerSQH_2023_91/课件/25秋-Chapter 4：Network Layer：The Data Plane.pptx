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4.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theme/theme5.xml" ContentType="application/vnd.openxmlformats-officedocument.theme+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6.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7.xml" ContentType="application/vnd.openxmlformats-officedocument.theme+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1" r:id="rId2"/>
    <p:sldMasterId id="2147483673" r:id="rId3"/>
    <p:sldMasterId id="2147483685" r:id="rId4"/>
    <p:sldMasterId id="2147483698" r:id="rId5"/>
    <p:sldMasterId id="2147483711" r:id="rId6"/>
    <p:sldMasterId id="2147483715" r:id="rId7"/>
    <p:sldMasterId id="2147483728" r:id="rId8"/>
  </p:sldMasterIdLst>
  <p:notesMasterIdLst>
    <p:notesMasterId r:id="rId146"/>
  </p:notesMasterIdLst>
  <p:handoutMasterIdLst>
    <p:handoutMasterId r:id="rId147"/>
  </p:handoutMasterIdLst>
  <p:sldIdLst>
    <p:sldId id="818" r:id="rId9"/>
    <p:sldId id="751" r:id="rId10"/>
    <p:sldId id="819" r:id="rId11"/>
    <p:sldId id="636" r:id="rId12"/>
    <p:sldId id="824" r:id="rId13"/>
    <p:sldId id="853" r:id="rId14"/>
    <p:sldId id="854" r:id="rId15"/>
    <p:sldId id="855" r:id="rId16"/>
    <p:sldId id="856" r:id="rId17"/>
    <p:sldId id="825" r:id="rId18"/>
    <p:sldId id="826" r:id="rId19"/>
    <p:sldId id="857" r:id="rId20"/>
    <p:sldId id="858" r:id="rId21"/>
    <p:sldId id="859" r:id="rId22"/>
    <p:sldId id="830" r:id="rId23"/>
    <p:sldId id="831" r:id="rId24"/>
    <p:sldId id="832" r:id="rId25"/>
    <p:sldId id="833" r:id="rId26"/>
    <p:sldId id="834" r:id="rId27"/>
    <p:sldId id="835" r:id="rId28"/>
    <p:sldId id="836" r:id="rId29"/>
    <p:sldId id="837" r:id="rId30"/>
    <p:sldId id="838" r:id="rId31"/>
    <p:sldId id="839" r:id="rId32"/>
    <p:sldId id="840" r:id="rId33"/>
    <p:sldId id="841" r:id="rId34"/>
    <p:sldId id="842" r:id="rId35"/>
    <p:sldId id="843" r:id="rId36"/>
    <p:sldId id="844" r:id="rId37"/>
    <p:sldId id="845" r:id="rId38"/>
    <p:sldId id="846" r:id="rId39"/>
    <p:sldId id="847" r:id="rId40"/>
    <p:sldId id="851" r:id="rId41"/>
    <p:sldId id="848" r:id="rId42"/>
    <p:sldId id="849" r:id="rId43"/>
    <p:sldId id="850" r:id="rId44"/>
    <p:sldId id="784" r:id="rId45"/>
    <p:sldId id="530" r:id="rId46"/>
    <p:sldId id="531" r:id="rId47"/>
    <p:sldId id="785" r:id="rId48"/>
    <p:sldId id="786" r:id="rId49"/>
    <p:sldId id="787" r:id="rId50"/>
    <p:sldId id="788" r:id="rId51"/>
    <p:sldId id="533" r:id="rId52"/>
    <p:sldId id="534" r:id="rId53"/>
    <p:sldId id="535" r:id="rId54"/>
    <p:sldId id="536" r:id="rId55"/>
    <p:sldId id="532" r:id="rId56"/>
    <p:sldId id="776" r:id="rId57"/>
    <p:sldId id="538" r:id="rId58"/>
    <p:sldId id="679" r:id="rId59"/>
    <p:sldId id="789" r:id="rId60"/>
    <p:sldId id="790" r:id="rId61"/>
    <p:sldId id="791" r:id="rId62"/>
    <p:sldId id="792" r:id="rId63"/>
    <p:sldId id="793" r:id="rId64"/>
    <p:sldId id="325" r:id="rId65"/>
    <p:sldId id="642" r:id="rId66"/>
    <p:sldId id="643" r:id="rId67"/>
    <p:sldId id="644" r:id="rId68"/>
    <p:sldId id="902" r:id="rId69"/>
    <p:sldId id="794" r:id="rId70"/>
    <p:sldId id="326" r:id="rId71"/>
    <p:sldId id="764" r:id="rId72"/>
    <p:sldId id="327" r:id="rId73"/>
    <p:sldId id="646" r:id="rId74"/>
    <p:sldId id="328" r:id="rId75"/>
    <p:sldId id="330" r:id="rId76"/>
    <p:sldId id="868" r:id="rId77"/>
    <p:sldId id="869" r:id="rId78"/>
    <p:sldId id="870" r:id="rId79"/>
    <p:sldId id="871" r:id="rId80"/>
    <p:sldId id="872" r:id="rId81"/>
    <p:sldId id="873" r:id="rId82"/>
    <p:sldId id="874" r:id="rId83"/>
    <p:sldId id="875" r:id="rId84"/>
    <p:sldId id="876" r:id="rId85"/>
    <p:sldId id="877" r:id="rId86"/>
    <p:sldId id="878" r:id="rId87"/>
    <p:sldId id="879" r:id="rId88"/>
    <p:sldId id="880" r:id="rId89"/>
    <p:sldId id="881" r:id="rId90"/>
    <p:sldId id="882" r:id="rId91"/>
    <p:sldId id="883" r:id="rId92"/>
    <p:sldId id="884" r:id="rId93"/>
    <p:sldId id="886" r:id="rId94"/>
    <p:sldId id="887" r:id="rId95"/>
    <p:sldId id="888" r:id="rId96"/>
    <p:sldId id="889" r:id="rId97"/>
    <p:sldId id="890" r:id="rId98"/>
    <p:sldId id="891" r:id="rId99"/>
    <p:sldId id="892" r:id="rId100"/>
    <p:sldId id="893" r:id="rId101"/>
    <p:sldId id="894" r:id="rId102"/>
    <p:sldId id="895" r:id="rId103"/>
    <p:sldId id="896" r:id="rId104"/>
    <p:sldId id="897" r:id="rId105"/>
    <p:sldId id="899" r:id="rId106"/>
    <p:sldId id="867" r:id="rId107"/>
    <p:sldId id="900" r:id="rId108"/>
    <p:sldId id="331" r:id="rId109"/>
    <p:sldId id="680" r:id="rId110"/>
    <p:sldId id="681" r:id="rId111"/>
    <p:sldId id="775" r:id="rId112"/>
    <p:sldId id="687" r:id="rId113"/>
    <p:sldId id="688" r:id="rId114"/>
    <p:sldId id="689" r:id="rId115"/>
    <p:sldId id="690" r:id="rId116"/>
    <p:sldId id="391" r:id="rId117"/>
    <p:sldId id="333" r:id="rId118"/>
    <p:sldId id="334" r:id="rId119"/>
    <p:sldId id="335" r:id="rId120"/>
    <p:sldId id="399" r:id="rId121"/>
    <p:sldId id="400" r:id="rId122"/>
    <p:sldId id="401" r:id="rId123"/>
    <p:sldId id="392" r:id="rId124"/>
    <p:sldId id="456" r:id="rId125"/>
    <p:sldId id="795" r:id="rId126"/>
    <p:sldId id="517" r:id="rId127"/>
    <p:sldId id="518" r:id="rId128"/>
    <p:sldId id="519" r:id="rId129"/>
    <p:sldId id="520" r:id="rId130"/>
    <p:sldId id="671" r:id="rId131"/>
    <p:sldId id="672" r:id="rId132"/>
    <p:sldId id="777" r:id="rId133"/>
    <p:sldId id="799" r:id="rId134"/>
    <p:sldId id="817" r:id="rId135"/>
    <p:sldId id="816" r:id="rId136"/>
    <p:sldId id="800" r:id="rId137"/>
    <p:sldId id="811" r:id="rId138"/>
    <p:sldId id="812" r:id="rId139"/>
    <p:sldId id="804" r:id="rId140"/>
    <p:sldId id="806" r:id="rId141"/>
    <p:sldId id="813" r:id="rId142"/>
    <p:sldId id="807" r:id="rId143"/>
    <p:sldId id="798" r:id="rId144"/>
    <p:sldId id="762" r:id="rId145"/>
  </p:sldIdLst>
  <p:sldSz cx="9144000" cy="6858000" type="screen4x3"/>
  <p:notesSz cx="7315200" cy="9601200"/>
  <p:defaultTextStyle>
    <a:defPPr>
      <a:defRPr lang="en-US"/>
    </a:defPPr>
    <a:lvl1pPr marL="0" lvl="0"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5pPr>
    <a:lvl6pPr marL="2286000" lvl="5"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6pPr>
    <a:lvl7pPr marL="2743200" lvl="6"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7pPr>
    <a:lvl8pPr marL="3200400" lvl="7"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8pPr>
    <a:lvl9pPr marL="3657600" lvl="8" indent="0" algn="l" defTabSz="914400" rtl="0" eaLnBrk="0" fontAlgn="base" latinLnBrk="0" hangingPunct="0">
      <a:lnSpc>
        <a:spcPct val="100000"/>
      </a:lnSpc>
      <a:spcBef>
        <a:spcPct val="0"/>
      </a:spcBef>
      <a:spcAft>
        <a:spcPct val="0"/>
      </a:spcAft>
      <a:buNone/>
      <a:defRPr b="0" i="0" u="none" kern="1200" baseline="0">
        <a:solidFill>
          <a:schemeClr val="tx1"/>
        </a:solidFill>
        <a:latin typeface="Arial" panose="020B0604020202090204" pitchFamily="34" charset="0"/>
        <a:ea typeface="MS PGothic" charset="-128"/>
        <a:cs typeface="+mn-cs"/>
      </a:defRPr>
    </a:lvl9pPr>
  </p:defaultTextStyle>
  <p:extLst>
    <p:ext uri="{EFAFB233-063F-42B5-8137-9DF3F51BA10A}">
      <p15:sldGuideLst xmlns:p15="http://schemas.microsoft.com/office/powerpoint/2012/main">
        <p15:guide id="1" orient="horz" pos="2192" userDrawn="1">
          <p15:clr>
            <a:srgbClr val="A4A3A4"/>
          </p15:clr>
        </p15:guide>
        <p15:guide id="2" pos="2784"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7500"/>
    <p:restoredTop sz="94673"/>
  </p:normalViewPr>
  <p:slideViewPr>
    <p:cSldViewPr snapToGrid="0" showGuides="1">
      <p:cViewPr varScale="1">
        <p:scale>
          <a:sx n="90" d="100"/>
          <a:sy n="90" d="100"/>
        </p:scale>
        <p:origin x="351" y="42"/>
      </p:cViewPr>
      <p:guideLst>
        <p:guide orient="horz" pos="2192"/>
        <p:guide pos="2784"/>
      </p:guideLst>
    </p:cSldViewPr>
  </p:slideViewPr>
  <p:notesTextViewPr>
    <p:cViewPr>
      <p:scale>
        <a:sx n="100" d="100"/>
        <a:sy n="100" d="100"/>
      </p:scale>
      <p:origin x="0" y="0"/>
    </p:cViewPr>
  </p:notesTextViewPr>
  <p:sorterViewPr showFormatting="0">
    <p:cViewPr>
      <p:scale>
        <a:sx n="66" d="100"/>
        <a:sy n="66" d="100"/>
      </p:scale>
      <p:origin x="0" y="14322"/>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9.xml"/><Relationship Id="rId21" Type="http://schemas.openxmlformats.org/officeDocument/2006/relationships/slide" Target="slides/slide13.xml"/><Relationship Id="rId42" Type="http://schemas.openxmlformats.org/officeDocument/2006/relationships/slide" Target="slides/slide34.xml"/><Relationship Id="rId63" Type="http://schemas.openxmlformats.org/officeDocument/2006/relationships/slide" Target="slides/slide55.xml"/><Relationship Id="rId84" Type="http://schemas.openxmlformats.org/officeDocument/2006/relationships/slide" Target="slides/slide76.xml"/><Relationship Id="rId138" Type="http://schemas.openxmlformats.org/officeDocument/2006/relationships/slide" Target="slides/slide130.xml"/><Relationship Id="rId107" Type="http://schemas.openxmlformats.org/officeDocument/2006/relationships/slide" Target="slides/slide99.xml"/><Relationship Id="rId11" Type="http://schemas.openxmlformats.org/officeDocument/2006/relationships/slide" Target="slides/slide3.xml"/><Relationship Id="rId32" Type="http://schemas.openxmlformats.org/officeDocument/2006/relationships/slide" Target="slides/slide24.xml"/><Relationship Id="rId53" Type="http://schemas.openxmlformats.org/officeDocument/2006/relationships/slide" Target="slides/slide45.xml"/><Relationship Id="rId74" Type="http://schemas.openxmlformats.org/officeDocument/2006/relationships/slide" Target="slides/slide66.xml"/><Relationship Id="rId128" Type="http://schemas.openxmlformats.org/officeDocument/2006/relationships/slide" Target="slides/slide120.xml"/><Relationship Id="rId149" Type="http://schemas.openxmlformats.org/officeDocument/2006/relationships/viewProps" Target="viewProps.xml"/><Relationship Id="rId5" Type="http://schemas.openxmlformats.org/officeDocument/2006/relationships/slideMaster" Target="slideMasters/slideMaster5.xml"/><Relationship Id="rId95" Type="http://schemas.openxmlformats.org/officeDocument/2006/relationships/slide" Target="slides/slide87.xml"/><Relationship Id="rId22" Type="http://schemas.openxmlformats.org/officeDocument/2006/relationships/slide" Target="slides/slide14.xml"/><Relationship Id="rId27" Type="http://schemas.openxmlformats.org/officeDocument/2006/relationships/slide" Target="slides/slide19.xml"/><Relationship Id="rId43" Type="http://schemas.openxmlformats.org/officeDocument/2006/relationships/slide" Target="slides/slide35.xml"/><Relationship Id="rId48" Type="http://schemas.openxmlformats.org/officeDocument/2006/relationships/slide" Target="slides/slide40.xml"/><Relationship Id="rId64" Type="http://schemas.openxmlformats.org/officeDocument/2006/relationships/slide" Target="slides/slide56.xml"/><Relationship Id="rId69" Type="http://schemas.openxmlformats.org/officeDocument/2006/relationships/slide" Target="slides/slide61.xml"/><Relationship Id="rId113" Type="http://schemas.openxmlformats.org/officeDocument/2006/relationships/slide" Target="slides/slide105.xml"/><Relationship Id="rId118" Type="http://schemas.openxmlformats.org/officeDocument/2006/relationships/slide" Target="slides/slide110.xml"/><Relationship Id="rId134" Type="http://schemas.openxmlformats.org/officeDocument/2006/relationships/slide" Target="slides/slide126.xml"/><Relationship Id="rId139" Type="http://schemas.openxmlformats.org/officeDocument/2006/relationships/slide" Target="slides/slide131.xml"/><Relationship Id="rId80" Type="http://schemas.openxmlformats.org/officeDocument/2006/relationships/slide" Target="slides/slide72.xml"/><Relationship Id="rId85" Type="http://schemas.openxmlformats.org/officeDocument/2006/relationships/slide" Target="slides/slide77.xml"/><Relationship Id="rId150" Type="http://schemas.openxmlformats.org/officeDocument/2006/relationships/theme" Target="theme/theme1.xml"/><Relationship Id="rId12" Type="http://schemas.openxmlformats.org/officeDocument/2006/relationships/slide" Target="slides/slide4.xml"/><Relationship Id="rId17" Type="http://schemas.openxmlformats.org/officeDocument/2006/relationships/slide" Target="slides/slide9.xml"/><Relationship Id="rId33" Type="http://schemas.openxmlformats.org/officeDocument/2006/relationships/slide" Target="slides/slide25.xml"/><Relationship Id="rId38" Type="http://schemas.openxmlformats.org/officeDocument/2006/relationships/slide" Target="slides/slide30.xml"/><Relationship Id="rId59" Type="http://schemas.openxmlformats.org/officeDocument/2006/relationships/slide" Target="slides/slide51.xml"/><Relationship Id="rId103" Type="http://schemas.openxmlformats.org/officeDocument/2006/relationships/slide" Target="slides/slide95.xml"/><Relationship Id="rId108" Type="http://schemas.openxmlformats.org/officeDocument/2006/relationships/slide" Target="slides/slide100.xml"/><Relationship Id="rId124" Type="http://schemas.openxmlformats.org/officeDocument/2006/relationships/slide" Target="slides/slide116.xml"/><Relationship Id="rId129" Type="http://schemas.openxmlformats.org/officeDocument/2006/relationships/slide" Target="slides/slide121.xml"/><Relationship Id="rId54" Type="http://schemas.openxmlformats.org/officeDocument/2006/relationships/slide" Target="slides/slide46.xml"/><Relationship Id="rId70" Type="http://schemas.openxmlformats.org/officeDocument/2006/relationships/slide" Target="slides/slide62.xml"/><Relationship Id="rId75" Type="http://schemas.openxmlformats.org/officeDocument/2006/relationships/slide" Target="slides/slide67.xml"/><Relationship Id="rId91" Type="http://schemas.openxmlformats.org/officeDocument/2006/relationships/slide" Target="slides/slide83.xml"/><Relationship Id="rId96" Type="http://schemas.openxmlformats.org/officeDocument/2006/relationships/slide" Target="slides/slide88.xml"/><Relationship Id="rId140" Type="http://schemas.openxmlformats.org/officeDocument/2006/relationships/slide" Target="slides/slide132.xml"/><Relationship Id="rId145" Type="http://schemas.openxmlformats.org/officeDocument/2006/relationships/slide" Target="slides/slide137.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5.xml"/><Relationship Id="rId28" Type="http://schemas.openxmlformats.org/officeDocument/2006/relationships/slide" Target="slides/slide20.xml"/><Relationship Id="rId49" Type="http://schemas.openxmlformats.org/officeDocument/2006/relationships/slide" Target="slides/slide41.xml"/><Relationship Id="rId114" Type="http://schemas.openxmlformats.org/officeDocument/2006/relationships/slide" Target="slides/slide106.xml"/><Relationship Id="rId119" Type="http://schemas.openxmlformats.org/officeDocument/2006/relationships/slide" Target="slides/slide111.xml"/><Relationship Id="rId44" Type="http://schemas.openxmlformats.org/officeDocument/2006/relationships/slide" Target="slides/slide36.xml"/><Relationship Id="rId60" Type="http://schemas.openxmlformats.org/officeDocument/2006/relationships/slide" Target="slides/slide52.xml"/><Relationship Id="rId65" Type="http://schemas.openxmlformats.org/officeDocument/2006/relationships/slide" Target="slides/slide57.xml"/><Relationship Id="rId81" Type="http://schemas.openxmlformats.org/officeDocument/2006/relationships/slide" Target="slides/slide73.xml"/><Relationship Id="rId86" Type="http://schemas.openxmlformats.org/officeDocument/2006/relationships/slide" Target="slides/slide78.xml"/><Relationship Id="rId130" Type="http://schemas.openxmlformats.org/officeDocument/2006/relationships/slide" Target="slides/slide122.xml"/><Relationship Id="rId135" Type="http://schemas.openxmlformats.org/officeDocument/2006/relationships/slide" Target="slides/slide127.xml"/><Relationship Id="rId151" Type="http://schemas.openxmlformats.org/officeDocument/2006/relationships/tableStyles" Target="tableStyles.xml"/><Relationship Id="rId13" Type="http://schemas.openxmlformats.org/officeDocument/2006/relationships/slide" Target="slides/slide5.xml"/><Relationship Id="rId18" Type="http://schemas.openxmlformats.org/officeDocument/2006/relationships/slide" Target="slides/slide10.xml"/><Relationship Id="rId39" Type="http://schemas.openxmlformats.org/officeDocument/2006/relationships/slide" Target="slides/slide31.xml"/><Relationship Id="rId109" Type="http://schemas.openxmlformats.org/officeDocument/2006/relationships/slide" Target="slides/slide101.xml"/><Relationship Id="rId34" Type="http://schemas.openxmlformats.org/officeDocument/2006/relationships/slide" Target="slides/slide26.xml"/><Relationship Id="rId50" Type="http://schemas.openxmlformats.org/officeDocument/2006/relationships/slide" Target="slides/slide42.xml"/><Relationship Id="rId55" Type="http://schemas.openxmlformats.org/officeDocument/2006/relationships/slide" Target="slides/slide47.xml"/><Relationship Id="rId76" Type="http://schemas.openxmlformats.org/officeDocument/2006/relationships/slide" Target="slides/slide68.xml"/><Relationship Id="rId97" Type="http://schemas.openxmlformats.org/officeDocument/2006/relationships/slide" Target="slides/slide89.xml"/><Relationship Id="rId104" Type="http://schemas.openxmlformats.org/officeDocument/2006/relationships/slide" Target="slides/slide96.xml"/><Relationship Id="rId120" Type="http://schemas.openxmlformats.org/officeDocument/2006/relationships/slide" Target="slides/slide112.xml"/><Relationship Id="rId125" Type="http://schemas.openxmlformats.org/officeDocument/2006/relationships/slide" Target="slides/slide117.xml"/><Relationship Id="rId141" Type="http://schemas.openxmlformats.org/officeDocument/2006/relationships/slide" Target="slides/slide133.xml"/><Relationship Id="rId146" Type="http://schemas.openxmlformats.org/officeDocument/2006/relationships/notesMaster" Target="notesMasters/notesMaster1.xml"/><Relationship Id="rId7" Type="http://schemas.openxmlformats.org/officeDocument/2006/relationships/slideMaster" Target="slideMasters/slideMaster7.xml"/><Relationship Id="rId71" Type="http://schemas.openxmlformats.org/officeDocument/2006/relationships/slide" Target="slides/slide63.xml"/><Relationship Id="rId92" Type="http://schemas.openxmlformats.org/officeDocument/2006/relationships/slide" Target="slides/slide84.xml"/><Relationship Id="rId2" Type="http://schemas.openxmlformats.org/officeDocument/2006/relationships/slideMaster" Target="slideMasters/slideMaster2.xml"/><Relationship Id="rId29" Type="http://schemas.openxmlformats.org/officeDocument/2006/relationships/slide" Target="slides/slide21.xml"/><Relationship Id="rId24" Type="http://schemas.openxmlformats.org/officeDocument/2006/relationships/slide" Target="slides/slide16.xml"/><Relationship Id="rId40" Type="http://schemas.openxmlformats.org/officeDocument/2006/relationships/slide" Target="slides/slide32.xml"/><Relationship Id="rId45" Type="http://schemas.openxmlformats.org/officeDocument/2006/relationships/slide" Target="slides/slide37.xml"/><Relationship Id="rId66" Type="http://schemas.openxmlformats.org/officeDocument/2006/relationships/slide" Target="slides/slide58.xml"/><Relationship Id="rId87" Type="http://schemas.openxmlformats.org/officeDocument/2006/relationships/slide" Target="slides/slide79.xml"/><Relationship Id="rId110" Type="http://schemas.openxmlformats.org/officeDocument/2006/relationships/slide" Target="slides/slide102.xml"/><Relationship Id="rId115" Type="http://schemas.openxmlformats.org/officeDocument/2006/relationships/slide" Target="slides/slide107.xml"/><Relationship Id="rId131" Type="http://schemas.openxmlformats.org/officeDocument/2006/relationships/slide" Target="slides/slide123.xml"/><Relationship Id="rId136" Type="http://schemas.openxmlformats.org/officeDocument/2006/relationships/slide" Target="slides/slide128.xml"/><Relationship Id="rId61" Type="http://schemas.openxmlformats.org/officeDocument/2006/relationships/slide" Target="slides/slide53.xml"/><Relationship Id="rId82" Type="http://schemas.openxmlformats.org/officeDocument/2006/relationships/slide" Target="slides/slide74.xml"/><Relationship Id="rId19" Type="http://schemas.openxmlformats.org/officeDocument/2006/relationships/slide" Target="slides/slide11.xml"/><Relationship Id="rId14" Type="http://schemas.openxmlformats.org/officeDocument/2006/relationships/slide" Target="slides/slide6.xml"/><Relationship Id="rId30" Type="http://schemas.openxmlformats.org/officeDocument/2006/relationships/slide" Target="slides/slide22.xml"/><Relationship Id="rId35" Type="http://schemas.openxmlformats.org/officeDocument/2006/relationships/slide" Target="slides/slide27.xml"/><Relationship Id="rId56" Type="http://schemas.openxmlformats.org/officeDocument/2006/relationships/slide" Target="slides/slide48.xml"/><Relationship Id="rId77" Type="http://schemas.openxmlformats.org/officeDocument/2006/relationships/slide" Target="slides/slide69.xml"/><Relationship Id="rId100" Type="http://schemas.openxmlformats.org/officeDocument/2006/relationships/slide" Target="slides/slide92.xml"/><Relationship Id="rId105" Type="http://schemas.openxmlformats.org/officeDocument/2006/relationships/slide" Target="slides/slide97.xml"/><Relationship Id="rId126" Type="http://schemas.openxmlformats.org/officeDocument/2006/relationships/slide" Target="slides/slide118.xml"/><Relationship Id="rId147" Type="http://schemas.openxmlformats.org/officeDocument/2006/relationships/handoutMaster" Target="handoutMasters/handoutMaster1.xml"/><Relationship Id="rId8" Type="http://schemas.openxmlformats.org/officeDocument/2006/relationships/slideMaster" Target="slideMasters/slideMaster8.xml"/><Relationship Id="rId51" Type="http://schemas.openxmlformats.org/officeDocument/2006/relationships/slide" Target="slides/slide43.xml"/><Relationship Id="rId72" Type="http://schemas.openxmlformats.org/officeDocument/2006/relationships/slide" Target="slides/slide64.xml"/><Relationship Id="rId93" Type="http://schemas.openxmlformats.org/officeDocument/2006/relationships/slide" Target="slides/slide85.xml"/><Relationship Id="rId98" Type="http://schemas.openxmlformats.org/officeDocument/2006/relationships/slide" Target="slides/slide90.xml"/><Relationship Id="rId121" Type="http://schemas.openxmlformats.org/officeDocument/2006/relationships/slide" Target="slides/slide113.xml"/><Relationship Id="rId142" Type="http://schemas.openxmlformats.org/officeDocument/2006/relationships/slide" Target="slides/slide134.xml"/><Relationship Id="rId3" Type="http://schemas.openxmlformats.org/officeDocument/2006/relationships/slideMaster" Target="slideMasters/slideMaster3.xml"/><Relationship Id="rId25" Type="http://schemas.openxmlformats.org/officeDocument/2006/relationships/slide" Target="slides/slide17.xml"/><Relationship Id="rId46" Type="http://schemas.openxmlformats.org/officeDocument/2006/relationships/slide" Target="slides/slide38.xml"/><Relationship Id="rId67" Type="http://schemas.openxmlformats.org/officeDocument/2006/relationships/slide" Target="slides/slide59.xml"/><Relationship Id="rId116" Type="http://schemas.openxmlformats.org/officeDocument/2006/relationships/slide" Target="slides/slide108.xml"/><Relationship Id="rId137" Type="http://schemas.openxmlformats.org/officeDocument/2006/relationships/slide" Target="slides/slide129.xml"/><Relationship Id="rId20" Type="http://schemas.openxmlformats.org/officeDocument/2006/relationships/slide" Target="slides/slide12.xml"/><Relationship Id="rId41" Type="http://schemas.openxmlformats.org/officeDocument/2006/relationships/slide" Target="slides/slide33.xml"/><Relationship Id="rId62" Type="http://schemas.openxmlformats.org/officeDocument/2006/relationships/slide" Target="slides/slide54.xml"/><Relationship Id="rId83" Type="http://schemas.openxmlformats.org/officeDocument/2006/relationships/slide" Target="slides/slide75.xml"/><Relationship Id="rId88" Type="http://schemas.openxmlformats.org/officeDocument/2006/relationships/slide" Target="slides/slide80.xml"/><Relationship Id="rId111" Type="http://schemas.openxmlformats.org/officeDocument/2006/relationships/slide" Target="slides/slide103.xml"/><Relationship Id="rId132" Type="http://schemas.openxmlformats.org/officeDocument/2006/relationships/slide" Target="slides/slide124.xml"/><Relationship Id="rId15" Type="http://schemas.openxmlformats.org/officeDocument/2006/relationships/slide" Target="slides/slide7.xml"/><Relationship Id="rId36" Type="http://schemas.openxmlformats.org/officeDocument/2006/relationships/slide" Target="slides/slide28.xml"/><Relationship Id="rId57" Type="http://schemas.openxmlformats.org/officeDocument/2006/relationships/slide" Target="slides/slide49.xml"/><Relationship Id="rId106" Type="http://schemas.openxmlformats.org/officeDocument/2006/relationships/slide" Target="slides/slide98.xml"/><Relationship Id="rId127" Type="http://schemas.openxmlformats.org/officeDocument/2006/relationships/slide" Target="slides/slide119.xml"/><Relationship Id="rId10" Type="http://schemas.openxmlformats.org/officeDocument/2006/relationships/slide" Target="slides/slide2.xml"/><Relationship Id="rId31" Type="http://schemas.openxmlformats.org/officeDocument/2006/relationships/slide" Target="slides/slide23.xml"/><Relationship Id="rId52" Type="http://schemas.openxmlformats.org/officeDocument/2006/relationships/slide" Target="slides/slide44.xml"/><Relationship Id="rId73" Type="http://schemas.openxmlformats.org/officeDocument/2006/relationships/slide" Target="slides/slide65.xml"/><Relationship Id="rId78" Type="http://schemas.openxmlformats.org/officeDocument/2006/relationships/slide" Target="slides/slide70.xml"/><Relationship Id="rId94" Type="http://schemas.openxmlformats.org/officeDocument/2006/relationships/slide" Target="slides/slide86.xml"/><Relationship Id="rId99" Type="http://schemas.openxmlformats.org/officeDocument/2006/relationships/slide" Target="slides/slide91.xml"/><Relationship Id="rId101" Type="http://schemas.openxmlformats.org/officeDocument/2006/relationships/slide" Target="slides/slide93.xml"/><Relationship Id="rId122" Type="http://schemas.openxmlformats.org/officeDocument/2006/relationships/slide" Target="slides/slide114.xml"/><Relationship Id="rId143" Type="http://schemas.openxmlformats.org/officeDocument/2006/relationships/slide" Target="slides/slide135.xml"/><Relationship Id="rId148"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 Target="slides/slide1.xml"/><Relationship Id="rId26" Type="http://schemas.openxmlformats.org/officeDocument/2006/relationships/slide" Target="slides/slide18.xml"/><Relationship Id="rId47" Type="http://schemas.openxmlformats.org/officeDocument/2006/relationships/slide" Target="slides/slide39.xml"/><Relationship Id="rId68" Type="http://schemas.openxmlformats.org/officeDocument/2006/relationships/slide" Target="slides/slide60.xml"/><Relationship Id="rId89" Type="http://schemas.openxmlformats.org/officeDocument/2006/relationships/slide" Target="slides/slide81.xml"/><Relationship Id="rId112" Type="http://schemas.openxmlformats.org/officeDocument/2006/relationships/slide" Target="slides/slide104.xml"/><Relationship Id="rId133" Type="http://schemas.openxmlformats.org/officeDocument/2006/relationships/slide" Target="slides/slide125.xml"/><Relationship Id="rId16" Type="http://schemas.openxmlformats.org/officeDocument/2006/relationships/slide" Target="slides/slide8.xml"/><Relationship Id="rId37" Type="http://schemas.openxmlformats.org/officeDocument/2006/relationships/slide" Target="slides/slide29.xml"/><Relationship Id="rId58" Type="http://schemas.openxmlformats.org/officeDocument/2006/relationships/slide" Target="slides/slide50.xml"/><Relationship Id="rId79" Type="http://schemas.openxmlformats.org/officeDocument/2006/relationships/slide" Target="slides/slide71.xml"/><Relationship Id="rId102" Type="http://schemas.openxmlformats.org/officeDocument/2006/relationships/slide" Target="slides/slide94.xml"/><Relationship Id="rId123" Type="http://schemas.openxmlformats.org/officeDocument/2006/relationships/slide" Target="slides/slide115.xml"/><Relationship Id="rId144" Type="http://schemas.openxmlformats.org/officeDocument/2006/relationships/slide" Target="slides/slide136.xml"/><Relationship Id="rId90" Type="http://schemas.openxmlformats.org/officeDocument/2006/relationships/slide" Target="slides/slide8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0.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2594" name="Rectangle 2"/>
          <p:cNvSpPr>
            <a:spLocks noGrp="1" noChangeArrowheads="1"/>
          </p:cNvSpPr>
          <p:nvPr>
            <p:ph type="hdr" sz="quarter"/>
          </p:nvPr>
        </p:nvSpPr>
        <p:spPr bwMode="auto">
          <a:xfrm>
            <a:off x="0" y="0"/>
            <a:ext cx="3170238" cy="479425"/>
          </a:xfrm>
          <a:prstGeom prst="rect">
            <a:avLst/>
          </a:prstGeom>
          <a:noFill/>
          <a:ln w="9525">
            <a:noFill/>
            <a:miter lim="800000"/>
          </a:ln>
          <a:effectLst/>
        </p:spPr>
        <p:txBody>
          <a:bodyPr vert="horz" wrap="square" lIns="96661" tIns="48331" rIns="96661" bIns="48331" numCol="1" anchor="t" anchorCtr="0" compatLnSpc="1"/>
          <a:lstStyle>
            <a:lvl1pPr defTabSz="967105">
              <a:defRPr sz="1300">
                <a:latin typeface="Times New Roman" panose="02020503050405090304" charset="0"/>
                <a:ea typeface="MS PGothic" charset="0"/>
                <a:cs typeface="MS PGothic" charset="0"/>
              </a:defRPr>
            </a:lvl1pPr>
          </a:lstStyle>
          <a:p>
            <a:pPr marL="0" marR="0" lvl="0" indent="0" algn="l" defTabSz="967105" rtl="0" eaLnBrk="0" fontAlgn="base" latinLnBrk="0" hangingPunct="0">
              <a:lnSpc>
                <a:spcPct val="100000"/>
              </a:lnSpc>
              <a:spcBef>
                <a:spcPct val="0"/>
              </a:spcBef>
              <a:spcAft>
                <a:spcPct val="0"/>
              </a:spcAft>
              <a:buClrTx/>
              <a:buSzTx/>
              <a:buFontTx/>
              <a:buNone/>
              <a:defRPr/>
            </a:pPr>
            <a:endParaRPr kumimoji="0" lang="en-US" sz="13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22595" name="Rectangle 3"/>
          <p:cNvSpPr>
            <a:spLocks noGrp="1" noChangeArrowheads="1"/>
          </p:cNvSpPr>
          <p:nvPr>
            <p:ph type="dt" sz="quarter" idx="1"/>
          </p:nvPr>
        </p:nvSpPr>
        <p:spPr bwMode="auto">
          <a:xfrm>
            <a:off x="4143375" y="0"/>
            <a:ext cx="3170238" cy="479425"/>
          </a:xfrm>
          <a:prstGeom prst="rect">
            <a:avLst/>
          </a:prstGeom>
          <a:noFill/>
          <a:ln w="9525">
            <a:noFill/>
            <a:miter lim="800000"/>
          </a:ln>
          <a:effectLst/>
        </p:spPr>
        <p:txBody>
          <a:bodyPr vert="horz" wrap="square" lIns="96661" tIns="48331" rIns="96661" bIns="48331" numCol="1" anchor="t" anchorCtr="0" compatLnSpc="1"/>
          <a:lstStyle>
            <a:lvl1pPr algn="r" defTabSz="967105">
              <a:defRPr sz="1300">
                <a:latin typeface="Times New Roman" panose="02020503050405090304" charset="0"/>
                <a:ea typeface="MS PGothic" charset="0"/>
                <a:cs typeface="MS PGothic" charset="0"/>
              </a:defRPr>
            </a:lvl1pPr>
          </a:lstStyle>
          <a:p>
            <a:pPr marL="0" marR="0" lvl="0" indent="0" algn="r" defTabSz="967105" rtl="0" eaLnBrk="0" fontAlgn="base" latinLnBrk="0" hangingPunct="0">
              <a:lnSpc>
                <a:spcPct val="100000"/>
              </a:lnSpc>
              <a:spcBef>
                <a:spcPct val="0"/>
              </a:spcBef>
              <a:spcAft>
                <a:spcPct val="0"/>
              </a:spcAft>
              <a:buClrTx/>
              <a:buSzTx/>
              <a:buFontTx/>
              <a:buNone/>
              <a:defRPr/>
            </a:pPr>
            <a:endParaRPr kumimoji="0" lang="en-US" sz="13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22596" name="Rectangle 4"/>
          <p:cNvSpPr>
            <a:spLocks noGrp="1" noChangeArrowheads="1"/>
          </p:cNvSpPr>
          <p:nvPr>
            <p:ph type="ftr" sz="quarter" idx="2"/>
          </p:nvPr>
        </p:nvSpPr>
        <p:spPr bwMode="auto">
          <a:xfrm>
            <a:off x="0" y="9120188"/>
            <a:ext cx="3170238" cy="479425"/>
          </a:xfrm>
          <a:prstGeom prst="rect">
            <a:avLst/>
          </a:prstGeom>
          <a:noFill/>
          <a:ln w="9525">
            <a:noFill/>
            <a:miter lim="800000"/>
          </a:ln>
          <a:effectLst/>
        </p:spPr>
        <p:txBody>
          <a:bodyPr vert="horz" wrap="square" lIns="96661" tIns="48331" rIns="96661" bIns="48331" numCol="1" anchor="b" anchorCtr="0" compatLnSpc="1"/>
          <a:lstStyle>
            <a:lvl1pPr defTabSz="967105">
              <a:defRPr sz="1300">
                <a:latin typeface="Times New Roman" panose="02020503050405090304" charset="0"/>
                <a:ea typeface="MS PGothic" charset="0"/>
                <a:cs typeface="MS PGothic" charset="0"/>
              </a:defRPr>
            </a:lvl1pPr>
          </a:lstStyle>
          <a:p>
            <a:pPr marL="0" marR="0" lvl="0" indent="0" algn="l" defTabSz="967105" rtl="0" eaLnBrk="0" fontAlgn="base" latinLnBrk="0" hangingPunct="0">
              <a:lnSpc>
                <a:spcPct val="100000"/>
              </a:lnSpc>
              <a:spcBef>
                <a:spcPct val="0"/>
              </a:spcBef>
              <a:spcAft>
                <a:spcPct val="0"/>
              </a:spcAft>
              <a:buClrTx/>
              <a:buSzTx/>
              <a:buFontTx/>
              <a:buNone/>
              <a:defRPr/>
            </a:pPr>
            <a:endParaRPr kumimoji="0" lang="en-US" sz="13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22597" name="Rectangle 5"/>
          <p:cNvSpPr>
            <a:spLocks noGrp="1" noChangeArrowheads="1"/>
          </p:cNvSpPr>
          <p:nvPr>
            <p:ph type="sldNum" sz="quarter" idx="3"/>
          </p:nvPr>
        </p:nvSpPr>
        <p:spPr bwMode="auto">
          <a:xfrm>
            <a:off x="4143375" y="9120188"/>
            <a:ext cx="3170238" cy="479425"/>
          </a:xfrm>
          <a:prstGeom prst="rect">
            <a:avLst/>
          </a:prstGeom>
          <a:noFill/>
          <a:ln w="9525">
            <a:noFill/>
            <a:miter lim="800000"/>
          </a:ln>
          <a:effectLst/>
        </p:spPr>
        <p:txBody>
          <a:bodyPr vert="horz" wrap="square" lIns="96661" tIns="48331" rIns="96661" bIns="48331" numCol="1" anchor="b" anchorCtr="0" compatLnSpc="1"/>
          <a:lstStyle/>
          <a:p>
            <a:pPr lvl="0" algn="r" defTabSz="967105">
              <a:buNone/>
            </a:pPr>
            <a:fld id="{9A0DB2DC-4C9A-4742-B13C-FB6460FD3503}" type="slidenum">
              <a:rPr lang="en-US" altLang="zh-CN" sz="1300">
                <a:latin typeface="Times New Roman" panose="02020503050405090304" charset="0"/>
              </a:rPr>
              <a:t>‹#›</a:t>
            </a:fld>
            <a:endParaRPr lang="en-US" altLang="zh-CN" sz="1300">
              <a:latin typeface="Times New Roman" panose="02020503050405090304" charset="0"/>
            </a:endParaRPr>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3170238" cy="479425"/>
          </a:xfrm>
          <a:prstGeom prst="rect">
            <a:avLst/>
          </a:prstGeom>
          <a:noFill/>
          <a:ln w="9525">
            <a:noFill/>
            <a:miter lim="800000"/>
          </a:ln>
          <a:effectLst/>
        </p:spPr>
        <p:txBody>
          <a:bodyPr vert="horz" wrap="square" lIns="96661" tIns="48331" rIns="96661" bIns="48331" numCol="1" anchor="t" anchorCtr="0" compatLnSpc="1"/>
          <a:lstStyle>
            <a:lvl1pPr defTabSz="967105">
              <a:defRPr sz="1300">
                <a:latin typeface="Times New Roman" panose="02020503050405090304" charset="0"/>
                <a:ea typeface="MS PGothic" charset="0"/>
                <a:cs typeface="MS PGothic" charset="0"/>
              </a:defRPr>
            </a:lvl1pPr>
          </a:lstStyle>
          <a:p>
            <a:pPr marL="0" marR="0" lvl="0" indent="0" algn="l" defTabSz="967105" rtl="0" eaLnBrk="0" fontAlgn="base" latinLnBrk="0" hangingPunct="0">
              <a:lnSpc>
                <a:spcPct val="100000"/>
              </a:lnSpc>
              <a:spcBef>
                <a:spcPct val="0"/>
              </a:spcBef>
              <a:spcAft>
                <a:spcPct val="0"/>
              </a:spcAft>
              <a:buClrTx/>
              <a:buSzTx/>
              <a:buFontTx/>
              <a:buNone/>
              <a:defRPr/>
            </a:pPr>
            <a:endParaRPr kumimoji="0" lang="en-US" sz="13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3075" name="Rectangle 3"/>
          <p:cNvSpPr>
            <a:spLocks noGrp="1" noChangeArrowheads="1"/>
          </p:cNvSpPr>
          <p:nvPr>
            <p:ph type="dt" idx="1"/>
          </p:nvPr>
        </p:nvSpPr>
        <p:spPr bwMode="auto">
          <a:xfrm>
            <a:off x="4144963" y="0"/>
            <a:ext cx="3170238" cy="479425"/>
          </a:xfrm>
          <a:prstGeom prst="rect">
            <a:avLst/>
          </a:prstGeom>
          <a:noFill/>
          <a:ln w="9525">
            <a:noFill/>
            <a:miter lim="800000"/>
          </a:ln>
          <a:effectLst/>
        </p:spPr>
        <p:txBody>
          <a:bodyPr vert="horz" wrap="square" lIns="96661" tIns="48331" rIns="96661" bIns="48331" numCol="1" anchor="t" anchorCtr="0" compatLnSpc="1"/>
          <a:lstStyle>
            <a:lvl1pPr algn="r" defTabSz="967105">
              <a:defRPr sz="1300">
                <a:latin typeface="Times New Roman" panose="02020503050405090304" charset="0"/>
                <a:ea typeface="MS PGothic" charset="0"/>
                <a:cs typeface="MS PGothic" charset="0"/>
              </a:defRPr>
            </a:lvl1pPr>
          </a:lstStyle>
          <a:p>
            <a:pPr marL="0" marR="0" lvl="0" indent="0" algn="r" defTabSz="967105" rtl="0" eaLnBrk="0" fontAlgn="base" latinLnBrk="0" hangingPunct="0">
              <a:lnSpc>
                <a:spcPct val="100000"/>
              </a:lnSpc>
              <a:spcBef>
                <a:spcPct val="0"/>
              </a:spcBef>
              <a:spcAft>
                <a:spcPct val="0"/>
              </a:spcAft>
              <a:buClrTx/>
              <a:buSzTx/>
              <a:buFontTx/>
              <a:buNone/>
              <a:defRPr/>
            </a:pPr>
            <a:endParaRPr kumimoji="0" lang="en-US" sz="13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38916" name="Rectangle 4"/>
          <p:cNvSpPr>
            <a:spLocks noGrp="1" noRot="1" noChangeAspect="1" noTextEdit="1"/>
          </p:cNvSpPr>
          <p:nvPr>
            <p:ph type="sldImg" idx="2"/>
          </p:nvPr>
        </p:nvSpPr>
        <p:spPr>
          <a:xfrm>
            <a:off x="1257300" y="720725"/>
            <a:ext cx="4800600" cy="3600450"/>
          </a:xfrm>
          <a:prstGeom prst="rect">
            <a:avLst/>
          </a:prstGeom>
          <a:noFill/>
          <a:ln w="9525" cap="flat" cmpd="sng">
            <a:solidFill>
              <a:srgbClr val="000000"/>
            </a:solidFill>
            <a:prstDash val="solid"/>
            <a:miter/>
            <a:headEnd type="none" w="med" len="med"/>
            <a:tailEnd type="none" w="med" len="med"/>
          </a:ln>
        </p:spPr>
      </p:sp>
      <p:sp>
        <p:nvSpPr>
          <p:cNvPr id="3077" name="Rectangle 5"/>
          <p:cNvSpPr>
            <a:spLocks noGrp="1" noChangeArrowheads="1"/>
          </p:cNvSpPr>
          <p:nvPr>
            <p:ph type="body" sz="quarter" idx="3"/>
          </p:nvPr>
        </p:nvSpPr>
        <p:spPr bwMode="auto">
          <a:xfrm>
            <a:off x="974725" y="4560888"/>
            <a:ext cx="5365750" cy="4319588"/>
          </a:xfrm>
          <a:prstGeom prst="rect">
            <a:avLst/>
          </a:prstGeom>
          <a:noFill/>
          <a:ln w="9525">
            <a:noFill/>
            <a:miter lim="800000"/>
          </a:ln>
          <a:effectLst/>
        </p:spPr>
        <p:txBody>
          <a:bodyPr vert="horz" wrap="square" lIns="96661" tIns="48331" rIns="96661" bIns="48331" numCol="1" anchor="t" anchorCtr="0" compatLnSpc="1"/>
          <a:lstStyle/>
          <a:p>
            <a:pPr marL="0" marR="0" lvl="0"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rPr>
              <a:t>Click to edit Master text styles</a:t>
            </a:r>
          </a:p>
          <a:p>
            <a:pPr marL="457200" marR="0" lvl="1"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a:ln>
                  <a:noFill/>
                </a:ln>
                <a:solidFill>
                  <a:schemeClr val="tx1"/>
                </a:solidFill>
                <a:effectLst/>
                <a:uLnTx/>
                <a:uFillTx/>
                <a:latin typeface="Times New Roman" panose="02020503050405090304" charset="0"/>
                <a:ea typeface="MS PGothic" charset="0"/>
                <a:cs typeface="+mn-cs"/>
              </a:rPr>
              <a:t>Second level</a:t>
            </a:r>
          </a:p>
          <a:p>
            <a:pPr marL="914400" marR="0" lvl="2"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a:ln>
                  <a:noFill/>
                </a:ln>
                <a:solidFill>
                  <a:schemeClr val="tx1"/>
                </a:solidFill>
                <a:effectLst/>
                <a:uLnTx/>
                <a:uFillTx/>
                <a:latin typeface="Times New Roman" panose="02020503050405090304" charset="0"/>
                <a:ea typeface="MS PGothic" charset="0"/>
                <a:cs typeface="+mn-cs"/>
              </a:rPr>
              <a:t>Third level</a:t>
            </a:r>
          </a:p>
          <a:p>
            <a:pPr marL="1371600" marR="0" lvl="3"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a:ln>
                  <a:noFill/>
                </a:ln>
                <a:solidFill>
                  <a:schemeClr val="tx1"/>
                </a:solidFill>
                <a:effectLst/>
                <a:uLnTx/>
                <a:uFillTx/>
                <a:latin typeface="Times New Roman" panose="02020503050405090304" charset="0"/>
                <a:ea typeface="MS PGothic" charset="0"/>
                <a:cs typeface="+mn-cs"/>
              </a:rPr>
              <a:t>Fourth level</a:t>
            </a:r>
          </a:p>
          <a:p>
            <a:pPr marL="1828800" marR="0" lvl="4"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a:ln>
                  <a:noFill/>
                </a:ln>
                <a:solidFill>
                  <a:schemeClr val="tx1"/>
                </a:solidFill>
                <a:effectLst/>
                <a:uLnTx/>
                <a:uFillTx/>
                <a:latin typeface="Times New Roman" panose="02020503050405090304" charset="0"/>
                <a:ea typeface="MS PGothic" charset="0"/>
                <a:cs typeface="+mn-cs"/>
              </a:rPr>
              <a:t>Fifth level</a:t>
            </a:r>
          </a:p>
        </p:txBody>
      </p:sp>
      <p:sp>
        <p:nvSpPr>
          <p:cNvPr id="3078" name="Rectangle 6"/>
          <p:cNvSpPr>
            <a:spLocks noGrp="1" noChangeArrowheads="1"/>
          </p:cNvSpPr>
          <p:nvPr>
            <p:ph type="ftr" sz="quarter" idx="4"/>
          </p:nvPr>
        </p:nvSpPr>
        <p:spPr bwMode="auto">
          <a:xfrm>
            <a:off x="0" y="9121775"/>
            <a:ext cx="3170238" cy="479425"/>
          </a:xfrm>
          <a:prstGeom prst="rect">
            <a:avLst/>
          </a:prstGeom>
          <a:noFill/>
          <a:ln w="9525">
            <a:noFill/>
            <a:miter lim="800000"/>
          </a:ln>
          <a:effectLst/>
        </p:spPr>
        <p:txBody>
          <a:bodyPr vert="horz" wrap="square" lIns="96661" tIns="48331" rIns="96661" bIns="48331" numCol="1" anchor="b" anchorCtr="0" compatLnSpc="1"/>
          <a:lstStyle>
            <a:lvl1pPr defTabSz="967105">
              <a:defRPr sz="1300">
                <a:latin typeface="Times New Roman" panose="02020503050405090304" charset="0"/>
                <a:ea typeface="MS PGothic" charset="0"/>
                <a:cs typeface="MS PGothic" charset="0"/>
              </a:defRPr>
            </a:lvl1pPr>
          </a:lstStyle>
          <a:p>
            <a:pPr marL="0" marR="0" lvl="0" indent="0" algn="l" defTabSz="967105" rtl="0" eaLnBrk="0" fontAlgn="base" latinLnBrk="0" hangingPunct="0">
              <a:lnSpc>
                <a:spcPct val="100000"/>
              </a:lnSpc>
              <a:spcBef>
                <a:spcPct val="0"/>
              </a:spcBef>
              <a:spcAft>
                <a:spcPct val="0"/>
              </a:spcAft>
              <a:buClrTx/>
              <a:buSzTx/>
              <a:buFontTx/>
              <a:buNone/>
              <a:defRPr/>
            </a:pPr>
            <a:endParaRPr kumimoji="0" lang="en-US" sz="13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3079" name="Rectangle 7"/>
          <p:cNvSpPr>
            <a:spLocks noGrp="1" noChangeArrowheads="1"/>
          </p:cNvSpPr>
          <p:nvPr>
            <p:ph type="sldNum" sz="quarter" idx="5"/>
          </p:nvPr>
        </p:nvSpPr>
        <p:spPr bwMode="auto">
          <a:xfrm>
            <a:off x="4144963" y="9121775"/>
            <a:ext cx="3170238" cy="479425"/>
          </a:xfrm>
          <a:prstGeom prst="rect">
            <a:avLst/>
          </a:prstGeom>
          <a:noFill/>
          <a:ln w="9525">
            <a:noFill/>
            <a:miter lim="800000"/>
          </a:ln>
          <a:effectLst/>
        </p:spPr>
        <p:txBody>
          <a:bodyPr vert="horz" wrap="square" lIns="96661" tIns="48331" rIns="96661" bIns="48331" numCol="1" anchor="b" anchorCtr="0" compatLnSpc="1"/>
          <a:lstStyle/>
          <a:p>
            <a:pPr lvl="0" algn="r" defTabSz="967105">
              <a:buNone/>
            </a:pPr>
            <a:fld id="{9A0DB2DC-4C9A-4742-B13C-FB6460FD3503}" type="slidenum">
              <a:rPr lang="en-US" altLang="zh-CN" sz="1300">
                <a:latin typeface="Times New Roman" panose="02020503050405090304" charset="0"/>
              </a:rPr>
              <a:t>‹#›</a:t>
            </a:fld>
            <a:endParaRPr lang="en-US" altLang="zh-CN" sz="1300">
              <a:latin typeface="Times New Roman" panose="02020503050405090304" charset="0"/>
            </a:endParaRPr>
          </a:p>
        </p:txBody>
      </p:sp>
    </p:spTree>
  </p:cSld>
  <p:clrMap bg1="lt1" tx1="dk1" bg2="lt2" tx2="dk2" accent1="accent1" accent2="accent2" accent3="accent3" accent4="accent4" accent5="accent5" accent6="accent6" hlink="hlink" folHlink="folHlink"/>
  <p:hf sldNum="0" hdr="0" ftr="0" dt="0"/>
  <p:notesStyle>
    <a:lvl1pPr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S PGothic" charset="0"/>
      </a:defRPr>
    </a:lvl1pPr>
    <a:lvl2pPr marL="457200"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n-cs"/>
      </a:defRPr>
    </a:lvl2pPr>
    <a:lvl3pPr marL="914400"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n-cs"/>
      </a:defRPr>
    </a:lvl3pPr>
    <a:lvl4pPr marL="1371600"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n-cs"/>
      </a:defRPr>
    </a:lvl4pPr>
    <a:lvl5pPr marL="1828800"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Slide Image Placeholder 1"/>
          <p:cNvSpPr>
            <a:spLocks noGrp="1" noRot="1" noChangeAspect="1" noTextEdit="1"/>
          </p:cNvSpPr>
          <p:nvPr>
            <p:ph type="sldImg"/>
          </p:nvPr>
        </p:nvSpPr>
        <p:spPr/>
      </p:sp>
      <p:sp>
        <p:nvSpPr>
          <p:cNvPr id="40962" name="Notes Placeholder 2"/>
          <p:cNvSpPr>
            <a:spLocks noGrp="1"/>
          </p:cNvSpPr>
          <p:nvPr>
            <p:ph type="body" idx="1"/>
          </p:nvPr>
        </p:nvSpPr>
        <p:spPr>
          <a:xfrm>
            <a:off x="974725" y="4560888"/>
            <a:ext cx="5365750" cy="4319587"/>
          </a:xfrm>
        </p:spPr>
        <p:txBody>
          <a:bodyPr wrap="square" lIns="96661" tIns="48331" rIns="96661" bIns="48331" anchor="t" anchorCtr="0"/>
          <a:lstStyle/>
          <a:p>
            <a:pPr lvl="0"/>
            <a:endParaRPr dirty="0"/>
          </a:p>
        </p:txBody>
      </p:sp>
      <p:sp>
        <p:nvSpPr>
          <p:cNvPr id="40963" name="Slide Number Placeholder 3"/>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spcBef>
                <a:spcPct val="0"/>
              </a:spcBef>
              <a:buClrTx/>
              <a:buSzTx/>
              <a:buFontTx/>
            </a:pPr>
            <a:fld id="{9A0DB2DC-4C9A-4742-B13C-FB6460FD3503}" type="slidenum">
              <a:rPr lang="en-US" sz="1300" dirty="0">
                <a:latin typeface="Times New Roman" panose="02020503050405090304" charset="0"/>
              </a:rPr>
              <a:t>7</a:t>
            </a:fld>
            <a:endParaRPr lang="en-US" sz="1300" dirty="0">
              <a:latin typeface="Times New Roman" panose="0202050305040509030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幻灯片图像占位符 1"/>
          <p:cNvSpPr>
            <a:spLocks noGrp="1" noRot="1" noChangeAspect="1" noTextEdit="1"/>
          </p:cNvSpPr>
          <p:nvPr>
            <p:ph type="sldImg"/>
          </p:nvPr>
        </p:nvSpPr>
        <p:spPr/>
      </p:sp>
      <p:sp>
        <p:nvSpPr>
          <p:cNvPr id="114690" name="备注占位符 2"/>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en-US"/>
          </a:p>
        </p:txBody>
      </p:sp>
      <p:sp>
        <p:nvSpPr>
          <p:cNvPr id="114691" name="灯片编号占位符 3"/>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en-US" altLang="zh-CN" sz="1300">
                <a:latin typeface="Times New Roman" panose="02020503050405090304" charset="0"/>
              </a:rPr>
              <a:t>11</a:t>
            </a:fld>
            <a:endParaRPr lang="en-US" altLang="zh-CN" sz="1300">
              <a:latin typeface="Times New Roman" panose="0202050305040509030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Rectangle 6"/>
          <p:cNvSpPr txBox="1">
            <a:spLocks noGrp="1"/>
          </p:cNvSpPr>
          <p:nvPr>
            <p:ph type="ftr" sz="quarter"/>
          </p:nvPr>
        </p:nvSpPr>
        <p:spPr>
          <a:xfrm>
            <a:off x="0" y="9121775"/>
            <a:ext cx="3170238" cy="479425"/>
          </a:xfrm>
          <a:prstGeom prst="rect">
            <a:avLst/>
          </a:prstGeom>
          <a:noFill/>
          <a:ln w="9525">
            <a:noFill/>
          </a:ln>
        </p:spPr>
        <p:txBody>
          <a:bodyPr lIns="96661" tIns="48331" rIns="96661" bIns="48331" anchor="b" anchorCtr="0"/>
          <a:lstStyle/>
          <a:p>
            <a:pPr lvl="0" defTabSz="967105" eaLnBrk="1" hangingPunct="1"/>
            <a:r>
              <a:rPr lang="en-US" altLang="zh-CN" sz="1300">
                <a:latin typeface="Times New Roman" panose="02020503050405090304" charset="0"/>
              </a:rPr>
              <a:t>1.#</a:t>
            </a:r>
          </a:p>
        </p:txBody>
      </p:sp>
      <p:sp>
        <p:nvSpPr>
          <p:cNvPr id="125954" name="Rectangle 2"/>
          <p:cNvSpPr>
            <a:spLocks noGrp="1" noRot="1" noChangeAspect="1" noTextEdit="1"/>
          </p:cNvSpPr>
          <p:nvPr>
            <p:ph type="sldImg"/>
          </p:nvPr>
        </p:nvSpPr>
        <p:spPr/>
      </p:sp>
      <p:sp>
        <p:nvSpPr>
          <p:cNvPr id="125955" name="Rectangle 3"/>
          <p:cNvSpPr>
            <a:spLocks noGrp="1"/>
          </p:cNvSpPr>
          <p:nvPr>
            <p:ph type="body" idx="1"/>
          </p:nvPr>
        </p:nvSpPr>
        <p:spPr>
          <a:xfrm>
            <a:off x="974725" y="4560888"/>
            <a:ext cx="5365750" cy="4319587"/>
          </a:xfrm>
        </p:spPr>
        <p:txBody>
          <a:bodyPr wrap="square" lIns="96661" tIns="48331" rIns="96661" bIns="48331" anchor="t" anchorCtr="0"/>
          <a:lstStyle/>
          <a:p>
            <a:pPr lvl="0" eaLnBrk="1" hangingPunct="1"/>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Rectangle 6"/>
          <p:cNvSpPr txBox="1">
            <a:spLocks noGrp="1"/>
          </p:cNvSpPr>
          <p:nvPr>
            <p:ph type="ftr" sz="quarter"/>
          </p:nvPr>
        </p:nvSpPr>
        <p:spPr>
          <a:xfrm>
            <a:off x="0" y="9121775"/>
            <a:ext cx="3170238" cy="479425"/>
          </a:xfrm>
          <a:prstGeom prst="rect">
            <a:avLst/>
          </a:prstGeom>
          <a:noFill/>
          <a:ln w="9525">
            <a:noFill/>
          </a:ln>
        </p:spPr>
        <p:txBody>
          <a:bodyPr lIns="96661" tIns="48331" rIns="96661" bIns="48331" anchor="b" anchorCtr="0"/>
          <a:lstStyle/>
          <a:p>
            <a:pPr lvl="0" defTabSz="967105" eaLnBrk="1" hangingPunct="1"/>
            <a:r>
              <a:rPr lang="en-US" altLang="zh-CN" sz="1300">
                <a:latin typeface="Times New Roman" panose="02020503050405090304" charset="0"/>
              </a:rPr>
              <a:t>1.#</a:t>
            </a:r>
          </a:p>
        </p:txBody>
      </p:sp>
      <p:sp>
        <p:nvSpPr>
          <p:cNvPr id="128002" name="Rectangle 2"/>
          <p:cNvSpPr>
            <a:spLocks noGrp="1" noRot="1" noChangeAspect="1" noTextEdit="1"/>
          </p:cNvSpPr>
          <p:nvPr>
            <p:ph type="sldImg"/>
          </p:nvPr>
        </p:nvSpPr>
        <p:spPr/>
      </p:sp>
      <p:sp>
        <p:nvSpPr>
          <p:cNvPr id="128003" name="Rectangle 3"/>
          <p:cNvSpPr>
            <a:spLocks noGrp="1"/>
          </p:cNvSpPr>
          <p:nvPr>
            <p:ph type="body" idx="1"/>
          </p:nvPr>
        </p:nvSpPr>
        <p:spPr>
          <a:xfrm>
            <a:off x="974725" y="4560888"/>
            <a:ext cx="5365750" cy="4319587"/>
          </a:xfrm>
        </p:spPr>
        <p:txBody>
          <a:bodyPr wrap="square" lIns="96661" tIns="48331" rIns="96661" bIns="48331" anchor="t" anchorCtr="0"/>
          <a:lstStyle/>
          <a:p>
            <a:pPr lvl="0" eaLnBrk="1" hangingPunct="1"/>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49" name="Rectangle 6"/>
          <p:cNvSpPr txBox="1">
            <a:spLocks noGrp="1"/>
          </p:cNvSpPr>
          <p:nvPr>
            <p:ph type="ftr" sz="quarter"/>
          </p:nvPr>
        </p:nvSpPr>
        <p:spPr>
          <a:xfrm>
            <a:off x="0" y="9121775"/>
            <a:ext cx="3170238" cy="479425"/>
          </a:xfrm>
          <a:prstGeom prst="rect">
            <a:avLst/>
          </a:prstGeom>
          <a:noFill/>
          <a:ln w="9525">
            <a:noFill/>
          </a:ln>
        </p:spPr>
        <p:txBody>
          <a:bodyPr lIns="96661" tIns="48331" rIns="96661" bIns="48331" anchor="b" anchorCtr="0"/>
          <a:lstStyle/>
          <a:p>
            <a:pPr lvl="0" defTabSz="967105" eaLnBrk="1" hangingPunct="1"/>
            <a:r>
              <a:rPr lang="en-US" altLang="zh-CN" sz="1300">
                <a:latin typeface="Times New Roman" panose="02020503050405090304" charset="0"/>
              </a:rPr>
              <a:t>1.#</a:t>
            </a:r>
          </a:p>
        </p:txBody>
      </p:sp>
      <p:sp>
        <p:nvSpPr>
          <p:cNvPr id="130050" name="Rectangle 2"/>
          <p:cNvSpPr>
            <a:spLocks noGrp="1" noRot="1" noChangeAspect="1" noTextEdit="1"/>
          </p:cNvSpPr>
          <p:nvPr>
            <p:ph type="sldImg"/>
          </p:nvPr>
        </p:nvSpPr>
        <p:spPr/>
      </p:sp>
      <p:sp>
        <p:nvSpPr>
          <p:cNvPr id="130051" name="Rectangle 3"/>
          <p:cNvSpPr>
            <a:spLocks noGrp="1"/>
          </p:cNvSpPr>
          <p:nvPr>
            <p:ph type="body" idx="1"/>
          </p:nvPr>
        </p:nvSpPr>
        <p:spPr>
          <a:xfrm>
            <a:off x="974725" y="4560888"/>
            <a:ext cx="5365750" cy="4319587"/>
          </a:xfrm>
        </p:spPr>
        <p:txBody>
          <a:bodyPr wrap="square" lIns="96661" tIns="48331" rIns="96661" bIns="48331" anchor="t" anchorCtr="0"/>
          <a:lstStyle/>
          <a:p>
            <a:pPr lvl="0" eaLnBrk="1" hangingPunct="1"/>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7" name="Rectangle 6"/>
          <p:cNvSpPr txBox="1">
            <a:spLocks noGrp="1"/>
          </p:cNvSpPr>
          <p:nvPr>
            <p:ph type="ftr" sz="quarter"/>
          </p:nvPr>
        </p:nvSpPr>
        <p:spPr>
          <a:xfrm>
            <a:off x="0" y="9121775"/>
            <a:ext cx="3170238" cy="479425"/>
          </a:xfrm>
          <a:prstGeom prst="rect">
            <a:avLst/>
          </a:prstGeom>
          <a:noFill/>
          <a:ln w="9525">
            <a:noFill/>
          </a:ln>
        </p:spPr>
        <p:txBody>
          <a:bodyPr lIns="96661" tIns="48331" rIns="96661" bIns="48331" anchor="b" anchorCtr="0"/>
          <a:lstStyle/>
          <a:p>
            <a:pPr lvl="0" defTabSz="967105" eaLnBrk="1" hangingPunct="1"/>
            <a:r>
              <a:rPr lang="en-US" altLang="zh-CN" sz="1300">
                <a:latin typeface="Times New Roman" panose="02020503050405090304" charset="0"/>
              </a:rPr>
              <a:t>1.#</a:t>
            </a:r>
          </a:p>
        </p:txBody>
      </p:sp>
      <p:sp>
        <p:nvSpPr>
          <p:cNvPr id="132098" name="Rectangle 2"/>
          <p:cNvSpPr>
            <a:spLocks noGrp="1" noRot="1" noChangeAspect="1" noTextEdit="1"/>
          </p:cNvSpPr>
          <p:nvPr>
            <p:ph type="sldImg"/>
          </p:nvPr>
        </p:nvSpPr>
        <p:spPr/>
      </p:sp>
      <p:sp>
        <p:nvSpPr>
          <p:cNvPr id="132099" name="Rectangle 3"/>
          <p:cNvSpPr>
            <a:spLocks noGrp="1"/>
          </p:cNvSpPr>
          <p:nvPr>
            <p:ph type="body" idx="1"/>
          </p:nvPr>
        </p:nvSpPr>
        <p:spPr>
          <a:xfrm>
            <a:off x="974725" y="4560888"/>
            <a:ext cx="5365750" cy="4319587"/>
          </a:xfrm>
        </p:spPr>
        <p:txBody>
          <a:bodyPr wrap="square" lIns="96661" tIns="48331" rIns="96661" bIns="48331" anchor="t" anchorCtr="0"/>
          <a:lstStyle/>
          <a:p>
            <a:pPr lvl="0" eaLnBrk="1" hangingPunct="1"/>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5" name="Rectangle 6"/>
          <p:cNvSpPr txBox="1">
            <a:spLocks noGrp="1"/>
          </p:cNvSpPr>
          <p:nvPr>
            <p:ph type="ftr" sz="quarter"/>
          </p:nvPr>
        </p:nvSpPr>
        <p:spPr>
          <a:xfrm>
            <a:off x="0" y="9121775"/>
            <a:ext cx="3170238" cy="479425"/>
          </a:xfrm>
          <a:prstGeom prst="rect">
            <a:avLst/>
          </a:prstGeom>
          <a:noFill/>
          <a:ln w="9525">
            <a:noFill/>
          </a:ln>
        </p:spPr>
        <p:txBody>
          <a:bodyPr lIns="96661" tIns="48331" rIns="96661" bIns="48331" anchor="b" anchorCtr="0"/>
          <a:lstStyle/>
          <a:p>
            <a:pPr lvl="0" defTabSz="967105" eaLnBrk="1" hangingPunct="1"/>
            <a:r>
              <a:rPr lang="en-US" altLang="zh-CN" sz="1300">
                <a:latin typeface="Times New Roman" panose="02020503050405090304" charset="0"/>
              </a:rPr>
              <a:t>1.#</a:t>
            </a:r>
          </a:p>
        </p:txBody>
      </p:sp>
      <p:sp>
        <p:nvSpPr>
          <p:cNvPr id="134146" name="Rectangle 2"/>
          <p:cNvSpPr>
            <a:spLocks noGrp="1" noRot="1" noChangeAspect="1" noTextEdit="1"/>
          </p:cNvSpPr>
          <p:nvPr>
            <p:ph type="sldImg"/>
          </p:nvPr>
        </p:nvSpPr>
        <p:spPr/>
      </p:sp>
      <p:sp>
        <p:nvSpPr>
          <p:cNvPr id="134147" name="Rectangle 3"/>
          <p:cNvSpPr>
            <a:spLocks noGrp="1"/>
          </p:cNvSpPr>
          <p:nvPr>
            <p:ph type="body" idx="1"/>
          </p:nvPr>
        </p:nvSpPr>
        <p:spPr>
          <a:xfrm>
            <a:off x="974725" y="4560888"/>
            <a:ext cx="5365750" cy="4319587"/>
          </a:xfrm>
        </p:spPr>
        <p:txBody>
          <a:bodyPr wrap="square" lIns="96661" tIns="48331" rIns="96661" bIns="48331" anchor="t" anchorCtr="0"/>
          <a:lstStyle/>
          <a:p>
            <a:pPr lvl="0" eaLnBrk="1" hangingPunct="1"/>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6"/>
          <p:cNvSpPr txBox="1">
            <a:spLocks noGrp="1"/>
          </p:cNvSpPr>
          <p:nvPr>
            <p:ph type="ftr" sz="quarter"/>
          </p:nvPr>
        </p:nvSpPr>
        <p:spPr>
          <a:xfrm>
            <a:off x="0" y="9121775"/>
            <a:ext cx="3170238" cy="479425"/>
          </a:xfrm>
          <a:prstGeom prst="rect">
            <a:avLst/>
          </a:prstGeom>
          <a:noFill/>
          <a:ln w="9525">
            <a:noFill/>
          </a:ln>
        </p:spPr>
        <p:txBody>
          <a:bodyPr lIns="96661" tIns="48331" rIns="96661" bIns="48331" anchor="b" anchorCtr="0"/>
          <a:lstStyle/>
          <a:p>
            <a:pPr lvl="0" defTabSz="967105" eaLnBrk="1" hangingPunct="1"/>
            <a:r>
              <a:rPr lang="en-US" altLang="zh-CN" sz="1300">
                <a:latin typeface="Times New Roman" panose="02020503050405090304" charset="0"/>
              </a:rPr>
              <a:t>1.#</a:t>
            </a:r>
          </a:p>
        </p:txBody>
      </p:sp>
      <p:sp>
        <p:nvSpPr>
          <p:cNvPr id="136194" name="Rectangle 2"/>
          <p:cNvSpPr>
            <a:spLocks noGrp="1" noRot="1" noChangeAspect="1" noTextEdit="1"/>
          </p:cNvSpPr>
          <p:nvPr>
            <p:ph type="sldImg"/>
          </p:nvPr>
        </p:nvSpPr>
        <p:spPr/>
      </p:sp>
      <p:sp>
        <p:nvSpPr>
          <p:cNvPr id="136195" name="Rectangle 3"/>
          <p:cNvSpPr>
            <a:spLocks noGrp="1"/>
          </p:cNvSpPr>
          <p:nvPr>
            <p:ph type="body" idx="1"/>
          </p:nvPr>
        </p:nvSpPr>
        <p:spPr>
          <a:xfrm>
            <a:off x="974725" y="4560888"/>
            <a:ext cx="5365750" cy="4319587"/>
          </a:xfrm>
        </p:spPr>
        <p:txBody>
          <a:bodyPr wrap="square" lIns="96661" tIns="48331" rIns="96661" bIns="48331" anchor="t" anchorCtr="0"/>
          <a:lstStyle/>
          <a:p>
            <a:pPr lvl="0" eaLnBrk="1" hangingPunct="1"/>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Rectangle 6"/>
          <p:cNvSpPr txBox="1">
            <a:spLocks noGrp="1"/>
          </p:cNvSpPr>
          <p:nvPr>
            <p:ph type="ftr" sz="quarter"/>
          </p:nvPr>
        </p:nvSpPr>
        <p:spPr>
          <a:xfrm>
            <a:off x="0" y="9121775"/>
            <a:ext cx="3170238" cy="479425"/>
          </a:xfrm>
          <a:prstGeom prst="rect">
            <a:avLst/>
          </a:prstGeom>
          <a:noFill/>
          <a:ln w="9525">
            <a:noFill/>
          </a:ln>
        </p:spPr>
        <p:txBody>
          <a:bodyPr lIns="96661" tIns="48331" rIns="96661" bIns="48331" anchor="b" anchorCtr="0"/>
          <a:lstStyle/>
          <a:p>
            <a:pPr lvl="0" defTabSz="967105" eaLnBrk="1" hangingPunct="1"/>
            <a:r>
              <a:rPr lang="en-US" altLang="zh-CN" sz="1300">
                <a:latin typeface="Times New Roman" panose="02020503050405090304" charset="0"/>
              </a:rPr>
              <a:t>1.#</a:t>
            </a:r>
          </a:p>
        </p:txBody>
      </p:sp>
      <p:sp>
        <p:nvSpPr>
          <p:cNvPr id="138242" name="Rectangle 2"/>
          <p:cNvSpPr>
            <a:spLocks noGrp="1" noRot="1" noChangeAspect="1" noTextEdit="1"/>
          </p:cNvSpPr>
          <p:nvPr>
            <p:ph type="sldImg"/>
          </p:nvPr>
        </p:nvSpPr>
        <p:spPr/>
      </p:sp>
      <p:sp>
        <p:nvSpPr>
          <p:cNvPr id="138243" name="Rectangle 3"/>
          <p:cNvSpPr>
            <a:spLocks noGrp="1"/>
          </p:cNvSpPr>
          <p:nvPr>
            <p:ph type="body" idx="1"/>
          </p:nvPr>
        </p:nvSpPr>
        <p:spPr>
          <a:xfrm>
            <a:off x="974725" y="4560888"/>
            <a:ext cx="5365750" cy="4319587"/>
          </a:xfrm>
        </p:spPr>
        <p:txBody>
          <a:bodyPr wrap="square" lIns="96661" tIns="48331" rIns="96661" bIns="48331" anchor="t" anchorCtr="0"/>
          <a:lstStyle/>
          <a:p>
            <a:pPr lvl="0" eaLnBrk="1" hangingPunct="1"/>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en-US" altLang="zh-CN" sz="1300">
                <a:latin typeface="Times New Roman" panose="02020503050405090304" charset="0"/>
              </a:rPr>
              <a:t>52</a:t>
            </a:fld>
            <a:endParaRPr lang="en-US" altLang="zh-CN" sz="1300">
              <a:latin typeface="Times New Roman" panose="02020503050405090304" charset="0"/>
            </a:endParaRPr>
          </a:p>
        </p:txBody>
      </p:sp>
      <p:sp>
        <p:nvSpPr>
          <p:cNvPr id="67586" name="Rectangle 2"/>
          <p:cNvSpPr>
            <a:spLocks noGrp="1" noRot="1" noChangeAspect="1" noTextEdit="1"/>
          </p:cNvSpPr>
          <p:nvPr>
            <p:ph type="sldImg"/>
          </p:nvPr>
        </p:nvSpPr>
        <p:spPr/>
      </p:sp>
      <p:sp>
        <p:nvSpPr>
          <p:cNvPr id="67587"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en-US" altLang="zh-CN" sz="1300">
                <a:latin typeface="Times New Roman" panose="02020503050405090304" charset="0"/>
              </a:rPr>
              <a:t>53</a:t>
            </a:fld>
            <a:endParaRPr lang="en-US" altLang="zh-CN" sz="1300">
              <a:latin typeface="Times New Roman" panose="02020503050405090304" charset="0"/>
            </a:endParaRPr>
          </a:p>
        </p:txBody>
      </p:sp>
      <p:sp>
        <p:nvSpPr>
          <p:cNvPr id="69634" name="Rectangle 2"/>
          <p:cNvSpPr>
            <a:spLocks noGrp="1" noRot="1" noChangeAspect="1" noTextEdit="1"/>
          </p:cNvSpPr>
          <p:nvPr>
            <p:ph type="sldImg"/>
          </p:nvPr>
        </p:nvSpPr>
        <p:spPr/>
      </p:sp>
      <p:sp>
        <p:nvSpPr>
          <p:cNvPr id="69635"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1"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en-US" altLang="zh-CN" sz="1300">
                <a:latin typeface="Times New Roman" panose="02020503050405090304" charset="0"/>
              </a:rPr>
              <a:t>54</a:t>
            </a:fld>
            <a:endParaRPr lang="en-US" altLang="zh-CN" sz="1300">
              <a:latin typeface="Times New Roman" panose="02020503050405090304" charset="0"/>
            </a:endParaRPr>
          </a:p>
        </p:txBody>
      </p:sp>
      <p:sp>
        <p:nvSpPr>
          <p:cNvPr id="71682" name="Rectangle 2"/>
          <p:cNvSpPr>
            <a:spLocks noGrp="1" noRot="1" noChangeAspect="1" noTextEdit="1"/>
          </p:cNvSpPr>
          <p:nvPr>
            <p:ph type="sldImg"/>
          </p:nvPr>
        </p:nvSpPr>
        <p:spPr/>
      </p:sp>
      <p:sp>
        <p:nvSpPr>
          <p:cNvPr id="71683"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en-US" altLang="zh-CN" sz="1300">
                <a:latin typeface="Times New Roman" panose="02020503050405090304" charset="0"/>
              </a:rPr>
              <a:t>55</a:t>
            </a:fld>
            <a:endParaRPr lang="en-US" altLang="zh-CN" sz="1300">
              <a:latin typeface="Times New Roman" panose="02020503050405090304" charset="0"/>
            </a:endParaRPr>
          </a:p>
        </p:txBody>
      </p:sp>
      <p:sp>
        <p:nvSpPr>
          <p:cNvPr id="73730" name="Rectangle 2"/>
          <p:cNvSpPr>
            <a:spLocks noGrp="1" noRot="1" noChangeAspect="1" noTextEdit="1"/>
          </p:cNvSpPr>
          <p:nvPr>
            <p:ph type="sldImg"/>
          </p:nvPr>
        </p:nvSpPr>
        <p:spPr/>
      </p:sp>
      <p:sp>
        <p:nvSpPr>
          <p:cNvPr id="73731"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7"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72</a:t>
            </a:fld>
            <a:endParaRPr lang="en-US" altLang="zh-CN" sz="1200">
              <a:solidFill>
                <a:srgbClr val="000000"/>
              </a:solidFill>
              <a:latin typeface="宋体" pitchFamily="2" charset="-122"/>
            </a:endParaRPr>
          </a:p>
        </p:txBody>
      </p:sp>
      <p:sp>
        <p:nvSpPr>
          <p:cNvPr id="173058" name="Rectangle 2"/>
          <p:cNvSpPr>
            <a:spLocks noGrp="1" noRot="1" noChangeAspect="1" noTextEdit="1"/>
          </p:cNvSpPr>
          <p:nvPr>
            <p:ph type="sldImg"/>
          </p:nvPr>
        </p:nvSpPr>
        <p:spPr/>
      </p:sp>
      <p:sp>
        <p:nvSpPr>
          <p:cNvPr id="173059"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5"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73</a:t>
            </a:fld>
            <a:endParaRPr lang="en-US" altLang="zh-CN" sz="1200">
              <a:solidFill>
                <a:srgbClr val="000000"/>
              </a:solidFill>
              <a:latin typeface="宋体" pitchFamily="2" charset="-122"/>
            </a:endParaRPr>
          </a:p>
        </p:txBody>
      </p:sp>
      <p:sp>
        <p:nvSpPr>
          <p:cNvPr id="175106" name="Rectangle 2"/>
          <p:cNvSpPr>
            <a:spLocks noGrp="1" noRot="1" noChangeAspect="1" noTextEdit="1"/>
          </p:cNvSpPr>
          <p:nvPr>
            <p:ph type="sldImg"/>
          </p:nvPr>
        </p:nvSpPr>
        <p:spPr/>
      </p:sp>
      <p:sp>
        <p:nvSpPr>
          <p:cNvPr id="175107"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3"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74</a:t>
            </a:fld>
            <a:endParaRPr lang="en-US" altLang="zh-CN" sz="1200">
              <a:solidFill>
                <a:srgbClr val="000000"/>
              </a:solidFill>
              <a:latin typeface="宋体" pitchFamily="2" charset="-122"/>
            </a:endParaRPr>
          </a:p>
        </p:txBody>
      </p:sp>
      <p:sp>
        <p:nvSpPr>
          <p:cNvPr id="177154" name="Rectangle 2"/>
          <p:cNvSpPr>
            <a:spLocks noGrp="1" noRot="1" noChangeAspect="1" noTextEdit="1"/>
          </p:cNvSpPr>
          <p:nvPr>
            <p:ph type="sldImg"/>
          </p:nvPr>
        </p:nvSpPr>
        <p:spPr/>
      </p:sp>
      <p:sp>
        <p:nvSpPr>
          <p:cNvPr id="177155"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1"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75</a:t>
            </a:fld>
            <a:endParaRPr lang="en-US" altLang="zh-CN" sz="1200">
              <a:solidFill>
                <a:srgbClr val="000000"/>
              </a:solidFill>
              <a:latin typeface="宋体" pitchFamily="2" charset="-122"/>
            </a:endParaRPr>
          </a:p>
        </p:txBody>
      </p:sp>
      <p:sp>
        <p:nvSpPr>
          <p:cNvPr id="179202" name="Rectangle 2"/>
          <p:cNvSpPr>
            <a:spLocks noGrp="1" noRot="1" noChangeAspect="1" noTextEdit="1"/>
          </p:cNvSpPr>
          <p:nvPr>
            <p:ph type="sldImg"/>
          </p:nvPr>
        </p:nvSpPr>
        <p:spPr/>
      </p:sp>
      <p:sp>
        <p:nvSpPr>
          <p:cNvPr id="179203"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49"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76</a:t>
            </a:fld>
            <a:endParaRPr lang="en-US" altLang="zh-CN" sz="1200">
              <a:solidFill>
                <a:srgbClr val="000000"/>
              </a:solidFill>
              <a:latin typeface="宋体" pitchFamily="2" charset="-122"/>
            </a:endParaRPr>
          </a:p>
        </p:txBody>
      </p:sp>
      <p:sp>
        <p:nvSpPr>
          <p:cNvPr id="181250" name="Rectangle 2"/>
          <p:cNvSpPr>
            <a:spLocks noGrp="1" noRot="1" noChangeAspect="1" noTextEdit="1"/>
          </p:cNvSpPr>
          <p:nvPr>
            <p:ph type="sldImg"/>
          </p:nvPr>
        </p:nvSpPr>
        <p:spPr/>
      </p:sp>
      <p:sp>
        <p:nvSpPr>
          <p:cNvPr id="181251"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77</a:t>
            </a:fld>
            <a:endParaRPr lang="en-US" altLang="zh-CN" sz="1200">
              <a:solidFill>
                <a:srgbClr val="000000"/>
              </a:solidFill>
              <a:latin typeface="宋体" pitchFamily="2" charset="-122"/>
            </a:endParaRPr>
          </a:p>
        </p:txBody>
      </p:sp>
      <p:sp>
        <p:nvSpPr>
          <p:cNvPr id="183298" name="Rectangle 2"/>
          <p:cNvSpPr>
            <a:spLocks noGrp="1" noRot="1" noChangeAspect="1" noTextEdit="1"/>
          </p:cNvSpPr>
          <p:nvPr>
            <p:ph type="sldImg"/>
          </p:nvPr>
        </p:nvSpPr>
        <p:spPr/>
      </p:sp>
      <p:sp>
        <p:nvSpPr>
          <p:cNvPr id="183299"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79</a:t>
            </a:fld>
            <a:endParaRPr lang="en-US" altLang="zh-CN" sz="1200">
              <a:solidFill>
                <a:srgbClr val="000000"/>
              </a:solidFill>
              <a:latin typeface="宋体" pitchFamily="2" charset="-122"/>
            </a:endParaRPr>
          </a:p>
        </p:txBody>
      </p:sp>
      <p:sp>
        <p:nvSpPr>
          <p:cNvPr id="186370" name="Rectangle 2"/>
          <p:cNvSpPr>
            <a:spLocks noGrp="1" noRot="1" noChangeAspect="1" noTextEdit="1"/>
          </p:cNvSpPr>
          <p:nvPr>
            <p:ph type="sldImg"/>
          </p:nvPr>
        </p:nvSpPr>
        <p:spPr/>
      </p:sp>
      <p:sp>
        <p:nvSpPr>
          <p:cNvPr id="186371"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7"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80</a:t>
            </a:fld>
            <a:endParaRPr lang="en-US" altLang="zh-CN" sz="1200">
              <a:solidFill>
                <a:srgbClr val="000000"/>
              </a:solidFill>
              <a:latin typeface="宋体" pitchFamily="2" charset="-122"/>
            </a:endParaRPr>
          </a:p>
        </p:txBody>
      </p:sp>
      <p:sp>
        <p:nvSpPr>
          <p:cNvPr id="188418" name="Rectangle 2"/>
          <p:cNvSpPr>
            <a:spLocks noGrp="1" noRot="1" noChangeAspect="1" noTextEdit="1"/>
          </p:cNvSpPr>
          <p:nvPr>
            <p:ph type="sldImg"/>
          </p:nvPr>
        </p:nvSpPr>
        <p:spPr/>
      </p:sp>
      <p:sp>
        <p:nvSpPr>
          <p:cNvPr id="188419"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81</a:t>
            </a:fld>
            <a:endParaRPr lang="en-US" altLang="zh-CN" sz="1200">
              <a:solidFill>
                <a:srgbClr val="000000"/>
              </a:solidFill>
              <a:latin typeface="宋体" pitchFamily="2" charset="-122"/>
            </a:endParaRPr>
          </a:p>
        </p:txBody>
      </p:sp>
      <p:sp>
        <p:nvSpPr>
          <p:cNvPr id="190466" name="Rectangle 2"/>
          <p:cNvSpPr>
            <a:spLocks noGrp="1" noRot="1" noChangeAspect="1" noTextEdit="1"/>
          </p:cNvSpPr>
          <p:nvPr>
            <p:ph type="sldImg"/>
          </p:nvPr>
        </p:nvSpPr>
        <p:spPr/>
      </p:sp>
      <p:sp>
        <p:nvSpPr>
          <p:cNvPr id="190467"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3"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82</a:t>
            </a:fld>
            <a:endParaRPr lang="en-US" altLang="zh-CN" sz="1200">
              <a:solidFill>
                <a:srgbClr val="000000"/>
              </a:solidFill>
              <a:latin typeface="宋体" pitchFamily="2" charset="-122"/>
            </a:endParaRPr>
          </a:p>
        </p:txBody>
      </p:sp>
      <p:sp>
        <p:nvSpPr>
          <p:cNvPr id="192514" name="Rectangle 2"/>
          <p:cNvSpPr>
            <a:spLocks noGrp="1" noRot="1" noChangeAspect="1" noTextEdit="1"/>
          </p:cNvSpPr>
          <p:nvPr>
            <p:ph type="sldImg"/>
          </p:nvPr>
        </p:nvSpPr>
        <p:spPr/>
      </p:sp>
      <p:sp>
        <p:nvSpPr>
          <p:cNvPr id="192515"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1"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83</a:t>
            </a:fld>
            <a:endParaRPr lang="en-US" altLang="zh-CN" sz="1200">
              <a:solidFill>
                <a:srgbClr val="000000"/>
              </a:solidFill>
              <a:latin typeface="宋体" pitchFamily="2" charset="-122"/>
            </a:endParaRPr>
          </a:p>
        </p:txBody>
      </p:sp>
      <p:sp>
        <p:nvSpPr>
          <p:cNvPr id="194562" name="Rectangle 2"/>
          <p:cNvSpPr>
            <a:spLocks noGrp="1" noRot="1" noChangeAspect="1" noTextEdit="1"/>
          </p:cNvSpPr>
          <p:nvPr>
            <p:ph type="sldImg"/>
          </p:nvPr>
        </p:nvSpPr>
        <p:spPr/>
      </p:sp>
      <p:sp>
        <p:nvSpPr>
          <p:cNvPr id="194563"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7"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86</a:t>
            </a:fld>
            <a:endParaRPr lang="en-US" altLang="zh-CN" sz="1200">
              <a:solidFill>
                <a:srgbClr val="000000"/>
              </a:solidFill>
              <a:latin typeface="宋体" pitchFamily="2" charset="-122"/>
            </a:endParaRPr>
          </a:p>
        </p:txBody>
      </p:sp>
      <p:sp>
        <p:nvSpPr>
          <p:cNvPr id="198658" name="Rectangle 2"/>
          <p:cNvSpPr>
            <a:spLocks noGrp="1" noRot="1" noChangeAspect="1" noTextEdit="1"/>
          </p:cNvSpPr>
          <p:nvPr>
            <p:ph type="sldImg"/>
          </p:nvPr>
        </p:nvSpPr>
        <p:spPr/>
      </p:sp>
      <p:sp>
        <p:nvSpPr>
          <p:cNvPr id="198659"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5"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87</a:t>
            </a:fld>
            <a:endParaRPr lang="en-US" altLang="zh-CN" sz="1200">
              <a:solidFill>
                <a:srgbClr val="000000"/>
              </a:solidFill>
              <a:latin typeface="宋体" pitchFamily="2" charset="-122"/>
            </a:endParaRPr>
          </a:p>
        </p:txBody>
      </p:sp>
      <p:sp>
        <p:nvSpPr>
          <p:cNvPr id="200706" name="Rectangle 2"/>
          <p:cNvSpPr>
            <a:spLocks noGrp="1" noRot="1" noChangeAspect="1" noTextEdit="1"/>
          </p:cNvSpPr>
          <p:nvPr>
            <p:ph type="sldImg"/>
          </p:nvPr>
        </p:nvSpPr>
        <p:spPr/>
      </p:sp>
      <p:sp>
        <p:nvSpPr>
          <p:cNvPr id="200707"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7"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89</a:t>
            </a:fld>
            <a:endParaRPr lang="en-US" altLang="zh-CN" sz="1200">
              <a:solidFill>
                <a:srgbClr val="000000"/>
              </a:solidFill>
              <a:latin typeface="宋体" pitchFamily="2" charset="-122"/>
            </a:endParaRPr>
          </a:p>
        </p:txBody>
      </p:sp>
      <p:sp>
        <p:nvSpPr>
          <p:cNvPr id="203778" name="Rectangle 2"/>
          <p:cNvSpPr>
            <a:spLocks noGrp="1" noRot="1" noChangeAspect="1" noTextEdit="1"/>
          </p:cNvSpPr>
          <p:nvPr>
            <p:ph type="sldImg"/>
          </p:nvPr>
        </p:nvSpPr>
        <p:spPr/>
      </p:sp>
      <p:sp>
        <p:nvSpPr>
          <p:cNvPr id="203779"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5"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90</a:t>
            </a:fld>
            <a:endParaRPr lang="en-US" altLang="zh-CN" sz="1200">
              <a:solidFill>
                <a:srgbClr val="000000"/>
              </a:solidFill>
              <a:latin typeface="宋体" pitchFamily="2" charset="-122"/>
            </a:endParaRPr>
          </a:p>
        </p:txBody>
      </p:sp>
      <p:sp>
        <p:nvSpPr>
          <p:cNvPr id="205826" name="Rectangle 2"/>
          <p:cNvSpPr>
            <a:spLocks noGrp="1" noRot="1" noChangeAspect="1" noTextEdit="1"/>
          </p:cNvSpPr>
          <p:nvPr>
            <p:ph type="sldImg"/>
          </p:nvPr>
        </p:nvSpPr>
        <p:spPr/>
      </p:sp>
      <p:sp>
        <p:nvSpPr>
          <p:cNvPr id="205827"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91</a:t>
            </a:fld>
            <a:endParaRPr lang="en-US" altLang="zh-CN" sz="1200">
              <a:solidFill>
                <a:srgbClr val="000000"/>
              </a:solidFill>
              <a:latin typeface="宋体" pitchFamily="2" charset="-122"/>
            </a:endParaRPr>
          </a:p>
        </p:txBody>
      </p:sp>
      <p:sp>
        <p:nvSpPr>
          <p:cNvPr id="207874" name="Rectangle 2"/>
          <p:cNvSpPr>
            <a:spLocks noGrp="1" noRot="1" noChangeAspect="1" noTextEdit="1"/>
          </p:cNvSpPr>
          <p:nvPr>
            <p:ph type="sldImg"/>
          </p:nvPr>
        </p:nvSpPr>
        <p:spPr/>
      </p:sp>
      <p:sp>
        <p:nvSpPr>
          <p:cNvPr id="207875"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92</a:t>
            </a:fld>
            <a:endParaRPr lang="en-US" altLang="zh-CN" sz="1200">
              <a:solidFill>
                <a:srgbClr val="000000"/>
              </a:solidFill>
              <a:latin typeface="宋体" pitchFamily="2" charset="-122"/>
            </a:endParaRPr>
          </a:p>
        </p:txBody>
      </p:sp>
      <p:sp>
        <p:nvSpPr>
          <p:cNvPr id="209922" name="Rectangle 2"/>
          <p:cNvSpPr>
            <a:spLocks noGrp="1" noRot="1" noChangeAspect="1" noTextEdit="1"/>
          </p:cNvSpPr>
          <p:nvPr>
            <p:ph type="sldImg"/>
          </p:nvPr>
        </p:nvSpPr>
        <p:spPr/>
      </p:sp>
      <p:sp>
        <p:nvSpPr>
          <p:cNvPr id="209923"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93</a:t>
            </a:fld>
            <a:endParaRPr lang="en-US" altLang="zh-CN" sz="1200">
              <a:solidFill>
                <a:srgbClr val="000000"/>
              </a:solidFill>
              <a:latin typeface="宋体" pitchFamily="2" charset="-122"/>
            </a:endParaRPr>
          </a:p>
        </p:txBody>
      </p:sp>
      <p:sp>
        <p:nvSpPr>
          <p:cNvPr id="211970" name="Rectangle 2"/>
          <p:cNvSpPr>
            <a:spLocks noGrp="1" noRot="1" noChangeAspect="1" noTextEdit="1"/>
          </p:cNvSpPr>
          <p:nvPr>
            <p:ph type="sldImg"/>
          </p:nvPr>
        </p:nvSpPr>
        <p:spPr/>
      </p:sp>
      <p:sp>
        <p:nvSpPr>
          <p:cNvPr id="211971"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94</a:t>
            </a:fld>
            <a:endParaRPr lang="en-US" altLang="zh-CN" sz="1200">
              <a:solidFill>
                <a:srgbClr val="000000"/>
              </a:solidFill>
              <a:latin typeface="宋体" pitchFamily="2" charset="-122"/>
            </a:endParaRPr>
          </a:p>
        </p:txBody>
      </p:sp>
      <p:sp>
        <p:nvSpPr>
          <p:cNvPr id="214018" name="Rectangle 2"/>
          <p:cNvSpPr>
            <a:spLocks noGrp="1" noRot="1" noChangeAspect="1" noTextEdit="1"/>
          </p:cNvSpPr>
          <p:nvPr>
            <p:ph type="sldImg"/>
          </p:nvPr>
        </p:nvSpPr>
        <p:spPr/>
      </p:sp>
      <p:sp>
        <p:nvSpPr>
          <p:cNvPr id="214019"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95</a:t>
            </a:fld>
            <a:endParaRPr lang="en-US" altLang="zh-CN" sz="1200">
              <a:solidFill>
                <a:srgbClr val="000000"/>
              </a:solidFill>
              <a:latin typeface="宋体" pitchFamily="2" charset="-122"/>
            </a:endParaRPr>
          </a:p>
        </p:txBody>
      </p:sp>
      <p:sp>
        <p:nvSpPr>
          <p:cNvPr id="216066" name="Rectangle 2"/>
          <p:cNvSpPr>
            <a:spLocks noGrp="1" noRot="1" noChangeAspect="1" noTextEdit="1"/>
          </p:cNvSpPr>
          <p:nvPr>
            <p:ph type="sldImg"/>
          </p:nvPr>
        </p:nvSpPr>
        <p:spPr/>
      </p:sp>
      <p:sp>
        <p:nvSpPr>
          <p:cNvPr id="216067"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3"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eaLnBrk="1" hangingPunct="1"/>
            <a:fld id="{9A0DB2DC-4C9A-4742-B13C-FB6460FD3503}" type="slidenum">
              <a:rPr lang="en-US" altLang="zh-CN" sz="1200">
                <a:solidFill>
                  <a:srgbClr val="000000"/>
                </a:solidFill>
                <a:latin typeface="宋体" pitchFamily="2" charset="-122"/>
              </a:rPr>
              <a:t>96</a:t>
            </a:fld>
            <a:endParaRPr lang="en-US" altLang="zh-CN" sz="1200">
              <a:solidFill>
                <a:srgbClr val="000000"/>
              </a:solidFill>
              <a:latin typeface="宋体" pitchFamily="2" charset="-122"/>
            </a:endParaRPr>
          </a:p>
        </p:txBody>
      </p:sp>
      <p:sp>
        <p:nvSpPr>
          <p:cNvPr id="218114" name="Rectangle 2"/>
          <p:cNvSpPr>
            <a:spLocks noGrp="1" noRot="1" noChangeAspect="1" noTextEdit="1"/>
          </p:cNvSpPr>
          <p:nvPr>
            <p:ph type="sldImg"/>
          </p:nvPr>
        </p:nvSpPr>
        <p:spPr/>
      </p:sp>
      <p:sp>
        <p:nvSpPr>
          <p:cNvPr id="218115"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en-US" altLang="zh-CN" sz="1300">
                <a:latin typeface="Times New Roman" panose="02020503050405090304" charset="0"/>
              </a:rPr>
              <a:t>102</a:t>
            </a:fld>
            <a:endParaRPr lang="en-US" altLang="zh-CN" sz="1300">
              <a:latin typeface="Times New Roman" panose="02020503050405090304" charset="0"/>
            </a:endParaRPr>
          </a:p>
        </p:txBody>
      </p:sp>
      <p:sp>
        <p:nvSpPr>
          <p:cNvPr id="89090" name="Rectangle 2"/>
          <p:cNvSpPr>
            <a:spLocks noGrp="1" noRot="1" noChangeAspect="1" noTextEdit="1"/>
          </p:cNvSpPr>
          <p:nvPr>
            <p:ph type="sldImg"/>
          </p:nvPr>
        </p:nvSpPr>
        <p:spPr/>
      </p:sp>
      <p:sp>
        <p:nvSpPr>
          <p:cNvPr id="89091"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7"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en-US" altLang="zh-CN" sz="1300">
                <a:latin typeface="Times New Roman" panose="02020503050405090304" charset="0"/>
              </a:rPr>
              <a:t>103</a:t>
            </a:fld>
            <a:endParaRPr lang="en-US" altLang="zh-CN" sz="1300">
              <a:latin typeface="Times New Roman" panose="02020503050405090304" charset="0"/>
            </a:endParaRPr>
          </a:p>
        </p:txBody>
      </p:sp>
      <p:sp>
        <p:nvSpPr>
          <p:cNvPr id="91138" name="Rectangle 2"/>
          <p:cNvSpPr>
            <a:spLocks noGrp="1" noRot="1" noChangeAspect="1" noTextEdit="1"/>
          </p:cNvSpPr>
          <p:nvPr>
            <p:ph type="sldImg"/>
          </p:nvPr>
        </p:nvSpPr>
        <p:spPr/>
      </p:sp>
      <p:sp>
        <p:nvSpPr>
          <p:cNvPr id="91139"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5200"/>
            <a:fld id="{9A0DB2DC-4C9A-4742-B13C-FB6460FD3503}" type="slidenum">
              <a:rPr lang="en-US" altLang="zh-CN" sz="1200">
                <a:solidFill>
                  <a:srgbClr val="000000"/>
                </a:solidFill>
                <a:latin typeface="Times New Roman" panose="02020503050405090304" charset="0"/>
              </a:rPr>
              <a:t>104</a:t>
            </a:fld>
            <a:endParaRPr lang="en-US" altLang="zh-CN" sz="1200">
              <a:solidFill>
                <a:srgbClr val="000000"/>
              </a:solidFill>
              <a:latin typeface="Times New Roman" panose="02020503050405090304" charset="0"/>
            </a:endParaRPr>
          </a:p>
        </p:txBody>
      </p:sp>
      <p:sp>
        <p:nvSpPr>
          <p:cNvPr id="93186" name="Rectangle 2"/>
          <p:cNvSpPr>
            <a:spLocks noGrp="1" noRot="1" noChangeAspect="1" noTextEdit="1"/>
          </p:cNvSpPr>
          <p:nvPr>
            <p:ph type="sldImg"/>
          </p:nvPr>
        </p:nvSpPr>
        <p:spPr/>
      </p:sp>
      <p:sp>
        <p:nvSpPr>
          <p:cNvPr id="93187" name="Rectangle 3"/>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幻灯片图像占位符 1"/>
          <p:cNvSpPr>
            <a:spLocks noGrp="1" noRot="1" noChangeAspect="1" noTextEdit="1"/>
          </p:cNvSpPr>
          <p:nvPr>
            <p:ph type="sldImg"/>
          </p:nvPr>
        </p:nvSpPr>
        <p:spPr/>
      </p:sp>
      <p:sp>
        <p:nvSpPr>
          <p:cNvPr id="164866" name="备注占位符 2"/>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en-US"/>
          </a:p>
        </p:txBody>
      </p:sp>
      <p:sp>
        <p:nvSpPr>
          <p:cNvPr id="164867" name="灯片编号占位符 3"/>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buNone/>
            </a:pPr>
            <a:fld id="{9A0DB2DC-4C9A-4742-B13C-FB6460FD3503}" type="slidenum">
              <a:rPr lang="en-US" altLang="zh-CN" sz="1300">
                <a:latin typeface="Times New Roman" panose="02020503050405090304" charset="0"/>
              </a:rPr>
              <a:t>113</a:t>
            </a:fld>
            <a:endParaRPr lang="en-US" altLang="zh-CN" sz="1300">
              <a:latin typeface="Times New Roman" panose="02020503050405090304" charset="0"/>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Rectangle 7"/>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de-DE" altLang="zh-CN" sz="1300">
                <a:latin typeface="Times New Roman" panose="02020503050405090304" charset="0"/>
              </a:rPr>
              <a:t>132</a:t>
            </a:fld>
            <a:endParaRPr lang="de-DE" altLang="zh-CN" sz="1300">
              <a:latin typeface="Times New Roman" panose="02020503050405090304" charset="0"/>
            </a:endParaRPr>
          </a:p>
        </p:txBody>
      </p:sp>
      <p:sp>
        <p:nvSpPr>
          <p:cNvPr id="122882" name="Slide Image Placeholder 1"/>
          <p:cNvSpPr>
            <a:spLocks noGrp="1" noRot="1" noChangeAspect="1" noTextEdit="1"/>
          </p:cNvSpPr>
          <p:nvPr>
            <p:ph type="sldImg"/>
          </p:nvPr>
        </p:nvSpPr>
        <p:spPr/>
      </p:sp>
      <p:sp>
        <p:nvSpPr>
          <p:cNvPr id="122883" name="Notes Placeholder 2"/>
          <p:cNvSpPr>
            <a:spLocks noGrp="1"/>
          </p:cNvSpPr>
          <p:nvPr>
            <p:ph type="body" idx="1"/>
          </p:nvPr>
        </p:nvSpPr>
        <p:spPr>
          <a:xfrm>
            <a:off x="974725" y="4560888"/>
            <a:ext cx="5365750" cy="4319587"/>
          </a:xfrm>
        </p:spPr>
        <p:txBody>
          <a:bodyPr wrap="square" lIns="96661" tIns="48331" rIns="96661" bIns="48331" anchor="t" anchorCtr="0"/>
          <a:lstStyle/>
          <a:p>
            <a:pPr lvl="0" defTabSz="482600">
              <a:spcBef>
                <a:spcPct val="0"/>
              </a:spcBef>
            </a:pPr>
            <a:r>
              <a:rPr lang="en-US" altLang="zh-CN"/>
              <a:t>Now I</a:t>
            </a:r>
            <a:r>
              <a:rPr lang="en-US" altLang="en-US"/>
              <a:t>’</a:t>
            </a:r>
            <a:r>
              <a:rPr lang="en-US" altLang="zh-CN"/>
              <a:t>ll describe the API that tries to meet these goals.</a:t>
            </a:r>
          </a:p>
        </p:txBody>
      </p:sp>
      <p:sp>
        <p:nvSpPr>
          <p:cNvPr id="122884" name="Slide Number Placeholder 3"/>
          <p:cNvSpPr txBox="1">
            <a:spLocks noGrp="1"/>
          </p:cNvSpPr>
          <p:nvPr/>
        </p:nvSpPr>
        <p:spPr>
          <a:xfrm>
            <a:off x="4143375" y="9120188"/>
            <a:ext cx="3170238" cy="479425"/>
          </a:xfrm>
          <a:prstGeom prst="rect">
            <a:avLst/>
          </a:prstGeom>
          <a:noFill/>
          <a:ln w="9525">
            <a:noFill/>
          </a:ln>
        </p:spPr>
        <p:txBody>
          <a:bodyPr lIns="96661" tIns="48331" rIns="96661" bIns="48331" anchor="b" anchorCtr="0"/>
          <a:lstStyle/>
          <a:p>
            <a:pPr lvl="0" algn="r" defTabSz="457200"/>
            <a:fld id="{9A0DB2DC-4C9A-4742-B13C-FB6460FD3503}" type="slidenum">
              <a:rPr lang="en-US" altLang="zh-CN" sz="1300">
                <a:latin typeface="Calibri" charset="0"/>
              </a:rPr>
              <a:t>132</a:t>
            </a:fld>
            <a:endParaRPr lang="en-US" altLang="zh-CN" sz="1300">
              <a:latin typeface="Calibri"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Slide Image Placeholder 1"/>
          <p:cNvSpPr>
            <a:spLocks noGrp="1" noRot="1" noChangeAspect="1" noTextEdit="1"/>
          </p:cNvSpPr>
          <p:nvPr>
            <p:ph type="sldImg"/>
          </p:nvPr>
        </p:nvSpPr>
        <p:spPr/>
      </p:sp>
      <p:sp>
        <p:nvSpPr>
          <p:cNvPr id="128002" name="Notes Placeholder 2"/>
          <p:cNvSpPr>
            <a:spLocks noGrp="1"/>
          </p:cNvSpPr>
          <p:nvPr>
            <p:ph type="body" idx="1"/>
          </p:nvPr>
        </p:nvSpPr>
        <p:spPr>
          <a:xfrm>
            <a:off x="974725" y="4560888"/>
            <a:ext cx="5365750" cy="4319587"/>
          </a:xfrm>
        </p:spPr>
        <p:txBody>
          <a:bodyPr wrap="square" lIns="96661" tIns="48331" rIns="96661" bIns="48331" anchor="t" anchorCtr="0"/>
          <a:lstStyle/>
          <a:p>
            <a:pPr lvl="0"/>
            <a:endParaRPr lang="zh-CN" altLang="zh-CN"/>
          </a:p>
        </p:txBody>
      </p:sp>
      <p:sp>
        <p:nvSpPr>
          <p:cNvPr id="128003" name="Slide Number Placeholder 3"/>
          <p:cNvSpPr txBox="1">
            <a:spLocks noGrp="1"/>
          </p:cNvSpPr>
          <p:nvPr>
            <p:ph type="sldNum" sz="quarter"/>
          </p:nvPr>
        </p:nvSpPr>
        <p:spPr>
          <a:xfrm>
            <a:off x="4144963" y="9121775"/>
            <a:ext cx="3170237" cy="479425"/>
          </a:xfrm>
          <a:prstGeom prst="rect">
            <a:avLst/>
          </a:prstGeom>
          <a:noFill/>
          <a:ln w="9525">
            <a:noFill/>
          </a:ln>
        </p:spPr>
        <p:txBody>
          <a:bodyPr lIns="96661" tIns="48331" rIns="96661" bIns="48331" anchor="b" anchorCtr="0"/>
          <a:lstStyle/>
          <a:p>
            <a:pPr lvl="0" algn="r" defTabSz="967105"/>
            <a:fld id="{9A0DB2DC-4C9A-4742-B13C-FB6460FD3503}" type="slidenum">
              <a:rPr lang="en-US" altLang="zh-CN" sz="1300">
                <a:latin typeface="Times New Roman" panose="02020503050405090304" charset="0"/>
              </a:rPr>
              <a:t>136</a:t>
            </a:fld>
            <a:endParaRPr lang="en-US" altLang="zh-CN" sz="1300">
              <a:latin typeface="Times New Roman" panose="0202050305040509030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7"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8" name="Rectangle 8"/>
          <p:cNvSpPr>
            <a:spLocks noGrp="1" noChangeArrowheads="1"/>
          </p:cNvSpPr>
          <p:nvPr>
            <p:ph type="ftr" sz="quarter" idx="1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9" name="Rectangle 9"/>
          <p:cNvSpPr>
            <a:spLocks noGrp="1" noChangeArrowheads="1"/>
          </p:cNvSpPr>
          <p:nvPr>
            <p:ph type="sldNum" sz="quarter" idx="1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4"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5"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bg>
      <p:bgPr>
        <a:solidFill>
          <a:schemeClr val="bg1"/>
        </a:solidFill>
        <a:effectLst/>
      </p:bgPr>
    </p:bg>
    <p:spTree>
      <p:nvGrpSpPr>
        <p:cNvPr id="1" name=""/>
        <p:cNvGrpSpPr/>
        <p:nvPr/>
      </p:nvGrpSpPr>
      <p:grpSpPr>
        <a:xfrm>
          <a:off x="0" y="0"/>
          <a:ext cx="0" cy="0"/>
          <a:chOff x="0" y="0"/>
          <a:chExt cx="0" cy="0"/>
        </a:xfrm>
      </p:grpSpPr>
      <p:sp>
        <p:nvSpPr>
          <p:cNvPr id="2"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3"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4"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7"/>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7"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None/>
              <a:defRPr/>
            </a:pPr>
            <a:endParaRPr kumimoji="0" lang="en-US" sz="3200" b="0" i="0" u="none" strike="noStrike" kern="0" cap="none" spc="0" normalizeH="0" baseline="0" noProof="0">
              <a:ln>
                <a:noFill/>
              </a:ln>
              <a:solidFill>
                <a:schemeClr val="tx1"/>
              </a:solidFill>
              <a:effectLst/>
              <a:uLnTx/>
              <a:uFillTx/>
              <a:latin typeface="+mn-lt"/>
              <a:ea typeface="MS PGothic" charset="0"/>
              <a:cs typeface="MS PGothic" charset="0"/>
            </a:endParaRP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7"/>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7"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bg>
      <p:bgPr>
        <a:solidFill>
          <a:schemeClr val="bg1"/>
        </a:solidFill>
        <a:effectLst/>
      </p:bgPr>
    </p:bg>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228600"/>
            <a:ext cx="19431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33400" y="228600"/>
            <a:ext cx="56769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Title, Text, and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33400" y="228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5334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7"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6"/>
          <p:cNvSpPr>
            <a:spLocks noGrp="1" noChangeArrowheads="1"/>
          </p:cNvSpPr>
          <p:nvPr>
            <p:ph type="dt" sz="half" idx="1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8" name="Rectangle 5"/>
          <p:cNvSpPr>
            <a:spLocks noGrp="1" noChangeArrowheads="1"/>
          </p:cNvSpPr>
          <p:nvPr>
            <p:ph type="ftr" sz="quarter" idx="1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9" name="Rectangle 6"/>
          <p:cNvSpPr>
            <a:spLocks noGrp="1" noChangeArrowheads="1"/>
          </p:cNvSpPr>
          <p:nvPr>
            <p:ph type="sldNum" sz="quarter" idx="1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4"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5"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bg>
      <p:bgPr>
        <a:solidFill>
          <a:schemeClr val="bg1"/>
        </a:solidFill>
        <a:effectLst/>
      </p:bgPr>
    </p:bg>
    <p:spTree>
      <p:nvGrpSpPr>
        <p:cNvPr id="1" name=""/>
        <p:cNvGrpSpPr/>
        <p:nvPr/>
      </p:nvGrpSpPr>
      <p:grpSpPr>
        <a:xfrm>
          <a:off x="0" y="0"/>
          <a:ext cx="0" cy="0"/>
          <a:chOff x="0" y="0"/>
          <a:chExt cx="0" cy="0"/>
        </a:xfrm>
      </p:grpSpPr>
      <p:sp>
        <p:nvSpPr>
          <p:cNvPr id="2"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3"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4"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6"/>
          <p:cNvSpPr>
            <a:spLocks noGrp="1" noChangeArrowheads="1"/>
          </p:cNvSpPr>
          <p:nvPr>
            <p:ph type="dt" sz="half" idx="1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85000"/>
              </a:lnSpc>
              <a:spcBef>
                <a:spcPct val="20000"/>
              </a:spcBef>
              <a:spcAft>
                <a:spcPct val="0"/>
              </a:spcAft>
              <a:buClr>
                <a:srgbClr val="000099"/>
              </a:buClr>
              <a:buSzPct val="65000"/>
              <a:buFont typeface="Wingdings" panose="05000000000000000000" pitchFamily="2" charset="2"/>
              <a:buNone/>
              <a:defRPr/>
            </a:pPr>
            <a:endParaRPr kumimoji="0" lang="en-US" sz="3200" b="0" i="0" u="none" strike="noStrike" kern="0" cap="none" spc="0" normalizeH="0" baseline="0" noProof="0">
              <a:ln>
                <a:noFill/>
              </a:ln>
              <a:solidFill>
                <a:schemeClr val="tx1"/>
              </a:solidFill>
              <a:effectLst/>
              <a:uLnTx/>
              <a:uFillTx/>
              <a:latin typeface="+mn-lt"/>
              <a:ea typeface="MS PGothic" charset="0"/>
              <a:cs typeface="MS PGothic" charset="0"/>
            </a:endParaRP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6"/>
          <p:cNvSpPr>
            <a:spLocks noGrp="1" noChangeArrowheads="1"/>
          </p:cNvSpPr>
          <p:nvPr>
            <p:ph type="dt" sz="half" idx="1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bg>
      <p:bgPr>
        <a:solidFill>
          <a:schemeClr val="bg1"/>
        </a:solidFill>
        <a:effectLst/>
      </p:bgPr>
    </p:bg>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228600"/>
            <a:ext cx="19431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33400" y="228600"/>
            <a:ext cx="56769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6"/>
          <p:cNvSpPr>
            <a:spLocks noGrp="1" noChangeArrowheads="1"/>
          </p:cNvSpPr>
          <p:nvPr>
            <p:ph type="dt" sz="half" idx="1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8" name="Rectangle 5"/>
          <p:cNvSpPr>
            <a:spLocks noGrp="1" noChangeArrowheads="1"/>
          </p:cNvSpPr>
          <p:nvPr>
            <p:ph type="ftr" sz="quarter" idx="1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9" name="Rectangle 6"/>
          <p:cNvSpPr>
            <a:spLocks noGrp="1" noChangeArrowheads="1"/>
          </p:cNvSpPr>
          <p:nvPr>
            <p:ph type="sldNum" sz="quarter" idx="1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4"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5"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bg>
      <p:bgPr>
        <a:solidFill>
          <a:schemeClr val="bg1"/>
        </a:solidFill>
        <a:effectLst/>
      </p:bgPr>
    </p:bg>
    <p:spTree>
      <p:nvGrpSpPr>
        <p:cNvPr id="1" name=""/>
        <p:cNvGrpSpPr/>
        <p:nvPr/>
      </p:nvGrpSpPr>
      <p:grpSpPr>
        <a:xfrm>
          <a:off x="0" y="0"/>
          <a:ext cx="0" cy="0"/>
          <a:chOff x="0" y="0"/>
          <a:chExt cx="0" cy="0"/>
        </a:xfrm>
      </p:grpSpPr>
      <p:sp>
        <p:nvSpPr>
          <p:cNvPr id="2"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3"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4"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6"/>
          <p:cNvSpPr>
            <a:spLocks noGrp="1" noChangeArrowheads="1"/>
          </p:cNvSpPr>
          <p:nvPr>
            <p:ph type="dt" sz="half" idx="1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85000"/>
              </a:lnSpc>
              <a:spcBef>
                <a:spcPct val="20000"/>
              </a:spcBef>
              <a:spcAft>
                <a:spcPct val="0"/>
              </a:spcAft>
              <a:buClr>
                <a:srgbClr val="000099"/>
              </a:buClr>
              <a:buSzPct val="65000"/>
              <a:buFont typeface="Wingdings" panose="05000000000000000000" pitchFamily="2" charset="2"/>
              <a:buNone/>
              <a:defRPr/>
            </a:pPr>
            <a:endParaRPr kumimoji="0" lang="en-US" sz="3200" b="0" i="0" u="none" strike="noStrike" kern="0" cap="none" spc="0" normalizeH="0" baseline="0" noProof="0">
              <a:ln>
                <a:noFill/>
              </a:ln>
              <a:solidFill>
                <a:schemeClr val="tx1"/>
              </a:solidFill>
              <a:effectLst/>
              <a:uLnTx/>
              <a:uFillTx/>
              <a:latin typeface="+mn-lt"/>
              <a:ea typeface="MS PGothic" charset="0"/>
              <a:cs typeface="MS PGothic" charset="0"/>
            </a:endParaRP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6"/>
          <p:cNvSpPr>
            <a:spLocks noGrp="1" noChangeArrowheads="1"/>
          </p:cNvSpPr>
          <p:nvPr>
            <p:ph type="dt" sz="half" idx="1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bg>
      <p:bgPr>
        <a:solidFill>
          <a:schemeClr val="bg1"/>
        </a:solidFill>
        <a:effectLst/>
      </p:bgPr>
    </p:bg>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228600"/>
            <a:ext cx="19431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33400" y="228600"/>
            <a:ext cx="56769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5"/>
          <p:cNvSpPr>
            <a:spLocks noGrp="1" noChangeArrowheads="1"/>
          </p:cNvSpPr>
          <p:nvPr>
            <p:ph type="ftr" sz="quarter" idx="3"/>
          </p:nvPr>
        </p:nvSpPr>
        <p:spPr bwMode="auto">
          <a:xfrm>
            <a:off x="5576888" y="6445250"/>
            <a:ext cx="2895600" cy="287338"/>
          </a:xfrm>
          <a:prstGeom prst="rect">
            <a:avLst/>
          </a:prstGeom>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6" name="Rectangle 6"/>
          <p:cNvSpPr>
            <a:spLocks noGrp="1" noChangeArrowheads="1"/>
          </p:cNvSpPr>
          <p:nvPr>
            <p:ph type="sldNum" sz="quarter" idx="4"/>
          </p:nvPr>
        </p:nvSpPr>
        <p:spPr bwMode="auto">
          <a:xfrm>
            <a:off x="8324850" y="6462713"/>
            <a:ext cx="676275" cy="276225"/>
          </a:xfrm>
          <a:prstGeom prst="rect">
            <a:avLst/>
          </a:prstGeom>
        </p:spPr>
        <p:txBody>
          <a:bodyPr vert="horz" wrap="square" lIns="91440" tIns="45720" rIns="91440" bIns="45720" numCol="1" anchor="t" anchorCtr="0" compatLnSpc="1"/>
          <a:lstStyle/>
          <a:p>
            <a:pPr>
              <a:buNone/>
            </a:pPr>
            <a:r>
              <a:rPr lang="en-US" altLang="zh-CN"/>
              <a:t>3-</a:t>
            </a:r>
            <a:fld id="{9A0DB2DC-4C9A-4742-B13C-FB6460FD3503}" type="slidenum">
              <a:rPr lang="en-US" altLang="zh-CN"/>
              <a:t>‹#›</a:t>
            </a:fld>
            <a:endParaRPr lang="en-US" altLang="zh-CN"/>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7"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8" name="Rectangle 8"/>
          <p:cNvSpPr>
            <a:spLocks noGrp="1" noChangeArrowheads="1"/>
          </p:cNvSpPr>
          <p:nvPr>
            <p:ph type="ftr" sz="quarter" idx="1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9" name="Rectangle 9"/>
          <p:cNvSpPr>
            <a:spLocks noGrp="1" noChangeArrowheads="1"/>
          </p:cNvSpPr>
          <p:nvPr>
            <p:ph type="sldNum" sz="quarter" idx="1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4"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5"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bg>
      <p:bgPr>
        <a:solidFill>
          <a:schemeClr val="bg1"/>
        </a:solidFill>
        <a:effectLst/>
      </p:bgPr>
    </p:bg>
    <p:spTree>
      <p:nvGrpSpPr>
        <p:cNvPr id="1" name=""/>
        <p:cNvGrpSpPr/>
        <p:nvPr/>
      </p:nvGrpSpPr>
      <p:grpSpPr>
        <a:xfrm>
          <a:off x="0" y="0"/>
          <a:ext cx="0" cy="0"/>
          <a:chOff x="0" y="0"/>
          <a:chExt cx="0" cy="0"/>
        </a:xfrm>
      </p:grpSpPr>
      <p:sp>
        <p:nvSpPr>
          <p:cNvPr id="2"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3"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4"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7"/>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7"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None/>
              <a:defRPr/>
            </a:pPr>
            <a:endParaRPr kumimoji="0" lang="en-US" sz="3200" b="0" i="0" u="none" strike="noStrike" kern="0" cap="none" spc="0" normalizeH="0" baseline="0" noProof="0">
              <a:ln>
                <a:noFill/>
              </a:ln>
              <a:solidFill>
                <a:schemeClr val="tx1"/>
              </a:solidFill>
              <a:effectLst/>
              <a:uLnTx/>
              <a:uFillTx/>
              <a:latin typeface="+mn-lt"/>
              <a:ea typeface="MS PGothic" charset="0"/>
              <a:cs typeface="MS PGothic" charset="0"/>
            </a:endParaRP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7"/>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7"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bg>
      <p:bgPr>
        <a:solidFill>
          <a:schemeClr val="bg1"/>
        </a:solidFill>
        <a:effectLst/>
      </p:bgPr>
    </p:bg>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228600"/>
            <a:ext cx="19431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33400" y="228600"/>
            <a:ext cx="56769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5"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6"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xAndObj" preserve="1">
  <p:cSld name="Title, Text, and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33400" y="228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5334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6" name="Rectangle 7"/>
          <p:cNvSpPr>
            <a:spLocks noGrp="1" noChangeArrowheads="1"/>
          </p:cNvSpPr>
          <p:nvPr>
            <p:ph type="ftr" sz="quarter" idx="3"/>
          </p:nvPr>
        </p:nvSpPr>
        <p:spPr>
          <a:xfrm>
            <a:off x="5532438" y="6467475"/>
            <a:ext cx="2895600" cy="287338"/>
          </a:xfrm>
          <a:prstGeom prst="rect">
            <a:avLst/>
          </a:prstGeom>
        </p:spPr>
        <p:txBody>
          <a:bodyPr/>
          <a:lstStyle>
            <a:lvl1pPr>
              <a:defRPr sz="2400">
                <a:solidFill>
                  <a:schemeClr val="tx1"/>
                </a:solidFill>
                <a:latin typeface="Arial" panose="020B0604020202090204" pitchFamily="34"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rPr>
              <a:t>Network Layer</a:t>
            </a:r>
          </a:p>
        </p:txBody>
      </p:sp>
      <p:sp>
        <p:nvSpPr>
          <p:cNvPr id="7" name="Rectangle 8"/>
          <p:cNvSpPr>
            <a:spLocks noGrp="1" noChangeArrowheads="1"/>
          </p:cNvSpPr>
          <p:nvPr>
            <p:ph type="sldNum" sz="quarter" idx="4"/>
          </p:nvPr>
        </p:nvSpPr>
        <p:spPr bwMode="auto">
          <a:xfrm>
            <a:off x="8324850" y="648176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
        <p:nvSpPr>
          <p:cNvPr id="4" name="日期占位符 3"/>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5" name="页脚占位符 4"/>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6" name="灯片编号占位符 5"/>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5" name="页脚占位符 4"/>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6" name="灯片编号占位符 5"/>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5" name="页脚占位符 4"/>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6" name="灯片编号占位符 5"/>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6" name="页脚占位符 5"/>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7" name="灯片编号占位符 6"/>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8" name="页脚占位符 7"/>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9" name="灯片编号占位符 8"/>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4" name="页脚占位符 3"/>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5" name="灯片编号占位符 4"/>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3" name="页脚占位符 2"/>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4" name="灯片编号占位符 3"/>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6" name="页脚占位符 5"/>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7" name="灯片编号占位符 6"/>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
                <a:srgbClr val="000099"/>
              </a:buClr>
              <a:buSzPct val="75000"/>
              <a:buFont typeface="Wingdings" panose="05000000000000000000" pitchFamily="2" charset="2"/>
              <a:buNone/>
              <a:defRPr/>
            </a:pPr>
            <a:endParaRPr kumimoji="1" lang="zh-CN" altLang="en-US" sz="3200" b="0" i="0" u="none" strike="noStrike" kern="0" cap="none" spc="0" normalizeH="0" baseline="0" noProof="0">
              <a:ln>
                <a:noFill/>
              </a:ln>
              <a:solidFill>
                <a:schemeClr val="tx1"/>
              </a:solidFill>
              <a:effectLst/>
              <a:uLnTx/>
              <a:uFillTx/>
              <a:latin typeface="+mn-lt"/>
              <a:ea typeface="宋体" charset="0"/>
              <a:cs typeface="宋体" charset="0"/>
            </a:endParaRPr>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6" name="页脚占位符 5"/>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7" name="灯片编号占位符 6"/>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5" name="页脚占位符 4"/>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6" name="灯片编号占位符 5"/>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362700" y="228600"/>
            <a:ext cx="1943100" cy="6019800"/>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533400" y="228600"/>
            <a:ext cx="5676900" cy="6019800"/>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5" name="页脚占位符 4"/>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6" name="灯片编号占位符 5"/>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xAndObj" preserve="1">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533400" y="228600"/>
            <a:ext cx="7772400" cy="1143000"/>
          </a:xfrm>
        </p:spPr>
        <p:txBody>
          <a:bodyPr/>
          <a:lstStyle/>
          <a:p>
            <a:r>
              <a:rPr lang="zh-CN" altLang="en-US"/>
              <a:t>单击此处编辑母版标题样式</a:t>
            </a:r>
          </a:p>
        </p:txBody>
      </p:sp>
      <p:sp>
        <p:nvSpPr>
          <p:cNvPr id="3" name="文本占位符 2"/>
          <p:cNvSpPr>
            <a:spLocks noGrp="1"/>
          </p:cNvSpPr>
          <p:nvPr>
            <p:ph type="body" sz="half" idx="1"/>
          </p:nvPr>
        </p:nvSpPr>
        <p:spPr>
          <a:xfrm>
            <a:off x="533400" y="1600200"/>
            <a:ext cx="3810000" cy="46482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495800" y="1600200"/>
            <a:ext cx="3810000" cy="46482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6" name="页脚占位符 5"/>
          <p:cNvSpPr>
            <a:spLocks noGrp="1"/>
          </p:cNvSpPr>
          <p:nvPr>
            <p:ph type="ftr"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7" name="灯片编号占位符 6"/>
          <p:cNvSpPr>
            <a:spLocks noGrp="1"/>
          </p:cNvSpPr>
          <p:nvPr>
            <p:ph type="sldNum" sz="quarter" idx="12"/>
          </p:nvPr>
        </p:nvSpPr>
        <p:spPr/>
        <p:txBody>
          <a:body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4500"/>
            </a:lvl1pPr>
          </a:lstStyle>
          <a:p>
            <a:r>
              <a:rPr kumimoji="1" lang="zh-CN" altLang="en-US" dirty="0"/>
              <a:t>单击此处编辑母版标题样式</a:t>
            </a:r>
          </a:p>
        </p:txBody>
      </p:sp>
      <p:sp>
        <p:nvSpPr>
          <p:cNvPr id="3" name="副标题 2"/>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kumimoji="1" lang="zh-CN" altLang="en-US" dirty="0"/>
              <a:t>单击此处编辑母版副标题样式</a:t>
            </a:r>
          </a:p>
        </p:txBody>
      </p:sp>
      <p:sp>
        <p:nvSpPr>
          <p:cNvPr id="7" name="矩形 6"/>
          <p:cNvSpPr/>
          <p:nvPr userDrawn="1"/>
        </p:nvSpPr>
        <p:spPr>
          <a:xfrm>
            <a:off x="-7454" y="-8627"/>
            <a:ext cx="6980627" cy="567811"/>
          </a:xfrm>
          <a:prstGeom prst="rect">
            <a:avLst/>
          </a:prstGeom>
          <a:solidFill>
            <a:srgbClr val="5B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100" b="0" spc="600" dirty="0">
                <a:solidFill>
                  <a:schemeClr val="bg1"/>
                </a:solidFill>
                <a:latin typeface="微软雅黑" panose="020B0503020204020204" charset="-122"/>
                <a:ea typeface="微软雅黑" panose="020B0503020204020204" charset="-122"/>
              </a:rPr>
              <a:t>计算机网络</a:t>
            </a:r>
          </a:p>
        </p:txBody>
      </p:sp>
      <p:sp>
        <p:nvSpPr>
          <p:cNvPr id="9" name="文本框 8"/>
          <p:cNvSpPr txBox="1"/>
          <p:nvPr userDrawn="1"/>
        </p:nvSpPr>
        <p:spPr>
          <a:xfrm>
            <a:off x="6996697" y="90612"/>
            <a:ext cx="1903730" cy="299085"/>
          </a:xfrm>
          <a:prstGeom prst="rect">
            <a:avLst/>
          </a:prstGeom>
          <a:noFill/>
        </p:spPr>
        <p:txBody>
          <a:bodyPr wrap="none" rtlCol="0">
            <a:spAutoFit/>
          </a:bodyPr>
          <a:lstStyle/>
          <a:p>
            <a:pPr algn="r"/>
            <a:r>
              <a:rPr lang="zh-CN" altLang="en-US" sz="1350" spc="600" dirty="0">
                <a:solidFill>
                  <a:srgbClr val="5B307E"/>
                </a:solidFill>
                <a:latin typeface="微软雅黑" panose="020B0503020204020204" charset="-122"/>
                <a:ea typeface="微软雅黑" panose="020B0503020204020204" charset="-122"/>
              </a:rPr>
              <a:t>众筹</a:t>
            </a:r>
            <a:r>
              <a:rPr lang="en-US" altLang="zh-CN" sz="1350" b="0" spc="600" dirty="0">
                <a:solidFill>
                  <a:srgbClr val="5B307E"/>
                </a:solidFill>
                <a:latin typeface="微软雅黑" panose="020B0503020204020204" charset="-122"/>
                <a:ea typeface="微软雅黑" panose="020B0503020204020204" charset="-122"/>
              </a:rPr>
              <a:t>·</a:t>
            </a:r>
            <a:r>
              <a:rPr lang="zh-CN" altLang="en-US" sz="1350" spc="600" dirty="0">
                <a:solidFill>
                  <a:srgbClr val="5B307E"/>
                </a:solidFill>
                <a:latin typeface="微软雅黑" panose="020B0503020204020204" charset="-122"/>
                <a:ea typeface="微软雅黑" panose="020B0503020204020204" charset="-122"/>
              </a:rPr>
              <a:t>网络</a:t>
            </a:r>
            <a:r>
              <a:rPr lang="en-US" altLang="zh-CN" sz="1350" b="0" spc="600" dirty="0">
                <a:solidFill>
                  <a:srgbClr val="5B307E"/>
                </a:solidFill>
                <a:latin typeface="微软雅黑" panose="020B0503020204020204" charset="-122"/>
                <a:ea typeface="微软雅黑" panose="020B0503020204020204" charset="-122"/>
              </a:rPr>
              <a:t>·</a:t>
            </a:r>
            <a:r>
              <a:rPr lang="zh-CN" altLang="en-US" sz="1350" spc="600" dirty="0">
                <a:solidFill>
                  <a:srgbClr val="5B307E"/>
                </a:solidFill>
                <a:latin typeface="微软雅黑" panose="020B0503020204020204" charset="-122"/>
                <a:ea typeface="微软雅黑" panose="020B0503020204020204" charset="-122"/>
              </a:rPr>
              <a:t>分享</a:t>
            </a:r>
          </a:p>
        </p:txBody>
      </p:sp>
      <p:grpSp>
        <p:nvGrpSpPr>
          <p:cNvPr id="26" name="组合 25"/>
          <p:cNvGrpSpPr/>
          <p:nvPr userDrawn="1"/>
        </p:nvGrpSpPr>
        <p:grpSpPr>
          <a:xfrm>
            <a:off x="3578828" y="5979422"/>
            <a:ext cx="2050579" cy="742053"/>
            <a:chOff x="4858653" y="5979422"/>
            <a:chExt cx="2734105" cy="742053"/>
          </a:xfrm>
        </p:grpSpPr>
        <p:grpSp>
          <p:nvGrpSpPr>
            <p:cNvPr id="24" name="组合 23"/>
            <p:cNvGrpSpPr/>
            <p:nvPr userDrawn="1"/>
          </p:nvGrpSpPr>
          <p:grpSpPr>
            <a:xfrm>
              <a:off x="4858653" y="5979422"/>
              <a:ext cx="867188" cy="742053"/>
              <a:chOff x="901977" y="761321"/>
              <a:chExt cx="1281319" cy="1139058"/>
            </a:xfrm>
          </p:grpSpPr>
          <p:sp>
            <p:nvSpPr>
              <p:cNvPr id="10" name="矩形 9"/>
              <p:cNvSpPr/>
              <p:nvPr userDrawn="1"/>
            </p:nvSpPr>
            <p:spPr>
              <a:xfrm>
                <a:off x="901977" y="761321"/>
                <a:ext cx="1281319" cy="113905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dirty="0">
                  <a:solidFill>
                    <a:srgbClr val="5C307E"/>
                  </a:solidFill>
                </a:endParaRPr>
              </a:p>
            </p:txBody>
          </p:sp>
          <p:grpSp>
            <p:nvGrpSpPr>
              <p:cNvPr id="11" name="组合 10"/>
              <p:cNvGrpSpPr/>
              <p:nvPr userDrawn="1"/>
            </p:nvGrpSpPr>
            <p:grpSpPr>
              <a:xfrm>
                <a:off x="1031055" y="907676"/>
                <a:ext cx="1013957" cy="853426"/>
                <a:chOff x="1368170" y="664579"/>
                <a:chExt cx="550582" cy="439737"/>
              </a:xfrm>
              <a:solidFill>
                <a:schemeClr val="bg1"/>
              </a:solidFill>
            </p:grpSpPr>
            <p:sp>
              <p:nvSpPr>
                <p:cNvPr id="12"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3"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4"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5"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6"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7"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8"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9"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0"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1"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2"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grpSp>
        </p:grpSp>
        <p:sp>
          <p:nvSpPr>
            <p:cNvPr id="25" name="文本框 24"/>
            <p:cNvSpPr txBox="1"/>
            <p:nvPr userDrawn="1"/>
          </p:nvSpPr>
          <p:spPr>
            <a:xfrm>
              <a:off x="5697918" y="5979422"/>
              <a:ext cx="1894840" cy="583565"/>
            </a:xfrm>
            <a:prstGeom prst="rect">
              <a:avLst/>
            </a:prstGeom>
            <a:noFill/>
          </p:spPr>
          <p:txBody>
            <a:bodyPr wrap="none" rtlCol="0">
              <a:spAutoFit/>
            </a:bodyPr>
            <a:lstStyle/>
            <a:p>
              <a:pPr algn="ctr">
                <a:spcBef>
                  <a:spcPts val="600"/>
                </a:spcBef>
              </a:pPr>
              <a:r>
                <a:rPr lang="zh-CN" altLang="en-US" sz="1350" spc="600" dirty="0">
                  <a:solidFill>
                    <a:srgbClr val="5B307E"/>
                  </a:solidFill>
                  <a:latin typeface="微软雅黑" panose="020B0503020204020204" charset="-122"/>
                  <a:ea typeface="微软雅黑" panose="020B0503020204020204" charset="-122"/>
                </a:rPr>
                <a:t>计算机网络</a:t>
              </a:r>
              <a:endParaRPr lang="en-US" altLang="zh-CN" sz="1350" spc="600" dirty="0">
                <a:solidFill>
                  <a:srgbClr val="5B307E"/>
                </a:solidFill>
                <a:latin typeface="微软雅黑" panose="020B0503020204020204" charset="-122"/>
                <a:ea typeface="微软雅黑" panose="020B0503020204020204" charset="-122"/>
              </a:endParaRPr>
            </a:p>
            <a:p>
              <a:pPr algn="ctr">
                <a:spcBef>
                  <a:spcPts val="600"/>
                </a:spcBef>
              </a:pPr>
              <a:r>
                <a:rPr lang="zh-CN" altLang="en-US" sz="1350" spc="600" dirty="0">
                  <a:solidFill>
                    <a:srgbClr val="5B307E"/>
                  </a:solidFill>
                  <a:latin typeface="微软雅黑" panose="020B0503020204020204" charset="-122"/>
                  <a:ea typeface="微软雅黑" panose="020B0503020204020204" charset="-122"/>
                </a:rPr>
                <a:t>教案社区</a:t>
              </a:r>
            </a:p>
          </p:txBody>
        </p:sp>
      </p:gr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39" name="矩形 38"/>
          <p:cNvSpPr/>
          <p:nvPr userDrawn="1"/>
        </p:nvSpPr>
        <p:spPr>
          <a:xfrm>
            <a:off x="500873" y="541554"/>
            <a:ext cx="381985" cy="49894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dirty="0">
              <a:solidFill>
                <a:srgbClr val="5C307E"/>
              </a:solidFill>
            </a:endParaRPr>
          </a:p>
        </p:txBody>
      </p:sp>
      <p:sp>
        <p:nvSpPr>
          <p:cNvPr id="2" name="标题 1"/>
          <p:cNvSpPr>
            <a:spLocks noGrp="1"/>
          </p:cNvSpPr>
          <p:nvPr>
            <p:ph type="title"/>
          </p:nvPr>
        </p:nvSpPr>
        <p:spPr/>
        <p:txBody>
          <a:bodyPr>
            <a:normAutofit/>
          </a:bodyPr>
          <a:lstStyle>
            <a:lvl1pPr>
              <a:defRPr sz="3000"/>
            </a:lvl1pPr>
          </a:lstStyle>
          <a:p>
            <a:r>
              <a:rPr kumimoji="1" lang="zh-CN" altLang="en-US" dirty="0"/>
              <a:t>单击此处编辑母版标题样式</a:t>
            </a:r>
          </a:p>
        </p:txBody>
      </p:sp>
      <p:sp>
        <p:nvSpPr>
          <p:cNvPr id="3" name="内容占位符 2"/>
          <p:cNvSpPr>
            <a:spLocks noGrp="1"/>
          </p:cNvSpPr>
          <p:nvPr>
            <p:ph idx="1"/>
          </p:nvPr>
        </p:nvSpPr>
        <p:spPr>
          <a:xfrm>
            <a:off x="628650" y="1510758"/>
            <a:ext cx="7886700" cy="4586694"/>
          </a:xfrm>
        </p:spPr>
        <p:txBody>
          <a:bodyPr/>
          <a:lstStyle>
            <a:lvl1pPr marL="270510" indent="-270510">
              <a:lnSpc>
                <a:spcPct val="100000"/>
              </a:lnSpc>
              <a:spcBef>
                <a:spcPts val="450"/>
              </a:spcBef>
              <a:buFont typeface="Wingdings" panose="05000000000000000000" pitchFamily="2" charset="2"/>
              <a:buChar char="Ø"/>
              <a:defRPr/>
            </a:lvl1pPr>
            <a:lvl2pPr>
              <a:lnSpc>
                <a:spcPct val="100000"/>
              </a:lnSpc>
              <a:spcBef>
                <a:spcPts val="450"/>
              </a:spcBef>
              <a:buFont typeface="Arial" panose="020B0604020202090204" pitchFamily="34" charset="0"/>
              <a:buChar char="•"/>
              <a:defRPr/>
            </a:lvl2pPr>
            <a:lvl3pPr>
              <a:lnSpc>
                <a:spcPct val="100000"/>
              </a:lnSpc>
              <a:spcBef>
                <a:spcPts val="450"/>
              </a:spcBef>
              <a:defRPr/>
            </a:lvl3pPr>
            <a:lvl4pPr>
              <a:lnSpc>
                <a:spcPct val="100000"/>
              </a:lnSpc>
              <a:spcBef>
                <a:spcPts val="450"/>
              </a:spcBef>
              <a:defRPr/>
            </a:lvl4pPr>
            <a:lvl5pPr>
              <a:lnSpc>
                <a:spcPct val="100000"/>
              </a:lnSpc>
              <a:spcBef>
                <a:spcPts val="450"/>
              </a:spcBef>
              <a:defRPr/>
            </a:lvl5p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日期占位符 3"/>
          <p:cNvSpPr>
            <a:spLocks noGrp="1"/>
          </p:cNvSpPr>
          <p:nvPr>
            <p:ph type="dt" sz="half" idx="10"/>
          </p:nvPr>
        </p:nvSpPr>
        <p:spPr>
          <a:xfrm>
            <a:off x="148001" y="6489303"/>
            <a:ext cx="20574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5" name="页脚占位符 4"/>
          <p:cNvSpPr>
            <a:spLocks noGrp="1"/>
          </p:cNvSpPr>
          <p:nvPr>
            <p:ph type="ftr" sz="quarter" idx="11"/>
          </p:nvPr>
        </p:nvSpPr>
        <p:spPr>
          <a:xfrm>
            <a:off x="3028950" y="6489303"/>
            <a:ext cx="3086100" cy="365125"/>
          </a:xfrm>
          <a:prstGeom prst="rect">
            <a:avLst/>
          </a:prstGeom>
        </p:spPr>
        <p:txBody>
          <a:bodyPr/>
          <a:lstStyle/>
          <a:p>
            <a:r>
              <a:rPr kumimoji="1" lang="zh-CN" altLang="en-US" dirty="0"/>
              <a:t>引自：</a:t>
            </a:r>
            <a:r>
              <a:rPr kumimoji="1" lang="en-US" altLang="zh-CN" dirty="0"/>
              <a:t>XXXXX</a:t>
            </a:r>
            <a:r>
              <a:rPr kumimoji="1" lang="zh-CN" altLang="en-US" dirty="0"/>
              <a:t>（如果需要）</a:t>
            </a:r>
          </a:p>
        </p:txBody>
      </p:sp>
      <p:sp>
        <p:nvSpPr>
          <p:cNvPr id="6" name="灯片编号占位符 5"/>
          <p:cNvSpPr>
            <a:spLocks noGrp="1"/>
          </p:cNvSpPr>
          <p:nvPr>
            <p:ph type="sldNum" sz="quarter" idx="12"/>
          </p:nvPr>
        </p:nvSpPr>
        <p:spPr>
          <a:xfrm>
            <a:off x="6515108" y="6489303"/>
            <a:ext cx="2489753" cy="365125"/>
          </a:xfrm>
          <a:prstGeom prst="rect">
            <a:avLst/>
          </a:prstGeom>
        </p:spPr>
        <p:txBody>
          <a:bodyPr/>
          <a:lstStyle/>
          <a:p>
            <a:fld id="{8D4D1E41-7A09-AB4A-A4E1-09765ADA2698}" type="slidenum">
              <a:rPr kumimoji="1" lang="zh-CN" altLang="en-US" smtClean="0"/>
              <a:t>‹#›</a:t>
            </a:fld>
            <a:endParaRPr kumimoji="1" lang="zh-CN" altLang="en-US" dirty="0"/>
          </a:p>
        </p:txBody>
      </p:sp>
      <p:cxnSp>
        <p:nvCxnSpPr>
          <p:cNvPr id="40" name="直线连接符 39"/>
          <p:cNvCxnSpPr/>
          <p:nvPr userDrawn="1"/>
        </p:nvCxnSpPr>
        <p:spPr>
          <a:xfrm>
            <a:off x="986091" y="1244212"/>
            <a:ext cx="5471859" cy="0"/>
          </a:xfrm>
          <a:prstGeom prst="line">
            <a:avLst/>
          </a:prstGeom>
          <a:ln w="19050">
            <a:solidFill>
              <a:srgbClr val="5C307E"/>
            </a:solidFill>
          </a:ln>
        </p:spPr>
        <p:style>
          <a:lnRef idx="1">
            <a:schemeClr val="accent1"/>
          </a:lnRef>
          <a:fillRef idx="0">
            <a:schemeClr val="accent1"/>
          </a:fillRef>
          <a:effectRef idx="0">
            <a:schemeClr val="accent1"/>
          </a:effectRef>
          <a:fontRef idx="minor">
            <a:schemeClr val="tx1"/>
          </a:fontRef>
        </p:style>
      </p:cxnSp>
      <p:grpSp>
        <p:nvGrpSpPr>
          <p:cNvPr id="41" name="组合 40"/>
          <p:cNvGrpSpPr/>
          <p:nvPr userDrawn="1"/>
        </p:nvGrpSpPr>
        <p:grpSpPr>
          <a:xfrm>
            <a:off x="7387088" y="844221"/>
            <a:ext cx="1471114" cy="208345"/>
            <a:chOff x="1368170" y="1165302"/>
            <a:chExt cx="4139947" cy="439737"/>
          </a:xfrm>
        </p:grpSpPr>
        <p:grpSp>
          <p:nvGrpSpPr>
            <p:cNvPr id="42" name="组合 41"/>
            <p:cNvGrpSpPr/>
            <p:nvPr/>
          </p:nvGrpSpPr>
          <p:grpSpPr>
            <a:xfrm>
              <a:off x="1368170" y="1165302"/>
              <a:ext cx="550582" cy="439737"/>
              <a:chOff x="1368170" y="664579"/>
              <a:chExt cx="550582" cy="439737"/>
            </a:xfrm>
          </p:grpSpPr>
          <p:sp>
            <p:nvSpPr>
              <p:cNvPr id="53"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solidFill>
                <a:srgbClr val="D72229"/>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4"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solidFill>
                <a:srgbClr val="DD4A16"/>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5"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solidFill>
                <a:srgbClr val="EA7410"/>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6"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solidFill>
                <a:srgbClr val="F6C401"/>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7"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8"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solidFill>
                <a:srgbClr val="157C51"/>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9"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solidFill>
                <a:srgbClr val="049445"/>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60"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solidFill>
                <a:srgbClr val="48A838"/>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61"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solidFill>
                <a:srgbClr val="B2CE24"/>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62"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63"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grpSp>
        <p:grpSp>
          <p:nvGrpSpPr>
            <p:cNvPr id="43" name="组合 42"/>
            <p:cNvGrpSpPr/>
            <p:nvPr/>
          </p:nvGrpSpPr>
          <p:grpSpPr>
            <a:xfrm>
              <a:off x="2028870" y="1197389"/>
              <a:ext cx="3479247" cy="365353"/>
              <a:chOff x="2028870" y="696666"/>
              <a:chExt cx="3479247" cy="365353"/>
            </a:xfrm>
            <a:solidFill>
              <a:schemeClr val="bg1">
                <a:lumMod val="50000"/>
              </a:schemeClr>
            </a:solidFill>
          </p:grpSpPr>
          <p:sp>
            <p:nvSpPr>
              <p:cNvPr id="44" name="Freeform 12"/>
              <p:cNvSpPr>
                <a:spLocks noChangeArrowheads="1"/>
              </p:cNvSpPr>
              <p:nvPr/>
            </p:nvSpPr>
            <p:spPr bwMode="auto">
              <a:xfrm>
                <a:off x="2028870" y="697395"/>
                <a:ext cx="358061" cy="363166"/>
              </a:xfrm>
              <a:custGeom>
                <a:avLst/>
                <a:gdLst>
                  <a:gd name="T0" fmla="*/ 121 w 2165"/>
                  <a:gd name="T1" fmla="*/ 758 h 2195"/>
                  <a:gd name="T2" fmla="*/ 0 w 2165"/>
                  <a:gd name="T3" fmla="*/ 758 h 2195"/>
                  <a:gd name="T4" fmla="*/ 0 w 2165"/>
                  <a:gd name="T5" fmla="*/ 582 h 2195"/>
                  <a:gd name="T6" fmla="*/ 463 w 2165"/>
                  <a:gd name="T7" fmla="*/ 582 h 2195"/>
                  <a:gd name="T8" fmla="*/ 463 w 2165"/>
                  <a:gd name="T9" fmla="*/ 1982 h 2195"/>
                  <a:gd name="T10" fmla="*/ 620 w 2165"/>
                  <a:gd name="T11" fmla="*/ 1982 h 2195"/>
                  <a:gd name="T12" fmla="*/ 620 w 2165"/>
                  <a:gd name="T13" fmla="*/ 2157 h 2195"/>
                  <a:gd name="T14" fmla="*/ 121 w 2165"/>
                  <a:gd name="T15" fmla="*/ 2157 h 2195"/>
                  <a:gd name="T16" fmla="*/ 121 w 2165"/>
                  <a:gd name="T17" fmla="*/ 758 h 2195"/>
                  <a:gd name="T18" fmla="*/ 467 w 2165"/>
                  <a:gd name="T19" fmla="*/ 51 h 2195"/>
                  <a:gd name="T20" fmla="*/ 467 w 2165"/>
                  <a:gd name="T21" fmla="*/ 462 h 2195"/>
                  <a:gd name="T22" fmla="*/ 121 w 2165"/>
                  <a:gd name="T23" fmla="*/ 462 h 2195"/>
                  <a:gd name="T24" fmla="*/ 121 w 2165"/>
                  <a:gd name="T25" fmla="*/ 51 h 2195"/>
                  <a:gd name="T26" fmla="*/ 467 w 2165"/>
                  <a:gd name="T27" fmla="*/ 51 h 2195"/>
                  <a:gd name="T28" fmla="*/ 629 w 2165"/>
                  <a:gd name="T29" fmla="*/ 906 h 2195"/>
                  <a:gd name="T30" fmla="*/ 629 w 2165"/>
                  <a:gd name="T31" fmla="*/ 730 h 2195"/>
                  <a:gd name="T32" fmla="*/ 1221 w 2165"/>
                  <a:gd name="T33" fmla="*/ 730 h 2195"/>
                  <a:gd name="T34" fmla="*/ 1221 w 2165"/>
                  <a:gd name="T35" fmla="*/ 0 h 2195"/>
                  <a:gd name="T36" fmla="*/ 1563 w 2165"/>
                  <a:gd name="T37" fmla="*/ 0 h 2195"/>
                  <a:gd name="T38" fmla="*/ 1563 w 2165"/>
                  <a:gd name="T39" fmla="*/ 730 h 2195"/>
                  <a:gd name="T40" fmla="*/ 2164 w 2165"/>
                  <a:gd name="T41" fmla="*/ 730 h 2195"/>
                  <a:gd name="T42" fmla="*/ 2164 w 2165"/>
                  <a:gd name="T43" fmla="*/ 906 h 2195"/>
                  <a:gd name="T44" fmla="*/ 1563 w 2165"/>
                  <a:gd name="T45" fmla="*/ 906 h 2195"/>
                  <a:gd name="T46" fmla="*/ 1563 w 2165"/>
                  <a:gd name="T47" fmla="*/ 2194 h 2195"/>
                  <a:gd name="T48" fmla="*/ 1221 w 2165"/>
                  <a:gd name="T49" fmla="*/ 2194 h 2195"/>
                  <a:gd name="T50" fmla="*/ 1221 w 2165"/>
                  <a:gd name="T51" fmla="*/ 906 h 2195"/>
                  <a:gd name="T52" fmla="*/ 629 w 2165"/>
                  <a:gd name="T53" fmla="*/ 90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65" h="2195">
                    <a:moveTo>
                      <a:pt x="121" y="758"/>
                    </a:moveTo>
                    <a:lnTo>
                      <a:pt x="0" y="758"/>
                    </a:lnTo>
                    <a:lnTo>
                      <a:pt x="0" y="582"/>
                    </a:lnTo>
                    <a:lnTo>
                      <a:pt x="463" y="582"/>
                    </a:lnTo>
                    <a:lnTo>
                      <a:pt x="463" y="1982"/>
                    </a:lnTo>
                    <a:lnTo>
                      <a:pt x="620" y="1982"/>
                    </a:lnTo>
                    <a:lnTo>
                      <a:pt x="620" y="2157"/>
                    </a:lnTo>
                    <a:lnTo>
                      <a:pt x="121" y="2157"/>
                    </a:lnTo>
                    <a:lnTo>
                      <a:pt x="121" y="758"/>
                    </a:lnTo>
                    <a:close/>
                    <a:moveTo>
                      <a:pt x="467" y="51"/>
                    </a:moveTo>
                    <a:lnTo>
                      <a:pt x="467" y="462"/>
                    </a:lnTo>
                    <a:lnTo>
                      <a:pt x="121" y="462"/>
                    </a:lnTo>
                    <a:lnTo>
                      <a:pt x="121" y="51"/>
                    </a:lnTo>
                    <a:lnTo>
                      <a:pt x="467" y="51"/>
                    </a:lnTo>
                    <a:close/>
                    <a:moveTo>
                      <a:pt x="629" y="906"/>
                    </a:moveTo>
                    <a:lnTo>
                      <a:pt x="629" y="730"/>
                    </a:lnTo>
                    <a:lnTo>
                      <a:pt x="1221" y="730"/>
                    </a:lnTo>
                    <a:lnTo>
                      <a:pt x="1221" y="0"/>
                    </a:lnTo>
                    <a:lnTo>
                      <a:pt x="1563" y="0"/>
                    </a:lnTo>
                    <a:lnTo>
                      <a:pt x="1563" y="730"/>
                    </a:lnTo>
                    <a:lnTo>
                      <a:pt x="2164" y="730"/>
                    </a:lnTo>
                    <a:lnTo>
                      <a:pt x="2164" y="906"/>
                    </a:lnTo>
                    <a:lnTo>
                      <a:pt x="1563" y="906"/>
                    </a:lnTo>
                    <a:lnTo>
                      <a:pt x="1563" y="2194"/>
                    </a:lnTo>
                    <a:lnTo>
                      <a:pt x="1221" y="2194"/>
                    </a:lnTo>
                    <a:lnTo>
                      <a:pt x="1221" y="906"/>
                    </a:lnTo>
                    <a:lnTo>
                      <a:pt x="629" y="90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5" name="Freeform 13"/>
              <p:cNvSpPr>
                <a:spLocks noChangeArrowheads="1"/>
              </p:cNvSpPr>
              <p:nvPr/>
            </p:nvSpPr>
            <p:spPr bwMode="auto">
              <a:xfrm>
                <a:off x="2417559" y="696666"/>
                <a:ext cx="357332" cy="364625"/>
              </a:xfrm>
              <a:custGeom>
                <a:avLst/>
                <a:gdLst>
                  <a:gd name="T0" fmla="*/ 583 w 2161"/>
                  <a:gd name="T1" fmla="*/ 379 h 2205"/>
                  <a:gd name="T2" fmla="*/ 458 w 2161"/>
                  <a:gd name="T3" fmla="*/ 287 h 2205"/>
                  <a:gd name="T4" fmla="*/ 0 w 2161"/>
                  <a:gd name="T5" fmla="*/ 379 h 2205"/>
                  <a:gd name="T6" fmla="*/ 662 w 2161"/>
                  <a:gd name="T7" fmla="*/ 0 h 2205"/>
                  <a:gd name="T8" fmla="*/ 1087 w 2161"/>
                  <a:gd name="T9" fmla="*/ 111 h 2205"/>
                  <a:gd name="T10" fmla="*/ 916 w 2161"/>
                  <a:gd name="T11" fmla="*/ 287 h 2205"/>
                  <a:gd name="T12" fmla="*/ 675 w 2161"/>
                  <a:gd name="T13" fmla="*/ 1691 h 2205"/>
                  <a:gd name="T14" fmla="*/ 1545 w 2161"/>
                  <a:gd name="T15" fmla="*/ 1811 h 2205"/>
                  <a:gd name="T16" fmla="*/ 1887 w 2161"/>
                  <a:gd name="T17" fmla="*/ 1691 h 2205"/>
                  <a:gd name="T18" fmla="*/ 2150 w 2161"/>
                  <a:gd name="T19" fmla="*/ 1811 h 2205"/>
                  <a:gd name="T20" fmla="*/ 1887 w 2161"/>
                  <a:gd name="T21" fmla="*/ 1987 h 2205"/>
                  <a:gd name="T22" fmla="*/ 1545 w 2161"/>
                  <a:gd name="T23" fmla="*/ 2204 h 2205"/>
                  <a:gd name="T24" fmla="*/ 652 w 2161"/>
                  <a:gd name="T25" fmla="*/ 1987 h 2205"/>
                  <a:gd name="T26" fmla="*/ 144 w 2161"/>
                  <a:gd name="T27" fmla="*/ 2204 h 2205"/>
                  <a:gd name="T28" fmla="*/ 47 w 2161"/>
                  <a:gd name="T29" fmla="*/ 1987 h 2205"/>
                  <a:gd name="T30" fmla="*/ 333 w 2161"/>
                  <a:gd name="T31" fmla="*/ 1811 h 2205"/>
                  <a:gd name="T32" fmla="*/ 675 w 2161"/>
                  <a:gd name="T33" fmla="*/ 1691 h 2205"/>
                  <a:gd name="T34" fmla="*/ 2100 w 2161"/>
                  <a:gd name="T35" fmla="*/ 448 h 2205"/>
                  <a:gd name="T36" fmla="*/ 102 w 2161"/>
                  <a:gd name="T37" fmla="*/ 1622 h 2205"/>
                  <a:gd name="T38" fmla="*/ 444 w 2161"/>
                  <a:gd name="T39" fmla="*/ 781 h 2205"/>
                  <a:gd name="T40" fmla="*/ 1757 w 2161"/>
                  <a:gd name="T41" fmla="*/ 624 h 2205"/>
                  <a:gd name="T42" fmla="*/ 444 w 2161"/>
                  <a:gd name="T43" fmla="*/ 781 h 2205"/>
                  <a:gd name="T44" fmla="*/ 1757 w 2161"/>
                  <a:gd name="T45" fmla="*/ 1114 h 2205"/>
                  <a:gd name="T46" fmla="*/ 444 w 2161"/>
                  <a:gd name="T47" fmla="*/ 957 h 2205"/>
                  <a:gd name="T48" fmla="*/ 1757 w 2161"/>
                  <a:gd name="T49" fmla="*/ 1289 h 2205"/>
                  <a:gd name="T50" fmla="*/ 444 w 2161"/>
                  <a:gd name="T51" fmla="*/ 1446 h 2205"/>
                  <a:gd name="T52" fmla="*/ 1757 w 2161"/>
                  <a:gd name="T53" fmla="*/ 1289 h 2205"/>
                  <a:gd name="T54" fmla="*/ 1041 w 2161"/>
                  <a:gd name="T55" fmla="*/ 379 h 2205"/>
                  <a:gd name="T56" fmla="*/ 1688 w 2161"/>
                  <a:gd name="T57" fmla="*/ 0 h 2205"/>
                  <a:gd name="T58" fmla="*/ 2160 w 2161"/>
                  <a:gd name="T59" fmla="*/ 111 h 2205"/>
                  <a:gd name="T60" fmla="*/ 1998 w 2161"/>
                  <a:gd name="T61" fmla="*/ 287 h 2205"/>
                  <a:gd name="T62" fmla="*/ 1646 w 2161"/>
                  <a:gd name="T63" fmla="*/ 379 h 2205"/>
                  <a:gd name="T64" fmla="*/ 1508 w 2161"/>
                  <a:gd name="T65" fmla="*/ 287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61" h="2205">
                    <a:moveTo>
                      <a:pt x="990" y="379"/>
                    </a:moveTo>
                    <a:lnTo>
                      <a:pt x="583" y="379"/>
                    </a:lnTo>
                    <a:lnTo>
                      <a:pt x="509" y="287"/>
                    </a:lnTo>
                    <a:lnTo>
                      <a:pt x="458" y="287"/>
                    </a:lnTo>
                    <a:lnTo>
                      <a:pt x="389" y="379"/>
                    </a:lnTo>
                    <a:lnTo>
                      <a:pt x="0" y="379"/>
                    </a:lnTo>
                    <a:lnTo>
                      <a:pt x="273" y="0"/>
                    </a:lnTo>
                    <a:lnTo>
                      <a:pt x="662" y="0"/>
                    </a:lnTo>
                    <a:lnTo>
                      <a:pt x="592" y="111"/>
                    </a:lnTo>
                    <a:lnTo>
                      <a:pt x="1087" y="111"/>
                    </a:lnTo>
                    <a:lnTo>
                      <a:pt x="1087" y="287"/>
                    </a:lnTo>
                    <a:lnTo>
                      <a:pt x="916" y="287"/>
                    </a:lnTo>
                    <a:lnTo>
                      <a:pt x="990" y="379"/>
                    </a:lnTo>
                    <a:close/>
                    <a:moveTo>
                      <a:pt x="675" y="1691"/>
                    </a:moveTo>
                    <a:lnTo>
                      <a:pt x="675" y="1811"/>
                    </a:lnTo>
                    <a:lnTo>
                      <a:pt x="1545" y="1811"/>
                    </a:lnTo>
                    <a:lnTo>
                      <a:pt x="1545" y="1691"/>
                    </a:lnTo>
                    <a:lnTo>
                      <a:pt x="1887" y="1691"/>
                    </a:lnTo>
                    <a:lnTo>
                      <a:pt x="1887" y="1811"/>
                    </a:lnTo>
                    <a:lnTo>
                      <a:pt x="2150" y="1811"/>
                    </a:lnTo>
                    <a:lnTo>
                      <a:pt x="2150" y="1987"/>
                    </a:lnTo>
                    <a:lnTo>
                      <a:pt x="1887" y="1987"/>
                    </a:lnTo>
                    <a:lnTo>
                      <a:pt x="1887" y="2204"/>
                    </a:lnTo>
                    <a:lnTo>
                      <a:pt x="1545" y="2204"/>
                    </a:lnTo>
                    <a:lnTo>
                      <a:pt x="1545" y="1987"/>
                    </a:lnTo>
                    <a:lnTo>
                      <a:pt x="652" y="1987"/>
                    </a:lnTo>
                    <a:lnTo>
                      <a:pt x="527" y="2204"/>
                    </a:lnTo>
                    <a:lnTo>
                      <a:pt x="144" y="2204"/>
                    </a:lnTo>
                    <a:lnTo>
                      <a:pt x="282" y="1987"/>
                    </a:lnTo>
                    <a:lnTo>
                      <a:pt x="47" y="1987"/>
                    </a:lnTo>
                    <a:lnTo>
                      <a:pt x="47" y="1811"/>
                    </a:lnTo>
                    <a:lnTo>
                      <a:pt x="333" y="1811"/>
                    </a:lnTo>
                    <a:lnTo>
                      <a:pt x="333" y="1691"/>
                    </a:lnTo>
                    <a:lnTo>
                      <a:pt x="675" y="1691"/>
                    </a:lnTo>
                    <a:close/>
                    <a:moveTo>
                      <a:pt x="102" y="448"/>
                    </a:moveTo>
                    <a:lnTo>
                      <a:pt x="2100" y="448"/>
                    </a:lnTo>
                    <a:lnTo>
                      <a:pt x="2100" y="1622"/>
                    </a:lnTo>
                    <a:lnTo>
                      <a:pt x="102" y="1622"/>
                    </a:lnTo>
                    <a:lnTo>
                      <a:pt x="102" y="448"/>
                    </a:lnTo>
                    <a:close/>
                    <a:moveTo>
                      <a:pt x="444" y="781"/>
                    </a:moveTo>
                    <a:lnTo>
                      <a:pt x="1757" y="781"/>
                    </a:lnTo>
                    <a:lnTo>
                      <a:pt x="1757" y="624"/>
                    </a:lnTo>
                    <a:lnTo>
                      <a:pt x="444" y="624"/>
                    </a:lnTo>
                    <a:lnTo>
                      <a:pt x="444" y="781"/>
                    </a:lnTo>
                    <a:close/>
                    <a:moveTo>
                      <a:pt x="444" y="1114"/>
                    </a:moveTo>
                    <a:lnTo>
                      <a:pt x="1757" y="1114"/>
                    </a:lnTo>
                    <a:lnTo>
                      <a:pt x="1757" y="957"/>
                    </a:lnTo>
                    <a:lnTo>
                      <a:pt x="444" y="957"/>
                    </a:lnTo>
                    <a:lnTo>
                      <a:pt x="444" y="1114"/>
                    </a:lnTo>
                    <a:close/>
                    <a:moveTo>
                      <a:pt x="1757" y="1289"/>
                    </a:moveTo>
                    <a:lnTo>
                      <a:pt x="444" y="1289"/>
                    </a:lnTo>
                    <a:lnTo>
                      <a:pt x="444" y="1446"/>
                    </a:lnTo>
                    <a:lnTo>
                      <a:pt x="1757" y="1446"/>
                    </a:lnTo>
                    <a:lnTo>
                      <a:pt x="1757" y="1289"/>
                    </a:lnTo>
                    <a:close/>
                    <a:moveTo>
                      <a:pt x="1434" y="379"/>
                    </a:moveTo>
                    <a:lnTo>
                      <a:pt x="1041" y="379"/>
                    </a:lnTo>
                    <a:lnTo>
                      <a:pt x="1313" y="0"/>
                    </a:lnTo>
                    <a:lnTo>
                      <a:pt x="1688" y="0"/>
                    </a:lnTo>
                    <a:lnTo>
                      <a:pt x="1609" y="111"/>
                    </a:lnTo>
                    <a:lnTo>
                      <a:pt x="2160" y="111"/>
                    </a:lnTo>
                    <a:lnTo>
                      <a:pt x="2160" y="287"/>
                    </a:lnTo>
                    <a:lnTo>
                      <a:pt x="1998" y="287"/>
                    </a:lnTo>
                    <a:lnTo>
                      <a:pt x="2072" y="379"/>
                    </a:lnTo>
                    <a:lnTo>
                      <a:pt x="1646" y="379"/>
                    </a:lnTo>
                    <a:lnTo>
                      <a:pt x="1572" y="287"/>
                    </a:lnTo>
                    <a:lnTo>
                      <a:pt x="1508" y="287"/>
                    </a:lnTo>
                    <a:lnTo>
                      <a:pt x="1434" y="379"/>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6" name="Freeform 14"/>
              <p:cNvSpPr>
                <a:spLocks noChangeArrowheads="1"/>
              </p:cNvSpPr>
              <p:nvPr/>
            </p:nvSpPr>
            <p:spPr bwMode="auto">
              <a:xfrm>
                <a:off x="2810625" y="696666"/>
                <a:ext cx="363895" cy="364625"/>
              </a:xfrm>
              <a:custGeom>
                <a:avLst/>
                <a:gdLst>
                  <a:gd name="T0" fmla="*/ 0 w 2202"/>
                  <a:gd name="T1" fmla="*/ 2019 h 2205"/>
                  <a:gd name="T2" fmla="*/ 74 w 2202"/>
                  <a:gd name="T3" fmla="*/ 661 h 2205"/>
                  <a:gd name="T4" fmla="*/ 310 w 2202"/>
                  <a:gd name="T5" fmla="*/ 661 h 2205"/>
                  <a:gd name="T6" fmla="*/ 231 w 2202"/>
                  <a:gd name="T7" fmla="*/ 2019 h 2205"/>
                  <a:gd name="T8" fmla="*/ 0 w 2202"/>
                  <a:gd name="T9" fmla="*/ 2019 h 2205"/>
                  <a:gd name="T10" fmla="*/ 939 w 2202"/>
                  <a:gd name="T11" fmla="*/ 439 h 2205"/>
                  <a:gd name="T12" fmla="*/ 684 w 2202"/>
                  <a:gd name="T13" fmla="*/ 439 h 2205"/>
                  <a:gd name="T14" fmla="*/ 684 w 2202"/>
                  <a:gd name="T15" fmla="*/ 2204 h 2205"/>
                  <a:gd name="T16" fmla="*/ 361 w 2202"/>
                  <a:gd name="T17" fmla="*/ 2204 h 2205"/>
                  <a:gd name="T18" fmla="*/ 361 w 2202"/>
                  <a:gd name="T19" fmla="*/ 439 h 2205"/>
                  <a:gd name="T20" fmla="*/ 28 w 2202"/>
                  <a:gd name="T21" fmla="*/ 439 h 2205"/>
                  <a:gd name="T22" fmla="*/ 28 w 2202"/>
                  <a:gd name="T23" fmla="*/ 264 h 2205"/>
                  <a:gd name="T24" fmla="*/ 361 w 2202"/>
                  <a:gd name="T25" fmla="*/ 264 h 2205"/>
                  <a:gd name="T26" fmla="*/ 361 w 2202"/>
                  <a:gd name="T27" fmla="*/ 0 h 2205"/>
                  <a:gd name="T28" fmla="*/ 684 w 2202"/>
                  <a:gd name="T29" fmla="*/ 0 h 2205"/>
                  <a:gd name="T30" fmla="*/ 684 w 2202"/>
                  <a:gd name="T31" fmla="*/ 264 h 2205"/>
                  <a:gd name="T32" fmla="*/ 939 w 2202"/>
                  <a:gd name="T33" fmla="*/ 264 h 2205"/>
                  <a:gd name="T34" fmla="*/ 939 w 2202"/>
                  <a:gd name="T35" fmla="*/ 439 h 2205"/>
                  <a:gd name="T36" fmla="*/ 939 w 2202"/>
                  <a:gd name="T37" fmla="*/ 661 h 2205"/>
                  <a:gd name="T38" fmla="*/ 939 w 2202"/>
                  <a:gd name="T39" fmla="*/ 1686 h 2205"/>
                  <a:gd name="T40" fmla="*/ 735 w 2202"/>
                  <a:gd name="T41" fmla="*/ 1686 h 2205"/>
                  <a:gd name="T42" fmla="*/ 735 w 2202"/>
                  <a:gd name="T43" fmla="*/ 661 h 2205"/>
                  <a:gd name="T44" fmla="*/ 939 w 2202"/>
                  <a:gd name="T45" fmla="*/ 661 h 2205"/>
                  <a:gd name="T46" fmla="*/ 1022 w 2202"/>
                  <a:gd name="T47" fmla="*/ 1594 h 2205"/>
                  <a:gd name="T48" fmla="*/ 1022 w 2202"/>
                  <a:gd name="T49" fmla="*/ 42 h 2205"/>
                  <a:gd name="T50" fmla="*/ 1988 w 2202"/>
                  <a:gd name="T51" fmla="*/ 42 h 2205"/>
                  <a:gd name="T52" fmla="*/ 1988 w 2202"/>
                  <a:gd name="T53" fmla="*/ 2033 h 2205"/>
                  <a:gd name="T54" fmla="*/ 2201 w 2202"/>
                  <a:gd name="T55" fmla="*/ 2033 h 2205"/>
                  <a:gd name="T56" fmla="*/ 2201 w 2202"/>
                  <a:gd name="T57" fmla="*/ 2204 h 2205"/>
                  <a:gd name="T58" fmla="*/ 1665 w 2202"/>
                  <a:gd name="T59" fmla="*/ 2204 h 2205"/>
                  <a:gd name="T60" fmla="*/ 1665 w 2202"/>
                  <a:gd name="T61" fmla="*/ 217 h 2205"/>
                  <a:gd name="T62" fmla="*/ 1355 w 2202"/>
                  <a:gd name="T63" fmla="*/ 217 h 2205"/>
                  <a:gd name="T64" fmla="*/ 1355 w 2202"/>
                  <a:gd name="T65" fmla="*/ 1668 h 2205"/>
                  <a:gd name="T66" fmla="*/ 1198 w 2202"/>
                  <a:gd name="T67" fmla="*/ 2204 h 2205"/>
                  <a:gd name="T68" fmla="*/ 851 w 2202"/>
                  <a:gd name="T69" fmla="*/ 2204 h 2205"/>
                  <a:gd name="T70" fmla="*/ 1022 w 2202"/>
                  <a:gd name="T71" fmla="*/ 1594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2" h="2205">
                    <a:moveTo>
                      <a:pt x="0" y="2019"/>
                    </a:moveTo>
                    <a:lnTo>
                      <a:pt x="74" y="661"/>
                    </a:lnTo>
                    <a:lnTo>
                      <a:pt x="310" y="661"/>
                    </a:lnTo>
                    <a:lnTo>
                      <a:pt x="231" y="2019"/>
                    </a:lnTo>
                    <a:lnTo>
                      <a:pt x="0" y="2019"/>
                    </a:lnTo>
                    <a:close/>
                    <a:moveTo>
                      <a:pt x="939" y="439"/>
                    </a:moveTo>
                    <a:lnTo>
                      <a:pt x="684" y="439"/>
                    </a:lnTo>
                    <a:lnTo>
                      <a:pt x="684" y="2204"/>
                    </a:lnTo>
                    <a:lnTo>
                      <a:pt x="361" y="2204"/>
                    </a:lnTo>
                    <a:lnTo>
                      <a:pt x="361" y="439"/>
                    </a:lnTo>
                    <a:lnTo>
                      <a:pt x="28" y="439"/>
                    </a:lnTo>
                    <a:lnTo>
                      <a:pt x="28" y="264"/>
                    </a:lnTo>
                    <a:lnTo>
                      <a:pt x="361" y="264"/>
                    </a:lnTo>
                    <a:lnTo>
                      <a:pt x="361" y="0"/>
                    </a:lnTo>
                    <a:lnTo>
                      <a:pt x="684" y="0"/>
                    </a:lnTo>
                    <a:lnTo>
                      <a:pt x="684" y="264"/>
                    </a:lnTo>
                    <a:lnTo>
                      <a:pt x="939" y="264"/>
                    </a:lnTo>
                    <a:lnTo>
                      <a:pt x="939" y="439"/>
                    </a:lnTo>
                    <a:close/>
                    <a:moveTo>
                      <a:pt x="939" y="661"/>
                    </a:moveTo>
                    <a:lnTo>
                      <a:pt x="939" y="1686"/>
                    </a:lnTo>
                    <a:lnTo>
                      <a:pt x="735" y="1686"/>
                    </a:lnTo>
                    <a:lnTo>
                      <a:pt x="735" y="661"/>
                    </a:lnTo>
                    <a:lnTo>
                      <a:pt x="939" y="661"/>
                    </a:lnTo>
                    <a:close/>
                    <a:moveTo>
                      <a:pt x="1022" y="1594"/>
                    </a:moveTo>
                    <a:lnTo>
                      <a:pt x="1022" y="42"/>
                    </a:lnTo>
                    <a:lnTo>
                      <a:pt x="1988" y="42"/>
                    </a:lnTo>
                    <a:lnTo>
                      <a:pt x="1988" y="2033"/>
                    </a:lnTo>
                    <a:lnTo>
                      <a:pt x="2201" y="2033"/>
                    </a:lnTo>
                    <a:lnTo>
                      <a:pt x="2201" y="2204"/>
                    </a:lnTo>
                    <a:lnTo>
                      <a:pt x="1665" y="2204"/>
                    </a:lnTo>
                    <a:lnTo>
                      <a:pt x="1665" y="217"/>
                    </a:lnTo>
                    <a:lnTo>
                      <a:pt x="1355" y="217"/>
                    </a:lnTo>
                    <a:lnTo>
                      <a:pt x="1355" y="1668"/>
                    </a:lnTo>
                    <a:lnTo>
                      <a:pt x="1198" y="2204"/>
                    </a:lnTo>
                    <a:lnTo>
                      <a:pt x="851" y="2204"/>
                    </a:lnTo>
                    <a:lnTo>
                      <a:pt x="1022" y="1594"/>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7" name="Freeform 15"/>
              <p:cNvSpPr>
                <a:spLocks noChangeArrowheads="1"/>
              </p:cNvSpPr>
              <p:nvPr/>
            </p:nvSpPr>
            <p:spPr bwMode="auto">
              <a:xfrm>
                <a:off x="3212441" y="703958"/>
                <a:ext cx="339830" cy="358061"/>
              </a:xfrm>
              <a:custGeom>
                <a:avLst/>
                <a:gdLst>
                  <a:gd name="T0" fmla="*/ 1747 w 2053"/>
                  <a:gd name="T1" fmla="*/ 1982 h 2163"/>
                  <a:gd name="T2" fmla="*/ 1747 w 2053"/>
                  <a:gd name="T3" fmla="*/ 175 h 2163"/>
                  <a:gd name="T4" fmla="*/ 305 w 2053"/>
                  <a:gd name="T5" fmla="*/ 175 h 2163"/>
                  <a:gd name="T6" fmla="*/ 305 w 2053"/>
                  <a:gd name="T7" fmla="*/ 2162 h 2163"/>
                  <a:gd name="T8" fmla="*/ 0 w 2053"/>
                  <a:gd name="T9" fmla="*/ 2162 h 2163"/>
                  <a:gd name="T10" fmla="*/ 0 w 2053"/>
                  <a:gd name="T11" fmla="*/ 0 h 2163"/>
                  <a:gd name="T12" fmla="*/ 2052 w 2053"/>
                  <a:gd name="T13" fmla="*/ 0 h 2163"/>
                  <a:gd name="T14" fmla="*/ 2052 w 2053"/>
                  <a:gd name="T15" fmla="*/ 2162 h 2163"/>
                  <a:gd name="T16" fmla="*/ 1590 w 2053"/>
                  <a:gd name="T17" fmla="*/ 2162 h 2163"/>
                  <a:gd name="T18" fmla="*/ 1590 w 2053"/>
                  <a:gd name="T19" fmla="*/ 1982 h 2163"/>
                  <a:gd name="T20" fmla="*/ 1747 w 2053"/>
                  <a:gd name="T21" fmla="*/ 1982 h 2163"/>
                  <a:gd name="T22" fmla="*/ 791 w 2053"/>
                  <a:gd name="T23" fmla="*/ 1127 h 2163"/>
                  <a:gd name="T24" fmla="*/ 1017 w 2053"/>
                  <a:gd name="T25" fmla="*/ 1843 h 2163"/>
                  <a:gd name="T26" fmla="*/ 786 w 2053"/>
                  <a:gd name="T27" fmla="*/ 1843 h 2163"/>
                  <a:gd name="T28" fmla="*/ 680 w 2053"/>
                  <a:gd name="T29" fmla="*/ 1501 h 2163"/>
                  <a:gd name="T30" fmla="*/ 573 w 2053"/>
                  <a:gd name="T31" fmla="*/ 1843 h 2163"/>
                  <a:gd name="T32" fmla="*/ 347 w 2053"/>
                  <a:gd name="T33" fmla="*/ 1843 h 2163"/>
                  <a:gd name="T34" fmla="*/ 564 w 2053"/>
                  <a:gd name="T35" fmla="*/ 1136 h 2163"/>
                  <a:gd name="T36" fmla="*/ 338 w 2053"/>
                  <a:gd name="T37" fmla="*/ 430 h 2163"/>
                  <a:gd name="T38" fmla="*/ 569 w 2053"/>
                  <a:gd name="T39" fmla="*/ 430 h 2163"/>
                  <a:gd name="T40" fmla="*/ 675 w 2053"/>
                  <a:gd name="T41" fmla="*/ 767 h 2163"/>
                  <a:gd name="T42" fmla="*/ 777 w 2053"/>
                  <a:gd name="T43" fmla="*/ 430 h 2163"/>
                  <a:gd name="T44" fmla="*/ 1003 w 2053"/>
                  <a:gd name="T45" fmla="*/ 430 h 2163"/>
                  <a:gd name="T46" fmla="*/ 791 w 2053"/>
                  <a:gd name="T47" fmla="*/ 1127 h 2163"/>
                  <a:gd name="T48" fmla="*/ 1503 w 2053"/>
                  <a:gd name="T49" fmla="*/ 1127 h 2163"/>
                  <a:gd name="T50" fmla="*/ 1728 w 2053"/>
                  <a:gd name="T51" fmla="*/ 1843 h 2163"/>
                  <a:gd name="T52" fmla="*/ 1498 w 2053"/>
                  <a:gd name="T53" fmla="*/ 1843 h 2163"/>
                  <a:gd name="T54" fmla="*/ 1392 w 2053"/>
                  <a:gd name="T55" fmla="*/ 1501 h 2163"/>
                  <a:gd name="T56" fmla="*/ 1286 w 2053"/>
                  <a:gd name="T57" fmla="*/ 1843 h 2163"/>
                  <a:gd name="T58" fmla="*/ 1059 w 2053"/>
                  <a:gd name="T59" fmla="*/ 1843 h 2163"/>
                  <a:gd name="T60" fmla="*/ 1276 w 2053"/>
                  <a:gd name="T61" fmla="*/ 1136 h 2163"/>
                  <a:gd name="T62" fmla="*/ 1050 w 2053"/>
                  <a:gd name="T63" fmla="*/ 430 h 2163"/>
                  <a:gd name="T64" fmla="*/ 1281 w 2053"/>
                  <a:gd name="T65" fmla="*/ 430 h 2163"/>
                  <a:gd name="T66" fmla="*/ 1387 w 2053"/>
                  <a:gd name="T67" fmla="*/ 767 h 2163"/>
                  <a:gd name="T68" fmla="*/ 1489 w 2053"/>
                  <a:gd name="T69" fmla="*/ 430 h 2163"/>
                  <a:gd name="T70" fmla="*/ 1715 w 2053"/>
                  <a:gd name="T71" fmla="*/ 430 h 2163"/>
                  <a:gd name="T72" fmla="*/ 1503 w 2053"/>
                  <a:gd name="T73" fmla="*/ 11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3" h="2163">
                    <a:moveTo>
                      <a:pt x="1747" y="1982"/>
                    </a:moveTo>
                    <a:lnTo>
                      <a:pt x="1747" y="175"/>
                    </a:lnTo>
                    <a:lnTo>
                      <a:pt x="305" y="175"/>
                    </a:lnTo>
                    <a:lnTo>
                      <a:pt x="305" y="2162"/>
                    </a:lnTo>
                    <a:lnTo>
                      <a:pt x="0" y="2162"/>
                    </a:lnTo>
                    <a:lnTo>
                      <a:pt x="0" y="0"/>
                    </a:lnTo>
                    <a:lnTo>
                      <a:pt x="2052" y="0"/>
                    </a:lnTo>
                    <a:lnTo>
                      <a:pt x="2052" y="2162"/>
                    </a:lnTo>
                    <a:lnTo>
                      <a:pt x="1590" y="2162"/>
                    </a:lnTo>
                    <a:lnTo>
                      <a:pt x="1590" y="1982"/>
                    </a:lnTo>
                    <a:lnTo>
                      <a:pt x="1747" y="1982"/>
                    </a:lnTo>
                    <a:close/>
                    <a:moveTo>
                      <a:pt x="791" y="1127"/>
                    </a:moveTo>
                    <a:lnTo>
                      <a:pt x="1017" y="1843"/>
                    </a:lnTo>
                    <a:lnTo>
                      <a:pt x="786" y="1843"/>
                    </a:lnTo>
                    <a:lnTo>
                      <a:pt x="680" y="1501"/>
                    </a:lnTo>
                    <a:lnTo>
                      <a:pt x="573" y="1843"/>
                    </a:lnTo>
                    <a:lnTo>
                      <a:pt x="347" y="1843"/>
                    </a:lnTo>
                    <a:lnTo>
                      <a:pt x="564" y="1136"/>
                    </a:lnTo>
                    <a:lnTo>
                      <a:pt x="338" y="430"/>
                    </a:lnTo>
                    <a:lnTo>
                      <a:pt x="569" y="430"/>
                    </a:lnTo>
                    <a:lnTo>
                      <a:pt x="675" y="767"/>
                    </a:lnTo>
                    <a:lnTo>
                      <a:pt x="777" y="430"/>
                    </a:lnTo>
                    <a:lnTo>
                      <a:pt x="1003" y="430"/>
                    </a:lnTo>
                    <a:lnTo>
                      <a:pt x="791" y="1127"/>
                    </a:lnTo>
                    <a:close/>
                    <a:moveTo>
                      <a:pt x="1503" y="1127"/>
                    </a:moveTo>
                    <a:lnTo>
                      <a:pt x="1728" y="1843"/>
                    </a:lnTo>
                    <a:lnTo>
                      <a:pt x="1498" y="1843"/>
                    </a:lnTo>
                    <a:lnTo>
                      <a:pt x="1392" y="1501"/>
                    </a:lnTo>
                    <a:lnTo>
                      <a:pt x="1286" y="1843"/>
                    </a:lnTo>
                    <a:lnTo>
                      <a:pt x="1059" y="1843"/>
                    </a:lnTo>
                    <a:lnTo>
                      <a:pt x="1276" y="1136"/>
                    </a:lnTo>
                    <a:lnTo>
                      <a:pt x="1050" y="430"/>
                    </a:lnTo>
                    <a:lnTo>
                      <a:pt x="1281" y="430"/>
                    </a:lnTo>
                    <a:lnTo>
                      <a:pt x="1387" y="767"/>
                    </a:lnTo>
                    <a:lnTo>
                      <a:pt x="1489" y="430"/>
                    </a:lnTo>
                    <a:lnTo>
                      <a:pt x="1715" y="430"/>
                    </a:lnTo>
                    <a:lnTo>
                      <a:pt x="1503" y="1127"/>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8" name="Freeform 16"/>
              <p:cNvSpPr>
                <a:spLocks noChangeArrowheads="1"/>
              </p:cNvSpPr>
              <p:nvPr/>
            </p:nvSpPr>
            <p:spPr bwMode="auto">
              <a:xfrm>
                <a:off x="3581441" y="696666"/>
                <a:ext cx="375564" cy="362437"/>
              </a:xfrm>
              <a:custGeom>
                <a:avLst/>
                <a:gdLst>
                  <a:gd name="T0" fmla="*/ 315 w 2272"/>
                  <a:gd name="T1" fmla="*/ 957 h 2191"/>
                  <a:gd name="T2" fmla="*/ 0 w 2272"/>
                  <a:gd name="T3" fmla="*/ 957 h 2191"/>
                  <a:gd name="T4" fmla="*/ 361 w 2272"/>
                  <a:gd name="T5" fmla="*/ 5 h 2191"/>
                  <a:gd name="T6" fmla="*/ 675 w 2272"/>
                  <a:gd name="T7" fmla="*/ 5 h 2191"/>
                  <a:gd name="T8" fmla="*/ 380 w 2272"/>
                  <a:gd name="T9" fmla="*/ 767 h 2191"/>
                  <a:gd name="T10" fmla="*/ 453 w 2272"/>
                  <a:gd name="T11" fmla="*/ 767 h 2191"/>
                  <a:gd name="T12" fmla="*/ 509 w 2272"/>
                  <a:gd name="T13" fmla="*/ 647 h 2191"/>
                  <a:gd name="T14" fmla="*/ 823 w 2272"/>
                  <a:gd name="T15" fmla="*/ 647 h 2191"/>
                  <a:gd name="T16" fmla="*/ 463 w 2272"/>
                  <a:gd name="T17" fmla="*/ 1492 h 2191"/>
                  <a:gd name="T18" fmla="*/ 754 w 2272"/>
                  <a:gd name="T19" fmla="*/ 1492 h 2191"/>
                  <a:gd name="T20" fmla="*/ 754 w 2272"/>
                  <a:gd name="T21" fmla="*/ 1677 h 2191"/>
                  <a:gd name="T22" fmla="*/ 366 w 2272"/>
                  <a:gd name="T23" fmla="*/ 1677 h 2191"/>
                  <a:gd name="T24" fmla="*/ 65 w 2272"/>
                  <a:gd name="T25" fmla="*/ 1677 h 2191"/>
                  <a:gd name="T26" fmla="*/ 375 w 2272"/>
                  <a:gd name="T27" fmla="*/ 957 h 2191"/>
                  <a:gd name="T28" fmla="*/ 315 w 2272"/>
                  <a:gd name="T29" fmla="*/ 957 h 2191"/>
                  <a:gd name="T30" fmla="*/ 763 w 2272"/>
                  <a:gd name="T31" fmla="*/ 1954 h 2191"/>
                  <a:gd name="T32" fmla="*/ 763 w 2272"/>
                  <a:gd name="T33" fmla="*/ 2130 h 2191"/>
                  <a:gd name="T34" fmla="*/ 84 w 2272"/>
                  <a:gd name="T35" fmla="*/ 2130 h 2191"/>
                  <a:gd name="T36" fmla="*/ 84 w 2272"/>
                  <a:gd name="T37" fmla="*/ 1954 h 2191"/>
                  <a:gd name="T38" fmla="*/ 763 w 2272"/>
                  <a:gd name="T39" fmla="*/ 1954 h 2191"/>
                  <a:gd name="T40" fmla="*/ 1831 w 2272"/>
                  <a:gd name="T41" fmla="*/ 1205 h 2191"/>
                  <a:gd name="T42" fmla="*/ 1614 w 2272"/>
                  <a:gd name="T43" fmla="*/ 994 h 2191"/>
                  <a:gd name="T44" fmla="*/ 1355 w 2272"/>
                  <a:gd name="T45" fmla="*/ 1205 h 2191"/>
                  <a:gd name="T46" fmla="*/ 884 w 2272"/>
                  <a:gd name="T47" fmla="*/ 1205 h 2191"/>
                  <a:gd name="T48" fmla="*/ 1392 w 2272"/>
                  <a:gd name="T49" fmla="*/ 781 h 2191"/>
                  <a:gd name="T50" fmla="*/ 1212 w 2272"/>
                  <a:gd name="T51" fmla="*/ 587 h 2191"/>
                  <a:gd name="T52" fmla="*/ 1179 w 2272"/>
                  <a:gd name="T53" fmla="*/ 684 h 2191"/>
                  <a:gd name="T54" fmla="*/ 842 w 2272"/>
                  <a:gd name="T55" fmla="*/ 684 h 2191"/>
                  <a:gd name="T56" fmla="*/ 1082 w 2272"/>
                  <a:gd name="T57" fmla="*/ 0 h 2191"/>
                  <a:gd name="T58" fmla="*/ 1420 w 2272"/>
                  <a:gd name="T59" fmla="*/ 0 h 2191"/>
                  <a:gd name="T60" fmla="*/ 1397 w 2272"/>
                  <a:gd name="T61" fmla="*/ 79 h 2191"/>
                  <a:gd name="T62" fmla="*/ 2174 w 2272"/>
                  <a:gd name="T63" fmla="*/ 79 h 2191"/>
                  <a:gd name="T64" fmla="*/ 2174 w 2272"/>
                  <a:gd name="T65" fmla="*/ 527 h 2191"/>
                  <a:gd name="T66" fmla="*/ 1864 w 2272"/>
                  <a:gd name="T67" fmla="*/ 795 h 2191"/>
                  <a:gd name="T68" fmla="*/ 2271 w 2272"/>
                  <a:gd name="T69" fmla="*/ 1205 h 2191"/>
                  <a:gd name="T70" fmla="*/ 1831 w 2272"/>
                  <a:gd name="T71" fmla="*/ 1205 h 2191"/>
                  <a:gd name="T72" fmla="*/ 934 w 2272"/>
                  <a:gd name="T73" fmla="*/ 2190 h 2191"/>
                  <a:gd name="T74" fmla="*/ 934 w 2272"/>
                  <a:gd name="T75" fmla="*/ 1303 h 2191"/>
                  <a:gd name="T76" fmla="*/ 2206 w 2272"/>
                  <a:gd name="T77" fmla="*/ 1303 h 2191"/>
                  <a:gd name="T78" fmla="*/ 2206 w 2272"/>
                  <a:gd name="T79" fmla="*/ 2190 h 2191"/>
                  <a:gd name="T80" fmla="*/ 934 w 2272"/>
                  <a:gd name="T81" fmla="*/ 2190 h 2191"/>
                  <a:gd name="T82" fmla="*/ 1522 w 2272"/>
                  <a:gd name="T83" fmla="*/ 467 h 2191"/>
                  <a:gd name="T84" fmla="*/ 1646 w 2272"/>
                  <a:gd name="T85" fmla="*/ 592 h 2191"/>
                  <a:gd name="T86" fmla="*/ 1892 w 2272"/>
                  <a:gd name="T87" fmla="*/ 379 h 2191"/>
                  <a:gd name="T88" fmla="*/ 1892 w 2272"/>
                  <a:gd name="T89" fmla="*/ 254 h 2191"/>
                  <a:gd name="T90" fmla="*/ 1332 w 2272"/>
                  <a:gd name="T91" fmla="*/ 254 h 2191"/>
                  <a:gd name="T92" fmla="*/ 1253 w 2272"/>
                  <a:gd name="T93" fmla="*/ 467 h 2191"/>
                  <a:gd name="T94" fmla="*/ 1522 w 2272"/>
                  <a:gd name="T95" fmla="*/ 467 h 2191"/>
                  <a:gd name="T96" fmla="*/ 1277 w 2272"/>
                  <a:gd name="T97" fmla="*/ 1478 h 2191"/>
                  <a:gd name="T98" fmla="*/ 1277 w 2272"/>
                  <a:gd name="T99" fmla="*/ 2014 h 2191"/>
                  <a:gd name="T100" fmla="*/ 1864 w 2272"/>
                  <a:gd name="T101" fmla="*/ 2014 h 2191"/>
                  <a:gd name="T102" fmla="*/ 1864 w 2272"/>
                  <a:gd name="T103" fmla="*/ 1478 h 2191"/>
                  <a:gd name="T104" fmla="*/ 1277 w 2272"/>
                  <a:gd name="T105" fmla="*/ 1478 h 2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2" h="2191">
                    <a:moveTo>
                      <a:pt x="315" y="957"/>
                    </a:moveTo>
                    <a:lnTo>
                      <a:pt x="0" y="957"/>
                    </a:lnTo>
                    <a:lnTo>
                      <a:pt x="361" y="5"/>
                    </a:lnTo>
                    <a:lnTo>
                      <a:pt x="675" y="5"/>
                    </a:lnTo>
                    <a:lnTo>
                      <a:pt x="380" y="767"/>
                    </a:lnTo>
                    <a:lnTo>
                      <a:pt x="453" y="767"/>
                    </a:lnTo>
                    <a:lnTo>
                      <a:pt x="509" y="647"/>
                    </a:lnTo>
                    <a:lnTo>
                      <a:pt x="823" y="647"/>
                    </a:lnTo>
                    <a:lnTo>
                      <a:pt x="463" y="1492"/>
                    </a:lnTo>
                    <a:lnTo>
                      <a:pt x="754" y="1492"/>
                    </a:lnTo>
                    <a:lnTo>
                      <a:pt x="754" y="1677"/>
                    </a:lnTo>
                    <a:lnTo>
                      <a:pt x="366" y="1677"/>
                    </a:lnTo>
                    <a:lnTo>
                      <a:pt x="65" y="1677"/>
                    </a:lnTo>
                    <a:lnTo>
                      <a:pt x="375" y="957"/>
                    </a:lnTo>
                    <a:lnTo>
                      <a:pt x="315" y="957"/>
                    </a:lnTo>
                    <a:close/>
                    <a:moveTo>
                      <a:pt x="763" y="1954"/>
                    </a:moveTo>
                    <a:lnTo>
                      <a:pt x="763" y="2130"/>
                    </a:lnTo>
                    <a:lnTo>
                      <a:pt x="84" y="2130"/>
                    </a:lnTo>
                    <a:lnTo>
                      <a:pt x="84" y="1954"/>
                    </a:lnTo>
                    <a:lnTo>
                      <a:pt x="763" y="1954"/>
                    </a:lnTo>
                    <a:close/>
                    <a:moveTo>
                      <a:pt x="1831" y="1205"/>
                    </a:moveTo>
                    <a:lnTo>
                      <a:pt x="1614" y="994"/>
                    </a:lnTo>
                    <a:lnTo>
                      <a:pt x="1355" y="1205"/>
                    </a:lnTo>
                    <a:lnTo>
                      <a:pt x="884" y="1205"/>
                    </a:lnTo>
                    <a:lnTo>
                      <a:pt x="1392" y="781"/>
                    </a:lnTo>
                    <a:lnTo>
                      <a:pt x="1212" y="587"/>
                    </a:lnTo>
                    <a:lnTo>
                      <a:pt x="1179" y="684"/>
                    </a:lnTo>
                    <a:lnTo>
                      <a:pt x="842" y="684"/>
                    </a:lnTo>
                    <a:lnTo>
                      <a:pt x="1082" y="0"/>
                    </a:lnTo>
                    <a:lnTo>
                      <a:pt x="1420" y="0"/>
                    </a:lnTo>
                    <a:lnTo>
                      <a:pt x="1397" y="79"/>
                    </a:lnTo>
                    <a:lnTo>
                      <a:pt x="2174" y="79"/>
                    </a:lnTo>
                    <a:lnTo>
                      <a:pt x="2174" y="527"/>
                    </a:lnTo>
                    <a:lnTo>
                      <a:pt x="1864" y="795"/>
                    </a:lnTo>
                    <a:lnTo>
                      <a:pt x="2271" y="1205"/>
                    </a:lnTo>
                    <a:lnTo>
                      <a:pt x="1831" y="1205"/>
                    </a:lnTo>
                    <a:close/>
                    <a:moveTo>
                      <a:pt x="934" y="2190"/>
                    </a:moveTo>
                    <a:lnTo>
                      <a:pt x="934" y="1303"/>
                    </a:lnTo>
                    <a:lnTo>
                      <a:pt x="2206" y="1303"/>
                    </a:lnTo>
                    <a:lnTo>
                      <a:pt x="2206" y="2190"/>
                    </a:lnTo>
                    <a:lnTo>
                      <a:pt x="934" y="2190"/>
                    </a:lnTo>
                    <a:close/>
                    <a:moveTo>
                      <a:pt x="1522" y="467"/>
                    </a:moveTo>
                    <a:lnTo>
                      <a:pt x="1646" y="592"/>
                    </a:lnTo>
                    <a:lnTo>
                      <a:pt x="1892" y="379"/>
                    </a:lnTo>
                    <a:lnTo>
                      <a:pt x="1892" y="254"/>
                    </a:lnTo>
                    <a:lnTo>
                      <a:pt x="1332" y="254"/>
                    </a:lnTo>
                    <a:lnTo>
                      <a:pt x="1253" y="467"/>
                    </a:lnTo>
                    <a:lnTo>
                      <a:pt x="1522" y="467"/>
                    </a:lnTo>
                    <a:close/>
                    <a:moveTo>
                      <a:pt x="1277" y="1478"/>
                    </a:moveTo>
                    <a:lnTo>
                      <a:pt x="1277" y="2014"/>
                    </a:lnTo>
                    <a:lnTo>
                      <a:pt x="1864" y="2014"/>
                    </a:lnTo>
                    <a:lnTo>
                      <a:pt x="1864" y="1478"/>
                    </a:lnTo>
                    <a:lnTo>
                      <a:pt x="1277" y="1478"/>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9" name="Freeform 17"/>
              <p:cNvSpPr>
                <a:spLocks noChangeArrowheads="1"/>
              </p:cNvSpPr>
              <p:nvPr/>
            </p:nvSpPr>
            <p:spPr bwMode="auto">
              <a:xfrm>
                <a:off x="3982528" y="697395"/>
                <a:ext cx="362437" cy="363166"/>
              </a:xfrm>
              <a:custGeom>
                <a:avLst/>
                <a:gdLst>
                  <a:gd name="T0" fmla="*/ 1244 w 2193"/>
                  <a:gd name="T1" fmla="*/ 1012 h 2195"/>
                  <a:gd name="T2" fmla="*/ 934 w 2193"/>
                  <a:gd name="T3" fmla="*/ 1589 h 2195"/>
                  <a:gd name="T4" fmla="*/ 1249 w 2193"/>
                  <a:gd name="T5" fmla="*/ 1764 h 2195"/>
                  <a:gd name="T6" fmla="*/ 925 w 2193"/>
                  <a:gd name="T7" fmla="*/ 2194 h 2195"/>
                  <a:gd name="T8" fmla="*/ 439 w 2193"/>
                  <a:gd name="T9" fmla="*/ 2032 h 2195"/>
                  <a:gd name="T10" fmla="*/ 597 w 2193"/>
                  <a:gd name="T11" fmla="*/ 1764 h 2195"/>
                  <a:gd name="T12" fmla="*/ 65 w 2193"/>
                  <a:gd name="T13" fmla="*/ 1589 h 2195"/>
                  <a:gd name="T14" fmla="*/ 856 w 2193"/>
                  <a:gd name="T15" fmla="*/ 1187 h 2195"/>
                  <a:gd name="T16" fmla="*/ 292 w 2193"/>
                  <a:gd name="T17" fmla="*/ 1455 h 2195"/>
                  <a:gd name="T18" fmla="*/ 167 w 2193"/>
                  <a:gd name="T19" fmla="*/ 1187 h 2195"/>
                  <a:gd name="T20" fmla="*/ 65 w 2193"/>
                  <a:gd name="T21" fmla="*/ 1012 h 2195"/>
                  <a:gd name="T22" fmla="*/ 361 w 2193"/>
                  <a:gd name="T23" fmla="*/ 809 h 2195"/>
                  <a:gd name="T24" fmla="*/ 56 w 2193"/>
                  <a:gd name="T25" fmla="*/ 628 h 2195"/>
                  <a:gd name="T26" fmla="*/ 366 w 2193"/>
                  <a:gd name="T27" fmla="*/ 319 h 2195"/>
                  <a:gd name="T28" fmla="*/ 125 w 2193"/>
                  <a:gd name="T29" fmla="*/ 148 h 2195"/>
                  <a:gd name="T30" fmla="*/ 366 w 2193"/>
                  <a:gd name="T31" fmla="*/ 0 h 2195"/>
                  <a:gd name="T32" fmla="*/ 680 w 2193"/>
                  <a:gd name="T33" fmla="*/ 148 h 2195"/>
                  <a:gd name="T34" fmla="*/ 934 w 2193"/>
                  <a:gd name="T35" fmla="*/ 319 h 2195"/>
                  <a:gd name="T36" fmla="*/ 680 w 2193"/>
                  <a:gd name="T37" fmla="*/ 628 h 2195"/>
                  <a:gd name="T38" fmla="*/ 1022 w 2193"/>
                  <a:gd name="T39" fmla="*/ 64 h 2195"/>
                  <a:gd name="T40" fmla="*/ 1115 w 2193"/>
                  <a:gd name="T41" fmla="*/ 628 h 2195"/>
                  <a:gd name="T42" fmla="*/ 1244 w 2193"/>
                  <a:gd name="T43" fmla="*/ 809 h 2195"/>
                  <a:gd name="T44" fmla="*/ 546 w 2193"/>
                  <a:gd name="T45" fmla="*/ 1012 h 2195"/>
                  <a:gd name="T46" fmla="*/ 1683 w 2193"/>
                  <a:gd name="T47" fmla="*/ 0 h 2195"/>
                  <a:gd name="T48" fmla="*/ 2183 w 2193"/>
                  <a:gd name="T49" fmla="*/ 115 h 2195"/>
                  <a:gd name="T50" fmla="*/ 2113 w 2193"/>
                  <a:gd name="T51" fmla="*/ 291 h 2195"/>
                  <a:gd name="T52" fmla="*/ 1868 w 2193"/>
                  <a:gd name="T53" fmla="*/ 1427 h 2195"/>
                  <a:gd name="T54" fmla="*/ 1836 w 2193"/>
                  <a:gd name="T55" fmla="*/ 2194 h 2195"/>
                  <a:gd name="T56" fmla="*/ 1535 w 2193"/>
                  <a:gd name="T57" fmla="*/ 2194 h 2195"/>
                  <a:gd name="T58" fmla="*/ 1489 w 2193"/>
                  <a:gd name="T59" fmla="*/ 1445 h 2195"/>
                  <a:gd name="T60" fmla="*/ 1632 w 2193"/>
                  <a:gd name="T61" fmla="*/ 1104 h 2195"/>
                  <a:gd name="T62" fmla="*/ 1771 w 2193"/>
                  <a:gd name="T63" fmla="*/ 291 h 2195"/>
                  <a:gd name="T64" fmla="*/ 1614 w 2193"/>
                  <a:gd name="T65" fmla="*/ 975 h 2195"/>
                  <a:gd name="T66" fmla="*/ 1360 w 2193"/>
                  <a:gd name="T67"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3" h="2195">
                    <a:moveTo>
                      <a:pt x="546" y="1012"/>
                    </a:moveTo>
                    <a:lnTo>
                      <a:pt x="1244" y="1012"/>
                    </a:lnTo>
                    <a:lnTo>
                      <a:pt x="1244" y="1187"/>
                    </a:lnTo>
                    <a:lnTo>
                      <a:pt x="934" y="1589"/>
                    </a:lnTo>
                    <a:lnTo>
                      <a:pt x="1249" y="1589"/>
                    </a:lnTo>
                    <a:lnTo>
                      <a:pt x="1249" y="1764"/>
                    </a:lnTo>
                    <a:lnTo>
                      <a:pt x="925" y="1764"/>
                    </a:lnTo>
                    <a:lnTo>
                      <a:pt x="925" y="2194"/>
                    </a:lnTo>
                    <a:lnTo>
                      <a:pt x="439" y="2194"/>
                    </a:lnTo>
                    <a:lnTo>
                      <a:pt x="439" y="2032"/>
                    </a:lnTo>
                    <a:lnTo>
                      <a:pt x="597" y="2032"/>
                    </a:lnTo>
                    <a:lnTo>
                      <a:pt x="597" y="1764"/>
                    </a:lnTo>
                    <a:lnTo>
                      <a:pt x="65" y="1764"/>
                    </a:lnTo>
                    <a:lnTo>
                      <a:pt x="65" y="1589"/>
                    </a:lnTo>
                    <a:lnTo>
                      <a:pt x="537" y="1589"/>
                    </a:lnTo>
                    <a:lnTo>
                      <a:pt x="856" y="1187"/>
                    </a:lnTo>
                    <a:lnTo>
                      <a:pt x="453" y="1187"/>
                    </a:lnTo>
                    <a:lnTo>
                      <a:pt x="292" y="1455"/>
                    </a:lnTo>
                    <a:lnTo>
                      <a:pt x="0" y="1455"/>
                    </a:lnTo>
                    <a:lnTo>
                      <a:pt x="167" y="1187"/>
                    </a:lnTo>
                    <a:lnTo>
                      <a:pt x="65" y="1187"/>
                    </a:lnTo>
                    <a:lnTo>
                      <a:pt x="65" y="1012"/>
                    </a:lnTo>
                    <a:lnTo>
                      <a:pt x="255" y="1012"/>
                    </a:lnTo>
                    <a:lnTo>
                      <a:pt x="361" y="809"/>
                    </a:lnTo>
                    <a:lnTo>
                      <a:pt x="56" y="809"/>
                    </a:lnTo>
                    <a:lnTo>
                      <a:pt x="56" y="628"/>
                    </a:lnTo>
                    <a:lnTo>
                      <a:pt x="366" y="628"/>
                    </a:lnTo>
                    <a:lnTo>
                      <a:pt x="366" y="319"/>
                    </a:lnTo>
                    <a:lnTo>
                      <a:pt x="125" y="319"/>
                    </a:lnTo>
                    <a:lnTo>
                      <a:pt x="125" y="148"/>
                    </a:lnTo>
                    <a:lnTo>
                      <a:pt x="366" y="148"/>
                    </a:lnTo>
                    <a:lnTo>
                      <a:pt x="366" y="0"/>
                    </a:lnTo>
                    <a:lnTo>
                      <a:pt x="680" y="0"/>
                    </a:lnTo>
                    <a:lnTo>
                      <a:pt x="680" y="148"/>
                    </a:lnTo>
                    <a:lnTo>
                      <a:pt x="934" y="148"/>
                    </a:lnTo>
                    <a:lnTo>
                      <a:pt x="934" y="319"/>
                    </a:lnTo>
                    <a:lnTo>
                      <a:pt x="680" y="319"/>
                    </a:lnTo>
                    <a:lnTo>
                      <a:pt x="680" y="628"/>
                    </a:lnTo>
                    <a:lnTo>
                      <a:pt x="846" y="628"/>
                    </a:lnTo>
                    <a:lnTo>
                      <a:pt x="1022" y="64"/>
                    </a:lnTo>
                    <a:lnTo>
                      <a:pt x="1272" y="64"/>
                    </a:lnTo>
                    <a:lnTo>
                      <a:pt x="1115" y="628"/>
                    </a:lnTo>
                    <a:lnTo>
                      <a:pt x="1244" y="628"/>
                    </a:lnTo>
                    <a:lnTo>
                      <a:pt x="1244" y="809"/>
                    </a:lnTo>
                    <a:lnTo>
                      <a:pt x="652" y="809"/>
                    </a:lnTo>
                    <a:lnTo>
                      <a:pt x="546" y="1012"/>
                    </a:lnTo>
                    <a:close/>
                    <a:moveTo>
                      <a:pt x="1360" y="0"/>
                    </a:moveTo>
                    <a:lnTo>
                      <a:pt x="1683" y="0"/>
                    </a:lnTo>
                    <a:lnTo>
                      <a:pt x="1679" y="115"/>
                    </a:lnTo>
                    <a:lnTo>
                      <a:pt x="2183" y="115"/>
                    </a:lnTo>
                    <a:lnTo>
                      <a:pt x="2183" y="291"/>
                    </a:lnTo>
                    <a:lnTo>
                      <a:pt x="2113" y="291"/>
                    </a:lnTo>
                    <a:lnTo>
                      <a:pt x="2113" y="739"/>
                    </a:lnTo>
                    <a:lnTo>
                      <a:pt x="1868" y="1427"/>
                    </a:lnTo>
                    <a:lnTo>
                      <a:pt x="2192" y="2194"/>
                    </a:lnTo>
                    <a:lnTo>
                      <a:pt x="1836" y="2194"/>
                    </a:lnTo>
                    <a:lnTo>
                      <a:pt x="1683" y="1834"/>
                    </a:lnTo>
                    <a:lnTo>
                      <a:pt x="1535" y="2194"/>
                    </a:lnTo>
                    <a:lnTo>
                      <a:pt x="1175" y="2194"/>
                    </a:lnTo>
                    <a:lnTo>
                      <a:pt x="1489" y="1445"/>
                    </a:lnTo>
                    <a:lnTo>
                      <a:pt x="1355" y="1104"/>
                    </a:lnTo>
                    <a:lnTo>
                      <a:pt x="1632" y="1104"/>
                    </a:lnTo>
                    <a:lnTo>
                      <a:pt x="1771" y="698"/>
                    </a:lnTo>
                    <a:lnTo>
                      <a:pt x="1771" y="291"/>
                    </a:lnTo>
                    <a:lnTo>
                      <a:pt x="1669" y="291"/>
                    </a:lnTo>
                    <a:lnTo>
                      <a:pt x="1614" y="975"/>
                    </a:lnTo>
                    <a:lnTo>
                      <a:pt x="1281" y="975"/>
                    </a:lnTo>
                    <a:lnTo>
                      <a:pt x="1360" y="0"/>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0" name="Freeform 18"/>
              <p:cNvSpPr>
                <a:spLocks noChangeArrowheads="1"/>
              </p:cNvSpPr>
              <p:nvPr/>
            </p:nvSpPr>
            <p:spPr bwMode="auto">
              <a:xfrm>
                <a:off x="4374864" y="702500"/>
                <a:ext cx="369000" cy="355874"/>
              </a:xfrm>
              <a:custGeom>
                <a:avLst/>
                <a:gdLst>
                  <a:gd name="T0" fmla="*/ 1447 w 2230"/>
                  <a:gd name="T1" fmla="*/ 1118 h 2150"/>
                  <a:gd name="T2" fmla="*/ 2229 w 2230"/>
                  <a:gd name="T3" fmla="*/ 1405 h 2150"/>
                  <a:gd name="T4" fmla="*/ 1545 w 2230"/>
                  <a:gd name="T5" fmla="*/ 1405 h 2150"/>
                  <a:gd name="T6" fmla="*/ 1078 w 2230"/>
                  <a:gd name="T7" fmla="*/ 1252 h 2150"/>
                  <a:gd name="T8" fmla="*/ 652 w 2230"/>
                  <a:gd name="T9" fmla="*/ 1405 h 2150"/>
                  <a:gd name="T10" fmla="*/ 0 w 2230"/>
                  <a:gd name="T11" fmla="*/ 1405 h 2150"/>
                  <a:gd name="T12" fmla="*/ 726 w 2230"/>
                  <a:gd name="T13" fmla="*/ 1137 h 2150"/>
                  <a:gd name="T14" fmla="*/ 222 w 2230"/>
                  <a:gd name="T15" fmla="*/ 976 h 2150"/>
                  <a:gd name="T16" fmla="*/ 361 w 2230"/>
                  <a:gd name="T17" fmla="*/ 745 h 2150"/>
                  <a:gd name="T18" fmla="*/ 88 w 2230"/>
                  <a:gd name="T19" fmla="*/ 745 h 2150"/>
                  <a:gd name="T20" fmla="*/ 88 w 2230"/>
                  <a:gd name="T21" fmla="*/ 583 h 2150"/>
                  <a:gd name="T22" fmla="*/ 467 w 2230"/>
                  <a:gd name="T23" fmla="*/ 583 h 2150"/>
                  <a:gd name="T24" fmla="*/ 550 w 2230"/>
                  <a:gd name="T25" fmla="*/ 444 h 2150"/>
                  <a:gd name="T26" fmla="*/ 902 w 2230"/>
                  <a:gd name="T27" fmla="*/ 444 h 2150"/>
                  <a:gd name="T28" fmla="*/ 823 w 2230"/>
                  <a:gd name="T29" fmla="*/ 583 h 2150"/>
                  <a:gd name="T30" fmla="*/ 2146 w 2230"/>
                  <a:gd name="T31" fmla="*/ 583 h 2150"/>
                  <a:gd name="T32" fmla="*/ 2146 w 2230"/>
                  <a:gd name="T33" fmla="*/ 745 h 2150"/>
                  <a:gd name="T34" fmla="*/ 1910 w 2230"/>
                  <a:gd name="T35" fmla="*/ 745 h 2150"/>
                  <a:gd name="T36" fmla="*/ 1910 w 2230"/>
                  <a:gd name="T37" fmla="*/ 957 h 2150"/>
                  <a:gd name="T38" fmla="*/ 1447 w 2230"/>
                  <a:gd name="T39" fmla="*/ 1118 h 2150"/>
                  <a:gd name="T40" fmla="*/ 56 w 2230"/>
                  <a:gd name="T41" fmla="*/ 2126 h 2150"/>
                  <a:gd name="T42" fmla="*/ 426 w 2230"/>
                  <a:gd name="T43" fmla="*/ 1733 h 2150"/>
                  <a:gd name="T44" fmla="*/ 819 w 2230"/>
                  <a:gd name="T45" fmla="*/ 1733 h 2150"/>
                  <a:gd name="T46" fmla="*/ 463 w 2230"/>
                  <a:gd name="T47" fmla="*/ 2126 h 2150"/>
                  <a:gd name="T48" fmla="*/ 56 w 2230"/>
                  <a:gd name="T49" fmla="*/ 2126 h 2150"/>
                  <a:gd name="T50" fmla="*/ 1817 w 2230"/>
                  <a:gd name="T51" fmla="*/ 490 h 2150"/>
                  <a:gd name="T52" fmla="*/ 1817 w 2230"/>
                  <a:gd name="T53" fmla="*/ 292 h 2150"/>
                  <a:gd name="T54" fmla="*/ 412 w 2230"/>
                  <a:gd name="T55" fmla="*/ 292 h 2150"/>
                  <a:gd name="T56" fmla="*/ 412 w 2230"/>
                  <a:gd name="T57" fmla="*/ 490 h 2150"/>
                  <a:gd name="T58" fmla="*/ 88 w 2230"/>
                  <a:gd name="T59" fmla="*/ 490 h 2150"/>
                  <a:gd name="T60" fmla="*/ 88 w 2230"/>
                  <a:gd name="T61" fmla="*/ 121 h 2150"/>
                  <a:gd name="T62" fmla="*/ 925 w 2230"/>
                  <a:gd name="T63" fmla="*/ 121 h 2150"/>
                  <a:gd name="T64" fmla="*/ 925 w 2230"/>
                  <a:gd name="T65" fmla="*/ 0 h 2150"/>
                  <a:gd name="T66" fmla="*/ 1290 w 2230"/>
                  <a:gd name="T67" fmla="*/ 0 h 2150"/>
                  <a:gd name="T68" fmla="*/ 1290 w 2230"/>
                  <a:gd name="T69" fmla="*/ 121 h 2150"/>
                  <a:gd name="T70" fmla="*/ 2146 w 2230"/>
                  <a:gd name="T71" fmla="*/ 121 h 2150"/>
                  <a:gd name="T72" fmla="*/ 2146 w 2230"/>
                  <a:gd name="T73" fmla="*/ 490 h 2150"/>
                  <a:gd name="T74" fmla="*/ 1817 w 2230"/>
                  <a:gd name="T75" fmla="*/ 490 h 2150"/>
                  <a:gd name="T76" fmla="*/ 1281 w 2230"/>
                  <a:gd name="T77" fmla="*/ 1368 h 2150"/>
                  <a:gd name="T78" fmla="*/ 1281 w 2230"/>
                  <a:gd name="T79" fmla="*/ 1497 h 2150"/>
                  <a:gd name="T80" fmla="*/ 2146 w 2230"/>
                  <a:gd name="T81" fmla="*/ 1497 h 2150"/>
                  <a:gd name="T82" fmla="*/ 2146 w 2230"/>
                  <a:gd name="T83" fmla="*/ 1668 h 2150"/>
                  <a:gd name="T84" fmla="*/ 1281 w 2230"/>
                  <a:gd name="T85" fmla="*/ 1668 h 2150"/>
                  <a:gd name="T86" fmla="*/ 1281 w 2230"/>
                  <a:gd name="T87" fmla="*/ 2149 h 2150"/>
                  <a:gd name="T88" fmla="*/ 944 w 2230"/>
                  <a:gd name="T89" fmla="*/ 2149 h 2150"/>
                  <a:gd name="T90" fmla="*/ 944 w 2230"/>
                  <a:gd name="T91" fmla="*/ 1668 h 2150"/>
                  <a:gd name="T92" fmla="*/ 88 w 2230"/>
                  <a:gd name="T93" fmla="*/ 1668 h 2150"/>
                  <a:gd name="T94" fmla="*/ 88 w 2230"/>
                  <a:gd name="T95" fmla="*/ 1497 h 2150"/>
                  <a:gd name="T96" fmla="*/ 944 w 2230"/>
                  <a:gd name="T97" fmla="*/ 1497 h 2150"/>
                  <a:gd name="T98" fmla="*/ 944 w 2230"/>
                  <a:gd name="T99" fmla="*/ 1368 h 2150"/>
                  <a:gd name="T100" fmla="*/ 1281 w 2230"/>
                  <a:gd name="T101" fmla="*/ 1368 h 2150"/>
                  <a:gd name="T102" fmla="*/ 1115 w 2230"/>
                  <a:gd name="T103" fmla="*/ 999 h 2150"/>
                  <a:gd name="T104" fmla="*/ 1568 w 2230"/>
                  <a:gd name="T105" fmla="*/ 832 h 2150"/>
                  <a:gd name="T106" fmla="*/ 1568 w 2230"/>
                  <a:gd name="T107" fmla="*/ 745 h 2150"/>
                  <a:gd name="T108" fmla="*/ 726 w 2230"/>
                  <a:gd name="T109" fmla="*/ 745 h 2150"/>
                  <a:gd name="T110" fmla="*/ 675 w 2230"/>
                  <a:gd name="T111" fmla="*/ 837 h 2150"/>
                  <a:gd name="T112" fmla="*/ 1115 w 2230"/>
                  <a:gd name="T113" fmla="*/ 999 h 2150"/>
                  <a:gd name="T114" fmla="*/ 2192 w 2230"/>
                  <a:gd name="T115" fmla="*/ 2126 h 2150"/>
                  <a:gd name="T116" fmla="*/ 1776 w 2230"/>
                  <a:gd name="T117" fmla="*/ 2126 h 2150"/>
                  <a:gd name="T118" fmla="*/ 1420 w 2230"/>
                  <a:gd name="T119" fmla="*/ 1733 h 2150"/>
                  <a:gd name="T120" fmla="*/ 1827 w 2230"/>
                  <a:gd name="T121" fmla="*/ 1733 h 2150"/>
                  <a:gd name="T122" fmla="*/ 2192 w 2230"/>
                  <a:gd name="T123" fmla="*/ 2126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0" h="2150">
                    <a:moveTo>
                      <a:pt x="1447" y="1118"/>
                    </a:moveTo>
                    <a:lnTo>
                      <a:pt x="2229" y="1405"/>
                    </a:lnTo>
                    <a:lnTo>
                      <a:pt x="1545" y="1405"/>
                    </a:lnTo>
                    <a:lnTo>
                      <a:pt x="1078" y="1252"/>
                    </a:lnTo>
                    <a:lnTo>
                      <a:pt x="652" y="1405"/>
                    </a:lnTo>
                    <a:lnTo>
                      <a:pt x="0" y="1405"/>
                    </a:lnTo>
                    <a:lnTo>
                      <a:pt x="726" y="1137"/>
                    </a:lnTo>
                    <a:lnTo>
                      <a:pt x="222" y="976"/>
                    </a:lnTo>
                    <a:lnTo>
                      <a:pt x="361" y="745"/>
                    </a:lnTo>
                    <a:lnTo>
                      <a:pt x="88" y="745"/>
                    </a:lnTo>
                    <a:lnTo>
                      <a:pt x="88" y="583"/>
                    </a:lnTo>
                    <a:lnTo>
                      <a:pt x="467" y="583"/>
                    </a:lnTo>
                    <a:lnTo>
                      <a:pt x="550" y="444"/>
                    </a:lnTo>
                    <a:lnTo>
                      <a:pt x="902" y="444"/>
                    </a:lnTo>
                    <a:lnTo>
                      <a:pt x="823" y="583"/>
                    </a:lnTo>
                    <a:lnTo>
                      <a:pt x="2146" y="583"/>
                    </a:lnTo>
                    <a:lnTo>
                      <a:pt x="2146" y="745"/>
                    </a:lnTo>
                    <a:lnTo>
                      <a:pt x="1910" y="745"/>
                    </a:lnTo>
                    <a:lnTo>
                      <a:pt x="1910" y="957"/>
                    </a:lnTo>
                    <a:lnTo>
                      <a:pt x="1447" y="1118"/>
                    </a:lnTo>
                    <a:close/>
                    <a:moveTo>
                      <a:pt x="56" y="2126"/>
                    </a:moveTo>
                    <a:lnTo>
                      <a:pt x="426" y="1733"/>
                    </a:lnTo>
                    <a:lnTo>
                      <a:pt x="819" y="1733"/>
                    </a:lnTo>
                    <a:lnTo>
                      <a:pt x="463" y="2126"/>
                    </a:lnTo>
                    <a:lnTo>
                      <a:pt x="56" y="2126"/>
                    </a:lnTo>
                    <a:close/>
                    <a:moveTo>
                      <a:pt x="1817" y="490"/>
                    </a:moveTo>
                    <a:lnTo>
                      <a:pt x="1817" y="292"/>
                    </a:lnTo>
                    <a:lnTo>
                      <a:pt x="412" y="292"/>
                    </a:lnTo>
                    <a:lnTo>
                      <a:pt x="412" y="490"/>
                    </a:lnTo>
                    <a:lnTo>
                      <a:pt x="88" y="490"/>
                    </a:lnTo>
                    <a:lnTo>
                      <a:pt x="88" y="121"/>
                    </a:lnTo>
                    <a:lnTo>
                      <a:pt x="925" y="121"/>
                    </a:lnTo>
                    <a:lnTo>
                      <a:pt x="925" y="0"/>
                    </a:lnTo>
                    <a:lnTo>
                      <a:pt x="1290" y="0"/>
                    </a:lnTo>
                    <a:lnTo>
                      <a:pt x="1290" y="121"/>
                    </a:lnTo>
                    <a:lnTo>
                      <a:pt x="2146" y="121"/>
                    </a:lnTo>
                    <a:lnTo>
                      <a:pt x="2146" y="490"/>
                    </a:lnTo>
                    <a:lnTo>
                      <a:pt x="1817" y="490"/>
                    </a:lnTo>
                    <a:close/>
                    <a:moveTo>
                      <a:pt x="1281" y="1368"/>
                    </a:moveTo>
                    <a:lnTo>
                      <a:pt x="1281" y="1497"/>
                    </a:lnTo>
                    <a:lnTo>
                      <a:pt x="2146" y="1497"/>
                    </a:lnTo>
                    <a:lnTo>
                      <a:pt x="2146" y="1668"/>
                    </a:lnTo>
                    <a:lnTo>
                      <a:pt x="1281" y="1668"/>
                    </a:lnTo>
                    <a:lnTo>
                      <a:pt x="1281" y="2149"/>
                    </a:lnTo>
                    <a:lnTo>
                      <a:pt x="944" y="2149"/>
                    </a:lnTo>
                    <a:lnTo>
                      <a:pt x="944" y="1668"/>
                    </a:lnTo>
                    <a:lnTo>
                      <a:pt x="88" y="1668"/>
                    </a:lnTo>
                    <a:lnTo>
                      <a:pt x="88" y="1497"/>
                    </a:lnTo>
                    <a:lnTo>
                      <a:pt x="944" y="1497"/>
                    </a:lnTo>
                    <a:lnTo>
                      <a:pt x="944" y="1368"/>
                    </a:lnTo>
                    <a:lnTo>
                      <a:pt x="1281" y="1368"/>
                    </a:lnTo>
                    <a:close/>
                    <a:moveTo>
                      <a:pt x="1115" y="999"/>
                    </a:moveTo>
                    <a:lnTo>
                      <a:pt x="1568" y="832"/>
                    </a:lnTo>
                    <a:lnTo>
                      <a:pt x="1568" y="745"/>
                    </a:lnTo>
                    <a:lnTo>
                      <a:pt x="726" y="745"/>
                    </a:lnTo>
                    <a:lnTo>
                      <a:pt x="675" y="837"/>
                    </a:lnTo>
                    <a:lnTo>
                      <a:pt x="1115" y="999"/>
                    </a:lnTo>
                    <a:close/>
                    <a:moveTo>
                      <a:pt x="2192" y="2126"/>
                    </a:moveTo>
                    <a:lnTo>
                      <a:pt x="1776" y="2126"/>
                    </a:lnTo>
                    <a:lnTo>
                      <a:pt x="1420" y="1733"/>
                    </a:lnTo>
                    <a:lnTo>
                      <a:pt x="1827" y="1733"/>
                    </a:lnTo>
                    <a:lnTo>
                      <a:pt x="2192" y="212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1" name="Freeform 19"/>
              <p:cNvSpPr>
                <a:spLocks noChangeArrowheads="1"/>
              </p:cNvSpPr>
              <p:nvPr/>
            </p:nvSpPr>
            <p:spPr bwMode="auto">
              <a:xfrm>
                <a:off x="4758449" y="696666"/>
                <a:ext cx="376293" cy="364625"/>
              </a:xfrm>
              <a:custGeom>
                <a:avLst/>
                <a:gdLst>
                  <a:gd name="T0" fmla="*/ 615 w 2276"/>
                  <a:gd name="T1" fmla="*/ 943 h 2205"/>
                  <a:gd name="T2" fmla="*/ 897 w 2276"/>
                  <a:gd name="T3" fmla="*/ 1145 h 2205"/>
                  <a:gd name="T4" fmla="*/ 897 w 2276"/>
                  <a:gd name="T5" fmla="*/ 1548 h 2205"/>
                  <a:gd name="T6" fmla="*/ 583 w 2276"/>
                  <a:gd name="T7" fmla="*/ 1330 h 2205"/>
                  <a:gd name="T8" fmla="*/ 583 w 2276"/>
                  <a:gd name="T9" fmla="*/ 2204 h 2205"/>
                  <a:gd name="T10" fmla="*/ 241 w 2276"/>
                  <a:gd name="T11" fmla="*/ 2204 h 2205"/>
                  <a:gd name="T12" fmla="*/ 241 w 2276"/>
                  <a:gd name="T13" fmla="*/ 1478 h 2205"/>
                  <a:gd name="T14" fmla="*/ 0 w 2276"/>
                  <a:gd name="T15" fmla="*/ 1478 h 2205"/>
                  <a:gd name="T16" fmla="*/ 435 w 2276"/>
                  <a:gd name="T17" fmla="*/ 439 h 2205"/>
                  <a:gd name="T18" fmla="*/ 93 w 2276"/>
                  <a:gd name="T19" fmla="*/ 439 h 2205"/>
                  <a:gd name="T20" fmla="*/ 93 w 2276"/>
                  <a:gd name="T21" fmla="*/ 264 h 2205"/>
                  <a:gd name="T22" fmla="*/ 306 w 2276"/>
                  <a:gd name="T23" fmla="*/ 264 h 2205"/>
                  <a:gd name="T24" fmla="*/ 306 w 2276"/>
                  <a:gd name="T25" fmla="*/ 0 h 2205"/>
                  <a:gd name="T26" fmla="*/ 680 w 2276"/>
                  <a:gd name="T27" fmla="*/ 0 h 2205"/>
                  <a:gd name="T28" fmla="*/ 680 w 2276"/>
                  <a:gd name="T29" fmla="*/ 264 h 2205"/>
                  <a:gd name="T30" fmla="*/ 819 w 2276"/>
                  <a:gd name="T31" fmla="*/ 264 h 2205"/>
                  <a:gd name="T32" fmla="*/ 819 w 2276"/>
                  <a:gd name="T33" fmla="*/ 439 h 2205"/>
                  <a:gd name="T34" fmla="*/ 615 w 2276"/>
                  <a:gd name="T35" fmla="*/ 943 h 2205"/>
                  <a:gd name="T36" fmla="*/ 888 w 2276"/>
                  <a:gd name="T37" fmla="*/ 726 h 2205"/>
                  <a:gd name="T38" fmla="*/ 888 w 2276"/>
                  <a:gd name="T39" fmla="*/ 550 h 2205"/>
                  <a:gd name="T40" fmla="*/ 1360 w 2276"/>
                  <a:gd name="T41" fmla="*/ 550 h 2205"/>
                  <a:gd name="T42" fmla="*/ 1360 w 2276"/>
                  <a:gd name="T43" fmla="*/ 0 h 2205"/>
                  <a:gd name="T44" fmla="*/ 1702 w 2276"/>
                  <a:gd name="T45" fmla="*/ 0 h 2205"/>
                  <a:gd name="T46" fmla="*/ 1702 w 2276"/>
                  <a:gd name="T47" fmla="*/ 550 h 2205"/>
                  <a:gd name="T48" fmla="*/ 2178 w 2276"/>
                  <a:gd name="T49" fmla="*/ 550 h 2205"/>
                  <a:gd name="T50" fmla="*/ 2178 w 2276"/>
                  <a:gd name="T51" fmla="*/ 726 h 2205"/>
                  <a:gd name="T52" fmla="*/ 1702 w 2276"/>
                  <a:gd name="T53" fmla="*/ 726 h 2205"/>
                  <a:gd name="T54" fmla="*/ 1702 w 2276"/>
                  <a:gd name="T55" fmla="*/ 1996 h 2205"/>
                  <a:gd name="T56" fmla="*/ 2275 w 2276"/>
                  <a:gd name="T57" fmla="*/ 1996 h 2205"/>
                  <a:gd name="T58" fmla="*/ 2275 w 2276"/>
                  <a:gd name="T59" fmla="*/ 2172 h 2205"/>
                  <a:gd name="T60" fmla="*/ 763 w 2276"/>
                  <a:gd name="T61" fmla="*/ 2172 h 2205"/>
                  <a:gd name="T62" fmla="*/ 763 w 2276"/>
                  <a:gd name="T63" fmla="*/ 1996 h 2205"/>
                  <a:gd name="T64" fmla="*/ 1360 w 2276"/>
                  <a:gd name="T65" fmla="*/ 1996 h 2205"/>
                  <a:gd name="T66" fmla="*/ 1360 w 2276"/>
                  <a:gd name="T67" fmla="*/ 726 h 2205"/>
                  <a:gd name="T68" fmla="*/ 888 w 2276"/>
                  <a:gd name="T69" fmla="*/ 726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6" h="2205">
                    <a:moveTo>
                      <a:pt x="615" y="943"/>
                    </a:moveTo>
                    <a:lnTo>
                      <a:pt x="897" y="1145"/>
                    </a:lnTo>
                    <a:lnTo>
                      <a:pt x="897" y="1548"/>
                    </a:lnTo>
                    <a:lnTo>
                      <a:pt x="583" y="1330"/>
                    </a:lnTo>
                    <a:lnTo>
                      <a:pt x="583" y="2204"/>
                    </a:lnTo>
                    <a:lnTo>
                      <a:pt x="241" y="2204"/>
                    </a:lnTo>
                    <a:lnTo>
                      <a:pt x="241" y="1478"/>
                    </a:lnTo>
                    <a:lnTo>
                      <a:pt x="0" y="1478"/>
                    </a:lnTo>
                    <a:lnTo>
                      <a:pt x="435" y="439"/>
                    </a:lnTo>
                    <a:lnTo>
                      <a:pt x="93" y="439"/>
                    </a:lnTo>
                    <a:lnTo>
                      <a:pt x="93" y="264"/>
                    </a:lnTo>
                    <a:lnTo>
                      <a:pt x="306" y="264"/>
                    </a:lnTo>
                    <a:lnTo>
                      <a:pt x="306" y="0"/>
                    </a:lnTo>
                    <a:lnTo>
                      <a:pt x="680" y="0"/>
                    </a:lnTo>
                    <a:lnTo>
                      <a:pt x="680" y="264"/>
                    </a:lnTo>
                    <a:lnTo>
                      <a:pt x="819" y="264"/>
                    </a:lnTo>
                    <a:lnTo>
                      <a:pt x="819" y="439"/>
                    </a:lnTo>
                    <a:lnTo>
                      <a:pt x="615" y="943"/>
                    </a:lnTo>
                    <a:close/>
                    <a:moveTo>
                      <a:pt x="888" y="726"/>
                    </a:moveTo>
                    <a:lnTo>
                      <a:pt x="888" y="550"/>
                    </a:lnTo>
                    <a:lnTo>
                      <a:pt x="1360" y="550"/>
                    </a:lnTo>
                    <a:lnTo>
                      <a:pt x="1360" y="0"/>
                    </a:lnTo>
                    <a:lnTo>
                      <a:pt x="1702" y="0"/>
                    </a:lnTo>
                    <a:lnTo>
                      <a:pt x="1702" y="550"/>
                    </a:lnTo>
                    <a:lnTo>
                      <a:pt x="2178" y="550"/>
                    </a:lnTo>
                    <a:lnTo>
                      <a:pt x="2178" y="726"/>
                    </a:lnTo>
                    <a:lnTo>
                      <a:pt x="1702" y="726"/>
                    </a:lnTo>
                    <a:lnTo>
                      <a:pt x="1702" y="1996"/>
                    </a:lnTo>
                    <a:lnTo>
                      <a:pt x="2275" y="1996"/>
                    </a:lnTo>
                    <a:lnTo>
                      <a:pt x="2275" y="2172"/>
                    </a:lnTo>
                    <a:lnTo>
                      <a:pt x="763" y="2172"/>
                    </a:lnTo>
                    <a:lnTo>
                      <a:pt x="763" y="1996"/>
                    </a:lnTo>
                    <a:lnTo>
                      <a:pt x="1360" y="1996"/>
                    </a:lnTo>
                    <a:lnTo>
                      <a:pt x="1360" y="726"/>
                    </a:lnTo>
                    <a:lnTo>
                      <a:pt x="888" y="72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2" name="Freeform 20"/>
              <p:cNvSpPr>
                <a:spLocks noChangeArrowheads="1"/>
              </p:cNvSpPr>
              <p:nvPr/>
            </p:nvSpPr>
            <p:spPr bwMode="auto">
              <a:xfrm>
                <a:off x="5179226" y="705417"/>
                <a:ext cx="328891" cy="352227"/>
              </a:xfrm>
              <a:custGeom>
                <a:avLst/>
                <a:gdLst>
                  <a:gd name="T0" fmla="*/ 1979 w 1990"/>
                  <a:gd name="T1" fmla="*/ 176 h 2131"/>
                  <a:gd name="T2" fmla="*/ 343 w 1990"/>
                  <a:gd name="T3" fmla="*/ 176 h 2131"/>
                  <a:gd name="T4" fmla="*/ 343 w 1990"/>
                  <a:gd name="T5" fmla="*/ 1954 h 2131"/>
                  <a:gd name="T6" fmla="*/ 1989 w 1990"/>
                  <a:gd name="T7" fmla="*/ 1954 h 2131"/>
                  <a:gd name="T8" fmla="*/ 1989 w 1990"/>
                  <a:gd name="T9" fmla="*/ 2130 h 2131"/>
                  <a:gd name="T10" fmla="*/ 0 w 1990"/>
                  <a:gd name="T11" fmla="*/ 2130 h 2131"/>
                  <a:gd name="T12" fmla="*/ 0 w 1990"/>
                  <a:gd name="T13" fmla="*/ 0 h 2131"/>
                  <a:gd name="T14" fmla="*/ 1979 w 1990"/>
                  <a:gd name="T15" fmla="*/ 0 h 2131"/>
                  <a:gd name="T16" fmla="*/ 1979 w 1990"/>
                  <a:gd name="T17" fmla="*/ 176 h 2131"/>
                  <a:gd name="T18" fmla="*/ 958 w 1990"/>
                  <a:gd name="T19" fmla="*/ 1063 h 2131"/>
                  <a:gd name="T20" fmla="*/ 421 w 1990"/>
                  <a:gd name="T21" fmla="*/ 310 h 2131"/>
                  <a:gd name="T22" fmla="*/ 847 w 1990"/>
                  <a:gd name="T23" fmla="*/ 310 h 2131"/>
                  <a:gd name="T24" fmla="*/ 1166 w 1990"/>
                  <a:gd name="T25" fmla="*/ 763 h 2131"/>
                  <a:gd name="T26" fmla="*/ 1475 w 1990"/>
                  <a:gd name="T27" fmla="*/ 310 h 2131"/>
                  <a:gd name="T28" fmla="*/ 1887 w 1990"/>
                  <a:gd name="T29" fmla="*/ 310 h 2131"/>
                  <a:gd name="T30" fmla="*/ 1378 w 1990"/>
                  <a:gd name="T31" fmla="*/ 1058 h 2131"/>
                  <a:gd name="T32" fmla="*/ 1924 w 1990"/>
                  <a:gd name="T33" fmla="*/ 1829 h 2131"/>
                  <a:gd name="T34" fmla="*/ 1508 w 1990"/>
                  <a:gd name="T35" fmla="*/ 1829 h 2131"/>
                  <a:gd name="T36" fmla="*/ 1175 w 1990"/>
                  <a:gd name="T37" fmla="*/ 1358 h 2131"/>
                  <a:gd name="T38" fmla="*/ 860 w 1990"/>
                  <a:gd name="T39" fmla="*/ 1829 h 2131"/>
                  <a:gd name="T40" fmla="*/ 440 w 1990"/>
                  <a:gd name="T41" fmla="*/ 1829 h 2131"/>
                  <a:gd name="T42" fmla="*/ 958 w 1990"/>
                  <a:gd name="T43" fmla="*/ 1063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0" h="2131">
                    <a:moveTo>
                      <a:pt x="1979" y="176"/>
                    </a:moveTo>
                    <a:lnTo>
                      <a:pt x="343" y="176"/>
                    </a:lnTo>
                    <a:lnTo>
                      <a:pt x="343" y="1954"/>
                    </a:lnTo>
                    <a:lnTo>
                      <a:pt x="1989" y="1954"/>
                    </a:lnTo>
                    <a:lnTo>
                      <a:pt x="1989" y="2130"/>
                    </a:lnTo>
                    <a:lnTo>
                      <a:pt x="0" y="2130"/>
                    </a:lnTo>
                    <a:lnTo>
                      <a:pt x="0" y="0"/>
                    </a:lnTo>
                    <a:lnTo>
                      <a:pt x="1979" y="0"/>
                    </a:lnTo>
                    <a:lnTo>
                      <a:pt x="1979" y="176"/>
                    </a:lnTo>
                    <a:close/>
                    <a:moveTo>
                      <a:pt x="958" y="1063"/>
                    </a:moveTo>
                    <a:lnTo>
                      <a:pt x="421" y="310"/>
                    </a:lnTo>
                    <a:lnTo>
                      <a:pt x="847" y="310"/>
                    </a:lnTo>
                    <a:lnTo>
                      <a:pt x="1166" y="763"/>
                    </a:lnTo>
                    <a:lnTo>
                      <a:pt x="1475" y="310"/>
                    </a:lnTo>
                    <a:lnTo>
                      <a:pt x="1887" y="310"/>
                    </a:lnTo>
                    <a:lnTo>
                      <a:pt x="1378" y="1058"/>
                    </a:lnTo>
                    <a:lnTo>
                      <a:pt x="1924" y="1829"/>
                    </a:lnTo>
                    <a:lnTo>
                      <a:pt x="1508" y="1829"/>
                    </a:lnTo>
                    <a:lnTo>
                      <a:pt x="1175" y="1358"/>
                    </a:lnTo>
                    <a:lnTo>
                      <a:pt x="860" y="1829"/>
                    </a:lnTo>
                    <a:lnTo>
                      <a:pt x="440" y="1829"/>
                    </a:lnTo>
                    <a:lnTo>
                      <a:pt x="958" y="1063"/>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dirty="0"/>
              </a:p>
            </p:txBody>
          </p:sp>
        </p:grpSp>
      </p:grpSp>
      <p:cxnSp>
        <p:nvCxnSpPr>
          <p:cNvPr id="64" name="直线连接符 63"/>
          <p:cNvCxnSpPr/>
          <p:nvPr userDrawn="1"/>
        </p:nvCxnSpPr>
        <p:spPr>
          <a:xfrm>
            <a:off x="7279051" y="526774"/>
            <a:ext cx="0" cy="503679"/>
          </a:xfrm>
          <a:prstGeom prst="line">
            <a:avLst/>
          </a:prstGeom>
          <a:ln w="127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65" name="组合 64"/>
          <p:cNvGrpSpPr/>
          <p:nvPr userDrawn="1"/>
        </p:nvGrpSpPr>
        <p:grpSpPr>
          <a:xfrm>
            <a:off x="7749100" y="426643"/>
            <a:ext cx="695780" cy="369331"/>
            <a:chOff x="1113126" y="809213"/>
            <a:chExt cx="2133357" cy="523762"/>
          </a:xfrm>
          <a:solidFill>
            <a:schemeClr val="bg1">
              <a:lumMod val="75000"/>
            </a:schemeClr>
          </a:solidFill>
        </p:grpSpPr>
        <p:sp>
          <p:nvSpPr>
            <p:cNvPr id="66" name="椭圆 65"/>
            <p:cNvSpPr/>
            <p:nvPr userDrawn="1"/>
          </p:nvSpPr>
          <p:spPr>
            <a:xfrm>
              <a:off x="1113126"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a:p>
          </p:txBody>
        </p:sp>
        <p:sp>
          <p:nvSpPr>
            <p:cNvPr id="67" name="椭圆 66"/>
            <p:cNvSpPr/>
            <p:nvPr userDrawn="1"/>
          </p:nvSpPr>
          <p:spPr>
            <a:xfrm>
              <a:off x="1649658"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a:p>
          </p:txBody>
        </p:sp>
        <p:sp>
          <p:nvSpPr>
            <p:cNvPr id="68" name="椭圆 67"/>
            <p:cNvSpPr/>
            <p:nvPr userDrawn="1"/>
          </p:nvSpPr>
          <p:spPr>
            <a:xfrm>
              <a:off x="2186190"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a:p>
          </p:txBody>
        </p:sp>
        <p:sp>
          <p:nvSpPr>
            <p:cNvPr id="69" name="椭圆 68"/>
            <p:cNvSpPr/>
            <p:nvPr userDrawn="1"/>
          </p:nvSpPr>
          <p:spPr>
            <a:xfrm>
              <a:off x="2722721"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a:p>
          </p:txBody>
        </p:sp>
      </p:grpSp>
      <p:sp>
        <p:nvSpPr>
          <p:cNvPr id="70" name="矩形 69"/>
          <p:cNvSpPr/>
          <p:nvPr userDrawn="1"/>
        </p:nvSpPr>
        <p:spPr>
          <a:xfrm>
            <a:off x="7687101" y="413133"/>
            <a:ext cx="825500" cy="276225"/>
          </a:xfrm>
          <a:prstGeom prst="rect">
            <a:avLst/>
          </a:prstGeom>
          <a:noFill/>
        </p:spPr>
        <p:txBody>
          <a:bodyPr wrap="none" lIns="68580" tIns="34290" rIns="68580" bIns="34290">
            <a:spAutoFit/>
          </a:bodyPr>
          <a:lstStyle/>
          <a:p>
            <a:pPr algn="ctr"/>
            <a:r>
              <a:rPr lang="zh-CN" altLang="en-US" sz="1350" b="1" cap="none" spc="0" dirty="0">
                <a:ln w="22225">
                  <a:noFill/>
                  <a:prstDash val="solid"/>
                </a:ln>
                <a:solidFill>
                  <a:schemeClr val="accent1">
                    <a:lumMod val="60000"/>
                    <a:lumOff val="40000"/>
                  </a:schemeClr>
                </a:solidFill>
                <a:effectLst/>
              </a:rPr>
              <a:t>我的学校</a:t>
            </a:r>
          </a:p>
        </p:txBody>
      </p:sp>
      <p:grpSp>
        <p:nvGrpSpPr>
          <p:cNvPr id="71" name="组合 70"/>
          <p:cNvGrpSpPr/>
          <p:nvPr userDrawn="1"/>
        </p:nvGrpSpPr>
        <p:grpSpPr>
          <a:xfrm>
            <a:off x="536589" y="634525"/>
            <a:ext cx="302279" cy="321898"/>
            <a:chOff x="1368170" y="664579"/>
            <a:chExt cx="550582" cy="439737"/>
          </a:xfrm>
          <a:solidFill>
            <a:schemeClr val="bg1"/>
          </a:solidFill>
        </p:grpSpPr>
        <p:sp>
          <p:nvSpPr>
            <p:cNvPr id="72"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73"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74"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75"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76"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77"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78"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79"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80"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81"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82"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gr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p>
        </p:txBody>
      </p:sp>
      <p:sp>
        <p:nvSpPr>
          <p:cNvPr id="3" name="内容占位符 2"/>
          <p:cNvSpPr>
            <a:spLocks noGrp="1"/>
          </p:cNvSpPr>
          <p:nvPr>
            <p:ph sz="half" idx="1"/>
          </p:nvPr>
        </p:nvSpPr>
        <p:spPr>
          <a:xfrm>
            <a:off x="628650" y="1825625"/>
            <a:ext cx="38862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内容占位符 3"/>
          <p:cNvSpPr>
            <a:spLocks noGrp="1"/>
          </p:cNvSpPr>
          <p:nvPr>
            <p:ph sz="half" idx="2"/>
          </p:nvPr>
        </p:nvSpPr>
        <p:spPr>
          <a:xfrm>
            <a:off x="4629150" y="1825625"/>
            <a:ext cx="38862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5" name="日期占位符 4"/>
          <p:cNvSpPr>
            <a:spLocks noGrp="1"/>
          </p:cNvSpPr>
          <p:nvPr>
            <p:ph type="dt" sz="half" idx="10"/>
          </p:nvPr>
        </p:nvSpPr>
        <p:spPr>
          <a:xfrm>
            <a:off x="119024" y="6498018"/>
            <a:ext cx="20574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6" name="页脚占位符 5"/>
          <p:cNvSpPr>
            <a:spLocks noGrp="1"/>
          </p:cNvSpPr>
          <p:nvPr>
            <p:ph type="ftr" sz="quarter" idx="11"/>
          </p:nvPr>
        </p:nvSpPr>
        <p:spPr>
          <a:xfrm>
            <a:off x="3028950" y="6498019"/>
            <a:ext cx="3086100" cy="365125"/>
          </a:xfrm>
          <a:prstGeom prst="rect">
            <a:avLst/>
          </a:prstGeom>
        </p:spPr>
        <p:txBody>
          <a:bodyPr/>
          <a:lstStyle/>
          <a:p>
            <a:r>
              <a:rPr kumimoji="1" lang="zh-CN" altLang="en-US"/>
              <a:t>引自：</a:t>
            </a:r>
            <a:r>
              <a:rPr kumimoji="1" lang="en-US" altLang="zh-CN"/>
              <a:t>XXXXX</a:t>
            </a:r>
            <a:r>
              <a:rPr kumimoji="1" lang="zh-CN" altLang="en-US"/>
              <a:t>（如果需要）</a:t>
            </a:r>
          </a:p>
        </p:txBody>
      </p:sp>
      <p:sp>
        <p:nvSpPr>
          <p:cNvPr id="7" name="灯片编号占位符 6"/>
          <p:cNvSpPr>
            <a:spLocks noGrp="1"/>
          </p:cNvSpPr>
          <p:nvPr>
            <p:ph type="sldNum" sz="quarter" idx="12"/>
          </p:nvPr>
        </p:nvSpPr>
        <p:spPr>
          <a:xfrm>
            <a:off x="6457950" y="6498019"/>
            <a:ext cx="2489753" cy="365125"/>
          </a:xfrm>
          <a:prstGeom prst="rect">
            <a:avLst/>
          </a:prstGeom>
        </p:spPr>
        <p:txBody>
          <a:bodyPr/>
          <a:lstStyle/>
          <a:p>
            <a:fld id="{8D4D1E41-7A09-AB4A-A4E1-09765ADA2698}" type="slidenum">
              <a:rPr kumimoji="1" lang="zh-CN" altLang="en-US" smtClean="0"/>
              <a:t>‹#›</a:t>
            </a:fld>
            <a:endParaRPr kumimoji="1" lang="zh-CN" altLang="en-US"/>
          </a:p>
        </p:txBody>
      </p:sp>
      <p:sp>
        <p:nvSpPr>
          <p:cNvPr id="8" name="矩形 7"/>
          <p:cNvSpPr/>
          <p:nvPr userDrawn="1"/>
        </p:nvSpPr>
        <p:spPr>
          <a:xfrm>
            <a:off x="500873" y="553426"/>
            <a:ext cx="381985" cy="49894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dirty="0">
              <a:solidFill>
                <a:srgbClr val="5C307E"/>
              </a:solidFill>
            </a:endParaRPr>
          </a:p>
        </p:txBody>
      </p:sp>
      <p:cxnSp>
        <p:nvCxnSpPr>
          <p:cNvPr id="9" name="直线连接符 8"/>
          <p:cNvCxnSpPr/>
          <p:nvPr userDrawn="1"/>
        </p:nvCxnSpPr>
        <p:spPr>
          <a:xfrm>
            <a:off x="986091" y="1244212"/>
            <a:ext cx="5471859" cy="0"/>
          </a:xfrm>
          <a:prstGeom prst="line">
            <a:avLst/>
          </a:prstGeom>
          <a:ln w="19050">
            <a:solidFill>
              <a:srgbClr val="5C307E"/>
            </a:solidFill>
          </a:ln>
        </p:spPr>
        <p:style>
          <a:lnRef idx="1">
            <a:schemeClr val="accent1"/>
          </a:lnRef>
          <a:fillRef idx="0">
            <a:schemeClr val="accent1"/>
          </a:fillRef>
          <a:effectRef idx="0">
            <a:schemeClr val="accent1"/>
          </a:effectRef>
          <a:fontRef idx="minor">
            <a:schemeClr val="tx1"/>
          </a:fontRef>
        </p:style>
      </p:cxnSp>
      <p:grpSp>
        <p:nvGrpSpPr>
          <p:cNvPr id="10" name="组合 9"/>
          <p:cNvGrpSpPr/>
          <p:nvPr userDrawn="1"/>
        </p:nvGrpSpPr>
        <p:grpSpPr>
          <a:xfrm>
            <a:off x="7387088" y="844221"/>
            <a:ext cx="1471114" cy="208345"/>
            <a:chOff x="1368170" y="1165302"/>
            <a:chExt cx="4139947" cy="439737"/>
          </a:xfrm>
        </p:grpSpPr>
        <p:grpSp>
          <p:nvGrpSpPr>
            <p:cNvPr id="11" name="组合 10"/>
            <p:cNvGrpSpPr/>
            <p:nvPr/>
          </p:nvGrpSpPr>
          <p:grpSpPr>
            <a:xfrm>
              <a:off x="1368170" y="1165302"/>
              <a:ext cx="550582" cy="439737"/>
              <a:chOff x="1368170" y="664579"/>
              <a:chExt cx="550582" cy="439737"/>
            </a:xfrm>
          </p:grpSpPr>
          <p:sp>
            <p:nvSpPr>
              <p:cNvPr id="22"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solidFill>
                <a:srgbClr val="D72229"/>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3"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solidFill>
                <a:srgbClr val="DD4A16"/>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4"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solidFill>
                <a:srgbClr val="EA7410"/>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5"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solidFill>
                <a:srgbClr val="F6C401"/>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6"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7"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solidFill>
                <a:srgbClr val="157C51"/>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8"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solidFill>
                <a:srgbClr val="049445"/>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9"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solidFill>
                <a:srgbClr val="48A838"/>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30"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solidFill>
                <a:srgbClr val="B2CE24"/>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31"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32"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grpSp>
        <p:grpSp>
          <p:nvGrpSpPr>
            <p:cNvPr id="12" name="组合 11"/>
            <p:cNvGrpSpPr/>
            <p:nvPr/>
          </p:nvGrpSpPr>
          <p:grpSpPr>
            <a:xfrm>
              <a:off x="2028870" y="1197389"/>
              <a:ext cx="3479247" cy="365353"/>
              <a:chOff x="2028870" y="696666"/>
              <a:chExt cx="3479247" cy="365353"/>
            </a:xfrm>
            <a:solidFill>
              <a:schemeClr val="bg1">
                <a:lumMod val="50000"/>
              </a:schemeClr>
            </a:solidFill>
          </p:grpSpPr>
          <p:sp>
            <p:nvSpPr>
              <p:cNvPr id="13" name="Freeform 12"/>
              <p:cNvSpPr>
                <a:spLocks noChangeArrowheads="1"/>
              </p:cNvSpPr>
              <p:nvPr/>
            </p:nvSpPr>
            <p:spPr bwMode="auto">
              <a:xfrm>
                <a:off x="2028870" y="697395"/>
                <a:ext cx="358061" cy="363166"/>
              </a:xfrm>
              <a:custGeom>
                <a:avLst/>
                <a:gdLst>
                  <a:gd name="T0" fmla="*/ 121 w 2165"/>
                  <a:gd name="T1" fmla="*/ 758 h 2195"/>
                  <a:gd name="T2" fmla="*/ 0 w 2165"/>
                  <a:gd name="T3" fmla="*/ 758 h 2195"/>
                  <a:gd name="T4" fmla="*/ 0 w 2165"/>
                  <a:gd name="T5" fmla="*/ 582 h 2195"/>
                  <a:gd name="T6" fmla="*/ 463 w 2165"/>
                  <a:gd name="T7" fmla="*/ 582 h 2195"/>
                  <a:gd name="T8" fmla="*/ 463 w 2165"/>
                  <a:gd name="T9" fmla="*/ 1982 h 2195"/>
                  <a:gd name="T10" fmla="*/ 620 w 2165"/>
                  <a:gd name="T11" fmla="*/ 1982 h 2195"/>
                  <a:gd name="T12" fmla="*/ 620 w 2165"/>
                  <a:gd name="T13" fmla="*/ 2157 h 2195"/>
                  <a:gd name="T14" fmla="*/ 121 w 2165"/>
                  <a:gd name="T15" fmla="*/ 2157 h 2195"/>
                  <a:gd name="T16" fmla="*/ 121 w 2165"/>
                  <a:gd name="T17" fmla="*/ 758 h 2195"/>
                  <a:gd name="T18" fmla="*/ 467 w 2165"/>
                  <a:gd name="T19" fmla="*/ 51 h 2195"/>
                  <a:gd name="T20" fmla="*/ 467 w 2165"/>
                  <a:gd name="T21" fmla="*/ 462 h 2195"/>
                  <a:gd name="T22" fmla="*/ 121 w 2165"/>
                  <a:gd name="T23" fmla="*/ 462 h 2195"/>
                  <a:gd name="T24" fmla="*/ 121 w 2165"/>
                  <a:gd name="T25" fmla="*/ 51 h 2195"/>
                  <a:gd name="T26" fmla="*/ 467 w 2165"/>
                  <a:gd name="T27" fmla="*/ 51 h 2195"/>
                  <a:gd name="T28" fmla="*/ 629 w 2165"/>
                  <a:gd name="T29" fmla="*/ 906 h 2195"/>
                  <a:gd name="T30" fmla="*/ 629 w 2165"/>
                  <a:gd name="T31" fmla="*/ 730 h 2195"/>
                  <a:gd name="T32" fmla="*/ 1221 w 2165"/>
                  <a:gd name="T33" fmla="*/ 730 h 2195"/>
                  <a:gd name="T34" fmla="*/ 1221 w 2165"/>
                  <a:gd name="T35" fmla="*/ 0 h 2195"/>
                  <a:gd name="T36" fmla="*/ 1563 w 2165"/>
                  <a:gd name="T37" fmla="*/ 0 h 2195"/>
                  <a:gd name="T38" fmla="*/ 1563 w 2165"/>
                  <a:gd name="T39" fmla="*/ 730 h 2195"/>
                  <a:gd name="T40" fmla="*/ 2164 w 2165"/>
                  <a:gd name="T41" fmla="*/ 730 h 2195"/>
                  <a:gd name="T42" fmla="*/ 2164 w 2165"/>
                  <a:gd name="T43" fmla="*/ 906 h 2195"/>
                  <a:gd name="T44" fmla="*/ 1563 w 2165"/>
                  <a:gd name="T45" fmla="*/ 906 h 2195"/>
                  <a:gd name="T46" fmla="*/ 1563 w 2165"/>
                  <a:gd name="T47" fmla="*/ 2194 h 2195"/>
                  <a:gd name="T48" fmla="*/ 1221 w 2165"/>
                  <a:gd name="T49" fmla="*/ 2194 h 2195"/>
                  <a:gd name="T50" fmla="*/ 1221 w 2165"/>
                  <a:gd name="T51" fmla="*/ 906 h 2195"/>
                  <a:gd name="T52" fmla="*/ 629 w 2165"/>
                  <a:gd name="T53" fmla="*/ 90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65" h="2195">
                    <a:moveTo>
                      <a:pt x="121" y="758"/>
                    </a:moveTo>
                    <a:lnTo>
                      <a:pt x="0" y="758"/>
                    </a:lnTo>
                    <a:lnTo>
                      <a:pt x="0" y="582"/>
                    </a:lnTo>
                    <a:lnTo>
                      <a:pt x="463" y="582"/>
                    </a:lnTo>
                    <a:lnTo>
                      <a:pt x="463" y="1982"/>
                    </a:lnTo>
                    <a:lnTo>
                      <a:pt x="620" y="1982"/>
                    </a:lnTo>
                    <a:lnTo>
                      <a:pt x="620" y="2157"/>
                    </a:lnTo>
                    <a:lnTo>
                      <a:pt x="121" y="2157"/>
                    </a:lnTo>
                    <a:lnTo>
                      <a:pt x="121" y="758"/>
                    </a:lnTo>
                    <a:close/>
                    <a:moveTo>
                      <a:pt x="467" y="51"/>
                    </a:moveTo>
                    <a:lnTo>
                      <a:pt x="467" y="462"/>
                    </a:lnTo>
                    <a:lnTo>
                      <a:pt x="121" y="462"/>
                    </a:lnTo>
                    <a:lnTo>
                      <a:pt x="121" y="51"/>
                    </a:lnTo>
                    <a:lnTo>
                      <a:pt x="467" y="51"/>
                    </a:lnTo>
                    <a:close/>
                    <a:moveTo>
                      <a:pt x="629" y="906"/>
                    </a:moveTo>
                    <a:lnTo>
                      <a:pt x="629" y="730"/>
                    </a:lnTo>
                    <a:lnTo>
                      <a:pt x="1221" y="730"/>
                    </a:lnTo>
                    <a:lnTo>
                      <a:pt x="1221" y="0"/>
                    </a:lnTo>
                    <a:lnTo>
                      <a:pt x="1563" y="0"/>
                    </a:lnTo>
                    <a:lnTo>
                      <a:pt x="1563" y="730"/>
                    </a:lnTo>
                    <a:lnTo>
                      <a:pt x="2164" y="730"/>
                    </a:lnTo>
                    <a:lnTo>
                      <a:pt x="2164" y="906"/>
                    </a:lnTo>
                    <a:lnTo>
                      <a:pt x="1563" y="906"/>
                    </a:lnTo>
                    <a:lnTo>
                      <a:pt x="1563" y="2194"/>
                    </a:lnTo>
                    <a:lnTo>
                      <a:pt x="1221" y="2194"/>
                    </a:lnTo>
                    <a:lnTo>
                      <a:pt x="1221" y="906"/>
                    </a:lnTo>
                    <a:lnTo>
                      <a:pt x="629" y="90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4" name="Freeform 13"/>
              <p:cNvSpPr>
                <a:spLocks noChangeArrowheads="1"/>
              </p:cNvSpPr>
              <p:nvPr/>
            </p:nvSpPr>
            <p:spPr bwMode="auto">
              <a:xfrm>
                <a:off x="2417559" y="696666"/>
                <a:ext cx="357332" cy="364625"/>
              </a:xfrm>
              <a:custGeom>
                <a:avLst/>
                <a:gdLst>
                  <a:gd name="T0" fmla="*/ 583 w 2161"/>
                  <a:gd name="T1" fmla="*/ 379 h 2205"/>
                  <a:gd name="T2" fmla="*/ 458 w 2161"/>
                  <a:gd name="T3" fmla="*/ 287 h 2205"/>
                  <a:gd name="T4" fmla="*/ 0 w 2161"/>
                  <a:gd name="T5" fmla="*/ 379 h 2205"/>
                  <a:gd name="T6" fmla="*/ 662 w 2161"/>
                  <a:gd name="T7" fmla="*/ 0 h 2205"/>
                  <a:gd name="T8" fmla="*/ 1087 w 2161"/>
                  <a:gd name="T9" fmla="*/ 111 h 2205"/>
                  <a:gd name="T10" fmla="*/ 916 w 2161"/>
                  <a:gd name="T11" fmla="*/ 287 h 2205"/>
                  <a:gd name="T12" fmla="*/ 675 w 2161"/>
                  <a:gd name="T13" fmla="*/ 1691 h 2205"/>
                  <a:gd name="T14" fmla="*/ 1545 w 2161"/>
                  <a:gd name="T15" fmla="*/ 1811 h 2205"/>
                  <a:gd name="T16" fmla="*/ 1887 w 2161"/>
                  <a:gd name="T17" fmla="*/ 1691 h 2205"/>
                  <a:gd name="T18" fmla="*/ 2150 w 2161"/>
                  <a:gd name="T19" fmla="*/ 1811 h 2205"/>
                  <a:gd name="T20" fmla="*/ 1887 w 2161"/>
                  <a:gd name="T21" fmla="*/ 1987 h 2205"/>
                  <a:gd name="T22" fmla="*/ 1545 w 2161"/>
                  <a:gd name="T23" fmla="*/ 2204 h 2205"/>
                  <a:gd name="T24" fmla="*/ 652 w 2161"/>
                  <a:gd name="T25" fmla="*/ 1987 h 2205"/>
                  <a:gd name="T26" fmla="*/ 144 w 2161"/>
                  <a:gd name="T27" fmla="*/ 2204 h 2205"/>
                  <a:gd name="T28" fmla="*/ 47 w 2161"/>
                  <a:gd name="T29" fmla="*/ 1987 h 2205"/>
                  <a:gd name="T30" fmla="*/ 333 w 2161"/>
                  <a:gd name="T31" fmla="*/ 1811 h 2205"/>
                  <a:gd name="T32" fmla="*/ 675 w 2161"/>
                  <a:gd name="T33" fmla="*/ 1691 h 2205"/>
                  <a:gd name="T34" fmla="*/ 2100 w 2161"/>
                  <a:gd name="T35" fmla="*/ 448 h 2205"/>
                  <a:gd name="T36" fmla="*/ 102 w 2161"/>
                  <a:gd name="T37" fmla="*/ 1622 h 2205"/>
                  <a:gd name="T38" fmla="*/ 444 w 2161"/>
                  <a:gd name="T39" fmla="*/ 781 h 2205"/>
                  <a:gd name="T40" fmla="*/ 1757 w 2161"/>
                  <a:gd name="T41" fmla="*/ 624 h 2205"/>
                  <a:gd name="T42" fmla="*/ 444 w 2161"/>
                  <a:gd name="T43" fmla="*/ 781 h 2205"/>
                  <a:gd name="T44" fmla="*/ 1757 w 2161"/>
                  <a:gd name="T45" fmla="*/ 1114 h 2205"/>
                  <a:gd name="T46" fmla="*/ 444 w 2161"/>
                  <a:gd name="T47" fmla="*/ 957 h 2205"/>
                  <a:gd name="T48" fmla="*/ 1757 w 2161"/>
                  <a:gd name="T49" fmla="*/ 1289 h 2205"/>
                  <a:gd name="T50" fmla="*/ 444 w 2161"/>
                  <a:gd name="T51" fmla="*/ 1446 h 2205"/>
                  <a:gd name="T52" fmla="*/ 1757 w 2161"/>
                  <a:gd name="T53" fmla="*/ 1289 h 2205"/>
                  <a:gd name="T54" fmla="*/ 1041 w 2161"/>
                  <a:gd name="T55" fmla="*/ 379 h 2205"/>
                  <a:gd name="T56" fmla="*/ 1688 w 2161"/>
                  <a:gd name="T57" fmla="*/ 0 h 2205"/>
                  <a:gd name="T58" fmla="*/ 2160 w 2161"/>
                  <a:gd name="T59" fmla="*/ 111 h 2205"/>
                  <a:gd name="T60" fmla="*/ 1998 w 2161"/>
                  <a:gd name="T61" fmla="*/ 287 h 2205"/>
                  <a:gd name="T62" fmla="*/ 1646 w 2161"/>
                  <a:gd name="T63" fmla="*/ 379 h 2205"/>
                  <a:gd name="T64" fmla="*/ 1508 w 2161"/>
                  <a:gd name="T65" fmla="*/ 287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61" h="2205">
                    <a:moveTo>
                      <a:pt x="990" y="379"/>
                    </a:moveTo>
                    <a:lnTo>
                      <a:pt x="583" y="379"/>
                    </a:lnTo>
                    <a:lnTo>
                      <a:pt x="509" y="287"/>
                    </a:lnTo>
                    <a:lnTo>
                      <a:pt x="458" y="287"/>
                    </a:lnTo>
                    <a:lnTo>
                      <a:pt x="389" y="379"/>
                    </a:lnTo>
                    <a:lnTo>
                      <a:pt x="0" y="379"/>
                    </a:lnTo>
                    <a:lnTo>
                      <a:pt x="273" y="0"/>
                    </a:lnTo>
                    <a:lnTo>
                      <a:pt x="662" y="0"/>
                    </a:lnTo>
                    <a:lnTo>
                      <a:pt x="592" y="111"/>
                    </a:lnTo>
                    <a:lnTo>
                      <a:pt x="1087" y="111"/>
                    </a:lnTo>
                    <a:lnTo>
                      <a:pt x="1087" y="287"/>
                    </a:lnTo>
                    <a:lnTo>
                      <a:pt x="916" y="287"/>
                    </a:lnTo>
                    <a:lnTo>
                      <a:pt x="990" y="379"/>
                    </a:lnTo>
                    <a:close/>
                    <a:moveTo>
                      <a:pt x="675" y="1691"/>
                    </a:moveTo>
                    <a:lnTo>
                      <a:pt x="675" y="1811"/>
                    </a:lnTo>
                    <a:lnTo>
                      <a:pt x="1545" y="1811"/>
                    </a:lnTo>
                    <a:lnTo>
                      <a:pt x="1545" y="1691"/>
                    </a:lnTo>
                    <a:lnTo>
                      <a:pt x="1887" y="1691"/>
                    </a:lnTo>
                    <a:lnTo>
                      <a:pt x="1887" y="1811"/>
                    </a:lnTo>
                    <a:lnTo>
                      <a:pt x="2150" y="1811"/>
                    </a:lnTo>
                    <a:lnTo>
                      <a:pt x="2150" y="1987"/>
                    </a:lnTo>
                    <a:lnTo>
                      <a:pt x="1887" y="1987"/>
                    </a:lnTo>
                    <a:lnTo>
                      <a:pt x="1887" y="2204"/>
                    </a:lnTo>
                    <a:lnTo>
                      <a:pt x="1545" y="2204"/>
                    </a:lnTo>
                    <a:lnTo>
                      <a:pt x="1545" y="1987"/>
                    </a:lnTo>
                    <a:lnTo>
                      <a:pt x="652" y="1987"/>
                    </a:lnTo>
                    <a:lnTo>
                      <a:pt x="527" y="2204"/>
                    </a:lnTo>
                    <a:lnTo>
                      <a:pt x="144" y="2204"/>
                    </a:lnTo>
                    <a:lnTo>
                      <a:pt x="282" y="1987"/>
                    </a:lnTo>
                    <a:lnTo>
                      <a:pt x="47" y="1987"/>
                    </a:lnTo>
                    <a:lnTo>
                      <a:pt x="47" y="1811"/>
                    </a:lnTo>
                    <a:lnTo>
                      <a:pt x="333" y="1811"/>
                    </a:lnTo>
                    <a:lnTo>
                      <a:pt x="333" y="1691"/>
                    </a:lnTo>
                    <a:lnTo>
                      <a:pt x="675" y="1691"/>
                    </a:lnTo>
                    <a:close/>
                    <a:moveTo>
                      <a:pt x="102" y="448"/>
                    </a:moveTo>
                    <a:lnTo>
                      <a:pt x="2100" y="448"/>
                    </a:lnTo>
                    <a:lnTo>
                      <a:pt x="2100" y="1622"/>
                    </a:lnTo>
                    <a:lnTo>
                      <a:pt x="102" y="1622"/>
                    </a:lnTo>
                    <a:lnTo>
                      <a:pt x="102" y="448"/>
                    </a:lnTo>
                    <a:close/>
                    <a:moveTo>
                      <a:pt x="444" y="781"/>
                    </a:moveTo>
                    <a:lnTo>
                      <a:pt x="1757" y="781"/>
                    </a:lnTo>
                    <a:lnTo>
                      <a:pt x="1757" y="624"/>
                    </a:lnTo>
                    <a:lnTo>
                      <a:pt x="444" y="624"/>
                    </a:lnTo>
                    <a:lnTo>
                      <a:pt x="444" y="781"/>
                    </a:lnTo>
                    <a:close/>
                    <a:moveTo>
                      <a:pt x="444" y="1114"/>
                    </a:moveTo>
                    <a:lnTo>
                      <a:pt x="1757" y="1114"/>
                    </a:lnTo>
                    <a:lnTo>
                      <a:pt x="1757" y="957"/>
                    </a:lnTo>
                    <a:lnTo>
                      <a:pt x="444" y="957"/>
                    </a:lnTo>
                    <a:lnTo>
                      <a:pt x="444" y="1114"/>
                    </a:lnTo>
                    <a:close/>
                    <a:moveTo>
                      <a:pt x="1757" y="1289"/>
                    </a:moveTo>
                    <a:lnTo>
                      <a:pt x="444" y="1289"/>
                    </a:lnTo>
                    <a:lnTo>
                      <a:pt x="444" y="1446"/>
                    </a:lnTo>
                    <a:lnTo>
                      <a:pt x="1757" y="1446"/>
                    </a:lnTo>
                    <a:lnTo>
                      <a:pt x="1757" y="1289"/>
                    </a:lnTo>
                    <a:close/>
                    <a:moveTo>
                      <a:pt x="1434" y="379"/>
                    </a:moveTo>
                    <a:lnTo>
                      <a:pt x="1041" y="379"/>
                    </a:lnTo>
                    <a:lnTo>
                      <a:pt x="1313" y="0"/>
                    </a:lnTo>
                    <a:lnTo>
                      <a:pt x="1688" y="0"/>
                    </a:lnTo>
                    <a:lnTo>
                      <a:pt x="1609" y="111"/>
                    </a:lnTo>
                    <a:lnTo>
                      <a:pt x="2160" y="111"/>
                    </a:lnTo>
                    <a:lnTo>
                      <a:pt x="2160" y="287"/>
                    </a:lnTo>
                    <a:lnTo>
                      <a:pt x="1998" y="287"/>
                    </a:lnTo>
                    <a:lnTo>
                      <a:pt x="2072" y="379"/>
                    </a:lnTo>
                    <a:lnTo>
                      <a:pt x="1646" y="379"/>
                    </a:lnTo>
                    <a:lnTo>
                      <a:pt x="1572" y="287"/>
                    </a:lnTo>
                    <a:lnTo>
                      <a:pt x="1508" y="287"/>
                    </a:lnTo>
                    <a:lnTo>
                      <a:pt x="1434" y="379"/>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5" name="Freeform 14"/>
              <p:cNvSpPr>
                <a:spLocks noChangeArrowheads="1"/>
              </p:cNvSpPr>
              <p:nvPr/>
            </p:nvSpPr>
            <p:spPr bwMode="auto">
              <a:xfrm>
                <a:off x="2810625" y="696666"/>
                <a:ext cx="363895" cy="364625"/>
              </a:xfrm>
              <a:custGeom>
                <a:avLst/>
                <a:gdLst>
                  <a:gd name="T0" fmla="*/ 0 w 2202"/>
                  <a:gd name="T1" fmla="*/ 2019 h 2205"/>
                  <a:gd name="T2" fmla="*/ 74 w 2202"/>
                  <a:gd name="T3" fmla="*/ 661 h 2205"/>
                  <a:gd name="T4" fmla="*/ 310 w 2202"/>
                  <a:gd name="T5" fmla="*/ 661 h 2205"/>
                  <a:gd name="T6" fmla="*/ 231 w 2202"/>
                  <a:gd name="T7" fmla="*/ 2019 h 2205"/>
                  <a:gd name="T8" fmla="*/ 0 w 2202"/>
                  <a:gd name="T9" fmla="*/ 2019 h 2205"/>
                  <a:gd name="T10" fmla="*/ 939 w 2202"/>
                  <a:gd name="T11" fmla="*/ 439 h 2205"/>
                  <a:gd name="T12" fmla="*/ 684 w 2202"/>
                  <a:gd name="T13" fmla="*/ 439 h 2205"/>
                  <a:gd name="T14" fmla="*/ 684 w 2202"/>
                  <a:gd name="T15" fmla="*/ 2204 h 2205"/>
                  <a:gd name="T16" fmla="*/ 361 w 2202"/>
                  <a:gd name="T17" fmla="*/ 2204 h 2205"/>
                  <a:gd name="T18" fmla="*/ 361 w 2202"/>
                  <a:gd name="T19" fmla="*/ 439 h 2205"/>
                  <a:gd name="T20" fmla="*/ 28 w 2202"/>
                  <a:gd name="T21" fmla="*/ 439 h 2205"/>
                  <a:gd name="T22" fmla="*/ 28 w 2202"/>
                  <a:gd name="T23" fmla="*/ 264 h 2205"/>
                  <a:gd name="T24" fmla="*/ 361 w 2202"/>
                  <a:gd name="T25" fmla="*/ 264 h 2205"/>
                  <a:gd name="T26" fmla="*/ 361 w 2202"/>
                  <a:gd name="T27" fmla="*/ 0 h 2205"/>
                  <a:gd name="T28" fmla="*/ 684 w 2202"/>
                  <a:gd name="T29" fmla="*/ 0 h 2205"/>
                  <a:gd name="T30" fmla="*/ 684 w 2202"/>
                  <a:gd name="T31" fmla="*/ 264 h 2205"/>
                  <a:gd name="T32" fmla="*/ 939 w 2202"/>
                  <a:gd name="T33" fmla="*/ 264 h 2205"/>
                  <a:gd name="T34" fmla="*/ 939 w 2202"/>
                  <a:gd name="T35" fmla="*/ 439 h 2205"/>
                  <a:gd name="T36" fmla="*/ 939 w 2202"/>
                  <a:gd name="T37" fmla="*/ 661 h 2205"/>
                  <a:gd name="T38" fmla="*/ 939 w 2202"/>
                  <a:gd name="T39" fmla="*/ 1686 h 2205"/>
                  <a:gd name="T40" fmla="*/ 735 w 2202"/>
                  <a:gd name="T41" fmla="*/ 1686 h 2205"/>
                  <a:gd name="T42" fmla="*/ 735 w 2202"/>
                  <a:gd name="T43" fmla="*/ 661 h 2205"/>
                  <a:gd name="T44" fmla="*/ 939 w 2202"/>
                  <a:gd name="T45" fmla="*/ 661 h 2205"/>
                  <a:gd name="T46" fmla="*/ 1022 w 2202"/>
                  <a:gd name="T47" fmla="*/ 1594 h 2205"/>
                  <a:gd name="T48" fmla="*/ 1022 w 2202"/>
                  <a:gd name="T49" fmla="*/ 42 h 2205"/>
                  <a:gd name="T50" fmla="*/ 1988 w 2202"/>
                  <a:gd name="T51" fmla="*/ 42 h 2205"/>
                  <a:gd name="T52" fmla="*/ 1988 w 2202"/>
                  <a:gd name="T53" fmla="*/ 2033 h 2205"/>
                  <a:gd name="T54" fmla="*/ 2201 w 2202"/>
                  <a:gd name="T55" fmla="*/ 2033 h 2205"/>
                  <a:gd name="T56" fmla="*/ 2201 w 2202"/>
                  <a:gd name="T57" fmla="*/ 2204 h 2205"/>
                  <a:gd name="T58" fmla="*/ 1665 w 2202"/>
                  <a:gd name="T59" fmla="*/ 2204 h 2205"/>
                  <a:gd name="T60" fmla="*/ 1665 w 2202"/>
                  <a:gd name="T61" fmla="*/ 217 h 2205"/>
                  <a:gd name="T62" fmla="*/ 1355 w 2202"/>
                  <a:gd name="T63" fmla="*/ 217 h 2205"/>
                  <a:gd name="T64" fmla="*/ 1355 w 2202"/>
                  <a:gd name="T65" fmla="*/ 1668 h 2205"/>
                  <a:gd name="T66" fmla="*/ 1198 w 2202"/>
                  <a:gd name="T67" fmla="*/ 2204 h 2205"/>
                  <a:gd name="T68" fmla="*/ 851 w 2202"/>
                  <a:gd name="T69" fmla="*/ 2204 h 2205"/>
                  <a:gd name="T70" fmla="*/ 1022 w 2202"/>
                  <a:gd name="T71" fmla="*/ 1594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2" h="2205">
                    <a:moveTo>
                      <a:pt x="0" y="2019"/>
                    </a:moveTo>
                    <a:lnTo>
                      <a:pt x="74" y="661"/>
                    </a:lnTo>
                    <a:lnTo>
                      <a:pt x="310" y="661"/>
                    </a:lnTo>
                    <a:lnTo>
                      <a:pt x="231" y="2019"/>
                    </a:lnTo>
                    <a:lnTo>
                      <a:pt x="0" y="2019"/>
                    </a:lnTo>
                    <a:close/>
                    <a:moveTo>
                      <a:pt x="939" y="439"/>
                    </a:moveTo>
                    <a:lnTo>
                      <a:pt x="684" y="439"/>
                    </a:lnTo>
                    <a:lnTo>
                      <a:pt x="684" y="2204"/>
                    </a:lnTo>
                    <a:lnTo>
                      <a:pt x="361" y="2204"/>
                    </a:lnTo>
                    <a:lnTo>
                      <a:pt x="361" y="439"/>
                    </a:lnTo>
                    <a:lnTo>
                      <a:pt x="28" y="439"/>
                    </a:lnTo>
                    <a:lnTo>
                      <a:pt x="28" y="264"/>
                    </a:lnTo>
                    <a:lnTo>
                      <a:pt x="361" y="264"/>
                    </a:lnTo>
                    <a:lnTo>
                      <a:pt x="361" y="0"/>
                    </a:lnTo>
                    <a:lnTo>
                      <a:pt x="684" y="0"/>
                    </a:lnTo>
                    <a:lnTo>
                      <a:pt x="684" y="264"/>
                    </a:lnTo>
                    <a:lnTo>
                      <a:pt x="939" y="264"/>
                    </a:lnTo>
                    <a:lnTo>
                      <a:pt x="939" y="439"/>
                    </a:lnTo>
                    <a:close/>
                    <a:moveTo>
                      <a:pt x="939" y="661"/>
                    </a:moveTo>
                    <a:lnTo>
                      <a:pt x="939" y="1686"/>
                    </a:lnTo>
                    <a:lnTo>
                      <a:pt x="735" y="1686"/>
                    </a:lnTo>
                    <a:lnTo>
                      <a:pt x="735" y="661"/>
                    </a:lnTo>
                    <a:lnTo>
                      <a:pt x="939" y="661"/>
                    </a:lnTo>
                    <a:close/>
                    <a:moveTo>
                      <a:pt x="1022" y="1594"/>
                    </a:moveTo>
                    <a:lnTo>
                      <a:pt x="1022" y="42"/>
                    </a:lnTo>
                    <a:lnTo>
                      <a:pt x="1988" y="42"/>
                    </a:lnTo>
                    <a:lnTo>
                      <a:pt x="1988" y="2033"/>
                    </a:lnTo>
                    <a:lnTo>
                      <a:pt x="2201" y="2033"/>
                    </a:lnTo>
                    <a:lnTo>
                      <a:pt x="2201" y="2204"/>
                    </a:lnTo>
                    <a:lnTo>
                      <a:pt x="1665" y="2204"/>
                    </a:lnTo>
                    <a:lnTo>
                      <a:pt x="1665" y="217"/>
                    </a:lnTo>
                    <a:lnTo>
                      <a:pt x="1355" y="217"/>
                    </a:lnTo>
                    <a:lnTo>
                      <a:pt x="1355" y="1668"/>
                    </a:lnTo>
                    <a:lnTo>
                      <a:pt x="1198" y="2204"/>
                    </a:lnTo>
                    <a:lnTo>
                      <a:pt x="851" y="2204"/>
                    </a:lnTo>
                    <a:lnTo>
                      <a:pt x="1022" y="1594"/>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6" name="Freeform 15"/>
              <p:cNvSpPr>
                <a:spLocks noChangeArrowheads="1"/>
              </p:cNvSpPr>
              <p:nvPr/>
            </p:nvSpPr>
            <p:spPr bwMode="auto">
              <a:xfrm>
                <a:off x="3212441" y="703958"/>
                <a:ext cx="339830" cy="358061"/>
              </a:xfrm>
              <a:custGeom>
                <a:avLst/>
                <a:gdLst>
                  <a:gd name="T0" fmla="*/ 1747 w 2053"/>
                  <a:gd name="T1" fmla="*/ 1982 h 2163"/>
                  <a:gd name="T2" fmla="*/ 1747 w 2053"/>
                  <a:gd name="T3" fmla="*/ 175 h 2163"/>
                  <a:gd name="T4" fmla="*/ 305 w 2053"/>
                  <a:gd name="T5" fmla="*/ 175 h 2163"/>
                  <a:gd name="T6" fmla="*/ 305 w 2053"/>
                  <a:gd name="T7" fmla="*/ 2162 h 2163"/>
                  <a:gd name="T8" fmla="*/ 0 w 2053"/>
                  <a:gd name="T9" fmla="*/ 2162 h 2163"/>
                  <a:gd name="T10" fmla="*/ 0 w 2053"/>
                  <a:gd name="T11" fmla="*/ 0 h 2163"/>
                  <a:gd name="T12" fmla="*/ 2052 w 2053"/>
                  <a:gd name="T13" fmla="*/ 0 h 2163"/>
                  <a:gd name="T14" fmla="*/ 2052 w 2053"/>
                  <a:gd name="T15" fmla="*/ 2162 h 2163"/>
                  <a:gd name="T16" fmla="*/ 1590 w 2053"/>
                  <a:gd name="T17" fmla="*/ 2162 h 2163"/>
                  <a:gd name="T18" fmla="*/ 1590 w 2053"/>
                  <a:gd name="T19" fmla="*/ 1982 h 2163"/>
                  <a:gd name="T20" fmla="*/ 1747 w 2053"/>
                  <a:gd name="T21" fmla="*/ 1982 h 2163"/>
                  <a:gd name="T22" fmla="*/ 791 w 2053"/>
                  <a:gd name="T23" fmla="*/ 1127 h 2163"/>
                  <a:gd name="T24" fmla="*/ 1017 w 2053"/>
                  <a:gd name="T25" fmla="*/ 1843 h 2163"/>
                  <a:gd name="T26" fmla="*/ 786 w 2053"/>
                  <a:gd name="T27" fmla="*/ 1843 h 2163"/>
                  <a:gd name="T28" fmla="*/ 680 w 2053"/>
                  <a:gd name="T29" fmla="*/ 1501 h 2163"/>
                  <a:gd name="T30" fmla="*/ 573 w 2053"/>
                  <a:gd name="T31" fmla="*/ 1843 h 2163"/>
                  <a:gd name="T32" fmla="*/ 347 w 2053"/>
                  <a:gd name="T33" fmla="*/ 1843 h 2163"/>
                  <a:gd name="T34" fmla="*/ 564 w 2053"/>
                  <a:gd name="T35" fmla="*/ 1136 h 2163"/>
                  <a:gd name="T36" fmla="*/ 338 w 2053"/>
                  <a:gd name="T37" fmla="*/ 430 h 2163"/>
                  <a:gd name="T38" fmla="*/ 569 w 2053"/>
                  <a:gd name="T39" fmla="*/ 430 h 2163"/>
                  <a:gd name="T40" fmla="*/ 675 w 2053"/>
                  <a:gd name="T41" fmla="*/ 767 h 2163"/>
                  <a:gd name="T42" fmla="*/ 777 w 2053"/>
                  <a:gd name="T43" fmla="*/ 430 h 2163"/>
                  <a:gd name="T44" fmla="*/ 1003 w 2053"/>
                  <a:gd name="T45" fmla="*/ 430 h 2163"/>
                  <a:gd name="T46" fmla="*/ 791 w 2053"/>
                  <a:gd name="T47" fmla="*/ 1127 h 2163"/>
                  <a:gd name="T48" fmla="*/ 1503 w 2053"/>
                  <a:gd name="T49" fmla="*/ 1127 h 2163"/>
                  <a:gd name="T50" fmla="*/ 1728 w 2053"/>
                  <a:gd name="T51" fmla="*/ 1843 h 2163"/>
                  <a:gd name="T52" fmla="*/ 1498 w 2053"/>
                  <a:gd name="T53" fmla="*/ 1843 h 2163"/>
                  <a:gd name="T54" fmla="*/ 1392 w 2053"/>
                  <a:gd name="T55" fmla="*/ 1501 h 2163"/>
                  <a:gd name="T56" fmla="*/ 1286 w 2053"/>
                  <a:gd name="T57" fmla="*/ 1843 h 2163"/>
                  <a:gd name="T58" fmla="*/ 1059 w 2053"/>
                  <a:gd name="T59" fmla="*/ 1843 h 2163"/>
                  <a:gd name="T60" fmla="*/ 1276 w 2053"/>
                  <a:gd name="T61" fmla="*/ 1136 h 2163"/>
                  <a:gd name="T62" fmla="*/ 1050 w 2053"/>
                  <a:gd name="T63" fmla="*/ 430 h 2163"/>
                  <a:gd name="T64" fmla="*/ 1281 w 2053"/>
                  <a:gd name="T65" fmla="*/ 430 h 2163"/>
                  <a:gd name="T66" fmla="*/ 1387 w 2053"/>
                  <a:gd name="T67" fmla="*/ 767 h 2163"/>
                  <a:gd name="T68" fmla="*/ 1489 w 2053"/>
                  <a:gd name="T69" fmla="*/ 430 h 2163"/>
                  <a:gd name="T70" fmla="*/ 1715 w 2053"/>
                  <a:gd name="T71" fmla="*/ 430 h 2163"/>
                  <a:gd name="T72" fmla="*/ 1503 w 2053"/>
                  <a:gd name="T73" fmla="*/ 11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3" h="2163">
                    <a:moveTo>
                      <a:pt x="1747" y="1982"/>
                    </a:moveTo>
                    <a:lnTo>
                      <a:pt x="1747" y="175"/>
                    </a:lnTo>
                    <a:lnTo>
                      <a:pt x="305" y="175"/>
                    </a:lnTo>
                    <a:lnTo>
                      <a:pt x="305" y="2162"/>
                    </a:lnTo>
                    <a:lnTo>
                      <a:pt x="0" y="2162"/>
                    </a:lnTo>
                    <a:lnTo>
                      <a:pt x="0" y="0"/>
                    </a:lnTo>
                    <a:lnTo>
                      <a:pt x="2052" y="0"/>
                    </a:lnTo>
                    <a:lnTo>
                      <a:pt x="2052" y="2162"/>
                    </a:lnTo>
                    <a:lnTo>
                      <a:pt x="1590" y="2162"/>
                    </a:lnTo>
                    <a:lnTo>
                      <a:pt x="1590" y="1982"/>
                    </a:lnTo>
                    <a:lnTo>
                      <a:pt x="1747" y="1982"/>
                    </a:lnTo>
                    <a:close/>
                    <a:moveTo>
                      <a:pt x="791" y="1127"/>
                    </a:moveTo>
                    <a:lnTo>
                      <a:pt x="1017" y="1843"/>
                    </a:lnTo>
                    <a:lnTo>
                      <a:pt x="786" y="1843"/>
                    </a:lnTo>
                    <a:lnTo>
                      <a:pt x="680" y="1501"/>
                    </a:lnTo>
                    <a:lnTo>
                      <a:pt x="573" y="1843"/>
                    </a:lnTo>
                    <a:lnTo>
                      <a:pt x="347" y="1843"/>
                    </a:lnTo>
                    <a:lnTo>
                      <a:pt x="564" y="1136"/>
                    </a:lnTo>
                    <a:lnTo>
                      <a:pt x="338" y="430"/>
                    </a:lnTo>
                    <a:lnTo>
                      <a:pt x="569" y="430"/>
                    </a:lnTo>
                    <a:lnTo>
                      <a:pt x="675" y="767"/>
                    </a:lnTo>
                    <a:lnTo>
                      <a:pt x="777" y="430"/>
                    </a:lnTo>
                    <a:lnTo>
                      <a:pt x="1003" y="430"/>
                    </a:lnTo>
                    <a:lnTo>
                      <a:pt x="791" y="1127"/>
                    </a:lnTo>
                    <a:close/>
                    <a:moveTo>
                      <a:pt x="1503" y="1127"/>
                    </a:moveTo>
                    <a:lnTo>
                      <a:pt x="1728" y="1843"/>
                    </a:lnTo>
                    <a:lnTo>
                      <a:pt x="1498" y="1843"/>
                    </a:lnTo>
                    <a:lnTo>
                      <a:pt x="1392" y="1501"/>
                    </a:lnTo>
                    <a:lnTo>
                      <a:pt x="1286" y="1843"/>
                    </a:lnTo>
                    <a:lnTo>
                      <a:pt x="1059" y="1843"/>
                    </a:lnTo>
                    <a:lnTo>
                      <a:pt x="1276" y="1136"/>
                    </a:lnTo>
                    <a:lnTo>
                      <a:pt x="1050" y="430"/>
                    </a:lnTo>
                    <a:lnTo>
                      <a:pt x="1281" y="430"/>
                    </a:lnTo>
                    <a:lnTo>
                      <a:pt x="1387" y="767"/>
                    </a:lnTo>
                    <a:lnTo>
                      <a:pt x="1489" y="430"/>
                    </a:lnTo>
                    <a:lnTo>
                      <a:pt x="1715" y="430"/>
                    </a:lnTo>
                    <a:lnTo>
                      <a:pt x="1503" y="1127"/>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7" name="Freeform 16"/>
              <p:cNvSpPr>
                <a:spLocks noChangeArrowheads="1"/>
              </p:cNvSpPr>
              <p:nvPr/>
            </p:nvSpPr>
            <p:spPr bwMode="auto">
              <a:xfrm>
                <a:off x="3581441" y="696666"/>
                <a:ext cx="375564" cy="362437"/>
              </a:xfrm>
              <a:custGeom>
                <a:avLst/>
                <a:gdLst>
                  <a:gd name="T0" fmla="*/ 315 w 2272"/>
                  <a:gd name="T1" fmla="*/ 957 h 2191"/>
                  <a:gd name="T2" fmla="*/ 0 w 2272"/>
                  <a:gd name="T3" fmla="*/ 957 h 2191"/>
                  <a:gd name="T4" fmla="*/ 361 w 2272"/>
                  <a:gd name="T5" fmla="*/ 5 h 2191"/>
                  <a:gd name="T6" fmla="*/ 675 w 2272"/>
                  <a:gd name="T7" fmla="*/ 5 h 2191"/>
                  <a:gd name="T8" fmla="*/ 380 w 2272"/>
                  <a:gd name="T9" fmla="*/ 767 h 2191"/>
                  <a:gd name="T10" fmla="*/ 453 w 2272"/>
                  <a:gd name="T11" fmla="*/ 767 h 2191"/>
                  <a:gd name="T12" fmla="*/ 509 w 2272"/>
                  <a:gd name="T13" fmla="*/ 647 h 2191"/>
                  <a:gd name="T14" fmla="*/ 823 w 2272"/>
                  <a:gd name="T15" fmla="*/ 647 h 2191"/>
                  <a:gd name="T16" fmla="*/ 463 w 2272"/>
                  <a:gd name="T17" fmla="*/ 1492 h 2191"/>
                  <a:gd name="T18" fmla="*/ 754 w 2272"/>
                  <a:gd name="T19" fmla="*/ 1492 h 2191"/>
                  <a:gd name="T20" fmla="*/ 754 w 2272"/>
                  <a:gd name="T21" fmla="*/ 1677 h 2191"/>
                  <a:gd name="T22" fmla="*/ 366 w 2272"/>
                  <a:gd name="T23" fmla="*/ 1677 h 2191"/>
                  <a:gd name="T24" fmla="*/ 65 w 2272"/>
                  <a:gd name="T25" fmla="*/ 1677 h 2191"/>
                  <a:gd name="T26" fmla="*/ 375 w 2272"/>
                  <a:gd name="T27" fmla="*/ 957 h 2191"/>
                  <a:gd name="T28" fmla="*/ 315 w 2272"/>
                  <a:gd name="T29" fmla="*/ 957 h 2191"/>
                  <a:gd name="T30" fmla="*/ 763 w 2272"/>
                  <a:gd name="T31" fmla="*/ 1954 h 2191"/>
                  <a:gd name="T32" fmla="*/ 763 w 2272"/>
                  <a:gd name="T33" fmla="*/ 2130 h 2191"/>
                  <a:gd name="T34" fmla="*/ 84 w 2272"/>
                  <a:gd name="T35" fmla="*/ 2130 h 2191"/>
                  <a:gd name="T36" fmla="*/ 84 w 2272"/>
                  <a:gd name="T37" fmla="*/ 1954 h 2191"/>
                  <a:gd name="T38" fmla="*/ 763 w 2272"/>
                  <a:gd name="T39" fmla="*/ 1954 h 2191"/>
                  <a:gd name="T40" fmla="*/ 1831 w 2272"/>
                  <a:gd name="T41" fmla="*/ 1205 h 2191"/>
                  <a:gd name="T42" fmla="*/ 1614 w 2272"/>
                  <a:gd name="T43" fmla="*/ 994 h 2191"/>
                  <a:gd name="T44" fmla="*/ 1355 w 2272"/>
                  <a:gd name="T45" fmla="*/ 1205 h 2191"/>
                  <a:gd name="T46" fmla="*/ 884 w 2272"/>
                  <a:gd name="T47" fmla="*/ 1205 h 2191"/>
                  <a:gd name="T48" fmla="*/ 1392 w 2272"/>
                  <a:gd name="T49" fmla="*/ 781 h 2191"/>
                  <a:gd name="T50" fmla="*/ 1212 w 2272"/>
                  <a:gd name="T51" fmla="*/ 587 h 2191"/>
                  <a:gd name="T52" fmla="*/ 1179 w 2272"/>
                  <a:gd name="T53" fmla="*/ 684 h 2191"/>
                  <a:gd name="T54" fmla="*/ 842 w 2272"/>
                  <a:gd name="T55" fmla="*/ 684 h 2191"/>
                  <a:gd name="T56" fmla="*/ 1082 w 2272"/>
                  <a:gd name="T57" fmla="*/ 0 h 2191"/>
                  <a:gd name="T58" fmla="*/ 1420 w 2272"/>
                  <a:gd name="T59" fmla="*/ 0 h 2191"/>
                  <a:gd name="T60" fmla="*/ 1397 w 2272"/>
                  <a:gd name="T61" fmla="*/ 79 h 2191"/>
                  <a:gd name="T62" fmla="*/ 2174 w 2272"/>
                  <a:gd name="T63" fmla="*/ 79 h 2191"/>
                  <a:gd name="T64" fmla="*/ 2174 w 2272"/>
                  <a:gd name="T65" fmla="*/ 527 h 2191"/>
                  <a:gd name="T66" fmla="*/ 1864 w 2272"/>
                  <a:gd name="T67" fmla="*/ 795 h 2191"/>
                  <a:gd name="T68" fmla="*/ 2271 w 2272"/>
                  <a:gd name="T69" fmla="*/ 1205 h 2191"/>
                  <a:gd name="T70" fmla="*/ 1831 w 2272"/>
                  <a:gd name="T71" fmla="*/ 1205 h 2191"/>
                  <a:gd name="T72" fmla="*/ 934 w 2272"/>
                  <a:gd name="T73" fmla="*/ 2190 h 2191"/>
                  <a:gd name="T74" fmla="*/ 934 w 2272"/>
                  <a:gd name="T75" fmla="*/ 1303 h 2191"/>
                  <a:gd name="T76" fmla="*/ 2206 w 2272"/>
                  <a:gd name="T77" fmla="*/ 1303 h 2191"/>
                  <a:gd name="T78" fmla="*/ 2206 w 2272"/>
                  <a:gd name="T79" fmla="*/ 2190 h 2191"/>
                  <a:gd name="T80" fmla="*/ 934 w 2272"/>
                  <a:gd name="T81" fmla="*/ 2190 h 2191"/>
                  <a:gd name="T82" fmla="*/ 1522 w 2272"/>
                  <a:gd name="T83" fmla="*/ 467 h 2191"/>
                  <a:gd name="T84" fmla="*/ 1646 w 2272"/>
                  <a:gd name="T85" fmla="*/ 592 h 2191"/>
                  <a:gd name="T86" fmla="*/ 1892 w 2272"/>
                  <a:gd name="T87" fmla="*/ 379 h 2191"/>
                  <a:gd name="T88" fmla="*/ 1892 w 2272"/>
                  <a:gd name="T89" fmla="*/ 254 h 2191"/>
                  <a:gd name="T90" fmla="*/ 1332 w 2272"/>
                  <a:gd name="T91" fmla="*/ 254 h 2191"/>
                  <a:gd name="T92" fmla="*/ 1253 w 2272"/>
                  <a:gd name="T93" fmla="*/ 467 h 2191"/>
                  <a:gd name="T94" fmla="*/ 1522 w 2272"/>
                  <a:gd name="T95" fmla="*/ 467 h 2191"/>
                  <a:gd name="T96" fmla="*/ 1277 w 2272"/>
                  <a:gd name="T97" fmla="*/ 1478 h 2191"/>
                  <a:gd name="T98" fmla="*/ 1277 w 2272"/>
                  <a:gd name="T99" fmla="*/ 2014 h 2191"/>
                  <a:gd name="T100" fmla="*/ 1864 w 2272"/>
                  <a:gd name="T101" fmla="*/ 2014 h 2191"/>
                  <a:gd name="T102" fmla="*/ 1864 w 2272"/>
                  <a:gd name="T103" fmla="*/ 1478 h 2191"/>
                  <a:gd name="T104" fmla="*/ 1277 w 2272"/>
                  <a:gd name="T105" fmla="*/ 1478 h 2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2" h="2191">
                    <a:moveTo>
                      <a:pt x="315" y="957"/>
                    </a:moveTo>
                    <a:lnTo>
                      <a:pt x="0" y="957"/>
                    </a:lnTo>
                    <a:lnTo>
                      <a:pt x="361" y="5"/>
                    </a:lnTo>
                    <a:lnTo>
                      <a:pt x="675" y="5"/>
                    </a:lnTo>
                    <a:lnTo>
                      <a:pt x="380" y="767"/>
                    </a:lnTo>
                    <a:lnTo>
                      <a:pt x="453" y="767"/>
                    </a:lnTo>
                    <a:lnTo>
                      <a:pt x="509" y="647"/>
                    </a:lnTo>
                    <a:lnTo>
                      <a:pt x="823" y="647"/>
                    </a:lnTo>
                    <a:lnTo>
                      <a:pt x="463" y="1492"/>
                    </a:lnTo>
                    <a:lnTo>
                      <a:pt x="754" y="1492"/>
                    </a:lnTo>
                    <a:lnTo>
                      <a:pt x="754" y="1677"/>
                    </a:lnTo>
                    <a:lnTo>
                      <a:pt x="366" y="1677"/>
                    </a:lnTo>
                    <a:lnTo>
                      <a:pt x="65" y="1677"/>
                    </a:lnTo>
                    <a:lnTo>
                      <a:pt x="375" y="957"/>
                    </a:lnTo>
                    <a:lnTo>
                      <a:pt x="315" y="957"/>
                    </a:lnTo>
                    <a:close/>
                    <a:moveTo>
                      <a:pt x="763" y="1954"/>
                    </a:moveTo>
                    <a:lnTo>
                      <a:pt x="763" y="2130"/>
                    </a:lnTo>
                    <a:lnTo>
                      <a:pt x="84" y="2130"/>
                    </a:lnTo>
                    <a:lnTo>
                      <a:pt x="84" y="1954"/>
                    </a:lnTo>
                    <a:lnTo>
                      <a:pt x="763" y="1954"/>
                    </a:lnTo>
                    <a:close/>
                    <a:moveTo>
                      <a:pt x="1831" y="1205"/>
                    </a:moveTo>
                    <a:lnTo>
                      <a:pt x="1614" y="994"/>
                    </a:lnTo>
                    <a:lnTo>
                      <a:pt x="1355" y="1205"/>
                    </a:lnTo>
                    <a:lnTo>
                      <a:pt x="884" y="1205"/>
                    </a:lnTo>
                    <a:lnTo>
                      <a:pt x="1392" y="781"/>
                    </a:lnTo>
                    <a:lnTo>
                      <a:pt x="1212" y="587"/>
                    </a:lnTo>
                    <a:lnTo>
                      <a:pt x="1179" y="684"/>
                    </a:lnTo>
                    <a:lnTo>
                      <a:pt x="842" y="684"/>
                    </a:lnTo>
                    <a:lnTo>
                      <a:pt x="1082" y="0"/>
                    </a:lnTo>
                    <a:lnTo>
                      <a:pt x="1420" y="0"/>
                    </a:lnTo>
                    <a:lnTo>
                      <a:pt x="1397" y="79"/>
                    </a:lnTo>
                    <a:lnTo>
                      <a:pt x="2174" y="79"/>
                    </a:lnTo>
                    <a:lnTo>
                      <a:pt x="2174" y="527"/>
                    </a:lnTo>
                    <a:lnTo>
                      <a:pt x="1864" y="795"/>
                    </a:lnTo>
                    <a:lnTo>
                      <a:pt x="2271" y="1205"/>
                    </a:lnTo>
                    <a:lnTo>
                      <a:pt x="1831" y="1205"/>
                    </a:lnTo>
                    <a:close/>
                    <a:moveTo>
                      <a:pt x="934" y="2190"/>
                    </a:moveTo>
                    <a:lnTo>
                      <a:pt x="934" y="1303"/>
                    </a:lnTo>
                    <a:lnTo>
                      <a:pt x="2206" y="1303"/>
                    </a:lnTo>
                    <a:lnTo>
                      <a:pt x="2206" y="2190"/>
                    </a:lnTo>
                    <a:lnTo>
                      <a:pt x="934" y="2190"/>
                    </a:lnTo>
                    <a:close/>
                    <a:moveTo>
                      <a:pt x="1522" y="467"/>
                    </a:moveTo>
                    <a:lnTo>
                      <a:pt x="1646" y="592"/>
                    </a:lnTo>
                    <a:lnTo>
                      <a:pt x="1892" y="379"/>
                    </a:lnTo>
                    <a:lnTo>
                      <a:pt x="1892" y="254"/>
                    </a:lnTo>
                    <a:lnTo>
                      <a:pt x="1332" y="254"/>
                    </a:lnTo>
                    <a:lnTo>
                      <a:pt x="1253" y="467"/>
                    </a:lnTo>
                    <a:lnTo>
                      <a:pt x="1522" y="467"/>
                    </a:lnTo>
                    <a:close/>
                    <a:moveTo>
                      <a:pt x="1277" y="1478"/>
                    </a:moveTo>
                    <a:lnTo>
                      <a:pt x="1277" y="2014"/>
                    </a:lnTo>
                    <a:lnTo>
                      <a:pt x="1864" y="2014"/>
                    </a:lnTo>
                    <a:lnTo>
                      <a:pt x="1864" y="1478"/>
                    </a:lnTo>
                    <a:lnTo>
                      <a:pt x="1277" y="1478"/>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8" name="Freeform 17"/>
              <p:cNvSpPr>
                <a:spLocks noChangeArrowheads="1"/>
              </p:cNvSpPr>
              <p:nvPr/>
            </p:nvSpPr>
            <p:spPr bwMode="auto">
              <a:xfrm>
                <a:off x="3982528" y="697395"/>
                <a:ext cx="362437" cy="363166"/>
              </a:xfrm>
              <a:custGeom>
                <a:avLst/>
                <a:gdLst>
                  <a:gd name="T0" fmla="*/ 1244 w 2193"/>
                  <a:gd name="T1" fmla="*/ 1012 h 2195"/>
                  <a:gd name="T2" fmla="*/ 934 w 2193"/>
                  <a:gd name="T3" fmla="*/ 1589 h 2195"/>
                  <a:gd name="T4" fmla="*/ 1249 w 2193"/>
                  <a:gd name="T5" fmla="*/ 1764 h 2195"/>
                  <a:gd name="T6" fmla="*/ 925 w 2193"/>
                  <a:gd name="T7" fmla="*/ 2194 h 2195"/>
                  <a:gd name="T8" fmla="*/ 439 w 2193"/>
                  <a:gd name="T9" fmla="*/ 2032 h 2195"/>
                  <a:gd name="T10" fmla="*/ 597 w 2193"/>
                  <a:gd name="T11" fmla="*/ 1764 h 2195"/>
                  <a:gd name="T12" fmla="*/ 65 w 2193"/>
                  <a:gd name="T13" fmla="*/ 1589 h 2195"/>
                  <a:gd name="T14" fmla="*/ 856 w 2193"/>
                  <a:gd name="T15" fmla="*/ 1187 h 2195"/>
                  <a:gd name="T16" fmla="*/ 292 w 2193"/>
                  <a:gd name="T17" fmla="*/ 1455 h 2195"/>
                  <a:gd name="T18" fmla="*/ 167 w 2193"/>
                  <a:gd name="T19" fmla="*/ 1187 h 2195"/>
                  <a:gd name="T20" fmla="*/ 65 w 2193"/>
                  <a:gd name="T21" fmla="*/ 1012 h 2195"/>
                  <a:gd name="T22" fmla="*/ 361 w 2193"/>
                  <a:gd name="T23" fmla="*/ 809 h 2195"/>
                  <a:gd name="T24" fmla="*/ 56 w 2193"/>
                  <a:gd name="T25" fmla="*/ 628 h 2195"/>
                  <a:gd name="T26" fmla="*/ 366 w 2193"/>
                  <a:gd name="T27" fmla="*/ 319 h 2195"/>
                  <a:gd name="T28" fmla="*/ 125 w 2193"/>
                  <a:gd name="T29" fmla="*/ 148 h 2195"/>
                  <a:gd name="T30" fmla="*/ 366 w 2193"/>
                  <a:gd name="T31" fmla="*/ 0 h 2195"/>
                  <a:gd name="T32" fmla="*/ 680 w 2193"/>
                  <a:gd name="T33" fmla="*/ 148 h 2195"/>
                  <a:gd name="T34" fmla="*/ 934 w 2193"/>
                  <a:gd name="T35" fmla="*/ 319 h 2195"/>
                  <a:gd name="T36" fmla="*/ 680 w 2193"/>
                  <a:gd name="T37" fmla="*/ 628 h 2195"/>
                  <a:gd name="T38" fmla="*/ 1022 w 2193"/>
                  <a:gd name="T39" fmla="*/ 64 h 2195"/>
                  <a:gd name="T40" fmla="*/ 1115 w 2193"/>
                  <a:gd name="T41" fmla="*/ 628 h 2195"/>
                  <a:gd name="T42" fmla="*/ 1244 w 2193"/>
                  <a:gd name="T43" fmla="*/ 809 h 2195"/>
                  <a:gd name="T44" fmla="*/ 546 w 2193"/>
                  <a:gd name="T45" fmla="*/ 1012 h 2195"/>
                  <a:gd name="T46" fmla="*/ 1683 w 2193"/>
                  <a:gd name="T47" fmla="*/ 0 h 2195"/>
                  <a:gd name="T48" fmla="*/ 2183 w 2193"/>
                  <a:gd name="T49" fmla="*/ 115 h 2195"/>
                  <a:gd name="T50" fmla="*/ 2113 w 2193"/>
                  <a:gd name="T51" fmla="*/ 291 h 2195"/>
                  <a:gd name="T52" fmla="*/ 1868 w 2193"/>
                  <a:gd name="T53" fmla="*/ 1427 h 2195"/>
                  <a:gd name="T54" fmla="*/ 1836 w 2193"/>
                  <a:gd name="T55" fmla="*/ 2194 h 2195"/>
                  <a:gd name="T56" fmla="*/ 1535 w 2193"/>
                  <a:gd name="T57" fmla="*/ 2194 h 2195"/>
                  <a:gd name="T58" fmla="*/ 1489 w 2193"/>
                  <a:gd name="T59" fmla="*/ 1445 h 2195"/>
                  <a:gd name="T60" fmla="*/ 1632 w 2193"/>
                  <a:gd name="T61" fmla="*/ 1104 h 2195"/>
                  <a:gd name="T62" fmla="*/ 1771 w 2193"/>
                  <a:gd name="T63" fmla="*/ 291 h 2195"/>
                  <a:gd name="T64" fmla="*/ 1614 w 2193"/>
                  <a:gd name="T65" fmla="*/ 975 h 2195"/>
                  <a:gd name="T66" fmla="*/ 1360 w 2193"/>
                  <a:gd name="T67"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3" h="2195">
                    <a:moveTo>
                      <a:pt x="546" y="1012"/>
                    </a:moveTo>
                    <a:lnTo>
                      <a:pt x="1244" y="1012"/>
                    </a:lnTo>
                    <a:lnTo>
                      <a:pt x="1244" y="1187"/>
                    </a:lnTo>
                    <a:lnTo>
                      <a:pt x="934" y="1589"/>
                    </a:lnTo>
                    <a:lnTo>
                      <a:pt x="1249" y="1589"/>
                    </a:lnTo>
                    <a:lnTo>
                      <a:pt x="1249" y="1764"/>
                    </a:lnTo>
                    <a:lnTo>
                      <a:pt x="925" y="1764"/>
                    </a:lnTo>
                    <a:lnTo>
                      <a:pt x="925" y="2194"/>
                    </a:lnTo>
                    <a:lnTo>
                      <a:pt x="439" y="2194"/>
                    </a:lnTo>
                    <a:lnTo>
                      <a:pt x="439" y="2032"/>
                    </a:lnTo>
                    <a:lnTo>
                      <a:pt x="597" y="2032"/>
                    </a:lnTo>
                    <a:lnTo>
                      <a:pt x="597" y="1764"/>
                    </a:lnTo>
                    <a:lnTo>
                      <a:pt x="65" y="1764"/>
                    </a:lnTo>
                    <a:lnTo>
                      <a:pt x="65" y="1589"/>
                    </a:lnTo>
                    <a:lnTo>
                      <a:pt x="537" y="1589"/>
                    </a:lnTo>
                    <a:lnTo>
                      <a:pt x="856" y="1187"/>
                    </a:lnTo>
                    <a:lnTo>
                      <a:pt x="453" y="1187"/>
                    </a:lnTo>
                    <a:lnTo>
                      <a:pt x="292" y="1455"/>
                    </a:lnTo>
                    <a:lnTo>
                      <a:pt x="0" y="1455"/>
                    </a:lnTo>
                    <a:lnTo>
                      <a:pt x="167" y="1187"/>
                    </a:lnTo>
                    <a:lnTo>
                      <a:pt x="65" y="1187"/>
                    </a:lnTo>
                    <a:lnTo>
                      <a:pt x="65" y="1012"/>
                    </a:lnTo>
                    <a:lnTo>
                      <a:pt x="255" y="1012"/>
                    </a:lnTo>
                    <a:lnTo>
                      <a:pt x="361" y="809"/>
                    </a:lnTo>
                    <a:lnTo>
                      <a:pt x="56" y="809"/>
                    </a:lnTo>
                    <a:lnTo>
                      <a:pt x="56" y="628"/>
                    </a:lnTo>
                    <a:lnTo>
                      <a:pt x="366" y="628"/>
                    </a:lnTo>
                    <a:lnTo>
                      <a:pt x="366" y="319"/>
                    </a:lnTo>
                    <a:lnTo>
                      <a:pt x="125" y="319"/>
                    </a:lnTo>
                    <a:lnTo>
                      <a:pt x="125" y="148"/>
                    </a:lnTo>
                    <a:lnTo>
                      <a:pt x="366" y="148"/>
                    </a:lnTo>
                    <a:lnTo>
                      <a:pt x="366" y="0"/>
                    </a:lnTo>
                    <a:lnTo>
                      <a:pt x="680" y="0"/>
                    </a:lnTo>
                    <a:lnTo>
                      <a:pt x="680" y="148"/>
                    </a:lnTo>
                    <a:lnTo>
                      <a:pt x="934" y="148"/>
                    </a:lnTo>
                    <a:lnTo>
                      <a:pt x="934" y="319"/>
                    </a:lnTo>
                    <a:lnTo>
                      <a:pt x="680" y="319"/>
                    </a:lnTo>
                    <a:lnTo>
                      <a:pt x="680" y="628"/>
                    </a:lnTo>
                    <a:lnTo>
                      <a:pt x="846" y="628"/>
                    </a:lnTo>
                    <a:lnTo>
                      <a:pt x="1022" y="64"/>
                    </a:lnTo>
                    <a:lnTo>
                      <a:pt x="1272" y="64"/>
                    </a:lnTo>
                    <a:lnTo>
                      <a:pt x="1115" y="628"/>
                    </a:lnTo>
                    <a:lnTo>
                      <a:pt x="1244" y="628"/>
                    </a:lnTo>
                    <a:lnTo>
                      <a:pt x="1244" y="809"/>
                    </a:lnTo>
                    <a:lnTo>
                      <a:pt x="652" y="809"/>
                    </a:lnTo>
                    <a:lnTo>
                      <a:pt x="546" y="1012"/>
                    </a:lnTo>
                    <a:close/>
                    <a:moveTo>
                      <a:pt x="1360" y="0"/>
                    </a:moveTo>
                    <a:lnTo>
                      <a:pt x="1683" y="0"/>
                    </a:lnTo>
                    <a:lnTo>
                      <a:pt x="1679" y="115"/>
                    </a:lnTo>
                    <a:lnTo>
                      <a:pt x="2183" y="115"/>
                    </a:lnTo>
                    <a:lnTo>
                      <a:pt x="2183" y="291"/>
                    </a:lnTo>
                    <a:lnTo>
                      <a:pt x="2113" y="291"/>
                    </a:lnTo>
                    <a:lnTo>
                      <a:pt x="2113" y="739"/>
                    </a:lnTo>
                    <a:lnTo>
                      <a:pt x="1868" y="1427"/>
                    </a:lnTo>
                    <a:lnTo>
                      <a:pt x="2192" y="2194"/>
                    </a:lnTo>
                    <a:lnTo>
                      <a:pt x="1836" y="2194"/>
                    </a:lnTo>
                    <a:lnTo>
                      <a:pt x="1683" y="1834"/>
                    </a:lnTo>
                    <a:lnTo>
                      <a:pt x="1535" y="2194"/>
                    </a:lnTo>
                    <a:lnTo>
                      <a:pt x="1175" y="2194"/>
                    </a:lnTo>
                    <a:lnTo>
                      <a:pt x="1489" y="1445"/>
                    </a:lnTo>
                    <a:lnTo>
                      <a:pt x="1355" y="1104"/>
                    </a:lnTo>
                    <a:lnTo>
                      <a:pt x="1632" y="1104"/>
                    </a:lnTo>
                    <a:lnTo>
                      <a:pt x="1771" y="698"/>
                    </a:lnTo>
                    <a:lnTo>
                      <a:pt x="1771" y="291"/>
                    </a:lnTo>
                    <a:lnTo>
                      <a:pt x="1669" y="291"/>
                    </a:lnTo>
                    <a:lnTo>
                      <a:pt x="1614" y="975"/>
                    </a:lnTo>
                    <a:lnTo>
                      <a:pt x="1281" y="975"/>
                    </a:lnTo>
                    <a:lnTo>
                      <a:pt x="1360" y="0"/>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19" name="Freeform 18"/>
              <p:cNvSpPr>
                <a:spLocks noChangeArrowheads="1"/>
              </p:cNvSpPr>
              <p:nvPr/>
            </p:nvSpPr>
            <p:spPr bwMode="auto">
              <a:xfrm>
                <a:off x="4374864" y="702500"/>
                <a:ext cx="369000" cy="355874"/>
              </a:xfrm>
              <a:custGeom>
                <a:avLst/>
                <a:gdLst>
                  <a:gd name="T0" fmla="*/ 1447 w 2230"/>
                  <a:gd name="T1" fmla="*/ 1118 h 2150"/>
                  <a:gd name="T2" fmla="*/ 2229 w 2230"/>
                  <a:gd name="T3" fmla="*/ 1405 h 2150"/>
                  <a:gd name="T4" fmla="*/ 1545 w 2230"/>
                  <a:gd name="T5" fmla="*/ 1405 h 2150"/>
                  <a:gd name="T6" fmla="*/ 1078 w 2230"/>
                  <a:gd name="T7" fmla="*/ 1252 h 2150"/>
                  <a:gd name="T8" fmla="*/ 652 w 2230"/>
                  <a:gd name="T9" fmla="*/ 1405 h 2150"/>
                  <a:gd name="T10" fmla="*/ 0 w 2230"/>
                  <a:gd name="T11" fmla="*/ 1405 h 2150"/>
                  <a:gd name="T12" fmla="*/ 726 w 2230"/>
                  <a:gd name="T13" fmla="*/ 1137 h 2150"/>
                  <a:gd name="T14" fmla="*/ 222 w 2230"/>
                  <a:gd name="T15" fmla="*/ 976 h 2150"/>
                  <a:gd name="T16" fmla="*/ 361 w 2230"/>
                  <a:gd name="T17" fmla="*/ 745 h 2150"/>
                  <a:gd name="T18" fmla="*/ 88 w 2230"/>
                  <a:gd name="T19" fmla="*/ 745 h 2150"/>
                  <a:gd name="T20" fmla="*/ 88 w 2230"/>
                  <a:gd name="T21" fmla="*/ 583 h 2150"/>
                  <a:gd name="T22" fmla="*/ 467 w 2230"/>
                  <a:gd name="T23" fmla="*/ 583 h 2150"/>
                  <a:gd name="T24" fmla="*/ 550 w 2230"/>
                  <a:gd name="T25" fmla="*/ 444 h 2150"/>
                  <a:gd name="T26" fmla="*/ 902 w 2230"/>
                  <a:gd name="T27" fmla="*/ 444 h 2150"/>
                  <a:gd name="T28" fmla="*/ 823 w 2230"/>
                  <a:gd name="T29" fmla="*/ 583 h 2150"/>
                  <a:gd name="T30" fmla="*/ 2146 w 2230"/>
                  <a:gd name="T31" fmla="*/ 583 h 2150"/>
                  <a:gd name="T32" fmla="*/ 2146 w 2230"/>
                  <a:gd name="T33" fmla="*/ 745 h 2150"/>
                  <a:gd name="T34" fmla="*/ 1910 w 2230"/>
                  <a:gd name="T35" fmla="*/ 745 h 2150"/>
                  <a:gd name="T36" fmla="*/ 1910 w 2230"/>
                  <a:gd name="T37" fmla="*/ 957 h 2150"/>
                  <a:gd name="T38" fmla="*/ 1447 w 2230"/>
                  <a:gd name="T39" fmla="*/ 1118 h 2150"/>
                  <a:gd name="T40" fmla="*/ 56 w 2230"/>
                  <a:gd name="T41" fmla="*/ 2126 h 2150"/>
                  <a:gd name="T42" fmla="*/ 426 w 2230"/>
                  <a:gd name="T43" fmla="*/ 1733 h 2150"/>
                  <a:gd name="T44" fmla="*/ 819 w 2230"/>
                  <a:gd name="T45" fmla="*/ 1733 h 2150"/>
                  <a:gd name="T46" fmla="*/ 463 w 2230"/>
                  <a:gd name="T47" fmla="*/ 2126 h 2150"/>
                  <a:gd name="T48" fmla="*/ 56 w 2230"/>
                  <a:gd name="T49" fmla="*/ 2126 h 2150"/>
                  <a:gd name="T50" fmla="*/ 1817 w 2230"/>
                  <a:gd name="T51" fmla="*/ 490 h 2150"/>
                  <a:gd name="T52" fmla="*/ 1817 w 2230"/>
                  <a:gd name="T53" fmla="*/ 292 h 2150"/>
                  <a:gd name="T54" fmla="*/ 412 w 2230"/>
                  <a:gd name="T55" fmla="*/ 292 h 2150"/>
                  <a:gd name="T56" fmla="*/ 412 w 2230"/>
                  <a:gd name="T57" fmla="*/ 490 h 2150"/>
                  <a:gd name="T58" fmla="*/ 88 w 2230"/>
                  <a:gd name="T59" fmla="*/ 490 h 2150"/>
                  <a:gd name="T60" fmla="*/ 88 w 2230"/>
                  <a:gd name="T61" fmla="*/ 121 h 2150"/>
                  <a:gd name="T62" fmla="*/ 925 w 2230"/>
                  <a:gd name="T63" fmla="*/ 121 h 2150"/>
                  <a:gd name="T64" fmla="*/ 925 w 2230"/>
                  <a:gd name="T65" fmla="*/ 0 h 2150"/>
                  <a:gd name="T66" fmla="*/ 1290 w 2230"/>
                  <a:gd name="T67" fmla="*/ 0 h 2150"/>
                  <a:gd name="T68" fmla="*/ 1290 w 2230"/>
                  <a:gd name="T69" fmla="*/ 121 h 2150"/>
                  <a:gd name="T70" fmla="*/ 2146 w 2230"/>
                  <a:gd name="T71" fmla="*/ 121 h 2150"/>
                  <a:gd name="T72" fmla="*/ 2146 w 2230"/>
                  <a:gd name="T73" fmla="*/ 490 h 2150"/>
                  <a:gd name="T74" fmla="*/ 1817 w 2230"/>
                  <a:gd name="T75" fmla="*/ 490 h 2150"/>
                  <a:gd name="T76" fmla="*/ 1281 w 2230"/>
                  <a:gd name="T77" fmla="*/ 1368 h 2150"/>
                  <a:gd name="T78" fmla="*/ 1281 w 2230"/>
                  <a:gd name="T79" fmla="*/ 1497 h 2150"/>
                  <a:gd name="T80" fmla="*/ 2146 w 2230"/>
                  <a:gd name="T81" fmla="*/ 1497 h 2150"/>
                  <a:gd name="T82" fmla="*/ 2146 w 2230"/>
                  <a:gd name="T83" fmla="*/ 1668 h 2150"/>
                  <a:gd name="T84" fmla="*/ 1281 w 2230"/>
                  <a:gd name="T85" fmla="*/ 1668 h 2150"/>
                  <a:gd name="T86" fmla="*/ 1281 w 2230"/>
                  <a:gd name="T87" fmla="*/ 2149 h 2150"/>
                  <a:gd name="T88" fmla="*/ 944 w 2230"/>
                  <a:gd name="T89" fmla="*/ 2149 h 2150"/>
                  <a:gd name="T90" fmla="*/ 944 w 2230"/>
                  <a:gd name="T91" fmla="*/ 1668 h 2150"/>
                  <a:gd name="T92" fmla="*/ 88 w 2230"/>
                  <a:gd name="T93" fmla="*/ 1668 h 2150"/>
                  <a:gd name="T94" fmla="*/ 88 w 2230"/>
                  <a:gd name="T95" fmla="*/ 1497 h 2150"/>
                  <a:gd name="T96" fmla="*/ 944 w 2230"/>
                  <a:gd name="T97" fmla="*/ 1497 h 2150"/>
                  <a:gd name="T98" fmla="*/ 944 w 2230"/>
                  <a:gd name="T99" fmla="*/ 1368 h 2150"/>
                  <a:gd name="T100" fmla="*/ 1281 w 2230"/>
                  <a:gd name="T101" fmla="*/ 1368 h 2150"/>
                  <a:gd name="T102" fmla="*/ 1115 w 2230"/>
                  <a:gd name="T103" fmla="*/ 999 h 2150"/>
                  <a:gd name="T104" fmla="*/ 1568 w 2230"/>
                  <a:gd name="T105" fmla="*/ 832 h 2150"/>
                  <a:gd name="T106" fmla="*/ 1568 w 2230"/>
                  <a:gd name="T107" fmla="*/ 745 h 2150"/>
                  <a:gd name="T108" fmla="*/ 726 w 2230"/>
                  <a:gd name="T109" fmla="*/ 745 h 2150"/>
                  <a:gd name="T110" fmla="*/ 675 w 2230"/>
                  <a:gd name="T111" fmla="*/ 837 h 2150"/>
                  <a:gd name="T112" fmla="*/ 1115 w 2230"/>
                  <a:gd name="T113" fmla="*/ 999 h 2150"/>
                  <a:gd name="T114" fmla="*/ 2192 w 2230"/>
                  <a:gd name="T115" fmla="*/ 2126 h 2150"/>
                  <a:gd name="T116" fmla="*/ 1776 w 2230"/>
                  <a:gd name="T117" fmla="*/ 2126 h 2150"/>
                  <a:gd name="T118" fmla="*/ 1420 w 2230"/>
                  <a:gd name="T119" fmla="*/ 1733 h 2150"/>
                  <a:gd name="T120" fmla="*/ 1827 w 2230"/>
                  <a:gd name="T121" fmla="*/ 1733 h 2150"/>
                  <a:gd name="T122" fmla="*/ 2192 w 2230"/>
                  <a:gd name="T123" fmla="*/ 2126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0" h="2150">
                    <a:moveTo>
                      <a:pt x="1447" y="1118"/>
                    </a:moveTo>
                    <a:lnTo>
                      <a:pt x="2229" y="1405"/>
                    </a:lnTo>
                    <a:lnTo>
                      <a:pt x="1545" y="1405"/>
                    </a:lnTo>
                    <a:lnTo>
                      <a:pt x="1078" y="1252"/>
                    </a:lnTo>
                    <a:lnTo>
                      <a:pt x="652" y="1405"/>
                    </a:lnTo>
                    <a:lnTo>
                      <a:pt x="0" y="1405"/>
                    </a:lnTo>
                    <a:lnTo>
                      <a:pt x="726" y="1137"/>
                    </a:lnTo>
                    <a:lnTo>
                      <a:pt x="222" y="976"/>
                    </a:lnTo>
                    <a:lnTo>
                      <a:pt x="361" y="745"/>
                    </a:lnTo>
                    <a:lnTo>
                      <a:pt x="88" y="745"/>
                    </a:lnTo>
                    <a:lnTo>
                      <a:pt x="88" y="583"/>
                    </a:lnTo>
                    <a:lnTo>
                      <a:pt x="467" y="583"/>
                    </a:lnTo>
                    <a:lnTo>
                      <a:pt x="550" y="444"/>
                    </a:lnTo>
                    <a:lnTo>
                      <a:pt x="902" y="444"/>
                    </a:lnTo>
                    <a:lnTo>
                      <a:pt x="823" y="583"/>
                    </a:lnTo>
                    <a:lnTo>
                      <a:pt x="2146" y="583"/>
                    </a:lnTo>
                    <a:lnTo>
                      <a:pt x="2146" y="745"/>
                    </a:lnTo>
                    <a:lnTo>
                      <a:pt x="1910" y="745"/>
                    </a:lnTo>
                    <a:lnTo>
                      <a:pt x="1910" y="957"/>
                    </a:lnTo>
                    <a:lnTo>
                      <a:pt x="1447" y="1118"/>
                    </a:lnTo>
                    <a:close/>
                    <a:moveTo>
                      <a:pt x="56" y="2126"/>
                    </a:moveTo>
                    <a:lnTo>
                      <a:pt x="426" y="1733"/>
                    </a:lnTo>
                    <a:lnTo>
                      <a:pt x="819" y="1733"/>
                    </a:lnTo>
                    <a:lnTo>
                      <a:pt x="463" y="2126"/>
                    </a:lnTo>
                    <a:lnTo>
                      <a:pt x="56" y="2126"/>
                    </a:lnTo>
                    <a:close/>
                    <a:moveTo>
                      <a:pt x="1817" y="490"/>
                    </a:moveTo>
                    <a:lnTo>
                      <a:pt x="1817" y="292"/>
                    </a:lnTo>
                    <a:lnTo>
                      <a:pt x="412" y="292"/>
                    </a:lnTo>
                    <a:lnTo>
                      <a:pt x="412" y="490"/>
                    </a:lnTo>
                    <a:lnTo>
                      <a:pt x="88" y="490"/>
                    </a:lnTo>
                    <a:lnTo>
                      <a:pt x="88" y="121"/>
                    </a:lnTo>
                    <a:lnTo>
                      <a:pt x="925" y="121"/>
                    </a:lnTo>
                    <a:lnTo>
                      <a:pt x="925" y="0"/>
                    </a:lnTo>
                    <a:lnTo>
                      <a:pt x="1290" y="0"/>
                    </a:lnTo>
                    <a:lnTo>
                      <a:pt x="1290" y="121"/>
                    </a:lnTo>
                    <a:lnTo>
                      <a:pt x="2146" y="121"/>
                    </a:lnTo>
                    <a:lnTo>
                      <a:pt x="2146" y="490"/>
                    </a:lnTo>
                    <a:lnTo>
                      <a:pt x="1817" y="490"/>
                    </a:lnTo>
                    <a:close/>
                    <a:moveTo>
                      <a:pt x="1281" y="1368"/>
                    </a:moveTo>
                    <a:lnTo>
                      <a:pt x="1281" y="1497"/>
                    </a:lnTo>
                    <a:lnTo>
                      <a:pt x="2146" y="1497"/>
                    </a:lnTo>
                    <a:lnTo>
                      <a:pt x="2146" y="1668"/>
                    </a:lnTo>
                    <a:lnTo>
                      <a:pt x="1281" y="1668"/>
                    </a:lnTo>
                    <a:lnTo>
                      <a:pt x="1281" y="2149"/>
                    </a:lnTo>
                    <a:lnTo>
                      <a:pt x="944" y="2149"/>
                    </a:lnTo>
                    <a:lnTo>
                      <a:pt x="944" y="1668"/>
                    </a:lnTo>
                    <a:lnTo>
                      <a:pt x="88" y="1668"/>
                    </a:lnTo>
                    <a:lnTo>
                      <a:pt x="88" y="1497"/>
                    </a:lnTo>
                    <a:lnTo>
                      <a:pt x="944" y="1497"/>
                    </a:lnTo>
                    <a:lnTo>
                      <a:pt x="944" y="1368"/>
                    </a:lnTo>
                    <a:lnTo>
                      <a:pt x="1281" y="1368"/>
                    </a:lnTo>
                    <a:close/>
                    <a:moveTo>
                      <a:pt x="1115" y="999"/>
                    </a:moveTo>
                    <a:lnTo>
                      <a:pt x="1568" y="832"/>
                    </a:lnTo>
                    <a:lnTo>
                      <a:pt x="1568" y="745"/>
                    </a:lnTo>
                    <a:lnTo>
                      <a:pt x="726" y="745"/>
                    </a:lnTo>
                    <a:lnTo>
                      <a:pt x="675" y="837"/>
                    </a:lnTo>
                    <a:lnTo>
                      <a:pt x="1115" y="999"/>
                    </a:lnTo>
                    <a:close/>
                    <a:moveTo>
                      <a:pt x="2192" y="2126"/>
                    </a:moveTo>
                    <a:lnTo>
                      <a:pt x="1776" y="2126"/>
                    </a:lnTo>
                    <a:lnTo>
                      <a:pt x="1420" y="1733"/>
                    </a:lnTo>
                    <a:lnTo>
                      <a:pt x="1827" y="1733"/>
                    </a:lnTo>
                    <a:lnTo>
                      <a:pt x="2192" y="212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0" name="Freeform 19"/>
              <p:cNvSpPr>
                <a:spLocks noChangeArrowheads="1"/>
              </p:cNvSpPr>
              <p:nvPr/>
            </p:nvSpPr>
            <p:spPr bwMode="auto">
              <a:xfrm>
                <a:off x="4758449" y="696666"/>
                <a:ext cx="376293" cy="364625"/>
              </a:xfrm>
              <a:custGeom>
                <a:avLst/>
                <a:gdLst>
                  <a:gd name="T0" fmla="*/ 615 w 2276"/>
                  <a:gd name="T1" fmla="*/ 943 h 2205"/>
                  <a:gd name="T2" fmla="*/ 897 w 2276"/>
                  <a:gd name="T3" fmla="*/ 1145 h 2205"/>
                  <a:gd name="T4" fmla="*/ 897 w 2276"/>
                  <a:gd name="T5" fmla="*/ 1548 h 2205"/>
                  <a:gd name="T6" fmla="*/ 583 w 2276"/>
                  <a:gd name="T7" fmla="*/ 1330 h 2205"/>
                  <a:gd name="T8" fmla="*/ 583 w 2276"/>
                  <a:gd name="T9" fmla="*/ 2204 h 2205"/>
                  <a:gd name="T10" fmla="*/ 241 w 2276"/>
                  <a:gd name="T11" fmla="*/ 2204 h 2205"/>
                  <a:gd name="T12" fmla="*/ 241 w 2276"/>
                  <a:gd name="T13" fmla="*/ 1478 h 2205"/>
                  <a:gd name="T14" fmla="*/ 0 w 2276"/>
                  <a:gd name="T15" fmla="*/ 1478 h 2205"/>
                  <a:gd name="T16" fmla="*/ 435 w 2276"/>
                  <a:gd name="T17" fmla="*/ 439 h 2205"/>
                  <a:gd name="T18" fmla="*/ 93 w 2276"/>
                  <a:gd name="T19" fmla="*/ 439 h 2205"/>
                  <a:gd name="T20" fmla="*/ 93 w 2276"/>
                  <a:gd name="T21" fmla="*/ 264 h 2205"/>
                  <a:gd name="T22" fmla="*/ 306 w 2276"/>
                  <a:gd name="T23" fmla="*/ 264 h 2205"/>
                  <a:gd name="T24" fmla="*/ 306 w 2276"/>
                  <a:gd name="T25" fmla="*/ 0 h 2205"/>
                  <a:gd name="T26" fmla="*/ 680 w 2276"/>
                  <a:gd name="T27" fmla="*/ 0 h 2205"/>
                  <a:gd name="T28" fmla="*/ 680 w 2276"/>
                  <a:gd name="T29" fmla="*/ 264 h 2205"/>
                  <a:gd name="T30" fmla="*/ 819 w 2276"/>
                  <a:gd name="T31" fmla="*/ 264 h 2205"/>
                  <a:gd name="T32" fmla="*/ 819 w 2276"/>
                  <a:gd name="T33" fmla="*/ 439 h 2205"/>
                  <a:gd name="T34" fmla="*/ 615 w 2276"/>
                  <a:gd name="T35" fmla="*/ 943 h 2205"/>
                  <a:gd name="T36" fmla="*/ 888 w 2276"/>
                  <a:gd name="T37" fmla="*/ 726 h 2205"/>
                  <a:gd name="T38" fmla="*/ 888 w 2276"/>
                  <a:gd name="T39" fmla="*/ 550 h 2205"/>
                  <a:gd name="T40" fmla="*/ 1360 w 2276"/>
                  <a:gd name="T41" fmla="*/ 550 h 2205"/>
                  <a:gd name="T42" fmla="*/ 1360 w 2276"/>
                  <a:gd name="T43" fmla="*/ 0 h 2205"/>
                  <a:gd name="T44" fmla="*/ 1702 w 2276"/>
                  <a:gd name="T45" fmla="*/ 0 h 2205"/>
                  <a:gd name="T46" fmla="*/ 1702 w 2276"/>
                  <a:gd name="T47" fmla="*/ 550 h 2205"/>
                  <a:gd name="T48" fmla="*/ 2178 w 2276"/>
                  <a:gd name="T49" fmla="*/ 550 h 2205"/>
                  <a:gd name="T50" fmla="*/ 2178 w 2276"/>
                  <a:gd name="T51" fmla="*/ 726 h 2205"/>
                  <a:gd name="T52" fmla="*/ 1702 w 2276"/>
                  <a:gd name="T53" fmla="*/ 726 h 2205"/>
                  <a:gd name="T54" fmla="*/ 1702 w 2276"/>
                  <a:gd name="T55" fmla="*/ 1996 h 2205"/>
                  <a:gd name="T56" fmla="*/ 2275 w 2276"/>
                  <a:gd name="T57" fmla="*/ 1996 h 2205"/>
                  <a:gd name="T58" fmla="*/ 2275 w 2276"/>
                  <a:gd name="T59" fmla="*/ 2172 h 2205"/>
                  <a:gd name="T60" fmla="*/ 763 w 2276"/>
                  <a:gd name="T61" fmla="*/ 2172 h 2205"/>
                  <a:gd name="T62" fmla="*/ 763 w 2276"/>
                  <a:gd name="T63" fmla="*/ 1996 h 2205"/>
                  <a:gd name="T64" fmla="*/ 1360 w 2276"/>
                  <a:gd name="T65" fmla="*/ 1996 h 2205"/>
                  <a:gd name="T66" fmla="*/ 1360 w 2276"/>
                  <a:gd name="T67" fmla="*/ 726 h 2205"/>
                  <a:gd name="T68" fmla="*/ 888 w 2276"/>
                  <a:gd name="T69" fmla="*/ 726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6" h="2205">
                    <a:moveTo>
                      <a:pt x="615" y="943"/>
                    </a:moveTo>
                    <a:lnTo>
                      <a:pt x="897" y="1145"/>
                    </a:lnTo>
                    <a:lnTo>
                      <a:pt x="897" y="1548"/>
                    </a:lnTo>
                    <a:lnTo>
                      <a:pt x="583" y="1330"/>
                    </a:lnTo>
                    <a:lnTo>
                      <a:pt x="583" y="2204"/>
                    </a:lnTo>
                    <a:lnTo>
                      <a:pt x="241" y="2204"/>
                    </a:lnTo>
                    <a:lnTo>
                      <a:pt x="241" y="1478"/>
                    </a:lnTo>
                    <a:lnTo>
                      <a:pt x="0" y="1478"/>
                    </a:lnTo>
                    <a:lnTo>
                      <a:pt x="435" y="439"/>
                    </a:lnTo>
                    <a:lnTo>
                      <a:pt x="93" y="439"/>
                    </a:lnTo>
                    <a:lnTo>
                      <a:pt x="93" y="264"/>
                    </a:lnTo>
                    <a:lnTo>
                      <a:pt x="306" y="264"/>
                    </a:lnTo>
                    <a:lnTo>
                      <a:pt x="306" y="0"/>
                    </a:lnTo>
                    <a:lnTo>
                      <a:pt x="680" y="0"/>
                    </a:lnTo>
                    <a:lnTo>
                      <a:pt x="680" y="264"/>
                    </a:lnTo>
                    <a:lnTo>
                      <a:pt x="819" y="264"/>
                    </a:lnTo>
                    <a:lnTo>
                      <a:pt x="819" y="439"/>
                    </a:lnTo>
                    <a:lnTo>
                      <a:pt x="615" y="943"/>
                    </a:lnTo>
                    <a:close/>
                    <a:moveTo>
                      <a:pt x="888" y="726"/>
                    </a:moveTo>
                    <a:lnTo>
                      <a:pt x="888" y="550"/>
                    </a:lnTo>
                    <a:lnTo>
                      <a:pt x="1360" y="550"/>
                    </a:lnTo>
                    <a:lnTo>
                      <a:pt x="1360" y="0"/>
                    </a:lnTo>
                    <a:lnTo>
                      <a:pt x="1702" y="0"/>
                    </a:lnTo>
                    <a:lnTo>
                      <a:pt x="1702" y="550"/>
                    </a:lnTo>
                    <a:lnTo>
                      <a:pt x="2178" y="550"/>
                    </a:lnTo>
                    <a:lnTo>
                      <a:pt x="2178" y="726"/>
                    </a:lnTo>
                    <a:lnTo>
                      <a:pt x="1702" y="726"/>
                    </a:lnTo>
                    <a:lnTo>
                      <a:pt x="1702" y="1996"/>
                    </a:lnTo>
                    <a:lnTo>
                      <a:pt x="2275" y="1996"/>
                    </a:lnTo>
                    <a:lnTo>
                      <a:pt x="2275" y="2172"/>
                    </a:lnTo>
                    <a:lnTo>
                      <a:pt x="763" y="2172"/>
                    </a:lnTo>
                    <a:lnTo>
                      <a:pt x="763" y="1996"/>
                    </a:lnTo>
                    <a:lnTo>
                      <a:pt x="1360" y="1996"/>
                    </a:lnTo>
                    <a:lnTo>
                      <a:pt x="1360" y="726"/>
                    </a:lnTo>
                    <a:lnTo>
                      <a:pt x="888" y="72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21" name="Freeform 20"/>
              <p:cNvSpPr>
                <a:spLocks noChangeArrowheads="1"/>
              </p:cNvSpPr>
              <p:nvPr/>
            </p:nvSpPr>
            <p:spPr bwMode="auto">
              <a:xfrm>
                <a:off x="5179226" y="705417"/>
                <a:ext cx="328891" cy="352227"/>
              </a:xfrm>
              <a:custGeom>
                <a:avLst/>
                <a:gdLst>
                  <a:gd name="T0" fmla="*/ 1979 w 1990"/>
                  <a:gd name="T1" fmla="*/ 176 h 2131"/>
                  <a:gd name="T2" fmla="*/ 343 w 1990"/>
                  <a:gd name="T3" fmla="*/ 176 h 2131"/>
                  <a:gd name="T4" fmla="*/ 343 w 1990"/>
                  <a:gd name="T5" fmla="*/ 1954 h 2131"/>
                  <a:gd name="T6" fmla="*/ 1989 w 1990"/>
                  <a:gd name="T7" fmla="*/ 1954 h 2131"/>
                  <a:gd name="T8" fmla="*/ 1989 w 1990"/>
                  <a:gd name="T9" fmla="*/ 2130 h 2131"/>
                  <a:gd name="T10" fmla="*/ 0 w 1990"/>
                  <a:gd name="T11" fmla="*/ 2130 h 2131"/>
                  <a:gd name="T12" fmla="*/ 0 w 1990"/>
                  <a:gd name="T13" fmla="*/ 0 h 2131"/>
                  <a:gd name="T14" fmla="*/ 1979 w 1990"/>
                  <a:gd name="T15" fmla="*/ 0 h 2131"/>
                  <a:gd name="T16" fmla="*/ 1979 w 1990"/>
                  <a:gd name="T17" fmla="*/ 176 h 2131"/>
                  <a:gd name="T18" fmla="*/ 958 w 1990"/>
                  <a:gd name="T19" fmla="*/ 1063 h 2131"/>
                  <a:gd name="T20" fmla="*/ 421 w 1990"/>
                  <a:gd name="T21" fmla="*/ 310 h 2131"/>
                  <a:gd name="T22" fmla="*/ 847 w 1990"/>
                  <a:gd name="T23" fmla="*/ 310 h 2131"/>
                  <a:gd name="T24" fmla="*/ 1166 w 1990"/>
                  <a:gd name="T25" fmla="*/ 763 h 2131"/>
                  <a:gd name="T26" fmla="*/ 1475 w 1990"/>
                  <a:gd name="T27" fmla="*/ 310 h 2131"/>
                  <a:gd name="T28" fmla="*/ 1887 w 1990"/>
                  <a:gd name="T29" fmla="*/ 310 h 2131"/>
                  <a:gd name="T30" fmla="*/ 1378 w 1990"/>
                  <a:gd name="T31" fmla="*/ 1058 h 2131"/>
                  <a:gd name="T32" fmla="*/ 1924 w 1990"/>
                  <a:gd name="T33" fmla="*/ 1829 h 2131"/>
                  <a:gd name="T34" fmla="*/ 1508 w 1990"/>
                  <a:gd name="T35" fmla="*/ 1829 h 2131"/>
                  <a:gd name="T36" fmla="*/ 1175 w 1990"/>
                  <a:gd name="T37" fmla="*/ 1358 h 2131"/>
                  <a:gd name="T38" fmla="*/ 860 w 1990"/>
                  <a:gd name="T39" fmla="*/ 1829 h 2131"/>
                  <a:gd name="T40" fmla="*/ 440 w 1990"/>
                  <a:gd name="T41" fmla="*/ 1829 h 2131"/>
                  <a:gd name="T42" fmla="*/ 958 w 1990"/>
                  <a:gd name="T43" fmla="*/ 1063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0" h="2131">
                    <a:moveTo>
                      <a:pt x="1979" y="176"/>
                    </a:moveTo>
                    <a:lnTo>
                      <a:pt x="343" y="176"/>
                    </a:lnTo>
                    <a:lnTo>
                      <a:pt x="343" y="1954"/>
                    </a:lnTo>
                    <a:lnTo>
                      <a:pt x="1989" y="1954"/>
                    </a:lnTo>
                    <a:lnTo>
                      <a:pt x="1989" y="2130"/>
                    </a:lnTo>
                    <a:lnTo>
                      <a:pt x="0" y="2130"/>
                    </a:lnTo>
                    <a:lnTo>
                      <a:pt x="0" y="0"/>
                    </a:lnTo>
                    <a:lnTo>
                      <a:pt x="1979" y="0"/>
                    </a:lnTo>
                    <a:lnTo>
                      <a:pt x="1979" y="176"/>
                    </a:lnTo>
                    <a:close/>
                    <a:moveTo>
                      <a:pt x="958" y="1063"/>
                    </a:moveTo>
                    <a:lnTo>
                      <a:pt x="421" y="310"/>
                    </a:lnTo>
                    <a:lnTo>
                      <a:pt x="847" y="310"/>
                    </a:lnTo>
                    <a:lnTo>
                      <a:pt x="1166" y="763"/>
                    </a:lnTo>
                    <a:lnTo>
                      <a:pt x="1475" y="310"/>
                    </a:lnTo>
                    <a:lnTo>
                      <a:pt x="1887" y="310"/>
                    </a:lnTo>
                    <a:lnTo>
                      <a:pt x="1378" y="1058"/>
                    </a:lnTo>
                    <a:lnTo>
                      <a:pt x="1924" y="1829"/>
                    </a:lnTo>
                    <a:lnTo>
                      <a:pt x="1508" y="1829"/>
                    </a:lnTo>
                    <a:lnTo>
                      <a:pt x="1175" y="1358"/>
                    </a:lnTo>
                    <a:lnTo>
                      <a:pt x="860" y="1829"/>
                    </a:lnTo>
                    <a:lnTo>
                      <a:pt x="440" y="1829"/>
                    </a:lnTo>
                    <a:lnTo>
                      <a:pt x="958" y="1063"/>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dirty="0"/>
              </a:p>
            </p:txBody>
          </p:sp>
        </p:grpSp>
      </p:grpSp>
      <p:cxnSp>
        <p:nvCxnSpPr>
          <p:cNvPr id="33" name="直线连接符 32"/>
          <p:cNvCxnSpPr/>
          <p:nvPr userDrawn="1"/>
        </p:nvCxnSpPr>
        <p:spPr>
          <a:xfrm>
            <a:off x="7279051" y="526774"/>
            <a:ext cx="0" cy="503679"/>
          </a:xfrm>
          <a:prstGeom prst="line">
            <a:avLst/>
          </a:prstGeom>
          <a:ln w="127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34" name="组合 33"/>
          <p:cNvGrpSpPr/>
          <p:nvPr userDrawn="1"/>
        </p:nvGrpSpPr>
        <p:grpSpPr>
          <a:xfrm>
            <a:off x="7749100" y="426643"/>
            <a:ext cx="695780" cy="369331"/>
            <a:chOff x="1113126" y="809213"/>
            <a:chExt cx="2133357" cy="523762"/>
          </a:xfrm>
          <a:solidFill>
            <a:schemeClr val="bg1">
              <a:lumMod val="75000"/>
            </a:schemeClr>
          </a:solidFill>
        </p:grpSpPr>
        <p:sp>
          <p:nvSpPr>
            <p:cNvPr id="35" name="椭圆 34"/>
            <p:cNvSpPr/>
            <p:nvPr userDrawn="1"/>
          </p:nvSpPr>
          <p:spPr>
            <a:xfrm>
              <a:off x="1113126"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a:p>
          </p:txBody>
        </p:sp>
        <p:sp>
          <p:nvSpPr>
            <p:cNvPr id="36" name="椭圆 35"/>
            <p:cNvSpPr/>
            <p:nvPr userDrawn="1"/>
          </p:nvSpPr>
          <p:spPr>
            <a:xfrm>
              <a:off x="1649658"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a:p>
          </p:txBody>
        </p:sp>
        <p:sp>
          <p:nvSpPr>
            <p:cNvPr id="37" name="椭圆 36"/>
            <p:cNvSpPr/>
            <p:nvPr userDrawn="1"/>
          </p:nvSpPr>
          <p:spPr>
            <a:xfrm>
              <a:off x="2186190"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a:p>
          </p:txBody>
        </p:sp>
        <p:sp>
          <p:nvSpPr>
            <p:cNvPr id="38" name="椭圆 37"/>
            <p:cNvSpPr/>
            <p:nvPr userDrawn="1"/>
          </p:nvSpPr>
          <p:spPr>
            <a:xfrm>
              <a:off x="2722721"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350"/>
            </a:p>
          </p:txBody>
        </p:sp>
      </p:grpSp>
      <p:sp>
        <p:nvSpPr>
          <p:cNvPr id="39" name="矩形 38"/>
          <p:cNvSpPr/>
          <p:nvPr userDrawn="1"/>
        </p:nvSpPr>
        <p:spPr>
          <a:xfrm>
            <a:off x="7687101" y="413133"/>
            <a:ext cx="825500" cy="276225"/>
          </a:xfrm>
          <a:prstGeom prst="rect">
            <a:avLst/>
          </a:prstGeom>
          <a:noFill/>
        </p:spPr>
        <p:txBody>
          <a:bodyPr wrap="none" lIns="68580" tIns="34290" rIns="68580" bIns="34290">
            <a:spAutoFit/>
          </a:bodyPr>
          <a:lstStyle/>
          <a:p>
            <a:pPr algn="ctr"/>
            <a:r>
              <a:rPr lang="zh-CN" altLang="en-US" sz="1350" b="1" cap="none" spc="0" dirty="0">
                <a:ln w="22225">
                  <a:noFill/>
                  <a:prstDash val="solid"/>
                </a:ln>
                <a:solidFill>
                  <a:schemeClr val="accent1">
                    <a:lumMod val="60000"/>
                    <a:lumOff val="40000"/>
                  </a:schemeClr>
                </a:solidFill>
                <a:effectLst/>
              </a:rPr>
              <a:t>我的学校</a:t>
            </a:r>
          </a:p>
        </p:txBody>
      </p:sp>
      <p:grpSp>
        <p:nvGrpSpPr>
          <p:cNvPr id="40" name="组合 39"/>
          <p:cNvGrpSpPr/>
          <p:nvPr userDrawn="1"/>
        </p:nvGrpSpPr>
        <p:grpSpPr>
          <a:xfrm>
            <a:off x="536589" y="646397"/>
            <a:ext cx="302279" cy="321898"/>
            <a:chOff x="1368170" y="664579"/>
            <a:chExt cx="550582" cy="439737"/>
          </a:xfrm>
          <a:solidFill>
            <a:schemeClr val="bg1"/>
          </a:solidFill>
        </p:grpSpPr>
        <p:sp>
          <p:nvSpPr>
            <p:cNvPr id="41"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2"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3"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4"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5"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6"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7"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8"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49"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0"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sp>
          <p:nvSpPr>
            <p:cNvPr id="51"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sz="1350"/>
            </a:p>
          </p:txBody>
        </p:sp>
      </p:gr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6"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6"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6"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Obj" preserve="1">
  <p:cSld name="Two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woTxTwoObj" preserve="1">
  <p:cSld name="Comparis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8" name="Rectangle 7"/>
          <p:cNvSpPr>
            <a:spLocks noGrp="1" noChangeArrowheads="1"/>
          </p:cNvSpPr>
          <p:nvPr>
            <p:ph type="ftr" sz="quarter" idx="1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9" name="Rectangle 8"/>
          <p:cNvSpPr>
            <a:spLocks noGrp="1" noChangeArrowheads="1"/>
          </p:cNvSpPr>
          <p:nvPr>
            <p:ph type="sldNum" sz="quarter" idx="1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Only" preserve="1">
  <p:cSld name="Title Only">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4"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5"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blank" preserve="1">
  <p:cSld name="Blank">
    <p:bg>
      <p:bgPr>
        <a:solidFill>
          <a:schemeClr val="bg1"/>
        </a:solidFill>
        <a:effectLst/>
      </p:bgPr>
    </p:bg>
    <p:spTree>
      <p:nvGrpSpPr>
        <p:cNvPr id="1" name=""/>
        <p:cNvGrpSpPr/>
        <p:nvPr/>
      </p:nvGrpSpPr>
      <p:grpSpPr>
        <a:xfrm>
          <a:off x="0" y="0"/>
          <a:ext cx="0" cy="0"/>
          <a:chOff x="0" y="0"/>
          <a:chExt cx="0" cy="0"/>
        </a:xfrm>
      </p:grpSpPr>
      <p:sp>
        <p:nvSpPr>
          <p:cNvPr id="2"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3"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4"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Tx" preserve="1">
  <p:cSld name="Content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85000"/>
              </a:lnSpc>
              <a:spcBef>
                <a:spcPct val="20000"/>
              </a:spcBef>
              <a:spcAft>
                <a:spcPct val="0"/>
              </a:spcAft>
              <a:buClr>
                <a:srgbClr val="000099"/>
              </a:buClr>
              <a:buSzPct val="65000"/>
              <a:buFont typeface="Wingdings" panose="05000000000000000000" pitchFamily="2" charset="2"/>
              <a:buNone/>
              <a:defRPr/>
            </a:pPr>
            <a:endParaRPr kumimoji="1" lang="en-US" sz="3200" b="0" i="0" u="none" strike="noStrike" kern="0" cap="none" spc="0" normalizeH="0" baseline="0" noProof="0">
              <a:ln>
                <a:noFill/>
              </a:ln>
              <a:solidFill>
                <a:schemeClr val="tx1"/>
              </a:solidFill>
              <a:effectLst/>
              <a:uLnTx/>
              <a:uFillTx/>
              <a:latin typeface="+mn-lt"/>
              <a:ea typeface="MS PGothic" charset="0"/>
              <a:cs typeface="MS PGothic" charset="0"/>
            </a:endParaRP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vertTx" preserve="1">
  <p:cSld name="Title and Vertical Tex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6"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bg>
      <p:bgPr>
        <a:solidFill>
          <a:schemeClr val="bg1"/>
        </a:solidFill>
        <a:effectLst/>
      </p:bgPr>
    </p:bg>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228600"/>
            <a:ext cx="19431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33400" y="228600"/>
            <a:ext cx="56769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5"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6"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xAndObj" preserve="1">
  <p:cSld name="Title, Text, and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33400" y="228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5334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2"/>
          </p:nvPr>
        </p:nvSpPr>
        <p:spPr bwMode="auto">
          <a:xfrm>
            <a:off x="685800" y="6248400"/>
            <a:ext cx="1905000" cy="457200"/>
          </a:xfrm>
          <a:prstGeom prst="rect">
            <a:avLst/>
          </a:prstGeom>
          <a:ln>
            <a:miter lim="800000"/>
          </a:ln>
        </p:spPr>
        <p:txBody>
          <a:bodyPr vert="horz" wrap="square" lIns="91440" tIns="45720" rIns="91440" bIns="45720" numCol="1" anchor="t" anchorCtr="0" compatLnSpc="1"/>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6" name="Rectangle 7"/>
          <p:cNvSpPr>
            <a:spLocks noGrp="1" noChangeArrowheads="1"/>
          </p:cNvSpPr>
          <p:nvPr>
            <p:ph type="ftr" sz="quarter" idx="3"/>
          </p:nvPr>
        </p:nvSpPr>
        <p:spPr bwMode="auto">
          <a:xfrm>
            <a:off x="5532438" y="6467475"/>
            <a:ext cx="2895600" cy="287338"/>
          </a:xfrm>
          <a:prstGeom prst="rect">
            <a:avLst/>
          </a:prstGeom>
          <a:ln>
            <a:miter lim="800000"/>
          </a:ln>
        </p:spPr>
        <p:txBody>
          <a:bodyPr vert="horz" wrap="square" lIns="91440" tIns="45720" rIns="91440" bIns="45720" numCol="1" anchor="t" anchorCtr="0" compatLnSpc="1"/>
          <a:lstStyle>
            <a:lvl1pPr>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7" name="Rectangle 8"/>
          <p:cNvSpPr>
            <a:spLocks noGrp="1" noChangeArrowheads="1"/>
          </p:cNvSpPr>
          <p:nvPr>
            <p:ph type="sldNum" sz="quarter" idx="4"/>
          </p:nvPr>
        </p:nvSpPr>
        <p:spPr bwMode="auto">
          <a:xfrm>
            <a:off x="8324850" y="6462713"/>
            <a:ext cx="676275" cy="276225"/>
          </a:xfrm>
          <a:prstGeom prst="rect">
            <a:avLst/>
          </a:prstGeom>
          <a:ln>
            <a:miter lim="800000"/>
          </a:ln>
        </p:spPr>
        <p:txBody>
          <a:bodyPr vert="horz" wrap="square" lIns="91440" tIns="45720" rIns="91440" bIns="45720" numCol="1" anchor="t" anchorCtr="0" compatLnSpc="1"/>
          <a:lstStyle/>
          <a:p>
            <a:pPr>
              <a:buNone/>
            </a:pPr>
            <a:r>
              <a:rPr lang="en-US" altLang="zh-CN">
                <a:latin typeface="Tahoma" panose="020B0604030504040204" charset="0"/>
              </a:rPr>
              <a:t>4-</a:t>
            </a:r>
            <a:fld id="{9A0DB2DC-4C9A-4742-B13C-FB6460FD3503}" type="slidenum">
              <a:rPr lang="en-US" altLang="zh-CN">
                <a:latin typeface="Tahoma" panose="020B0604030504040204" charset="0"/>
              </a:rPr>
              <a:t>‹#›</a:t>
            </a:fld>
            <a:endParaRPr lang="en-US" altLang="zh-CN">
              <a:latin typeface="Tahoma" panose="020B0604030504040204" charset="0"/>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type="title" preserve="1">
  <p:cSld name="标题幻灯片">
    <p:bg>
      <p:bgPr>
        <a:solidFill>
          <a:schemeClr val="bg1"/>
        </a:solidFill>
        <a:effectLst/>
      </p:bgPr>
    </p:bg>
    <p:spTree>
      <p:nvGrpSpPr>
        <p:cNvPr id="1" name=""/>
        <p:cNvGrpSpPr/>
        <p:nvPr/>
      </p:nvGrpSpPr>
      <p:grpSpPr>
        <a:xfrm>
          <a:off x="0" y="0"/>
          <a:ext cx="0" cy="0"/>
          <a:chOff x="0" y="0"/>
          <a:chExt cx="0" cy="0"/>
        </a:xfrm>
      </p:grpSpPr>
      <p:sp>
        <p:nvSpPr>
          <p:cNvPr id="2" name="Rectangle 8" descr="Gold bar"/>
          <p:cNvSpPr>
            <a:spLocks noChangeArrowheads="1"/>
          </p:cNvSpPr>
          <p:nvPr/>
        </p:nvSpPr>
        <p:spPr bwMode="auto">
          <a:xfrm>
            <a:off x="228600" y="2889250"/>
            <a:ext cx="2870200" cy="201613"/>
          </a:xfrm>
          <a:prstGeom prst="rect">
            <a:avLst/>
          </a:prstGeom>
          <a:solidFill>
            <a:schemeClr val="bg2"/>
          </a:solidFill>
          <a:ln>
            <a:noFill/>
          </a:ln>
          <a:effectLst/>
        </p:spPr>
        <p:txBody>
          <a:bodyPr wrap="none" anchor="ctr"/>
          <a:lstStyle>
            <a:lvl1pPr>
              <a:defRPr>
                <a:solidFill>
                  <a:schemeClr val="tx1"/>
                </a:solidFill>
                <a:latin typeface="Comic Sans MS" panose="030F0902030302020204" charset="0"/>
                <a:ea typeface="宋体" pitchFamily="2" charset="-122"/>
              </a:defRPr>
            </a:lvl1pPr>
            <a:lvl2pPr marL="742950" indent="-285750">
              <a:defRPr>
                <a:solidFill>
                  <a:schemeClr val="tx1"/>
                </a:solidFill>
                <a:latin typeface="Comic Sans MS" panose="030F0902030302020204" charset="0"/>
                <a:ea typeface="宋体" pitchFamily="2" charset="-122"/>
              </a:defRPr>
            </a:lvl2pPr>
            <a:lvl3pPr marL="1143000" indent="-228600">
              <a:defRPr>
                <a:solidFill>
                  <a:schemeClr val="tx1"/>
                </a:solidFill>
                <a:latin typeface="Comic Sans MS" panose="030F0902030302020204" charset="0"/>
                <a:ea typeface="宋体" pitchFamily="2" charset="-122"/>
              </a:defRPr>
            </a:lvl3pPr>
            <a:lvl4pPr marL="1600200" indent="-228600">
              <a:defRPr>
                <a:solidFill>
                  <a:schemeClr val="tx1"/>
                </a:solidFill>
                <a:latin typeface="Comic Sans MS" panose="030F0902030302020204" charset="0"/>
                <a:ea typeface="宋体" pitchFamily="2" charset="-122"/>
              </a:defRPr>
            </a:lvl4pPr>
            <a:lvl5pPr marL="2057400" indent="-228600">
              <a:defRPr>
                <a:solidFill>
                  <a:schemeClr val="tx1"/>
                </a:solidFill>
                <a:latin typeface="Comic Sans MS" panose="030F0902030302020204"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3" name="Rectangle 9" descr="Orange bar"/>
          <p:cNvSpPr>
            <a:spLocks noChangeArrowheads="1"/>
          </p:cNvSpPr>
          <p:nvPr/>
        </p:nvSpPr>
        <p:spPr bwMode="auto">
          <a:xfrm>
            <a:off x="3098800" y="2889250"/>
            <a:ext cx="2870200" cy="201613"/>
          </a:xfrm>
          <a:prstGeom prst="rect">
            <a:avLst/>
          </a:prstGeom>
          <a:solidFill>
            <a:schemeClr val="accent1"/>
          </a:solidFill>
          <a:ln>
            <a:noFill/>
          </a:ln>
          <a:effectLst/>
        </p:spPr>
        <p:txBody>
          <a:bodyPr wrap="none" anchor="ctr"/>
          <a:lstStyle>
            <a:lvl1pPr>
              <a:defRPr>
                <a:solidFill>
                  <a:schemeClr val="tx1"/>
                </a:solidFill>
                <a:latin typeface="Comic Sans MS" panose="030F0902030302020204" charset="0"/>
                <a:ea typeface="宋体" pitchFamily="2" charset="-122"/>
              </a:defRPr>
            </a:lvl1pPr>
            <a:lvl2pPr marL="742950" indent="-285750">
              <a:defRPr>
                <a:solidFill>
                  <a:schemeClr val="tx1"/>
                </a:solidFill>
                <a:latin typeface="Comic Sans MS" panose="030F0902030302020204" charset="0"/>
                <a:ea typeface="宋体" pitchFamily="2" charset="-122"/>
              </a:defRPr>
            </a:lvl2pPr>
            <a:lvl3pPr marL="1143000" indent="-228600">
              <a:defRPr>
                <a:solidFill>
                  <a:schemeClr val="tx1"/>
                </a:solidFill>
                <a:latin typeface="Comic Sans MS" panose="030F0902030302020204" charset="0"/>
                <a:ea typeface="宋体" pitchFamily="2" charset="-122"/>
              </a:defRPr>
            </a:lvl3pPr>
            <a:lvl4pPr marL="1600200" indent="-228600">
              <a:defRPr>
                <a:solidFill>
                  <a:schemeClr val="tx1"/>
                </a:solidFill>
                <a:latin typeface="Comic Sans MS" panose="030F0902030302020204" charset="0"/>
                <a:ea typeface="宋体" pitchFamily="2" charset="-122"/>
              </a:defRPr>
            </a:lvl4pPr>
            <a:lvl5pPr marL="2057400" indent="-228600">
              <a:defRPr>
                <a:solidFill>
                  <a:schemeClr val="tx1"/>
                </a:solidFill>
                <a:latin typeface="Comic Sans MS" panose="030F0902030302020204"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4" name="Rectangle 10" descr="Slate bar"/>
          <p:cNvSpPr>
            <a:spLocks noChangeArrowheads="1"/>
          </p:cNvSpPr>
          <p:nvPr/>
        </p:nvSpPr>
        <p:spPr bwMode="auto">
          <a:xfrm>
            <a:off x="5969000" y="2889250"/>
            <a:ext cx="2870200" cy="201613"/>
          </a:xfrm>
          <a:prstGeom prst="rect">
            <a:avLst/>
          </a:prstGeom>
          <a:solidFill>
            <a:srgbClr val="333399"/>
          </a:solidFill>
          <a:ln>
            <a:noFill/>
          </a:ln>
        </p:spPr>
        <p:txBody>
          <a:bodyPr wrap="none" anchor="ctr"/>
          <a:lstStyle>
            <a:lvl1pPr>
              <a:defRPr>
                <a:solidFill>
                  <a:schemeClr val="tx1"/>
                </a:solidFill>
                <a:latin typeface="Comic Sans MS" panose="030F0902030302020204" charset="0"/>
                <a:ea typeface="宋体" pitchFamily="2" charset="-122"/>
              </a:defRPr>
            </a:lvl1pPr>
            <a:lvl2pPr marL="742950" indent="-285750">
              <a:defRPr>
                <a:solidFill>
                  <a:schemeClr val="tx1"/>
                </a:solidFill>
                <a:latin typeface="Comic Sans MS" panose="030F0902030302020204" charset="0"/>
                <a:ea typeface="宋体" pitchFamily="2" charset="-122"/>
              </a:defRPr>
            </a:lvl2pPr>
            <a:lvl3pPr marL="1143000" indent="-228600">
              <a:defRPr>
                <a:solidFill>
                  <a:schemeClr val="tx1"/>
                </a:solidFill>
                <a:latin typeface="Comic Sans MS" panose="030F0902030302020204" charset="0"/>
                <a:ea typeface="宋体" pitchFamily="2" charset="-122"/>
              </a:defRPr>
            </a:lvl3pPr>
            <a:lvl4pPr marL="1600200" indent="-228600">
              <a:defRPr>
                <a:solidFill>
                  <a:schemeClr val="tx1"/>
                </a:solidFill>
                <a:latin typeface="Comic Sans MS" panose="030F0902030302020204" charset="0"/>
                <a:ea typeface="宋体" pitchFamily="2" charset="-122"/>
              </a:defRPr>
            </a:lvl4pPr>
            <a:lvl5pPr marL="2057400" indent="-228600">
              <a:defRPr>
                <a:solidFill>
                  <a:schemeClr val="tx1"/>
                </a:solidFill>
                <a:latin typeface="Comic Sans MS" panose="030F0902030302020204"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333399"/>
              </a:solidFill>
              <a:effectLst/>
              <a:uLnTx/>
              <a:uFillTx/>
              <a:latin typeface="Comic Sans MS" panose="030F0902030302020204" charset="0"/>
              <a:ea typeface="宋体" pitchFamily="2" charset="-122"/>
              <a:cs typeface="+mn-cs"/>
            </a:endParaRPr>
          </a:p>
        </p:txBody>
      </p:sp>
      <p:sp>
        <p:nvSpPr>
          <p:cNvPr id="16386" name="Rectangle 2"/>
          <p:cNvSpPr>
            <a:spLocks noGrp="1" noChangeArrowheads="1"/>
          </p:cNvSpPr>
          <p:nvPr>
            <p:ph type="ctrTitle"/>
          </p:nvPr>
        </p:nvSpPr>
        <p:spPr>
          <a:xfrm>
            <a:off x="685800" y="685800"/>
            <a:ext cx="7772400" cy="2127250"/>
          </a:xfrm>
        </p:spPr>
        <p:txBody>
          <a:bodyPr/>
          <a:lstStyle>
            <a:lvl1pPr algn="ctr">
              <a:defRPr sz="4985" b="1">
                <a:solidFill>
                  <a:srgbClr val="333399"/>
                </a:solidFill>
                <a:latin typeface="黑体" pitchFamily="6" charset="-122"/>
                <a:ea typeface="黑体" pitchFamily="6" charset="-122"/>
              </a:defRPr>
            </a:lvl1pPr>
          </a:lstStyle>
          <a:p>
            <a:pPr lvl="0"/>
            <a:r>
              <a:rPr lang="zh-CN" altLang="en-US" noProof="0"/>
              <a:t>单击此处编辑母版标题样式</a:t>
            </a:r>
            <a:endParaRPr lang="en-US" altLang="zh-CN" noProof="0" dirty="0"/>
          </a:p>
        </p:txBody>
      </p:sp>
      <p:sp>
        <p:nvSpPr>
          <p:cNvPr id="16387" name="Rectangle 3"/>
          <p:cNvSpPr>
            <a:spLocks noGrp="1" noChangeArrowheads="1"/>
          </p:cNvSpPr>
          <p:nvPr>
            <p:ph type="subTitle" idx="1"/>
          </p:nvPr>
        </p:nvSpPr>
        <p:spPr>
          <a:xfrm>
            <a:off x="1371600" y="3270250"/>
            <a:ext cx="6400800" cy="2209800"/>
          </a:xfrm>
        </p:spPr>
        <p:txBody>
          <a:bodyPr/>
          <a:lstStyle>
            <a:lvl1pPr marL="0" indent="0" algn="ctr">
              <a:buFont typeface="Wingdings" panose="05000000000000000000" pitchFamily="2" charset="2"/>
              <a:buNone/>
              <a:defRPr sz="3325" b="1">
                <a:latin typeface="黑体" pitchFamily="6" charset="-122"/>
                <a:ea typeface="黑体" pitchFamily="6" charset="-122"/>
              </a:defRPr>
            </a:lvl1pPr>
          </a:lstStyle>
          <a:p>
            <a:pPr lvl="0"/>
            <a:r>
              <a:rPr lang="zh-CN" altLang="en-US" noProof="0"/>
              <a:t>单击此处编辑母版副标题样式</a:t>
            </a:r>
            <a:endParaRPr lang="en-US" altLang="zh-CN" noProof="0" dirty="0"/>
          </a:p>
        </p:txBody>
      </p:sp>
      <p:sp>
        <p:nvSpPr>
          <p:cNvPr id="5" name="Rectangle 4"/>
          <p:cNvSpPr>
            <a:spLocks noGrp="1" noChangeArrowheads="1"/>
          </p:cNvSpPr>
          <p:nvPr>
            <p:ph type="dt" sz="half" idx="2"/>
          </p:nvPr>
        </p:nvSpPr>
        <p:spPr bwMode="auto">
          <a:xfrm>
            <a:off x="457200" y="6356350"/>
            <a:ext cx="21336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Rectangle 5"/>
          <p:cNvSpPr>
            <a:spLocks noGrp="1" noChangeArrowheads="1"/>
          </p:cNvSpPr>
          <p:nvPr>
            <p:ph type="ftr" sz="quarter" idx="3"/>
          </p:nvPr>
        </p:nvSpPr>
        <p:spPr bwMode="auto">
          <a:xfrm>
            <a:off x="3124200" y="6356350"/>
            <a:ext cx="2895600" cy="45720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7" name="Rectangle 6"/>
          <p:cNvSpPr>
            <a:spLocks noGrp="1" noChangeArrowheads="1"/>
          </p:cNvSpPr>
          <p:nvPr>
            <p:ph type="sldNum" sz="quarter" idx="4"/>
          </p:nvPr>
        </p:nvSpPr>
        <p:spPr bwMode="auto">
          <a:xfrm>
            <a:off x="6553200" y="6356350"/>
            <a:ext cx="2133600" cy="457200"/>
          </a:xfrm>
          <a:prstGeom prst="rect">
            <a:avLst/>
          </a:prstGeom>
        </p:spPr>
        <p:txBody>
          <a:bodyPr vert="horz" wrap="square" lIns="91440" tIns="45720" rIns="91440" bIns="45720" numCol="1" anchor="t" anchorCtr="0" compatLnSpc="1"/>
          <a:lstStyle/>
          <a:p>
            <a:pPr algn="r" eaLnBrk="1" hangingPunct="1">
              <a:buNone/>
            </a:pPr>
            <a:fld id="{9A0DB2DC-4C9A-4742-B13C-FB6460FD3503}" type="slidenum">
              <a:rPr lang="zh-CN" altLang="en-US"/>
              <a:t>‹#›</a:t>
            </a:fld>
            <a:endParaRPr lang="zh-CN" altLang="en-US"/>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428038" name="Line 8"/>
          <p:cNvSpPr/>
          <p:nvPr userDrawn="1"/>
        </p:nvSpPr>
        <p:spPr>
          <a:xfrm>
            <a:off x="457200" y="1052513"/>
            <a:ext cx="8369300" cy="0"/>
          </a:xfrm>
          <a:prstGeom prst="line">
            <a:avLst/>
          </a:prstGeom>
          <a:ln w="28575" cap="flat" cmpd="sng">
            <a:solidFill>
              <a:srgbClr val="333399"/>
            </a:solidFill>
            <a:prstDash val="solid"/>
            <a:headEnd type="none" w="med" len="med"/>
            <a:tailEnd type="none" w="med" len="med"/>
          </a:ln>
        </p:spPr>
      </p:sp>
      <p:sp>
        <p:nvSpPr>
          <p:cNvPr id="2" name="标题 1"/>
          <p:cNvSpPr>
            <a:spLocks noGrp="1"/>
          </p:cNvSpPr>
          <p:nvPr>
            <p:ph type="title"/>
          </p:nvPr>
        </p:nvSpPr>
        <p:spPr>
          <a:xfrm>
            <a:off x="457200" y="188640"/>
            <a:ext cx="8368811" cy="792088"/>
          </a:xfrm>
        </p:spPr>
        <p:txBody>
          <a:bodyPr/>
          <a:lstStyle>
            <a:lvl1pPr>
              <a:defRPr b="1">
                <a:solidFill>
                  <a:srgbClr val="333399"/>
                </a:solidFill>
                <a:latin typeface="+mn-lt"/>
                <a:ea typeface="黑体" pitchFamily="6" charset="-122"/>
              </a:defRPr>
            </a:lvl1pPr>
          </a:lstStyle>
          <a:p>
            <a:r>
              <a:rPr lang="zh-CN" altLang="en-US"/>
              <a:t>单击此处编辑母版标题样式</a:t>
            </a:r>
            <a:endParaRPr lang="zh-CN" altLang="en-US" dirty="0"/>
          </a:p>
        </p:txBody>
      </p:sp>
      <p:sp>
        <p:nvSpPr>
          <p:cNvPr id="3" name="内容占位符 2"/>
          <p:cNvSpPr>
            <a:spLocks noGrp="1"/>
          </p:cNvSpPr>
          <p:nvPr>
            <p:ph idx="1"/>
          </p:nvPr>
        </p:nvSpPr>
        <p:spPr>
          <a:xfrm>
            <a:off x="457200" y="1196753"/>
            <a:ext cx="8368811" cy="4934173"/>
          </a:xfrm>
        </p:spPr>
        <p:txBody>
          <a:bodyPr/>
          <a:lstStyle>
            <a:lvl1pPr>
              <a:defRPr sz="2955" b="1">
                <a:solidFill>
                  <a:schemeClr val="tx1"/>
                </a:solidFill>
                <a:latin typeface="+mn-lt"/>
                <a:ea typeface="黑体" pitchFamily="6" charset="-122"/>
              </a:defRPr>
            </a:lvl1pPr>
            <a:lvl2pPr>
              <a:defRPr sz="2585" b="1">
                <a:solidFill>
                  <a:schemeClr val="tx1"/>
                </a:solidFill>
                <a:latin typeface="+mn-lt"/>
                <a:ea typeface="黑体" pitchFamily="6" charset="-122"/>
              </a:defRPr>
            </a:lvl2pPr>
            <a:lvl3pPr>
              <a:defRPr sz="2215" b="1">
                <a:solidFill>
                  <a:schemeClr val="tx1"/>
                </a:solidFill>
                <a:latin typeface="+mn-lt"/>
                <a:ea typeface="黑体" pitchFamily="6" charset="-122"/>
              </a:defRPr>
            </a:lvl3pPr>
            <a:lvl4pPr>
              <a:defRPr sz="1845" b="1">
                <a:solidFill>
                  <a:schemeClr val="tx1"/>
                </a:solidFill>
                <a:latin typeface="+mn-lt"/>
                <a:ea typeface="黑体" pitchFamily="6" charset="-122"/>
              </a:defRPr>
            </a:lvl4pPr>
            <a:lvl5pPr>
              <a:defRPr sz="1845" b="1">
                <a:solidFill>
                  <a:schemeClr val="tx1"/>
                </a:solidFill>
                <a:latin typeface="+mn-lt"/>
                <a:ea typeface="黑体" pitchFamily="6"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日期占位符 3"/>
          <p:cNvSpPr>
            <a:spLocks noGrp="1"/>
          </p:cNvSpPr>
          <p:nvPr>
            <p:ph type="dt" sz="half" idx="2"/>
          </p:nvPr>
        </p:nvSpPr>
        <p:spPr bwMode="auto">
          <a:xfrm>
            <a:off x="457200" y="6356350"/>
            <a:ext cx="21336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5" name="页脚占位符 4"/>
          <p:cNvSpPr>
            <a:spLocks noGrp="1"/>
          </p:cNvSpPr>
          <p:nvPr>
            <p:ph type="ftr" sz="quarter" idx="3"/>
          </p:nvPr>
        </p:nvSpPr>
        <p:spPr bwMode="auto">
          <a:xfrm>
            <a:off x="3124200" y="6356350"/>
            <a:ext cx="2895600" cy="45720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灯片编号占位符 5"/>
          <p:cNvSpPr>
            <a:spLocks noGrp="1"/>
          </p:cNvSpPr>
          <p:nvPr>
            <p:ph type="sldNum" sz="quarter" idx="4"/>
          </p:nvPr>
        </p:nvSpPr>
        <p:spPr bwMode="auto">
          <a:xfrm>
            <a:off x="6553200" y="6356350"/>
            <a:ext cx="2133600" cy="457200"/>
          </a:xfrm>
          <a:prstGeom prst="rect">
            <a:avLst/>
          </a:prstGeom>
        </p:spPr>
        <p:txBody>
          <a:bodyPr vert="horz" wrap="square" lIns="91440" tIns="45720" rIns="91440" bIns="45720" numCol="1" anchor="t" anchorCtr="0" compatLnSpc="1"/>
          <a:lstStyle/>
          <a:p>
            <a:pPr algn="r" eaLnBrk="1" hangingPunct="1">
              <a:buNone/>
            </a:pPr>
            <a:fld id="{9A0DB2DC-4C9A-4742-B13C-FB6460FD3503}" type="slidenum">
              <a:rPr lang="zh-CN" altLang="en-US"/>
              <a:t>‹#›</a:t>
            </a:fld>
            <a:endParaRPr lang="zh-CN" altLang="en-US"/>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435" y="4406901"/>
            <a:ext cx="7970638" cy="1362075"/>
          </a:xfrm>
        </p:spPr>
        <p:txBody>
          <a:bodyPr anchor="t"/>
          <a:lstStyle>
            <a:lvl1pPr algn="l">
              <a:defRPr sz="4060" b="1" cap="all">
                <a:solidFill>
                  <a:srgbClr val="333399"/>
                </a:solidFill>
                <a:latin typeface="+mn-lt"/>
                <a:ea typeface="黑体" pitchFamily="6" charset="-122"/>
              </a:defRPr>
            </a:lvl1pPr>
          </a:lstStyle>
          <a:p>
            <a:r>
              <a:rPr lang="zh-CN" altLang="en-US"/>
              <a:t>单击此处编辑母版标题样式</a:t>
            </a:r>
            <a:endParaRPr lang="zh-CN" altLang="en-US" dirty="0"/>
          </a:p>
        </p:txBody>
      </p:sp>
      <p:sp>
        <p:nvSpPr>
          <p:cNvPr id="3" name="文本占位符 2"/>
          <p:cNvSpPr>
            <a:spLocks noGrp="1"/>
          </p:cNvSpPr>
          <p:nvPr>
            <p:ph type="body" idx="1"/>
          </p:nvPr>
        </p:nvSpPr>
        <p:spPr>
          <a:xfrm>
            <a:off x="722435" y="2906713"/>
            <a:ext cx="7970638" cy="1500187"/>
          </a:xfrm>
        </p:spPr>
        <p:txBody>
          <a:bodyPr anchor="b"/>
          <a:lstStyle>
            <a:lvl1pPr marL="0" indent="0">
              <a:buNone/>
              <a:defRPr sz="1845"/>
            </a:lvl1pPr>
            <a:lvl2pPr marL="422275" indent="0">
              <a:buNone/>
              <a:defRPr sz="1660"/>
            </a:lvl2pPr>
            <a:lvl3pPr marL="843915" indent="0">
              <a:buNone/>
              <a:defRPr sz="1475"/>
            </a:lvl3pPr>
            <a:lvl4pPr marL="1266190" indent="0">
              <a:buNone/>
              <a:defRPr sz="1290"/>
            </a:lvl4pPr>
            <a:lvl5pPr marL="1688465" indent="0">
              <a:buNone/>
              <a:defRPr sz="1290"/>
            </a:lvl5pPr>
            <a:lvl6pPr marL="2110105" indent="0">
              <a:buNone/>
              <a:defRPr sz="1290"/>
            </a:lvl6pPr>
            <a:lvl7pPr marL="2532380" indent="0">
              <a:buNone/>
              <a:defRPr sz="1290"/>
            </a:lvl7pPr>
            <a:lvl8pPr marL="2954020" indent="0">
              <a:buNone/>
              <a:defRPr sz="1290"/>
            </a:lvl8pPr>
            <a:lvl9pPr marL="3376295" indent="0">
              <a:buNone/>
              <a:defRPr sz="1290"/>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5" name="页脚占位符 4"/>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灯片编号占位符 5"/>
          <p:cNvSpPr>
            <a:spLocks noGrp="1"/>
          </p:cNvSpPr>
          <p:nvPr>
            <p:ph type="sldNum" sz="quarter" idx="12"/>
          </p:nvPr>
        </p:nvSpPr>
        <p:spPr/>
        <p:txBody>
          <a:bodyPr/>
          <a:lstStyle/>
          <a:p>
            <a:pPr lvl="0" eaLnBrk="1" hangingPunct="1">
              <a:buNone/>
            </a:pPr>
            <a:fld id="{9A0DB2DC-4C9A-4742-B13C-FB6460FD3503}" type="slidenum">
              <a:rPr lang="zh-CN" altLang="en-US">
                <a:latin typeface="Comic Sans MS" panose="030F0902030302020204" charset="0"/>
              </a:rPr>
              <a:t>‹#›</a:t>
            </a:fld>
            <a:endParaRPr lang="zh-CN" altLang="en-US">
              <a:latin typeface="Comic Sans MS" panose="030F0902030302020204" charset="0"/>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twoObj" preserve="1">
  <p:cSld name="两栏内容">
    <p:bg>
      <p:bgPr>
        <a:solidFill>
          <a:schemeClr val="bg1"/>
        </a:solidFill>
        <a:effectLst/>
      </p:bgPr>
    </p:bg>
    <p:spTree>
      <p:nvGrpSpPr>
        <p:cNvPr id="1" name=""/>
        <p:cNvGrpSpPr/>
        <p:nvPr/>
      </p:nvGrpSpPr>
      <p:grpSpPr>
        <a:xfrm>
          <a:off x="0" y="0"/>
          <a:ext cx="0" cy="0"/>
          <a:chOff x="0" y="0"/>
          <a:chExt cx="0" cy="0"/>
        </a:xfrm>
      </p:grpSpPr>
      <p:sp>
        <p:nvSpPr>
          <p:cNvPr id="429062" name="Line 8"/>
          <p:cNvSpPr/>
          <p:nvPr userDrawn="1"/>
        </p:nvSpPr>
        <p:spPr>
          <a:xfrm>
            <a:off x="457200" y="1052513"/>
            <a:ext cx="8369300" cy="0"/>
          </a:xfrm>
          <a:prstGeom prst="line">
            <a:avLst/>
          </a:prstGeom>
          <a:ln w="28575" cap="flat" cmpd="sng">
            <a:solidFill>
              <a:srgbClr val="333399"/>
            </a:solidFill>
            <a:prstDash val="solid"/>
            <a:headEnd type="none" w="med" len="med"/>
            <a:tailEnd type="none" w="med" len="med"/>
          </a:ln>
        </p:spPr>
      </p:sp>
      <p:sp>
        <p:nvSpPr>
          <p:cNvPr id="2" name="标题 1"/>
          <p:cNvSpPr>
            <a:spLocks noGrp="1"/>
          </p:cNvSpPr>
          <p:nvPr>
            <p:ph type="title"/>
          </p:nvPr>
        </p:nvSpPr>
        <p:spPr>
          <a:xfrm>
            <a:off x="457200" y="188640"/>
            <a:ext cx="8368811" cy="792088"/>
          </a:xfrm>
        </p:spPr>
        <p:txBody>
          <a:bodyPr/>
          <a:lstStyle>
            <a:lvl1pPr>
              <a:defRPr b="1">
                <a:solidFill>
                  <a:srgbClr val="333399"/>
                </a:solidFill>
                <a:latin typeface="+mn-lt"/>
                <a:ea typeface="黑体" pitchFamily="6" charset="-122"/>
              </a:defRPr>
            </a:lvl1pPr>
          </a:lstStyle>
          <a:p>
            <a:r>
              <a:rPr lang="zh-CN" altLang="en-US"/>
              <a:t>单击此处编辑母版标题样式</a:t>
            </a:r>
          </a:p>
        </p:txBody>
      </p:sp>
      <p:sp>
        <p:nvSpPr>
          <p:cNvPr id="3" name="内容占位符 2"/>
          <p:cNvSpPr>
            <a:spLocks noGrp="1"/>
          </p:cNvSpPr>
          <p:nvPr>
            <p:ph sz="half" idx="1"/>
          </p:nvPr>
        </p:nvSpPr>
        <p:spPr>
          <a:xfrm>
            <a:off x="457200" y="1196753"/>
            <a:ext cx="4117204" cy="4934173"/>
          </a:xfrm>
        </p:spPr>
        <p:txBody>
          <a:bodyPr/>
          <a:lstStyle>
            <a:lvl1pPr>
              <a:defRPr sz="2955" b="1">
                <a:solidFill>
                  <a:schemeClr val="tx1"/>
                </a:solidFill>
                <a:latin typeface="+mn-lt"/>
                <a:ea typeface="黑体" pitchFamily="6" charset="-122"/>
              </a:defRPr>
            </a:lvl1pPr>
            <a:lvl2pPr>
              <a:buClr>
                <a:schemeClr val="accent2"/>
              </a:buClr>
              <a:defRPr sz="2585" b="1">
                <a:solidFill>
                  <a:schemeClr val="tx1"/>
                </a:solidFill>
                <a:latin typeface="+mn-lt"/>
                <a:ea typeface="黑体" pitchFamily="6" charset="-122"/>
              </a:defRPr>
            </a:lvl2pPr>
            <a:lvl3pPr>
              <a:defRPr sz="2215" b="1">
                <a:solidFill>
                  <a:schemeClr val="tx1"/>
                </a:solidFill>
                <a:latin typeface="+mn-lt"/>
                <a:ea typeface="黑体" pitchFamily="6" charset="-122"/>
              </a:defRPr>
            </a:lvl3pPr>
            <a:lvl4pPr>
              <a:defRPr sz="1845" b="1">
                <a:solidFill>
                  <a:schemeClr val="tx1"/>
                </a:solidFill>
                <a:latin typeface="+mn-lt"/>
                <a:ea typeface="黑体" pitchFamily="6" charset="-122"/>
              </a:defRPr>
            </a:lvl4pPr>
            <a:lvl5pPr>
              <a:buClr>
                <a:srgbClr val="333399"/>
              </a:buClr>
              <a:defRPr sz="1845" b="1">
                <a:solidFill>
                  <a:schemeClr val="tx1"/>
                </a:solidFill>
                <a:latin typeface="+mn-lt"/>
                <a:ea typeface="黑体" pitchFamily="6" charset="-122"/>
              </a:defRPr>
            </a:lvl5pPr>
            <a:lvl6pPr>
              <a:defRPr sz="1660"/>
            </a:lvl6pPr>
            <a:lvl7pPr>
              <a:defRPr sz="1660"/>
            </a:lvl7pPr>
            <a:lvl8pPr>
              <a:defRPr sz="1660"/>
            </a:lvl8pPr>
            <a:lvl9pPr>
              <a:defRPr sz="166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内容占位符 3"/>
          <p:cNvSpPr>
            <a:spLocks noGrp="1"/>
          </p:cNvSpPr>
          <p:nvPr>
            <p:ph sz="half" idx="2"/>
          </p:nvPr>
        </p:nvSpPr>
        <p:spPr>
          <a:xfrm>
            <a:off x="4708807" y="1196753"/>
            <a:ext cx="4117204" cy="4934173"/>
          </a:xfrm>
        </p:spPr>
        <p:txBody>
          <a:bodyPr/>
          <a:lstStyle>
            <a:lvl1pPr>
              <a:defRPr sz="2955" b="1">
                <a:solidFill>
                  <a:schemeClr val="tx1"/>
                </a:solidFill>
                <a:latin typeface="+mn-lt"/>
                <a:ea typeface="黑体" pitchFamily="6" charset="-122"/>
              </a:defRPr>
            </a:lvl1pPr>
            <a:lvl2pPr>
              <a:buClr>
                <a:schemeClr val="accent2"/>
              </a:buClr>
              <a:defRPr sz="2585" b="1">
                <a:solidFill>
                  <a:schemeClr val="tx1"/>
                </a:solidFill>
                <a:latin typeface="+mn-lt"/>
                <a:ea typeface="黑体" pitchFamily="6" charset="-122"/>
              </a:defRPr>
            </a:lvl2pPr>
            <a:lvl3pPr>
              <a:defRPr sz="2215" b="1">
                <a:solidFill>
                  <a:schemeClr val="tx1"/>
                </a:solidFill>
                <a:latin typeface="+mn-lt"/>
                <a:ea typeface="黑体" pitchFamily="6" charset="-122"/>
              </a:defRPr>
            </a:lvl3pPr>
            <a:lvl4pPr>
              <a:defRPr sz="1845" b="1">
                <a:solidFill>
                  <a:schemeClr val="tx1"/>
                </a:solidFill>
                <a:latin typeface="+mn-lt"/>
                <a:ea typeface="黑体" pitchFamily="6" charset="-122"/>
              </a:defRPr>
            </a:lvl4pPr>
            <a:lvl5pPr>
              <a:buClr>
                <a:srgbClr val="333399"/>
              </a:buClr>
              <a:defRPr sz="1845" b="1">
                <a:solidFill>
                  <a:schemeClr val="tx1"/>
                </a:solidFill>
                <a:latin typeface="+mn-lt"/>
                <a:ea typeface="黑体" pitchFamily="6" charset="-122"/>
              </a:defRPr>
            </a:lvl5pPr>
            <a:lvl6pPr>
              <a:defRPr sz="1660"/>
            </a:lvl6pPr>
            <a:lvl7pPr>
              <a:defRPr sz="1660"/>
            </a:lvl7pPr>
            <a:lvl8pPr>
              <a:defRPr sz="1660"/>
            </a:lvl8pPr>
            <a:lvl9pPr>
              <a:defRPr sz="166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日期占位符 4"/>
          <p:cNvSpPr>
            <a:spLocks noGrp="1"/>
          </p:cNvSpPr>
          <p:nvPr>
            <p:ph type="dt" sz="half" idx="12"/>
          </p:nvPr>
        </p:nvSpPr>
        <p:spPr bwMode="auto">
          <a:xfrm>
            <a:off x="457200" y="6356350"/>
            <a:ext cx="21336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页脚占位符 5"/>
          <p:cNvSpPr>
            <a:spLocks noGrp="1"/>
          </p:cNvSpPr>
          <p:nvPr>
            <p:ph type="ftr" sz="quarter" idx="3"/>
          </p:nvPr>
        </p:nvSpPr>
        <p:spPr bwMode="auto">
          <a:xfrm>
            <a:off x="3124200" y="6356350"/>
            <a:ext cx="2895600" cy="45720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7" name="灯片编号占位符 6"/>
          <p:cNvSpPr>
            <a:spLocks noGrp="1"/>
          </p:cNvSpPr>
          <p:nvPr>
            <p:ph type="sldNum" sz="quarter" idx="4"/>
          </p:nvPr>
        </p:nvSpPr>
        <p:spPr bwMode="auto">
          <a:xfrm>
            <a:off x="6553200" y="6356350"/>
            <a:ext cx="2133600" cy="457200"/>
          </a:xfrm>
          <a:prstGeom prst="rect">
            <a:avLst/>
          </a:prstGeom>
        </p:spPr>
        <p:txBody>
          <a:bodyPr vert="horz" wrap="square" lIns="91440" tIns="45720" rIns="91440" bIns="45720" numCol="1" anchor="t" anchorCtr="0" compatLnSpc="1"/>
          <a:lstStyle/>
          <a:p>
            <a:pPr algn="r" eaLnBrk="1" hangingPunct="1">
              <a:buNone/>
            </a:pPr>
            <a:fld id="{9A0DB2DC-4C9A-4742-B13C-FB6460FD3503}" type="slidenum">
              <a:rPr lang="zh-CN" altLang="en-US"/>
              <a:t>‹#›</a:t>
            </a:fld>
            <a:endParaRPr lang="zh-CN" altLang="en-US"/>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woTxTwoObj" preserve="1">
  <p:cSld name="比较">
    <p:bg>
      <p:bgPr>
        <a:solidFill>
          <a:schemeClr val="bg1"/>
        </a:solidFill>
        <a:effectLst/>
      </p:bgPr>
    </p:bg>
    <p:spTree>
      <p:nvGrpSpPr>
        <p:cNvPr id="1" name=""/>
        <p:cNvGrpSpPr/>
        <p:nvPr/>
      </p:nvGrpSpPr>
      <p:grpSpPr>
        <a:xfrm>
          <a:off x="0" y="0"/>
          <a:ext cx="0" cy="0"/>
          <a:chOff x="0" y="0"/>
          <a:chExt cx="0" cy="0"/>
        </a:xfrm>
      </p:grpSpPr>
      <p:sp>
        <p:nvSpPr>
          <p:cNvPr id="430086" name="Line 8"/>
          <p:cNvSpPr/>
          <p:nvPr userDrawn="1"/>
        </p:nvSpPr>
        <p:spPr>
          <a:xfrm>
            <a:off x="457200" y="1052513"/>
            <a:ext cx="8369300" cy="0"/>
          </a:xfrm>
          <a:prstGeom prst="line">
            <a:avLst/>
          </a:prstGeom>
          <a:ln w="28575" cap="flat" cmpd="sng">
            <a:solidFill>
              <a:srgbClr val="333399"/>
            </a:solidFill>
            <a:prstDash val="solid"/>
            <a:headEnd type="none" w="med" len="med"/>
            <a:tailEnd type="none" w="med" len="med"/>
          </a:ln>
        </p:spPr>
      </p:sp>
      <p:sp>
        <p:nvSpPr>
          <p:cNvPr id="2" name="标题 1"/>
          <p:cNvSpPr>
            <a:spLocks noGrp="1"/>
          </p:cNvSpPr>
          <p:nvPr>
            <p:ph type="title"/>
          </p:nvPr>
        </p:nvSpPr>
        <p:spPr>
          <a:xfrm>
            <a:off x="457200" y="188640"/>
            <a:ext cx="8368811" cy="792088"/>
          </a:xfrm>
        </p:spPr>
        <p:txBody>
          <a:bodyPr/>
          <a:lstStyle>
            <a:lvl1pPr>
              <a:defRPr b="1">
                <a:solidFill>
                  <a:srgbClr val="333399"/>
                </a:solidFill>
                <a:latin typeface="+mn-lt"/>
                <a:ea typeface="黑体" pitchFamily="6" charset="-122"/>
              </a:defRPr>
            </a:lvl1pPr>
          </a:lstStyle>
          <a:p>
            <a:r>
              <a:rPr lang="zh-CN" altLang="en-US"/>
              <a:t>单击此处编辑母版标题样式</a:t>
            </a:r>
            <a:endParaRPr lang="zh-CN" altLang="en-US" dirty="0"/>
          </a:p>
        </p:txBody>
      </p:sp>
      <p:sp>
        <p:nvSpPr>
          <p:cNvPr id="3" name="文本占位符 2"/>
          <p:cNvSpPr>
            <a:spLocks noGrp="1"/>
          </p:cNvSpPr>
          <p:nvPr>
            <p:ph type="body" idx="1"/>
          </p:nvPr>
        </p:nvSpPr>
        <p:spPr>
          <a:xfrm>
            <a:off x="457200" y="1207874"/>
            <a:ext cx="4112781" cy="639762"/>
          </a:xfrm>
        </p:spPr>
        <p:txBody>
          <a:bodyPr anchor="b"/>
          <a:lstStyle>
            <a:lvl1pPr marL="0" indent="0">
              <a:buNone/>
              <a:defRPr sz="2955" b="1">
                <a:latin typeface="+mn-lt"/>
                <a:ea typeface="黑体" pitchFamily="6" charset="-122"/>
              </a:defRPr>
            </a:lvl1pPr>
            <a:lvl2pPr marL="422275" indent="0">
              <a:buNone/>
              <a:defRPr sz="1845" b="1"/>
            </a:lvl2pPr>
            <a:lvl3pPr marL="843915" indent="0">
              <a:buNone/>
              <a:defRPr sz="1660" b="1"/>
            </a:lvl3pPr>
            <a:lvl4pPr marL="1266190" indent="0">
              <a:buNone/>
              <a:defRPr sz="1475" b="1"/>
            </a:lvl4pPr>
            <a:lvl5pPr marL="1688465" indent="0">
              <a:buNone/>
              <a:defRPr sz="1475" b="1"/>
            </a:lvl5pPr>
            <a:lvl6pPr marL="2110105" indent="0">
              <a:buNone/>
              <a:defRPr sz="1475" b="1"/>
            </a:lvl6pPr>
            <a:lvl7pPr marL="2532380" indent="0">
              <a:buNone/>
              <a:defRPr sz="1475" b="1"/>
            </a:lvl7pPr>
            <a:lvl8pPr marL="2954020" indent="0">
              <a:buNone/>
              <a:defRPr sz="1475" b="1"/>
            </a:lvl8pPr>
            <a:lvl9pPr marL="3376295" indent="0">
              <a:buNone/>
              <a:defRPr sz="1475" b="1"/>
            </a:lvl9pPr>
          </a:lstStyle>
          <a:p>
            <a:pPr lvl="0"/>
            <a:r>
              <a:rPr lang="zh-CN" altLang="en-US"/>
              <a:t>单击此处编辑母版文本样式</a:t>
            </a:r>
          </a:p>
        </p:txBody>
      </p:sp>
      <p:sp>
        <p:nvSpPr>
          <p:cNvPr id="4" name="内容占位符 3"/>
          <p:cNvSpPr>
            <a:spLocks noGrp="1"/>
          </p:cNvSpPr>
          <p:nvPr>
            <p:ph sz="half" idx="2"/>
          </p:nvPr>
        </p:nvSpPr>
        <p:spPr>
          <a:xfrm>
            <a:off x="457200" y="1872534"/>
            <a:ext cx="4112781" cy="4292770"/>
          </a:xfrm>
        </p:spPr>
        <p:txBody>
          <a:bodyPr/>
          <a:lstStyle>
            <a:lvl1pPr>
              <a:defRPr sz="2955" b="1">
                <a:solidFill>
                  <a:schemeClr val="tx1"/>
                </a:solidFill>
                <a:latin typeface="+mn-lt"/>
                <a:ea typeface="黑体" pitchFamily="6" charset="-122"/>
              </a:defRPr>
            </a:lvl1pPr>
            <a:lvl2pPr>
              <a:defRPr sz="2585" b="1">
                <a:solidFill>
                  <a:schemeClr val="tx1"/>
                </a:solidFill>
                <a:latin typeface="+mn-lt"/>
                <a:ea typeface="黑体" pitchFamily="6" charset="-122"/>
              </a:defRPr>
            </a:lvl2pPr>
            <a:lvl3pPr>
              <a:defRPr sz="2215" b="1">
                <a:solidFill>
                  <a:schemeClr val="tx1"/>
                </a:solidFill>
                <a:latin typeface="+mn-lt"/>
                <a:ea typeface="黑体" pitchFamily="6" charset="-122"/>
              </a:defRPr>
            </a:lvl3pPr>
            <a:lvl4pPr>
              <a:defRPr sz="1845" b="1">
                <a:solidFill>
                  <a:schemeClr val="tx1"/>
                </a:solidFill>
                <a:latin typeface="+mn-lt"/>
                <a:ea typeface="黑体" pitchFamily="6" charset="-122"/>
              </a:defRPr>
            </a:lvl4pPr>
            <a:lvl5pPr>
              <a:defRPr sz="1845" b="1">
                <a:solidFill>
                  <a:schemeClr val="tx1"/>
                </a:solidFill>
                <a:latin typeface="+mn-lt"/>
                <a:ea typeface="黑体" pitchFamily="6" charset="-122"/>
              </a:defRPr>
            </a:lvl5pPr>
            <a:lvl6pPr>
              <a:defRPr sz="1475"/>
            </a:lvl6pPr>
            <a:lvl7pPr>
              <a:defRPr sz="1475"/>
            </a:lvl7pPr>
            <a:lvl8pPr>
              <a:defRPr sz="1475"/>
            </a:lvl8pPr>
            <a:lvl9pPr>
              <a:defRPr sz="1475"/>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文本占位符 4"/>
          <p:cNvSpPr>
            <a:spLocks noGrp="1"/>
          </p:cNvSpPr>
          <p:nvPr>
            <p:ph type="body" sz="quarter" idx="3"/>
          </p:nvPr>
        </p:nvSpPr>
        <p:spPr>
          <a:xfrm>
            <a:off x="4711739" y="1207874"/>
            <a:ext cx="4114273" cy="639762"/>
          </a:xfrm>
        </p:spPr>
        <p:txBody>
          <a:bodyPr anchor="b"/>
          <a:lstStyle>
            <a:lvl1pPr marL="0" indent="0">
              <a:buNone/>
              <a:defRPr sz="2955" b="1">
                <a:latin typeface="+mn-lt"/>
                <a:ea typeface="黑体" pitchFamily="6" charset="-122"/>
              </a:defRPr>
            </a:lvl1pPr>
            <a:lvl2pPr marL="422275" indent="0">
              <a:buNone/>
              <a:defRPr sz="1845" b="1"/>
            </a:lvl2pPr>
            <a:lvl3pPr marL="843915" indent="0">
              <a:buNone/>
              <a:defRPr sz="1660" b="1"/>
            </a:lvl3pPr>
            <a:lvl4pPr marL="1266190" indent="0">
              <a:buNone/>
              <a:defRPr sz="1475" b="1"/>
            </a:lvl4pPr>
            <a:lvl5pPr marL="1688465" indent="0">
              <a:buNone/>
              <a:defRPr sz="1475" b="1"/>
            </a:lvl5pPr>
            <a:lvl6pPr marL="2110105" indent="0">
              <a:buNone/>
              <a:defRPr sz="1475" b="1"/>
            </a:lvl6pPr>
            <a:lvl7pPr marL="2532380" indent="0">
              <a:buNone/>
              <a:defRPr sz="1475" b="1"/>
            </a:lvl7pPr>
            <a:lvl8pPr marL="2954020" indent="0">
              <a:buNone/>
              <a:defRPr sz="1475" b="1"/>
            </a:lvl8pPr>
            <a:lvl9pPr marL="3376295" indent="0">
              <a:buNone/>
              <a:defRPr sz="1475" b="1"/>
            </a:lvl9pPr>
          </a:lstStyle>
          <a:p>
            <a:pPr lvl="0"/>
            <a:r>
              <a:rPr lang="zh-CN" altLang="en-US"/>
              <a:t>单击此处编辑母版文本样式</a:t>
            </a:r>
          </a:p>
        </p:txBody>
      </p:sp>
      <p:sp>
        <p:nvSpPr>
          <p:cNvPr id="6" name="内容占位符 5"/>
          <p:cNvSpPr>
            <a:spLocks noGrp="1"/>
          </p:cNvSpPr>
          <p:nvPr>
            <p:ph sz="quarter" idx="4"/>
          </p:nvPr>
        </p:nvSpPr>
        <p:spPr>
          <a:xfrm>
            <a:off x="4711739" y="1872534"/>
            <a:ext cx="4114273" cy="4292770"/>
          </a:xfrm>
        </p:spPr>
        <p:txBody>
          <a:bodyPr/>
          <a:lstStyle>
            <a:lvl1pPr>
              <a:defRPr sz="2955" b="1">
                <a:solidFill>
                  <a:schemeClr val="tx1"/>
                </a:solidFill>
                <a:latin typeface="+mn-lt"/>
                <a:ea typeface="黑体" pitchFamily="6" charset="-122"/>
              </a:defRPr>
            </a:lvl1pPr>
            <a:lvl2pPr>
              <a:defRPr sz="2585" b="1">
                <a:solidFill>
                  <a:schemeClr val="tx1"/>
                </a:solidFill>
                <a:latin typeface="+mn-lt"/>
                <a:ea typeface="黑体" pitchFamily="6" charset="-122"/>
              </a:defRPr>
            </a:lvl2pPr>
            <a:lvl3pPr>
              <a:defRPr sz="2215" b="1">
                <a:solidFill>
                  <a:schemeClr val="tx1"/>
                </a:solidFill>
                <a:latin typeface="+mn-lt"/>
                <a:ea typeface="黑体" pitchFamily="6" charset="-122"/>
              </a:defRPr>
            </a:lvl3pPr>
            <a:lvl4pPr>
              <a:defRPr sz="1845" b="1">
                <a:solidFill>
                  <a:schemeClr val="tx1"/>
                </a:solidFill>
                <a:latin typeface="+mn-lt"/>
                <a:ea typeface="黑体" pitchFamily="6" charset="-122"/>
              </a:defRPr>
            </a:lvl4pPr>
            <a:lvl5pPr>
              <a:defRPr sz="1845" b="1">
                <a:solidFill>
                  <a:schemeClr val="tx1"/>
                </a:solidFill>
                <a:latin typeface="+mn-lt"/>
                <a:ea typeface="黑体" pitchFamily="6" charset="-122"/>
              </a:defRPr>
            </a:lvl5pPr>
            <a:lvl6pPr>
              <a:defRPr sz="1475"/>
            </a:lvl6pPr>
            <a:lvl7pPr>
              <a:defRPr sz="1475"/>
            </a:lvl7pPr>
            <a:lvl8pPr>
              <a:defRPr sz="1475"/>
            </a:lvl8pPr>
            <a:lvl9pPr>
              <a:defRPr sz="1475"/>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7" name="日期占位符 6"/>
          <p:cNvSpPr>
            <a:spLocks noGrp="1"/>
          </p:cNvSpPr>
          <p:nvPr>
            <p:ph type="dt" sz="half" idx="12"/>
          </p:nvPr>
        </p:nvSpPr>
        <p:spPr bwMode="auto">
          <a:xfrm>
            <a:off x="457200" y="6356350"/>
            <a:ext cx="21336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8" name="页脚占位符 7"/>
          <p:cNvSpPr>
            <a:spLocks noGrp="1"/>
          </p:cNvSpPr>
          <p:nvPr>
            <p:ph type="ftr" sz="quarter" idx="13"/>
          </p:nvPr>
        </p:nvSpPr>
        <p:spPr bwMode="auto">
          <a:xfrm>
            <a:off x="3124200" y="6356350"/>
            <a:ext cx="2895600" cy="45720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9" name="灯片编号占位符 8"/>
          <p:cNvSpPr>
            <a:spLocks noGrp="1"/>
          </p:cNvSpPr>
          <p:nvPr>
            <p:ph type="sldNum" sz="quarter" idx="14"/>
          </p:nvPr>
        </p:nvSpPr>
        <p:spPr bwMode="auto">
          <a:xfrm>
            <a:off x="6553200" y="6356350"/>
            <a:ext cx="2133600" cy="457200"/>
          </a:xfrm>
          <a:prstGeom prst="rect">
            <a:avLst/>
          </a:prstGeom>
        </p:spPr>
        <p:txBody>
          <a:bodyPr vert="horz" wrap="square" lIns="91440" tIns="45720" rIns="91440" bIns="45720" numCol="1" anchor="t" anchorCtr="0" compatLnSpc="1"/>
          <a:lstStyle/>
          <a:p>
            <a:pPr algn="r" eaLnBrk="1" hangingPunct="1">
              <a:buNone/>
            </a:pPr>
            <a:fld id="{9A0DB2DC-4C9A-4742-B13C-FB6460FD3503}" type="slidenum">
              <a:rPr lang="zh-CN" altLang="en-US"/>
              <a:t>‹#›</a:t>
            </a:fld>
            <a:endParaRPr lang="zh-CN" altLang="en-US"/>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itleOnly" preserve="1">
  <p:cSld name="仅标题">
    <p:bg>
      <p:bgPr>
        <a:solidFill>
          <a:schemeClr val="bg1"/>
        </a:solidFill>
        <a:effectLst/>
      </p:bgPr>
    </p:bg>
    <p:spTree>
      <p:nvGrpSpPr>
        <p:cNvPr id="1" name=""/>
        <p:cNvGrpSpPr/>
        <p:nvPr/>
      </p:nvGrpSpPr>
      <p:grpSpPr>
        <a:xfrm>
          <a:off x="0" y="0"/>
          <a:ext cx="0" cy="0"/>
          <a:chOff x="0" y="0"/>
          <a:chExt cx="0" cy="0"/>
        </a:xfrm>
      </p:grpSpPr>
      <p:sp>
        <p:nvSpPr>
          <p:cNvPr id="431110" name="Line 8"/>
          <p:cNvSpPr/>
          <p:nvPr userDrawn="1"/>
        </p:nvSpPr>
        <p:spPr>
          <a:xfrm>
            <a:off x="457200" y="1052513"/>
            <a:ext cx="8369300" cy="0"/>
          </a:xfrm>
          <a:prstGeom prst="line">
            <a:avLst/>
          </a:prstGeom>
          <a:ln w="28575" cap="flat" cmpd="sng">
            <a:solidFill>
              <a:srgbClr val="333399"/>
            </a:solidFill>
            <a:prstDash val="solid"/>
            <a:headEnd type="none" w="med" len="med"/>
            <a:tailEnd type="none" w="med" len="med"/>
          </a:ln>
        </p:spPr>
      </p:sp>
      <p:sp>
        <p:nvSpPr>
          <p:cNvPr id="2" name="标题 1"/>
          <p:cNvSpPr>
            <a:spLocks noGrp="1"/>
          </p:cNvSpPr>
          <p:nvPr>
            <p:ph type="title"/>
          </p:nvPr>
        </p:nvSpPr>
        <p:spPr/>
        <p:txBody>
          <a:bodyPr/>
          <a:lstStyle>
            <a:lvl1pPr>
              <a:defRPr b="1">
                <a:solidFill>
                  <a:srgbClr val="333399"/>
                </a:solidFill>
                <a:latin typeface="+mn-lt"/>
                <a:ea typeface="黑体" pitchFamily="6" charset="-122"/>
              </a:defRPr>
            </a:lvl1pPr>
          </a:lstStyle>
          <a:p>
            <a:r>
              <a:rPr lang="zh-CN" altLang="en-US"/>
              <a:t>单击此处编辑母版标题样式</a:t>
            </a:r>
          </a:p>
        </p:txBody>
      </p:sp>
      <p:sp>
        <p:nvSpPr>
          <p:cNvPr id="3" name="日期占位符 2"/>
          <p:cNvSpPr>
            <a:spLocks noGrp="1"/>
          </p:cNvSpPr>
          <p:nvPr>
            <p:ph type="dt" sz="half" idx="2"/>
          </p:nvPr>
        </p:nvSpPr>
        <p:spPr bwMode="auto">
          <a:xfrm>
            <a:off x="457200" y="6356350"/>
            <a:ext cx="21336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4" name="页脚占位符 3"/>
          <p:cNvSpPr>
            <a:spLocks noGrp="1"/>
          </p:cNvSpPr>
          <p:nvPr>
            <p:ph type="ftr" sz="quarter" idx="3"/>
          </p:nvPr>
        </p:nvSpPr>
        <p:spPr bwMode="auto">
          <a:xfrm>
            <a:off x="3124200" y="6356350"/>
            <a:ext cx="2895600" cy="45720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5" name="灯片编号占位符 4"/>
          <p:cNvSpPr>
            <a:spLocks noGrp="1"/>
          </p:cNvSpPr>
          <p:nvPr>
            <p:ph type="sldNum" sz="quarter" idx="4"/>
          </p:nvPr>
        </p:nvSpPr>
        <p:spPr bwMode="auto">
          <a:xfrm>
            <a:off x="6553200" y="6356350"/>
            <a:ext cx="2133600" cy="457200"/>
          </a:xfrm>
          <a:prstGeom prst="rect">
            <a:avLst/>
          </a:prstGeom>
        </p:spPr>
        <p:txBody>
          <a:bodyPr vert="horz" wrap="square" lIns="91440" tIns="45720" rIns="91440" bIns="45720" numCol="1" anchor="t" anchorCtr="0" compatLnSpc="1"/>
          <a:lstStyle/>
          <a:p>
            <a:pPr algn="r" eaLnBrk="1" hangingPunct="1">
              <a:buNone/>
            </a:pPr>
            <a:fld id="{9A0DB2DC-4C9A-4742-B13C-FB6460FD3503}" type="slidenum">
              <a:rPr lang="zh-CN" altLang="en-US"/>
              <a:t>‹#›</a:t>
            </a:fld>
            <a:endParaRPr lang="zh-CN" altLang="en-US"/>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3" name="页脚占位符 2"/>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4" name="灯片编号占位符 3"/>
          <p:cNvSpPr>
            <a:spLocks noGrp="1"/>
          </p:cNvSpPr>
          <p:nvPr>
            <p:ph type="sldNum" sz="quarter" idx="12"/>
          </p:nvPr>
        </p:nvSpPr>
        <p:spPr/>
        <p:txBody>
          <a:bodyPr/>
          <a:lstStyle/>
          <a:p>
            <a:pPr lvl="0" eaLnBrk="1" hangingPunct="1">
              <a:buNone/>
            </a:pPr>
            <a:fld id="{9A0DB2DC-4C9A-4742-B13C-FB6460FD3503}" type="slidenum">
              <a:rPr lang="zh-CN" altLang="en-US">
                <a:latin typeface="Comic Sans MS" panose="030F0902030302020204" charset="0"/>
              </a:rPr>
              <a:t>‹#›</a:t>
            </a:fld>
            <a:endParaRPr lang="zh-CN" altLang="en-US">
              <a:latin typeface="Comic Sans MS" panose="030F0902030302020204" charset="0"/>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435" cy="1162050"/>
          </a:xfrm>
        </p:spPr>
        <p:txBody>
          <a:bodyPr/>
          <a:lstStyle>
            <a:lvl1pPr algn="l">
              <a:defRPr sz="1845" b="1"/>
            </a:lvl1pPr>
          </a:lstStyle>
          <a:p>
            <a:r>
              <a:rPr lang="zh-CN" altLang="en-US"/>
              <a:t>单击此处编辑母版标题样式</a:t>
            </a:r>
          </a:p>
        </p:txBody>
      </p:sp>
      <p:sp>
        <p:nvSpPr>
          <p:cNvPr id="3" name="内容占位符 2"/>
          <p:cNvSpPr>
            <a:spLocks noGrp="1"/>
          </p:cNvSpPr>
          <p:nvPr>
            <p:ph idx="1"/>
          </p:nvPr>
        </p:nvSpPr>
        <p:spPr>
          <a:xfrm>
            <a:off x="3575538" y="273051"/>
            <a:ext cx="5250473" cy="5853113"/>
          </a:xfrm>
        </p:spPr>
        <p:txBody>
          <a:bodyPr/>
          <a:lstStyle>
            <a:lvl1pPr>
              <a:defRPr sz="2955"/>
            </a:lvl1pPr>
            <a:lvl2pPr>
              <a:defRPr sz="2585"/>
            </a:lvl2pPr>
            <a:lvl3pPr>
              <a:defRPr sz="2215"/>
            </a:lvl3pPr>
            <a:lvl4pPr>
              <a:defRPr sz="1845"/>
            </a:lvl4pPr>
            <a:lvl5pPr>
              <a:defRPr sz="1845"/>
            </a:lvl5pPr>
            <a:lvl6pPr>
              <a:defRPr sz="1845"/>
            </a:lvl6pPr>
            <a:lvl7pPr>
              <a:defRPr sz="1845"/>
            </a:lvl7pPr>
            <a:lvl8pPr>
              <a:defRPr sz="1845"/>
            </a:lvl8pPr>
            <a:lvl9pPr>
              <a:defRPr sz="1845"/>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文本占位符 3"/>
          <p:cNvSpPr>
            <a:spLocks noGrp="1"/>
          </p:cNvSpPr>
          <p:nvPr>
            <p:ph type="body" sz="half" idx="2"/>
          </p:nvPr>
        </p:nvSpPr>
        <p:spPr>
          <a:xfrm>
            <a:off x="457200" y="1435101"/>
            <a:ext cx="3008435" cy="4691063"/>
          </a:xfrm>
        </p:spPr>
        <p:txBody>
          <a:bodyPr/>
          <a:lstStyle>
            <a:lvl1pPr marL="0" indent="0">
              <a:buNone/>
              <a:defRPr sz="1290"/>
            </a:lvl1pPr>
            <a:lvl2pPr marL="422275" indent="0">
              <a:buNone/>
              <a:defRPr sz="1110"/>
            </a:lvl2pPr>
            <a:lvl3pPr marL="843915" indent="0">
              <a:buNone/>
              <a:defRPr sz="925"/>
            </a:lvl3pPr>
            <a:lvl4pPr marL="1266190" indent="0">
              <a:buNone/>
              <a:defRPr sz="830"/>
            </a:lvl4pPr>
            <a:lvl5pPr marL="1688465" indent="0">
              <a:buNone/>
              <a:defRPr sz="830"/>
            </a:lvl5pPr>
            <a:lvl6pPr marL="2110105" indent="0">
              <a:buNone/>
              <a:defRPr sz="830"/>
            </a:lvl6pPr>
            <a:lvl7pPr marL="2532380" indent="0">
              <a:buNone/>
              <a:defRPr sz="830"/>
            </a:lvl7pPr>
            <a:lvl8pPr marL="2954020" indent="0">
              <a:buNone/>
              <a:defRPr sz="830"/>
            </a:lvl8pPr>
            <a:lvl9pPr marL="3376295" indent="0">
              <a:buNone/>
              <a:defRPr sz="83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页脚占位符 5"/>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7" name="灯片编号占位符 6"/>
          <p:cNvSpPr>
            <a:spLocks noGrp="1"/>
          </p:cNvSpPr>
          <p:nvPr>
            <p:ph type="sldNum" sz="quarter" idx="12"/>
          </p:nvPr>
        </p:nvSpPr>
        <p:spPr/>
        <p:txBody>
          <a:bodyPr/>
          <a:lstStyle/>
          <a:p>
            <a:pPr lvl="0" eaLnBrk="1" hangingPunct="1">
              <a:buNone/>
            </a:pPr>
            <a:fld id="{9A0DB2DC-4C9A-4742-B13C-FB6460FD3503}" type="slidenum">
              <a:rPr lang="zh-CN" altLang="en-US">
                <a:latin typeface="Comic Sans MS" panose="030F0902030302020204" charset="0"/>
              </a:rPr>
              <a:t>‹#›</a:t>
            </a:fld>
            <a:endParaRPr lang="zh-CN" altLang="en-US">
              <a:latin typeface="Comic Sans MS" panose="030F0902030302020204" charset="0"/>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166" y="4800600"/>
            <a:ext cx="5486400" cy="566738"/>
          </a:xfrm>
        </p:spPr>
        <p:txBody>
          <a:bodyPr/>
          <a:lstStyle>
            <a:lvl1pPr algn="l">
              <a:defRPr sz="1845" b="1"/>
            </a:lvl1pPr>
          </a:lstStyle>
          <a:p>
            <a:r>
              <a:rPr lang="zh-CN" altLang="en-US"/>
              <a:t>单击此处编辑母版标题样式</a:t>
            </a:r>
          </a:p>
        </p:txBody>
      </p:sp>
      <p:sp>
        <p:nvSpPr>
          <p:cNvPr id="3" name="图片占位符 2"/>
          <p:cNvSpPr>
            <a:spLocks noGrp="1"/>
          </p:cNvSpPr>
          <p:nvPr>
            <p:ph type="pic" idx="1"/>
          </p:nvPr>
        </p:nvSpPr>
        <p:spPr>
          <a:xfrm>
            <a:off x="1792166" y="612775"/>
            <a:ext cx="5486400" cy="4114800"/>
          </a:xfrm>
        </p:spPr>
        <p:txBody>
          <a:bodyPr vert="horz" wrap="square" lIns="91440" tIns="45720" rIns="91440" bIns="45720" numCol="1" anchor="t" anchorCtr="0" compatLnSpc="1"/>
          <a:lstStyle>
            <a:lvl1pPr marL="0" indent="0">
              <a:buNone/>
              <a:defRPr sz="2955"/>
            </a:lvl1pPr>
            <a:lvl2pPr marL="422275" indent="0">
              <a:buNone/>
              <a:defRPr sz="2585"/>
            </a:lvl2pPr>
            <a:lvl3pPr marL="843915" indent="0">
              <a:buNone/>
              <a:defRPr sz="2215"/>
            </a:lvl3pPr>
            <a:lvl4pPr marL="1266190" indent="0">
              <a:buNone/>
              <a:defRPr sz="1845"/>
            </a:lvl4pPr>
            <a:lvl5pPr marL="1688465" indent="0">
              <a:buNone/>
              <a:defRPr sz="1845"/>
            </a:lvl5pPr>
            <a:lvl6pPr marL="2110105" indent="0">
              <a:buNone/>
              <a:defRPr sz="1845"/>
            </a:lvl6pPr>
            <a:lvl7pPr marL="2532380" indent="0">
              <a:buNone/>
              <a:defRPr sz="1845"/>
            </a:lvl7pPr>
            <a:lvl8pPr marL="2954020" indent="0">
              <a:buNone/>
              <a:defRPr sz="1845"/>
            </a:lvl8pPr>
            <a:lvl9pPr marL="3376295" indent="0">
              <a:buNone/>
              <a:defRPr sz="1845"/>
            </a:lvl9pPr>
          </a:lstStyle>
          <a:p>
            <a:pPr marL="0" marR="0" lvl="0" indent="0" algn="l" defTabSz="914400" rtl="0" eaLnBrk="0" fontAlgn="base" latinLnBrk="0" hangingPunct="0">
              <a:lnSpc>
                <a:spcPct val="110000"/>
              </a:lnSpc>
              <a:spcBef>
                <a:spcPts val="550"/>
              </a:spcBef>
              <a:spcAft>
                <a:spcPct val="0"/>
              </a:spcAft>
              <a:buClr>
                <a:srgbClr val="333399"/>
              </a:buClr>
              <a:buSzPct val="75000"/>
              <a:buFont typeface="Wingdings" panose="05000000000000000000" pitchFamily="2" charset="2"/>
              <a:buNone/>
              <a:defRPr/>
            </a:pPr>
            <a:r>
              <a:rPr kumimoji="0" lang="zh-CN" altLang="en-US" sz="2955" b="1" i="0" u="none" strike="noStrike" kern="0" cap="none" spc="0" normalizeH="0" baseline="0" noProof="0">
                <a:ln>
                  <a:noFill/>
                </a:ln>
                <a:solidFill>
                  <a:schemeClr val="tx1"/>
                </a:solidFill>
                <a:effectLst/>
                <a:uLnTx/>
                <a:uFillTx/>
                <a:latin typeface="+mn-lt"/>
                <a:ea typeface="黑体" pitchFamily="6" charset="-122"/>
                <a:cs typeface="+mn-cs"/>
              </a:rPr>
              <a:t>单击图标添加图片</a:t>
            </a:r>
          </a:p>
        </p:txBody>
      </p:sp>
      <p:sp>
        <p:nvSpPr>
          <p:cNvPr id="4" name="文本占位符 3"/>
          <p:cNvSpPr>
            <a:spLocks noGrp="1"/>
          </p:cNvSpPr>
          <p:nvPr>
            <p:ph type="body" sz="half" idx="2"/>
          </p:nvPr>
        </p:nvSpPr>
        <p:spPr>
          <a:xfrm>
            <a:off x="1792166" y="5367338"/>
            <a:ext cx="5486400" cy="804862"/>
          </a:xfrm>
        </p:spPr>
        <p:txBody>
          <a:bodyPr/>
          <a:lstStyle>
            <a:lvl1pPr marL="0" indent="0">
              <a:buNone/>
              <a:defRPr sz="1290"/>
            </a:lvl1pPr>
            <a:lvl2pPr marL="422275" indent="0">
              <a:buNone/>
              <a:defRPr sz="1110"/>
            </a:lvl2pPr>
            <a:lvl3pPr marL="843915" indent="0">
              <a:buNone/>
              <a:defRPr sz="925"/>
            </a:lvl3pPr>
            <a:lvl4pPr marL="1266190" indent="0">
              <a:buNone/>
              <a:defRPr sz="830"/>
            </a:lvl4pPr>
            <a:lvl5pPr marL="1688465" indent="0">
              <a:buNone/>
              <a:defRPr sz="830"/>
            </a:lvl5pPr>
            <a:lvl6pPr marL="2110105" indent="0">
              <a:buNone/>
              <a:defRPr sz="830"/>
            </a:lvl6pPr>
            <a:lvl7pPr marL="2532380" indent="0">
              <a:buNone/>
              <a:defRPr sz="830"/>
            </a:lvl7pPr>
            <a:lvl8pPr marL="2954020" indent="0">
              <a:buNone/>
              <a:defRPr sz="830"/>
            </a:lvl8pPr>
            <a:lvl9pPr marL="3376295" indent="0">
              <a:buNone/>
              <a:defRPr sz="83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页脚占位符 5"/>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7" name="灯片编号占位符 6"/>
          <p:cNvSpPr>
            <a:spLocks noGrp="1"/>
          </p:cNvSpPr>
          <p:nvPr>
            <p:ph type="sldNum" sz="quarter" idx="12"/>
          </p:nvPr>
        </p:nvSpPr>
        <p:spPr/>
        <p:txBody>
          <a:bodyPr/>
          <a:lstStyle/>
          <a:p>
            <a:pPr lvl="0" eaLnBrk="1" hangingPunct="1">
              <a:buNone/>
            </a:pPr>
            <a:fld id="{9A0DB2DC-4C9A-4742-B13C-FB6460FD3503}" type="slidenum">
              <a:rPr lang="zh-CN" altLang="en-US">
                <a:latin typeface="Comic Sans MS" panose="030F0902030302020204" charset="0"/>
              </a:rPr>
              <a:t>‹#›</a:t>
            </a:fld>
            <a:endParaRPr lang="zh-CN" altLang="en-US">
              <a:latin typeface="Comic Sans MS" panose="030F0902030302020204" charset="0"/>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vertTx" preserve="1">
  <p:cSld name="标题和竖排文字">
    <p:bg>
      <p:bgPr>
        <a:solidFill>
          <a:schemeClr val="bg1"/>
        </a:solidFill>
        <a:effectLst/>
      </p:bgPr>
    </p:bg>
    <p:spTree>
      <p:nvGrpSpPr>
        <p:cNvPr id="1" name=""/>
        <p:cNvGrpSpPr/>
        <p:nvPr/>
      </p:nvGrpSpPr>
      <p:grpSpPr>
        <a:xfrm>
          <a:off x="0" y="0"/>
          <a:ext cx="0" cy="0"/>
          <a:chOff x="0" y="0"/>
          <a:chExt cx="0" cy="0"/>
        </a:xfrm>
      </p:grpSpPr>
      <p:sp>
        <p:nvSpPr>
          <p:cNvPr id="432134" name="Line 8"/>
          <p:cNvSpPr/>
          <p:nvPr userDrawn="1"/>
        </p:nvSpPr>
        <p:spPr>
          <a:xfrm>
            <a:off x="457200" y="1052513"/>
            <a:ext cx="8369300" cy="0"/>
          </a:xfrm>
          <a:prstGeom prst="line">
            <a:avLst/>
          </a:prstGeom>
          <a:ln w="28575" cap="flat" cmpd="sng">
            <a:solidFill>
              <a:srgbClr val="333399"/>
            </a:solidFill>
            <a:prstDash val="solid"/>
            <a:headEnd type="none" w="med" len="med"/>
            <a:tailEnd type="none" w="med" len="med"/>
          </a:ln>
        </p:spPr>
      </p:sp>
      <p:sp>
        <p:nvSpPr>
          <p:cNvPr id="2" name="标题 1"/>
          <p:cNvSpPr>
            <a:spLocks noGrp="1"/>
          </p:cNvSpPr>
          <p:nvPr>
            <p:ph type="title"/>
          </p:nvPr>
        </p:nvSpPr>
        <p:spPr/>
        <p:txBody>
          <a:bodyPr/>
          <a:lstStyle>
            <a:lvl1pPr>
              <a:defRPr b="1">
                <a:solidFill>
                  <a:srgbClr val="333399"/>
                </a:solidFill>
                <a:latin typeface="+mn-lt"/>
                <a:ea typeface="黑体" pitchFamily="6" charset="-122"/>
              </a:defRPr>
            </a:lvl1p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bwMode="auto">
          <a:xfrm>
            <a:off x="457200" y="6356350"/>
            <a:ext cx="21336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5" name="页脚占位符 4"/>
          <p:cNvSpPr>
            <a:spLocks noGrp="1"/>
          </p:cNvSpPr>
          <p:nvPr>
            <p:ph type="ftr" sz="quarter" idx="3"/>
          </p:nvPr>
        </p:nvSpPr>
        <p:spPr bwMode="auto">
          <a:xfrm>
            <a:off x="3124200" y="6356350"/>
            <a:ext cx="2895600" cy="45720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灯片编号占位符 5"/>
          <p:cNvSpPr>
            <a:spLocks noGrp="1"/>
          </p:cNvSpPr>
          <p:nvPr>
            <p:ph type="sldNum" sz="quarter" idx="4"/>
          </p:nvPr>
        </p:nvSpPr>
        <p:spPr bwMode="auto">
          <a:xfrm>
            <a:off x="6553200" y="6356350"/>
            <a:ext cx="2133600" cy="457200"/>
          </a:xfrm>
          <a:prstGeom prst="rect">
            <a:avLst/>
          </a:prstGeom>
        </p:spPr>
        <p:txBody>
          <a:bodyPr vert="horz" wrap="square" lIns="91440" tIns="45720" rIns="91440" bIns="45720" numCol="1" anchor="t" anchorCtr="0" compatLnSpc="1"/>
          <a:lstStyle/>
          <a:p>
            <a:pPr algn="r" eaLnBrk="1" hangingPunct="1">
              <a:buNone/>
            </a:pPr>
            <a:fld id="{9A0DB2DC-4C9A-4742-B13C-FB6460FD3503}" type="slidenum">
              <a:rPr lang="zh-CN" altLang="en-US"/>
              <a:t>‹#›</a:t>
            </a:fld>
            <a:endParaRPr lang="zh-CN" altLang="en-US"/>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7813"/>
            <a:ext cx="2196611" cy="5853112"/>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77813"/>
            <a:ext cx="6031523" cy="5853112"/>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5" name="页脚占位符 4"/>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灯片编号占位符 5"/>
          <p:cNvSpPr>
            <a:spLocks noGrp="1"/>
          </p:cNvSpPr>
          <p:nvPr>
            <p:ph type="sldNum" sz="quarter" idx="12"/>
          </p:nvPr>
        </p:nvSpPr>
        <p:spPr/>
        <p:txBody>
          <a:bodyPr/>
          <a:lstStyle/>
          <a:p>
            <a:pPr lvl="0" eaLnBrk="1" hangingPunct="1">
              <a:buNone/>
            </a:pPr>
            <a:fld id="{9A0DB2DC-4C9A-4742-B13C-FB6460FD3503}" type="slidenum">
              <a:rPr lang="zh-CN" altLang="en-US">
                <a:latin typeface="Comic Sans MS" panose="030F0902030302020204" charset="0"/>
              </a:rPr>
              <a:t>‹#›</a:t>
            </a:fld>
            <a:endParaRPr lang="zh-CN" altLang="en-US">
              <a:latin typeface="Comic Sans MS" panose="030F0902030302020204" charset="0"/>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txAndTwoObj" preserve="1">
  <p:cSld name="标题，文本与两项内容">
    <p:bg>
      <p:bgPr>
        <a:solidFill>
          <a:schemeClr val="bg1"/>
        </a:solidFill>
        <a:effectLst/>
      </p:bgPr>
    </p:bg>
    <p:spTree>
      <p:nvGrpSpPr>
        <p:cNvPr id="1" name=""/>
        <p:cNvGrpSpPr/>
        <p:nvPr/>
      </p:nvGrpSpPr>
      <p:grpSpPr>
        <a:xfrm>
          <a:off x="0" y="0"/>
          <a:ext cx="0" cy="0"/>
          <a:chOff x="0" y="0"/>
          <a:chExt cx="0" cy="0"/>
        </a:xfrm>
      </p:grpSpPr>
      <p:sp>
        <p:nvSpPr>
          <p:cNvPr id="433158" name="Line 8"/>
          <p:cNvSpPr/>
          <p:nvPr userDrawn="1"/>
        </p:nvSpPr>
        <p:spPr>
          <a:xfrm>
            <a:off x="457200" y="1052513"/>
            <a:ext cx="8369300" cy="0"/>
          </a:xfrm>
          <a:prstGeom prst="line">
            <a:avLst/>
          </a:prstGeom>
          <a:ln w="28575" cap="flat" cmpd="sng">
            <a:solidFill>
              <a:srgbClr val="333399"/>
            </a:solidFill>
            <a:prstDash val="solid"/>
            <a:headEnd type="none" w="med" len="med"/>
            <a:tailEnd type="none" w="med" len="med"/>
          </a:ln>
        </p:spPr>
      </p:sp>
      <p:sp>
        <p:nvSpPr>
          <p:cNvPr id="2" name="标题 1"/>
          <p:cNvSpPr>
            <a:spLocks noGrp="1"/>
          </p:cNvSpPr>
          <p:nvPr>
            <p:ph type="title"/>
          </p:nvPr>
        </p:nvSpPr>
        <p:spPr>
          <a:xfrm>
            <a:off x="450927" y="188640"/>
            <a:ext cx="8229600" cy="792088"/>
          </a:xfrm>
        </p:spPr>
        <p:txBody>
          <a:bodyPr/>
          <a:lstStyle/>
          <a:p>
            <a:r>
              <a:rPr lang="zh-CN" altLang="en-US"/>
              <a:t>单击此处编辑母版标题样式</a:t>
            </a:r>
          </a:p>
        </p:txBody>
      </p:sp>
      <p:sp>
        <p:nvSpPr>
          <p:cNvPr id="3" name="文本占位符 2"/>
          <p:cNvSpPr>
            <a:spLocks noGrp="1"/>
          </p:cNvSpPr>
          <p:nvPr>
            <p:ph type="body" sz="half" idx="1"/>
          </p:nvPr>
        </p:nvSpPr>
        <p:spPr>
          <a:xfrm>
            <a:off x="457200" y="1196753"/>
            <a:ext cx="4044462" cy="4934173"/>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内容占位符 3"/>
          <p:cNvSpPr>
            <a:spLocks noGrp="1"/>
          </p:cNvSpPr>
          <p:nvPr>
            <p:ph sz="quarter" idx="2"/>
          </p:nvPr>
        </p:nvSpPr>
        <p:spPr>
          <a:xfrm>
            <a:off x="4642338" y="1196753"/>
            <a:ext cx="4044462" cy="2376587"/>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内容占位符 4"/>
          <p:cNvSpPr>
            <a:spLocks noGrp="1"/>
          </p:cNvSpPr>
          <p:nvPr>
            <p:ph sz="quarter" idx="3"/>
          </p:nvPr>
        </p:nvSpPr>
        <p:spPr>
          <a:xfrm>
            <a:off x="4642338" y="3754339"/>
            <a:ext cx="4044462" cy="2376586"/>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日期占位符 5"/>
          <p:cNvSpPr>
            <a:spLocks noGrp="1"/>
          </p:cNvSpPr>
          <p:nvPr>
            <p:ph type="dt" sz="half" idx="12"/>
          </p:nvPr>
        </p:nvSpPr>
        <p:spPr bwMode="auto">
          <a:xfrm>
            <a:off x="457200" y="6248400"/>
            <a:ext cx="21336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7" name="页脚占位符 6"/>
          <p:cNvSpPr>
            <a:spLocks noGrp="1"/>
          </p:cNvSpPr>
          <p:nvPr>
            <p:ph type="ftr" sz="quarter" idx="13"/>
          </p:nvPr>
        </p:nvSpPr>
        <p:spPr bwMode="auto">
          <a:xfrm>
            <a:off x="3124200" y="6248400"/>
            <a:ext cx="2895600" cy="45720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8" name="灯片编号占位符 7"/>
          <p:cNvSpPr>
            <a:spLocks noGrp="1"/>
          </p:cNvSpPr>
          <p:nvPr>
            <p:ph type="sldNum" sz="quarter" idx="4"/>
          </p:nvPr>
        </p:nvSpPr>
        <p:spPr bwMode="auto">
          <a:xfrm>
            <a:off x="6553200" y="6248400"/>
            <a:ext cx="2133600" cy="457200"/>
          </a:xfrm>
          <a:prstGeom prst="rect">
            <a:avLst/>
          </a:prstGeom>
        </p:spPr>
        <p:txBody>
          <a:bodyPr vert="horz" wrap="square" lIns="91440" tIns="45720" rIns="91440" bIns="45720" numCol="1" anchor="t" anchorCtr="0" compatLnSpc="1"/>
          <a:lstStyle/>
          <a:p>
            <a:pPr algn="r" eaLnBrk="1" hangingPunct="1">
              <a:buNone/>
            </a:pPr>
            <a:fld id="{9A0DB2DC-4C9A-4742-B13C-FB6460FD3503}" type="slidenum">
              <a:rPr lang="zh-CN" altLang="en-US"/>
              <a:t>‹#›</a:t>
            </a:fld>
            <a:endParaRPr lang="zh-CN" altLang="en-US"/>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txAndClipArt" preserve="1">
  <p:cSld name="标题，文本与剪贴画">
    <p:bg>
      <p:bgPr>
        <a:solidFill>
          <a:schemeClr val="bg1"/>
        </a:solidFill>
        <a:effectLst/>
      </p:bgPr>
    </p:bg>
    <p:spTree>
      <p:nvGrpSpPr>
        <p:cNvPr id="1" name=""/>
        <p:cNvGrpSpPr/>
        <p:nvPr/>
      </p:nvGrpSpPr>
      <p:grpSpPr>
        <a:xfrm>
          <a:off x="0" y="0"/>
          <a:ext cx="0" cy="0"/>
          <a:chOff x="0" y="0"/>
          <a:chExt cx="0" cy="0"/>
        </a:xfrm>
      </p:grpSpPr>
      <p:sp>
        <p:nvSpPr>
          <p:cNvPr id="434182" name="Line 8"/>
          <p:cNvSpPr/>
          <p:nvPr userDrawn="1"/>
        </p:nvSpPr>
        <p:spPr>
          <a:xfrm>
            <a:off x="457200" y="1052513"/>
            <a:ext cx="8369300" cy="0"/>
          </a:xfrm>
          <a:prstGeom prst="line">
            <a:avLst/>
          </a:prstGeom>
          <a:ln w="28575" cap="flat" cmpd="sng">
            <a:solidFill>
              <a:srgbClr val="333399"/>
            </a:solidFill>
            <a:prstDash val="solid"/>
            <a:headEnd type="none" w="med" len="med"/>
            <a:tailEnd type="none" w="med" len="med"/>
          </a:ln>
        </p:spPr>
      </p:sp>
      <p:sp>
        <p:nvSpPr>
          <p:cNvPr id="2" name="标题 1"/>
          <p:cNvSpPr>
            <a:spLocks noGrp="1"/>
          </p:cNvSpPr>
          <p:nvPr>
            <p:ph type="title"/>
          </p:nvPr>
        </p:nvSpPr>
        <p:spPr>
          <a:xfrm>
            <a:off x="457200" y="188642"/>
            <a:ext cx="8229600" cy="792087"/>
          </a:xfrm>
        </p:spPr>
        <p:txBody>
          <a:bodyPr/>
          <a:lstStyle/>
          <a:p>
            <a:r>
              <a:rPr lang="zh-CN" altLang="en-US"/>
              <a:t>单击此处编辑母版标题样式</a:t>
            </a:r>
          </a:p>
        </p:txBody>
      </p:sp>
      <p:sp>
        <p:nvSpPr>
          <p:cNvPr id="3" name="文本占位符 2"/>
          <p:cNvSpPr>
            <a:spLocks noGrp="1"/>
          </p:cNvSpPr>
          <p:nvPr>
            <p:ph type="body" sz="half" idx="1"/>
          </p:nvPr>
        </p:nvSpPr>
        <p:spPr>
          <a:xfrm>
            <a:off x="457200" y="1196753"/>
            <a:ext cx="4044462" cy="4934173"/>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剪贴画占位符 3"/>
          <p:cNvSpPr>
            <a:spLocks noGrp="1"/>
          </p:cNvSpPr>
          <p:nvPr>
            <p:ph type="clipArt" sz="half" idx="2" hasCustomPrompt="1"/>
          </p:nvPr>
        </p:nvSpPr>
        <p:spPr>
          <a:xfrm>
            <a:off x="4642338" y="1196753"/>
            <a:ext cx="4044462" cy="4934173"/>
          </a:xfrm>
        </p:spPr>
        <p:txBody>
          <a:bodyPr vert="horz" wrap="square" lIns="91440" tIns="45720" rIns="91440" bIns="45720" numCol="1" anchor="t" anchorCtr="0" compatLnSpc="1"/>
          <a:lstStyle/>
          <a:p>
            <a:pPr marL="316230" marR="0" lvl="0" indent="-316230" algn="l" defTabSz="914400" rtl="0" eaLnBrk="0" fontAlgn="base" latinLnBrk="0" hangingPunct="0">
              <a:lnSpc>
                <a:spcPct val="110000"/>
              </a:lnSpc>
              <a:spcBef>
                <a:spcPts val="550"/>
              </a:spcBef>
              <a:spcAft>
                <a:spcPct val="0"/>
              </a:spcAft>
              <a:buClr>
                <a:srgbClr val="333399"/>
              </a:buClr>
              <a:buSzPct val="75000"/>
              <a:buFont typeface="Wingdings" panose="05000000000000000000" pitchFamily="2" charset="2"/>
              <a:buChar char="n"/>
              <a:defRPr/>
            </a:pPr>
            <a:r>
              <a:rPr kumimoji="0" lang="zh-CN" altLang="en-US" sz="2900" b="1" i="0" u="none" strike="noStrike" kern="0" cap="none" spc="0" normalizeH="0" baseline="0" noProof="0">
                <a:ln>
                  <a:noFill/>
                </a:ln>
                <a:solidFill>
                  <a:schemeClr val="tx1"/>
                </a:solidFill>
                <a:effectLst/>
                <a:uLnTx/>
                <a:uFillTx/>
                <a:latin typeface="+mn-lt"/>
                <a:ea typeface="黑体" pitchFamily="6" charset="-122"/>
                <a:cs typeface="+mn-cs"/>
              </a:rPr>
              <a:t>单击图标添加剪 贴画</a:t>
            </a:r>
          </a:p>
        </p:txBody>
      </p:sp>
      <p:sp>
        <p:nvSpPr>
          <p:cNvPr id="5" name="日期占位符 4"/>
          <p:cNvSpPr>
            <a:spLocks noGrp="1"/>
          </p:cNvSpPr>
          <p:nvPr>
            <p:ph type="dt" sz="half" idx="12"/>
          </p:nvPr>
        </p:nvSpPr>
        <p:spPr bwMode="auto">
          <a:xfrm>
            <a:off x="457200" y="6248400"/>
            <a:ext cx="2133600" cy="45720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6" name="页脚占位符 5"/>
          <p:cNvSpPr>
            <a:spLocks noGrp="1"/>
          </p:cNvSpPr>
          <p:nvPr>
            <p:ph type="ftr" sz="quarter" idx="3"/>
          </p:nvPr>
        </p:nvSpPr>
        <p:spPr bwMode="auto">
          <a:xfrm>
            <a:off x="3124200" y="6248400"/>
            <a:ext cx="2895600" cy="45720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7" name="灯片编号占位符 6"/>
          <p:cNvSpPr>
            <a:spLocks noGrp="1"/>
          </p:cNvSpPr>
          <p:nvPr>
            <p:ph type="sldNum" sz="quarter" idx="4"/>
          </p:nvPr>
        </p:nvSpPr>
        <p:spPr bwMode="auto">
          <a:xfrm>
            <a:off x="6553200" y="6248400"/>
            <a:ext cx="2133600" cy="457200"/>
          </a:xfrm>
          <a:prstGeom prst="rect">
            <a:avLst/>
          </a:prstGeom>
        </p:spPr>
        <p:txBody>
          <a:bodyPr vert="horz" wrap="square" lIns="91440" tIns="45720" rIns="91440" bIns="45720" numCol="1" anchor="t" anchorCtr="0" compatLnSpc="1"/>
          <a:lstStyle/>
          <a:p>
            <a:pPr algn="r" eaLnBrk="1" hangingPunct="1">
              <a:buNone/>
            </a:pPr>
            <a:fld id="{9A0DB2DC-4C9A-4742-B13C-FB6460FD3503}" type="slidenum">
              <a:rPr lang="zh-CN" altLang="en-US"/>
              <a:t>‹#›</a:t>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3.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theme" Target="../theme/theme4.xml"/><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slideLayout" Target="../slideLayouts/slideLayout46.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4.xml"/><Relationship Id="rId13" Type="http://schemas.openxmlformats.org/officeDocument/2006/relationships/theme" Target="../theme/theme5.xml"/><Relationship Id="rId3" Type="http://schemas.openxmlformats.org/officeDocument/2006/relationships/slideLayout" Target="../slideLayouts/slideLayout49.xml"/><Relationship Id="rId7" Type="http://schemas.openxmlformats.org/officeDocument/2006/relationships/slideLayout" Target="../slideLayouts/slideLayout53.xml"/><Relationship Id="rId12" Type="http://schemas.openxmlformats.org/officeDocument/2006/relationships/slideLayout" Target="../slideLayouts/slideLayout58.xml"/><Relationship Id="rId2" Type="http://schemas.openxmlformats.org/officeDocument/2006/relationships/slideLayout" Target="../slideLayouts/slideLayout48.xml"/><Relationship Id="rId1" Type="http://schemas.openxmlformats.org/officeDocument/2006/relationships/slideLayout" Target="../slideLayouts/slideLayout47.xml"/><Relationship Id="rId6" Type="http://schemas.openxmlformats.org/officeDocument/2006/relationships/slideLayout" Target="../slideLayouts/slideLayout52.xml"/><Relationship Id="rId11" Type="http://schemas.openxmlformats.org/officeDocument/2006/relationships/slideLayout" Target="../slideLayouts/slideLayout57.xml"/><Relationship Id="rId5" Type="http://schemas.openxmlformats.org/officeDocument/2006/relationships/slideLayout" Target="../slideLayouts/slideLayout51.xml"/><Relationship Id="rId10" Type="http://schemas.openxmlformats.org/officeDocument/2006/relationships/slideLayout" Target="../slideLayouts/slideLayout56.xml"/><Relationship Id="rId4" Type="http://schemas.openxmlformats.org/officeDocument/2006/relationships/slideLayout" Target="../slideLayouts/slideLayout50.xml"/><Relationship Id="rId9" Type="http://schemas.openxmlformats.org/officeDocument/2006/relationships/slideLayout" Target="../slideLayouts/slideLayout55.xml"/></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61.xml"/><Relationship Id="rId2" Type="http://schemas.openxmlformats.org/officeDocument/2006/relationships/slideLayout" Target="../slideLayouts/slideLayout60.xml"/><Relationship Id="rId1" Type="http://schemas.openxmlformats.org/officeDocument/2006/relationships/slideLayout" Target="../slideLayouts/slideLayout59.xml"/><Relationship Id="rId4"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theme" Target="../theme/theme7.xml"/><Relationship Id="rId3" Type="http://schemas.openxmlformats.org/officeDocument/2006/relationships/slideLayout" Target="../slideLayouts/slideLayout64.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2" Type="http://schemas.openxmlformats.org/officeDocument/2006/relationships/slideLayout" Target="../slideLayouts/slideLayout63.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5" Type="http://schemas.openxmlformats.org/officeDocument/2006/relationships/slideLayout" Target="../slideLayouts/slideLayout66.xml"/><Relationship Id="rId10" Type="http://schemas.openxmlformats.org/officeDocument/2006/relationships/slideLayout" Target="../slideLayouts/slideLayout71.xml"/><Relationship Id="rId4" Type="http://schemas.openxmlformats.org/officeDocument/2006/relationships/slideLayout" Target="../slideLayouts/slideLayout65.xml"/><Relationship Id="rId9" Type="http://schemas.openxmlformats.org/officeDocument/2006/relationships/slideLayout" Target="../slideLayouts/slideLayout7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1.xml"/><Relationship Id="rId13" Type="http://schemas.openxmlformats.org/officeDocument/2006/relationships/slideLayout" Target="../slideLayouts/slideLayout86.xml"/><Relationship Id="rId3" Type="http://schemas.openxmlformats.org/officeDocument/2006/relationships/slideLayout" Target="../slideLayouts/slideLayout76.xml"/><Relationship Id="rId7" Type="http://schemas.openxmlformats.org/officeDocument/2006/relationships/slideLayout" Target="../slideLayouts/slideLayout80.xml"/><Relationship Id="rId12" Type="http://schemas.openxmlformats.org/officeDocument/2006/relationships/slideLayout" Target="../slideLayouts/slideLayout85.xml"/><Relationship Id="rId2" Type="http://schemas.openxmlformats.org/officeDocument/2006/relationships/slideLayout" Target="../slideLayouts/slideLayout75.xml"/><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5" Type="http://schemas.openxmlformats.org/officeDocument/2006/relationships/slideLayout" Target="../slideLayouts/slideLayout78.xml"/><Relationship Id="rId15" Type="http://schemas.openxmlformats.org/officeDocument/2006/relationships/image" Target="../media/image1.png"/><Relationship Id="rId10" Type="http://schemas.openxmlformats.org/officeDocument/2006/relationships/slideLayout" Target="../slideLayouts/slideLayout83.xml"/><Relationship Id="rId4" Type="http://schemas.openxmlformats.org/officeDocument/2006/relationships/slideLayout" Target="../slideLayouts/slideLayout77.xml"/><Relationship Id="rId9" Type="http://schemas.openxmlformats.org/officeDocument/2006/relationships/slideLayout" Target="../slideLayouts/slideLayout82.xml"/><Relationship Id="rId14" Type="http://schemas.openxmlformats.org/officeDocument/2006/relationships/theme" Target="../theme/theme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p:cNvSpPr>
          <p:nvPr>
            <p:ph type="title"/>
          </p:nvPr>
        </p:nvSpPr>
        <p:spPr>
          <a:xfrm>
            <a:off x="533400" y="228600"/>
            <a:ext cx="7772400" cy="1143000"/>
          </a:xfrm>
          <a:prstGeom prst="rect">
            <a:avLst/>
          </a:prstGeom>
          <a:noFill/>
          <a:ln w="9525">
            <a:noFill/>
          </a:ln>
        </p:spPr>
        <p:txBody>
          <a:bodyPr anchor="ctr" anchorCtr="0"/>
          <a:lstStyle/>
          <a:p>
            <a:pPr lvl="0"/>
            <a:r>
              <a:rPr lang="en-US" altLang="zh-CN"/>
              <a:t>Click to edit Master title style</a:t>
            </a:r>
          </a:p>
        </p:txBody>
      </p:sp>
      <p:sp>
        <p:nvSpPr>
          <p:cNvPr id="1027" name="Rectangle 3"/>
          <p:cNvSpPr>
            <a:spLocks noGrp="1"/>
          </p:cNvSpPr>
          <p:nvPr>
            <p:ph type="body" idx="1"/>
          </p:nvPr>
        </p:nvSpPr>
        <p:spPr>
          <a:xfrm>
            <a:off x="533400" y="1600200"/>
            <a:ext cx="7772400" cy="4648200"/>
          </a:xfrm>
          <a:prstGeom prst="rect">
            <a:avLst/>
          </a:prstGeom>
          <a:noFill/>
          <a:ln w="9525">
            <a:noFill/>
          </a:ln>
        </p:spPr>
        <p:txBody>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ln>
          <a:effectLst/>
        </p:spPr>
        <p:txBody>
          <a:bodyPr vert="horz" wrap="square" lIns="91440" tIns="45720" rIns="91440" bIns="45720" numCol="1" anchor="t" anchorCtr="0" compatLnSpc="1"/>
          <a:lstStyle>
            <a:lvl1pPr>
              <a:defRPr sz="1400">
                <a:latin typeface="Times New Roman" panose="02020503050405090304" charset="0"/>
                <a:ea typeface="MS PGothic"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1032" name="Rectangle 8"/>
          <p:cNvSpPr>
            <a:spLocks noGrp="1" noChangeArrowheads="1"/>
          </p:cNvSpPr>
          <p:nvPr>
            <p:ph type="sldNum" sz="quarter" idx="4"/>
          </p:nvPr>
        </p:nvSpPr>
        <p:spPr bwMode="auto">
          <a:xfrm>
            <a:off x="8324850" y="6481763"/>
            <a:ext cx="676275" cy="276225"/>
          </a:xfrm>
          <a:prstGeom prst="rect">
            <a:avLst/>
          </a:prstGeom>
          <a:noFill/>
          <a:ln w="9525">
            <a:noFill/>
            <a:miter lim="800000"/>
          </a:ln>
          <a:effectLst/>
        </p:spPr>
        <p:txBody>
          <a:bodyPr vert="horz" wrap="square" lIns="91440" tIns="45720" rIns="91440" bIns="45720" numCol="1" anchor="t" anchorCtr="0" compatLnSpc="1"/>
          <a:lstStyle>
            <a:lvl1pPr>
              <a:defRPr sz="1200">
                <a:latin typeface="Tahoma" panose="020B0604030504040204" charset="0"/>
              </a:defRPr>
            </a:lvl1pPr>
          </a:lstStyle>
          <a:p>
            <a:pPr lvl="0">
              <a:buNone/>
            </a:pPr>
            <a:r>
              <a:rPr lang="en-US" altLang="zh-CN"/>
              <a:t>4-</a:t>
            </a:r>
            <a:fld id="{9A0DB2DC-4C9A-4742-B13C-FB6460FD3503}" type="slidenum">
              <a:rPr lang="en-US" altLang="zh-CN" sz="1200">
                <a:latin typeface="Tahoma" panose="020B0604030504040204" charset="0"/>
              </a:rPr>
              <a:t>‹#›</a:t>
            </a:fld>
            <a:endParaRPr lang="en-US" altLang="zh-CN" sz="1200">
              <a:latin typeface="Tahoma" panose="020B0604030504040204" charset="0"/>
            </a:endParaRPr>
          </a:p>
        </p:txBody>
      </p:sp>
      <p:sp>
        <p:nvSpPr>
          <p:cNvPr id="7" name="Footer Placeholder 2"/>
          <p:cNvSpPr>
            <a:spLocks noGrp="1"/>
          </p:cNvSpPr>
          <p:nvPr>
            <p:ph type="ftr" sz="quarter" idx="3"/>
          </p:nvPr>
        </p:nvSpPr>
        <p:spPr>
          <a:xfrm>
            <a:off x="6369050" y="6475413"/>
            <a:ext cx="2089150" cy="382588"/>
          </a:xfrm>
          <a:prstGeom prst="rect">
            <a:avLst/>
          </a:prstGeom>
          <a:noFill/>
        </p:spPr>
        <p:txBody>
          <a:bodyPr/>
          <a:lstStyle>
            <a:lvl1pPr>
              <a:defRPr sz="1200">
                <a:solidFill>
                  <a:srgbClr val="000000"/>
                </a:solidFill>
                <a:latin typeface="Tahoma" panose="020B0604030504040204" charset="0"/>
                <a:ea typeface="MS PGothic" charset="0"/>
                <a:cs typeface="Arial" panose="020B0604020202090204" pitchFamily="34"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S PGothic" charset="0"/>
                <a:cs typeface="Arial" panose="020B0604020202090204" pitchFamily="34" charset="0"/>
              </a:rPr>
              <a:t>Network Layer: Data Plane</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hf sldNum="0" hdr="0" ftr="0" dt="0"/>
  <p:txStyles>
    <p:title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charset="0"/>
        </a:defRPr>
      </a:lvl6pPr>
      <a:lvl7pPr marL="914400" algn="l" rtl="0" eaLnBrk="0" fontAlgn="base" hangingPunct="0">
        <a:spcBef>
          <a:spcPct val="0"/>
        </a:spcBef>
        <a:spcAft>
          <a:spcPct val="0"/>
        </a:spcAft>
        <a:defRPr sz="4400">
          <a:solidFill>
            <a:srgbClr val="000099"/>
          </a:solidFill>
          <a:latin typeface="Gill Sans MT" charset="0"/>
        </a:defRPr>
      </a:lvl7pPr>
      <a:lvl8pPr marL="1371600" algn="l" rtl="0" eaLnBrk="0" fontAlgn="base" hangingPunct="0">
        <a:spcBef>
          <a:spcPct val="0"/>
        </a:spcBef>
        <a:spcAft>
          <a:spcPct val="0"/>
        </a:spcAft>
        <a:defRPr sz="4400">
          <a:solidFill>
            <a:srgbClr val="000099"/>
          </a:solidFill>
          <a:latin typeface="Gill Sans MT" charset="0"/>
        </a:defRPr>
      </a:lvl8pPr>
      <a:lvl9pPr marL="1828800" algn="l" rtl="0" eaLnBrk="0" fontAlgn="base" hangingPunct="0">
        <a:spcBef>
          <a:spcPct val="0"/>
        </a:spcBef>
        <a:spcAft>
          <a:spcPct val="0"/>
        </a:spcAft>
        <a:defRPr sz="4400">
          <a:solidFill>
            <a:srgbClr val="000099"/>
          </a:solidFill>
          <a:latin typeface="Gill Sans MT" charset="0"/>
        </a:defRPr>
      </a:lvl9pPr>
    </p:titleStyle>
    <p:body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2"/>
          <p:cNvSpPr>
            <a:spLocks noGrp="1"/>
          </p:cNvSpPr>
          <p:nvPr>
            <p:ph type="title"/>
          </p:nvPr>
        </p:nvSpPr>
        <p:spPr>
          <a:xfrm>
            <a:off x="533400" y="228600"/>
            <a:ext cx="7772400" cy="1143000"/>
          </a:xfrm>
          <a:prstGeom prst="rect">
            <a:avLst/>
          </a:prstGeom>
          <a:noFill/>
          <a:ln w="9525">
            <a:noFill/>
          </a:ln>
        </p:spPr>
        <p:txBody>
          <a:bodyPr anchor="ctr" anchorCtr="0"/>
          <a:lstStyle/>
          <a:p>
            <a:pPr lvl="0"/>
            <a:r>
              <a:rPr lang="en-US" altLang="zh-CN"/>
              <a:t>Click to edit master title style</a:t>
            </a:r>
          </a:p>
        </p:txBody>
      </p:sp>
      <p:sp>
        <p:nvSpPr>
          <p:cNvPr id="14339" name="Rectangle 3"/>
          <p:cNvSpPr>
            <a:spLocks noGrp="1"/>
          </p:cNvSpPr>
          <p:nvPr>
            <p:ph type="body" idx="1"/>
          </p:nvPr>
        </p:nvSpPr>
        <p:spPr>
          <a:xfrm>
            <a:off x="533400" y="1600200"/>
            <a:ext cx="7772400" cy="4648200"/>
          </a:xfrm>
          <a:prstGeom prst="rect">
            <a:avLst/>
          </a:prstGeom>
          <a:noFill/>
          <a:ln w="9525">
            <a:noFill/>
          </a:ln>
        </p:spPr>
        <p:txBody>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lstStyle>
            <a:lvl1pPr>
              <a:defRPr sz="1400">
                <a:solidFill>
                  <a:srgbClr val="000000"/>
                </a:solidFill>
                <a:latin typeface="Times New Roman" panose="02020503050405090304"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1029" name="Rectangle 5"/>
          <p:cNvSpPr>
            <a:spLocks noGrp="1" noChangeArrowheads="1"/>
          </p:cNvSpPr>
          <p:nvPr>
            <p:ph type="ftr" sz="quarter" idx="3"/>
          </p:nvPr>
        </p:nvSpPr>
        <p:spPr bwMode="auto">
          <a:xfrm>
            <a:off x="5576888" y="6445250"/>
            <a:ext cx="2895600" cy="287338"/>
          </a:xfrm>
          <a:prstGeom prst="rect">
            <a:avLst/>
          </a:prstGeom>
          <a:noFill/>
          <a:ln>
            <a:noFill/>
          </a:ln>
          <a:effectLst/>
        </p:spPr>
        <p:txBody>
          <a:bodyPr vert="horz" wrap="square" lIns="91440" tIns="45720" rIns="91440" bIns="45720" numCol="1" anchor="t" anchorCtr="0" compatLnSpc="1"/>
          <a:lstStyle>
            <a:lvl1pPr algn="r">
              <a:defRPr sz="1200">
                <a:solidFill>
                  <a:srgbClr val="000000"/>
                </a:solidFill>
                <a:latin typeface="Tahoma" panose="020B0604030504040204" charset="0"/>
                <a:ea typeface="+mn-ea"/>
                <a:cs typeface="+mn-cs"/>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1030" name="Rectangle 6"/>
          <p:cNvSpPr>
            <a:spLocks noGrp="1" noChangeArrowheads="1"/>
          </p:cNvSpPr>
          <p:nvPr>
            <p:ph type="sldNum" sz="quarter" idx="4"/>
          </p:nvPr>
        </p:nvSpPr>
        <p:spPr bwMode="auto">
          <a:xfrm>
            <a:off x="8324850" y="6462713"/>
            <a:ext cx="676275" cy="276225"/>
          </a:xfrm>
          <a:prstGeom prst="rect">
            <a:avLst/>
          </a:prstGeom>
          <a:noFill/>
          <a:ln>
            <a:noFill/>
          </a:ln>
          <a:effectLst/>
        </p:spPr>
        <p:txBody>
          <a:bodyPr vert="horz" wrap="square" lIns="91440" tIns="45720" rIns="91440" bIns="45720" numCol="1" anchor="t" anchorCtr="0" compatLnSpc="1"/>
          <a:lstStyle>
            <a:lvl1pPr>
              <a:defRPr sz="1200">
                <a:solidFill>
                  <a:srgbClr val="000000"/>
                </a:solidFill>
                <a:latin typeface="Tahoma" panose="020B0604030504040204" charset="0"/>
              </a:defRPr>
            </a:lvl1pPr>
          </a:lstStyle>
          <a:p>
            <a:pPr lvl="0">
              <a:buNone/>
            </a:pPr>
            <a:r>
              <a:rPr lang="en-US" altLang="zh-CN"/>
              <a:t>3-</a:t>
            </a:r>
            <a:fld id="{9A0DB2DC-4C9A-4742-B13C-FB6460FD3503}" type="slidenum">
              <a:rPr lang="en-US" altLang="zh-CN" sz="1200">
                <a:solidFill>
                  <a:srgbClr val="000000"/>
                </a:solidFill>
                <a:latin typeface="Tahoma" panose="020B0604030504040204" charset="0"/>
              </a:rPr>
              <a:t>‹#›</a:t>
            </a:fld>
            <a:endParaRPr lang="en-US" altLang="zh-CN" sz="1200">
              <a:solidFill>
                <a:srgbClr val="000000"/>
              </a:solidFill>
              <a:latin typeface="Tahoma" panose="020B0604030504040204" charset="0"/>
            </a:endParaRPr>
          </a:p>
        </p:txBody>
      </p:sp>
    </p:spTree>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Lst>
  <p:hf sldNum="0" hdr="0" ftr="0" dt="0"/>
  <p:txStyles>
    <p:title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charset="0"/>
        </a:defRPr>
      </a:lvl6pPr>
      <a:lvl7pPr marL="914400" algn="l" rtl="0" eaLnBrk="0" fontAlgn="base" hangingPunct="0">
        <a:spcBef>
          <a:spcPct val="0"/>
        </a:spcBef>
        <a:spcAft>
          <a:spcPct val="0"/>
        </a:spcAft>
        <a:defRPr sz="4400">
          <a:solidFill>
            <a:srgbClr val="000099"/>
          </a:solidFill>
          <a:latin typeface="Gill Sans MT" charset="0"/>
        </a:defRPr>
      </a:lvl7pPr>
      <a:lvl8pPr marL="1371600" algn="l" rtl="0" eaLnBrk="0" fontAlgn="base" hangingPunct="0">
        <a:spcBef>
          <a:spcPct val="0"/>
        </a:spcBef>
        <a:spcAft>
          <a:spcPct val="0"/>
        </a:spcAft>
        <a:defRPr sz="4400">
          <a:solidFill>
            <a:srgbClr val="000099"/>
          </a:solidFill>
          <a:latin typeface="Gill Sans MT" charset="0"/>
        </a:defRPr>
      </a:lvl8pPr>
      <a:lvl9pPr marL="1828800" algn="l" rtl="0" eaLnBrk="0" fontAlgn="base" hangingPunct="0">
        <a:spcBef>
          <a:spcPct val="0"/>
        </a:spcBef>
        <a:spcAft>
          <a:spcPct val="0"/>
        </a:spcAft>
        <a:defRPr sz="4400">
          <a:solidFill>
            <a:srgbClr val="000099"/>
          </a:solidFill>
          <a:latin typeface="Gill Sans MT" charset="0"/>
        </a:defRPr>
      </a:lvl9pPr>
    </p:titleStyle>
    <p:body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6626" name="Rectangle 2"/>
          <p:cNvSpPr>
            <a:spLocks noGrp="1"/>
          </p:cNvSpPr>
          <p:nvPr>
            <p:ph type="title"/>
          </p:nvPr>
        </p:nvSpPr>
        <p:spPr>
          <a:xfrm>
            <a:off x="533400" y="228600"/>
            <a:ext cx="7772400" cy="1143000"/>
          </a:xfrm>
          <a:prstGeom prst="rect">
            <a:avLst/>
          </a:prstGeom>
          <a:noFill/>
          <a:ln w="9525">
            <a:noFill/>
          </a:ln>
        </p:spPr>
        <p:txBody>
          <a:bodyPr anchor="ctr" anchorCtr="0"/>
          <a:lstStyle/>
          <a:p>
            <a:pPr lvl="0"/>
            <a:r>
              <a:rPr lang="en-US" altLang="zh-CN"/>
              <a:t>Click to edit master title style</a:t>
            </a:r>
          </a:p>
        </p:txBody>
      </p:sp>
      <p:sp>
        <p:nvSpPr>
          <p:cNvPr id="26627" name="Rectangle 3"/>
          <p:cNvSpPr>
            <a:spLocks noGrp="1"/>
          </p:cNvSpPr>
          <p:nvPr>
            <p:ph type="body" idx="1"/>
          </p:nvPr>
        </p:nvSpPr>
        <p:spPr>
          <a:xfrm>
            <a:off x="533400" y="1600200"/>
            <a:ext cx="7772400" cy="4648200"/>
          </a:xfrm>
          <a:prstGeom prst="rect">
            <a:avLst/>
          </a:prstGeom>
          <a:noFill/>
          <a:ln w="9525">
            <a:noFill/>
          </a:ln>
        </p:spPr>
        <p:txBody>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lstStyle>
            <a:lvl1pPr>
              <a:defRPr sz="1400">
                <a:solidFill>
                  <a:srgbClr val="000000"/>
                </a:solidFill>
                <a:latin typeface="Times New Roman" panose="02020503050405090304"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zh-CN"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1029" name="Rectangle 5"/>
          <p:cNvSpPr>
            <a:spLocks noGrp="1" noChangeArrowheads="1"/>
          </p:cNvSpPr>
          <p:nvPr>
            <p:ph type="ftr" sz="quarter" idx="3"/>
          </p:nvPr>
        </p:nvSpPr>
        <p:spPr bwMode="auto">
          <a:xfrm>
            <a:off x="5576888" y="6445250"/>
            <a:ext cx="2895600" cy="287338"/>
          </a:xfrm>
          <a:prstGeom prst="rect">
            <a:avLst/>
          </a:prstGeom>
          <a:noFill/>
          <a:ln>
            <a:noFill/>
          </a:ln>
          <a:effectLst/>
        </p:spPr>
        <p:txBody>
          <a:bodyPr vert="horz" wrap="square" lIns="91440" tIns="45720" rIns="91440" bIns="45720" numCol="1" anchor="t" anchorCtr="0" compatLnSpc="1"/>
          <a:lstStyle>
            <a:lvl1pPr algn="r">
              <a:defRPr sz="1200">
                <a:solidFill>
                  <a:srgbClr val="000000"/>
                </a:solidFill>
                <a:latin typeface="Tahoma" panose="020B0604030504040204" charset="0"/>
                <a:ea typeface="+mn-ea"/>
                <a:cs typeface="+mn-cs"/>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Transport</a:t>
            </a:r>
            <a:r>
              <a:rPr kumimoji="0" lang="en-US" sz="1400" b="0" i="0" u="none" strike="noStrike" kern="1200" cap="none" spc="0" normalizeH="0" baseline="0" noProof="0">
                <a:ln>
                  <a:noFill/>
                </a:ln>
                <a:solidFill>
                  <a:srgbClr val="000000"/>
                </a:solidFill>
                <a:effectLst/>
                <a:uLnTx/>
                <a:uFillTx/>
                <a:latin typeface="Tahoma" panose="020B0604030504040204" charset="0"/>
                <a:ea typeface="+mn-ea"/>
                <a:cs typeface="+mn-cs"/>
              </a:rPr>
              <a:t> </a:t>
            </a: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Layer</a:t>
            </a:r>
          </a:p>
        </p:txBody>
      </p:sp>
      <p:sp>
        <p:nvSpPr>
          <p:cNvPr id="1030" name="Rectangle 6"/>
          <p:cNvSpPr>
            <a:spLocks noGrp="1" noChangeArrowheads="1"/>
          </p:cNvSpPr>
          <p:nvPr>
            <p:ph type="sldNum" sz="quarter" idx="4"/>
          </p:nvPr>
        </p:nvSpPr>
        <p:spPr bwMode="auto">
          <a:xfrm>
            <a:off x="8324850" y="6462713"/>
            <a:ext cx="676275" cy="276225"/>
          </a:xfrm>
          <a:prstGeom prst="rect">
            <a:avLst/>
          </a:prstGeom>
          <a:noFill/>
          <a:ln>
            <a:noFill/>
          </a:ln>
          <a:effectLst/>
        </p:spPr>
        <p:txBody>
          <a:bodyPr vert="horz" wrap="square" lIns="91440" tIns="45720" rIns="91440" bIns="45720" numCol="1" anchor="t" anchorCtr="0" compatLnSpc="1"/>
          <a:lstStyle>
            <a:lvl1pPr>
              <a:defRPr sz="1200">
                <a:solidFill>
                  <a:srgbClr val="000000"/>
                </a:solidFill>
                <a:latin typeface="Tahoma" panose="020B0604030504040204" charset="0"/>
              </a:defRPr>
            </a:lvl1pPr>
          </a:lstStyle>
          <a:p>
            <a:pPr lvl="0">
              <a:buNone/>
            </a:pPr>
            <a:r>
              <a:rPr lang="en-US" altLang="zh-CN"/>
              <a:t>3-</a:t>
            </a:r>
            <a:fld id="{9A0DB2DC-4C9A-4742-B13C-FB6460FD3503}" type="slidenum">
              <a:rPr lang="en-US" altLang="zh-CN" sz="1200">
                <a:solidFill>
                  <a:srgbClr val="000000"/>
                </a:solidFill>
                <a:latin typeface="Tahoma" panose="020B0604030504040204" charset="0"/>
              </a:rPr>
              <a:t>‹#›</a:t>
            </a:fld>
            <a:endParaRPr lang="en-US" altLang="zh-CN" sz="1200">
              <a:solidFill>
                <a:srgbClr val="000000"/>
              </a:solidFill>
              <a:latin typeface="Tahoma" panose="020B0604030504040204" charset="0"/>
            </a:endParaRPr>
          </a:p>
        </p:txBody>
      </p:sp>
    </p:spTree>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 id="2147483678" r:id="rId5"/>
    <p:sldLayoutId id="2147483679" r:id="rId6"/>
    <p:sldLayoutId id="2147483680" r:id="rId7"/>
    <p:sldLayoutId id="2147483681" r:id="rId8"/>
    <p:sldLayoutId id="2147483682" r:id="rId9"/>
    <p:sldLayoutId id="2147483683" r:id="rId10"/>
    <p:sldLayoutId id="2147483684" r:id="rId11"/>
  </p:sldLayoutIdLst>
  <p:hf sldNum="0" hdr="0" ftr="0" dt="0"/>
  <p:txStyles>
    <p:title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charset="0"/>
        </a:defRPr>
      </a:lvl6pPr>
      <a:lvl7pPr marL="914400" algn="l" rtl="0" eaLnBrk="0" fontAlgn="base" hangingPunct="0">
        <a:spcBef>
          <a:spcPct val="0"/>
        </a:spcBef>
        <a:spcAft>
          <a:spcPct val="0"/>
        </a:spcAft>
        <a:defRPr sz="4400">
          <a:solidFill>
            <a:srgbClr val="000099"/>
          </a:solidFill>
          <a:latin typeface="Gill Sans MT" charset="0"/>
        </a:defRPr>
      </a:lvl7pPr>
      <a:lvl8pPr marL="1371600" algn="l" rtl="0" eaLnBrk="0" fontAlgn="base" hangingPunct="0">
        <a:spcBef>
          <a:spcPct val="0"/>
        </a:spcBef>
        <a:spcAft>
          <a:spcPct val="0"/>
        </a:spcAft>
        <a:defRPr sz="4400">
          <a:solidFill>
            <a:srgbClr val="000099"/>
          </a:solidFill>
          <a:latin typeface="Gill Sans MT" charset="0"/>
        </a:defRPr>
      </a:lvl8pPr>
      <a:lvl9pPr marL="1828800" algn="l" rtl="0" eaLnBrk="0" fontAlgn="base" hangingPunct="0">
        <a:spcBef>
          <a:spcPct val="0"/>
        </a:spcBef>
        <a:spcAft>
          <a:spcPct val="0"/>
        </a:spcAft>
        <a:defRPr sz="4400">
          <a:solidFill>
            <a:srgbClr val="000099"/>
          </a:solidFill>
          <a:latin typeface="Gill Sans MT" charset="0"/>
        </a:defRPr>
      </a:lvl9pPr>
    </p:titleStyle>
    <p:body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p:cNvSpPr>
          <p:nvPr>
            <p:ph type="title"/>
          </p:nvPr>
        </p:nvSpPr>
        <p:spPr>
          <a:xfrm>
            <a:off x="533400" y="228600"/>
            <a:ext cx="7772400" cy="1143000"/>
          </a:xfrm>
          <a:prstGeom prst="rect">
            <a:avLst/>
          </a:prstGeom>
          <a:noFill/>
          <a:ln w="9525">
            <a:noFill/>
          </a:ln>
        </p:spPr>
        <p:txBody>
          <a:bodyPr anchor="ctr" anchorCtr="0"/>
          <a:lstStyle/>
          <a:p>
            <a:pPr lvl="0"/>
            <a:r>
              <a:rPr lang="en-US" altLang="zh-CN"/>
              <a:t>Click to edit Master title style</a:t>
            </a:r>
          </a:p>
        </p:txBody>
      </p:sp>
      <p:sp>
        <p:nvSpPr>
          <p:cNvPr id="1027" name="Rectangle 3"/>
          <p:cNvSpPr>
            <a:spLocks noGrp="1"/>
          </p:cNvSpPr>
          <p:nvPr>
            <p:ph type="body" idx="1"/>
          </p:nvPr>
        </p:nvSpPr>
        <p:spPr>
          <a:xfrm>
            <a:off x="533400" y="1600200"/>
            <a:ext cx="7772400" cy="4648200"/>
          </a:xfrm>
          <a:prstGeom prst="rect">
            <a:avLst/>
          </a:prstGeom>
          <a:noFill/>
          <a:ln w="9525">
            <a:noFill/>
          </a:ln>
        </p:spPr>
        <p:txBody>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ln>
          <a:effectLst/>
        </p:spPr>
        <p:txBody>
          <a:bodyPr vert="horz" wrap="square" lIns="91440" tIns="45720" rIns="91440" bIns="45720" numCol="1" anchor="t" anchorCtr="0" compatLnSpc="1"/>
          <a:lstStyle>
            <a:lvl1pPr>
              <a:defRPr sz="1400">
                <a:latin typeface="Times New Roman" panose="02020503050405090304" charset="0"/>
                <a:ea typeface="MS PGothic" charset="0"/>
                <a:cs typeface="MS PGothic" charset="0"/>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chemeClr val="tx1"/>
              </a:solidFill>
              <a:effectLst/>
              <a:uLnTx/>
              <a:uFillTx/>
              <a:latin typeface="Times New Roman" panose="02020503050405090304" charset="0"/>
              <a:ea typeface="MS PGothic" charset="0"/>
              <a:cs typeface="MS PGothic" charset="0"/>
            </a:endParaRPr>
          </a:p>
        </p:txBody>
      </p:sp>
      <p:sp>
        <p:nvSpPr>
          <p:cNvPr id="1032" name="Rectangle 8"/>
          <p:cNvSpPr>
            <a:spLocks noGrp="1" noChangeArrowheads="1"/>
          </p:cNvSpPr>
          <p:nvPr>
            <p:ph type="sldNum" sz="quarter" idx="4"/>
          </p:nvPr>
        </p:nvSpPr>
        <p:spPr bwMode="auto">
          <a:xfrm>
            <a:off x="8324850" y="6481763"/>
            <a:ext cx="676275" cy="276225"/>
          </a:xfrm>
          <a:prstGeom prst="rect">
            <a:avLst/>
          </a:prstGeom>
          <a:noFill/>
          <a:ln w="9525">
            <a:noFill/>
            <a:miter lim="800000"/>
          </a:ln>
          <a:effectLst/>
        </p:spPr>
        <p:txBody>
          <a:bodyPr vert="horz" wrap="square" lIns="91440" tIns="45720" rIns="91440" bIns="45720" numCol="1" anchor="t" anchorCtr="0" compatLnSpc="1"/>
          <a:lstStyle>
            <a:lvl1pPr>
              <a:defRPr sz="1200">
                <a:latin typeface="Tahoma" panose="020B0604030504040204" charset="0"/>
              </a:defRPr>
            </a:lvl1pPr>
          </a:lstStyle>
          <a:p>
            <a:pPr lvl="0">
              <a:buNone/>
            </a:pPr>
            <a:r>
              <a:rPr lang="en-US" altLang="zh-CN"/>
              <a:t>4-</a:t>
            </a:r>
            <a:fld id="{9A0DB2DC-4C9A-4742-B13C-FB6460FD3503}" type="slidenum">
              <a:rPr lang="en-US" altLang="zh-CN" sz="1200">
                <a:latin typeface="Tahoma" panose="020B0604030504040204" charset="0"/>
              </a:rPr>
              <a:t>‹#›</a:t>
            </a:fld>
            <a:endParaRPr lang="en-US" altLang="zh-CN" sz="1200">
              <a:latin typeface="Tahoma" panose="020B0604030504040204" charset="0"/>
            </a:endParaRPr>
          </a:p>
        </p:txBody>
      </p:sp>
      <p:sp>
        <p:nvSpPr>
          <p:cNvPr id="7" name="Footer Placeholder 2"/>
          <p:cNvSpPr>
            <a:spLocks noGrp="1"/>
          </p:cNvSpPr>
          <p:nvPr>
            <p:ph type="ftr" sz="quarter" idx="3"/>
          </p:nvPr>
        </p:nvSpPr>
        <p:spPr>
          <a:xfrm>
            <a:off x="6369050" y="6475413"/>
            <a:ext cx="2089150" cy="382588"/>
          </a:xfrm>
          <a:prstGeom prst="rect">
            <a:avLst/>
          </a:prstGeom>
          <a:noFill/>
        </p:spPr>
        <p:txBody>
          <a:bodyPr/>
          <a:lstStyle>
            <a:lvl1pPr>
              <a:defRPr sz="1200">
                <a:solidFill>
                  <a:srgbClr val="000000"/>
                </a:solidFill>
                <a:latin typeface="Tahoma" panose="020B0604030504040204" charset="0"/>
                <a:ea typeface="MS PGothic" charset="0"/>
                <a:cs typeface="Arial" panose="020B0604020202090204" pitchFamily="34"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S PGothic" charset="0"/>
                <a:cs typeface="Arial" panose="020B0604020202090204" pitchFamily="34" charset="0"/>
              </a:rPr>
              <a:t>Network Layer: Data Plane</a:t>
            </a:r>
          </a:p>
        </p:txBody>
      </p:sp>
    </p:spTree>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 id="2147483697" r:id="rId12"/>
  </p:sldLayoutIdLst>
  <p:hf sldNum="0" hdr="0" ftr="0" dt="0"/>
  <p:txStyles>
    <p:title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charset="0"/>
        </a:defRPr>
      </a:lvl6pPr>
      <a:lvl7pPr marL="914400" algn="l" rtl="0" eaLnBrk="0" fontAlgn="base" hangingPunct="0">
        <a:spcBef>
          <a:spcPct val="0"/>
        </a:spcBef>
        <a:spcAft>
          <a:spcPct val="0"/>
        </a:spcAft>
        <a:defRPr sz="4400">
          <a:solidFill>
            <a:srgbClr val="000099"/>
          </a:solidFill>
          <a:latin typeface="Gill Sans MT" charset="0"/>
        </a:defRPr>
      </a:lvl7pPr>
      <a:lvl8pPr marL="1371600" algn="l" rtl="0" eaLnBrk="0" fontAlgn="base" hangingPunct="0">
        <a:spcBef>
          <a:spcPct val="0"/>
        </a:spcBef>
        <a:spcAft>
          <a:spcPct val="0"/>
        </a:spcAft>
        <a:defRPr sz="4400">
          <a:solidFill>
            <a:srgbClr val="000099"/>
          </a:solidFill>
          <a:latin typeface="Gill Sans MT" charset="0"/>
        </a:defRPr>
      </a:lvl8pPr>
      <a:lvl9pPr marL="1828800" algn="l" rtl="0" eaLnBrk="0" fontAlgn="base" hangingPunct="0">
        <a:spcBef>
          <a:spcPct val="0"/>
        </a:spcBef>
        <a:spcAft>
          <a:spcPct val="0"/>
        </a:spcAft>
        <a:defRPr sz="4400">
          <a:solidFill>
            <a:srgbClr val="000099"/>
          </a:solidFill>
          <a:latin typeface="Gill Sans MT" charset="0"/>
        </a:defRPr>
      </a:lvl9pPr>
    </p:titleStyle>
    <p:body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p:cNvSpPr>
          <p:nvPr>
            <p:ph type="title"/>
          </p:nvPr>
        </p:nvSpPr>
        <p:spPr>
          <a:xfrm>
            <a:off x="533400" y="228600"/>
            <a:ext cx="7772400" cy="1143000"/>
          </a:xfrm>
          <a:prstGeom prst="rect">
            <a:avLst/>
          </a:prstGeom>
          <a:noFill/>
          <a:ln w="9525">
            <a:noFill/>
          </a:ln>
        </p:spPr>
        <p:txBody>
          <a:bodyPr anchor="ctr" anchorCtr="0"/>
          <a:lstStyle/>
          <a:p>
            <a:pPr lvl="0"/>
            <a:r>
              <a:rPr lang="en-US" altLang="zh-CN"/>
              <a:t>Click to edit Master title style</a:t>
            </a:r>
          </a:p>
        </p:txBody>
      </p:sp>
      <p:sp>
        <p:nvSpPr>
          <p:cNvPr id="1027" name="Rectangle 3"/>
          <p:cNvSpPr>
            <a:spLocks noGrp="1"/>
          </p:cNvSpPr>
          <p:nvPr>
            <p:ph type="body" idx="1"/>
          </p:nvPr>
        </p:nvSpPr>
        <p:spPr>
          <a:xfrm>
            <a:off x="533400" y="1600200"/>
            <a:ext cx="7772400" cy="4648200"/>
          </a:xfrm>
          <a:prstGeom prst="rect">
            <a:avLst/>
          </a:prstGeom>
          <a:noFill/>
          <a:ln w="9525">
            <a:noFill/>
          </a:ln>
        </p:spPr>
        <p:txBody>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ln>
          <a:effectLst/>
        </p:spPr>
        <p:txBody>
          <a:bodyPr vert="horz" wrap="square" lIns="91440" tIns="45720" rIns="91440" bIns="45720" numCol="1" anchor="t" anchorCtr="0" compatLnSpc="1"/>
          <a:lstStyle>
            <a:lvl1pPr>
              <a:defRPr sz="1400">
                <a:latin typeface="Times New Roman" panose="02020503050405090304" charset="0"/>
                <a:ea typeface="宋体" pitchFamily="2" charset="-122"/>
                <a:cs typeface="+mn-cs"/>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altLang="zh-CN" sz="1400"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1029" name="Rectangle 5"/>
          <p:cNvSpPr>
            <a:spLocks noGrp="1" noChangeArrowheads="1"/>
          </p:cNvSpPr>
          <p:nvPr>
            <p:ph type="ftr" sz="quarter" idx="3"/>
          </p:nvPr>
        </p:nvSpPr>
        <p:spPr bwMode="auto">
          <a:xfrm>
            <a:off x="5510213" y="6508750"/>
            <a:ext cx="2895600" cy="371475"/>
          </a:xfrm>
          <a:prstGeom prst="rect">
            <a:avLst/>
          </a:prstGeom>
          <a:noFill/>
          <a:ln w="9525">
            <a:noFill/>
            <a:miter lim="800000"/>
          </a:ln>
          <a:effectLst/>
        </p:spPr>
        <p:txBody>
          <a:bodyPr vert="horz" wrap="square" lIns="91440" tIns="45720" rIns="91440" bIns="45720" numCol="1" anchor="t" anchorCtr="0" compatLnSpc="1"/>
          <a:lstStyle>
            <a:lvl1pPr algn="r">
              <a:defRPr sz="1200">
                <a:latin typeface="Arial" panose="020B0604020202090204" pitchFamily="34" charset="0"/>
                <a:ea typeface="宋体" pitchFamily="2" charset="-122"/>
                <a:cs typeface="+mn-cs"/>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chemeClr val="tx1"/>
                </a:solidFill>
                <a:effectLst/>
                <a:uLnTx/>
                <a:uFillTx/>
                <a:latin typeface="Arial" panose="020B0604020202090204" pitchFamily="34" charset="0"/>
                <a:ea typeface="宋体" pitchFamily="2" charset="-122"/>
                <a:cs typeface="+mn-cs"/>
              </a:rPr>
              <a:t>Network Layer</a:t>
            </a:r>
          </a:p>
        </p:txBody>
      </p:sp>
      <p:sp>
        <p:nvSpPr>
          <p:cNvPr id="1030" name="Rectangle 6"/>
          <p:cNvSpPr>
            <a:spLocks noGrp="1" noChangeArrowheads="1"/>
          </p:cNvSpPr>
          <p:nvPr>
            <p:ph type="sldNum" sz="quarter" idx="4"/>
          </p:nvPr>
        </p:nvSpPr>
        <p:spPr bwMode="auto">
          <a:xfrm>
            <a:off x="8162925" y="6507163"/>
            <a:ext cx="676275" cy="350838"/>
          </a:xfrm>
          <a:prstGeom prst="rect">
            <a:avLst/>
          </a:prstGeom>
          <a:noFill/>
          <a:ln w="9525">
            <a:noFill/>
            <a:miter lim="800000"/>
          </a:ln>
          <a:effectLst/>
        </p:spPr>
        <p:txBody>
          <a:bodyPr vert="horz" wrap="square" lIns="91440" tIns="45720" rIns="91440" bIns="45720" numCol="1" anchor="t" anchorCtr="0" compatLnSpc="1"/>
          <a:lstStyle>
            <a:lvl1pPr algn="r">
              <a:defRPr sz="1200">
                <a:latin typeface="Arial" panose="020B0604020202090204" pitchFamily="34" charset="0"/>
              </a:defRPr>
            </a:lvl1pPr>
          </a:lstStyle>
          <a:p>
            <a:pPr lvl="0">
              <a:buNone/>
            </a:pPr>
            <a:r>
              <a:rPr lang="en-US" altLang="zh-CN"/>
              <a:t>4-</a:t>
            </a:r>
            <a:fld id="{9A0DB2DC-4C9A-4742-B13C-FB6460FD3503}" type="slidenum">
              <a:rPr lang="en-US" altLang="zh-CN" sz="1200">
                <a:latin typeface="Arial" panose="020B0604020202090204" pitchFamily="34" charset="0"/>
              </a:rPr>
              <a:t>‹#›</a:t>
            </a:fld>
            <a:endParaRPr lang="en-US" altLang="zh-CN" sz="1200">
              <a:latin typeface="Arial" panose="020B0604020202090204" pitchFamily="34" charset="0"/>
            </a:endParaRPr>
          </a:p>
        </p:txBody>
      </p:sp>
    </p:spTree>
  </p:cSld>
  <p:clrMap bg1="lt1" tx1="dk1" bg2="lt2" tx2="dk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 id="2147483710" r:id="rId12"/>
  </p:sldLayoutIdLst>
  <p:hf sldNum="0" hdr="0" ftr="0" dt="0"/>
  <p:txStyles>
    <p:titleStyle>
      <a:lvl1pPr algn="l" rtl="0" eaLnBrk="0" fontAlgn="base" hangingPunct="0">
        <a:spcBef>
          <a:spcPct val="0"/>
        </a:spcBef>
        <a:spcAft>
          <a:spcPct val="0"/>
        </a:spcAft>
        <a:defRPr sz="4000" u="sng">
          <a:solidFill>
            <a:srgbClr val="000099"/>
          </a:solidFill>
          <a:latin typeface="+mj-lt"/>
          <a:ea typeface="宋体" charset="0"/>
          <a:cs typeface="宋体" charset="0"/>
        </a:defRPr>
      </a:lvl1pPr>
      <a:lvl2pPr algn="l" rtl="0" eaLnBrk="0" fontAlgn="base" hangingPunct="0">
        <a:spcBef>
          <a:spcPct val="0"/>
        </a:spcBef>
        <a:spcAft>
          <a:spcPct val="0"/>
        </a:spcAft>
        <a:defRPr sz="4000" u="sng">
          <a:solidFill>
            <a:srgbClr val="000099"/>
          </a:solidFill>
          <a:latin typeface="Comic Sans MS" panose="030F0902030302020204" charset="0"/>
          <a:ea typeface="宋体" charset="0"/>
          <a:cs typeface="宋体" charset="0"/>
        </a:defRPr>
      </a:lvl2pPr>
      <a:lvl3pPr algn="l" rtl="0" eaLnBrk="0" fontAlgn="base" hangingPunct="0">
        <a:spcBef>
          <a:spcPct val="0"/>
        </a:spcBef>
        <a:spcAft>
          <a:spcPct val="0"/>
        </a:spcAft>
        <a:defRPr sz="4000" u="sng">
          <a:solidFill>
            <a:srgbClr val="000099"/>
          </a:solidFill>
          <a:latin typeface="Comic Sans MS" panose="030F0902030302020204" charset="0"/>
          <a:ea typeface="宋体" charset="0"/>
          <a:cs typeface="宋体" charset="0"/>
        </a:defRPr>
      </a:lvl3pPr>
      <a:lvl4pPr algn="l" rtl="0" eaLnBrk="0" fontAlgn="base" hangingPunct="0">
        <a:spcBef>
          <a:spcPct val="0"/>
        </a:spcBef>
        <a:spcAft>
          <a:spcPct val="0"/>
        </a:spcAft>
        <a:defRPr sz="4000" u="sng">
          <a:solidFill>
            <a:srgbClr val="000099"/>
          </a:solidFill>
          <a:latin typeface="Comic Sans MS" panose="030F0902030302020204" charset="0"/>
          <a:ea typeface="宋体" charset="0"/>
          <a:cs typeface="宋体" charset="0"/>
        </a:defRPr>
      </a:lvl4pPr>
      <a:lvl5pPr algn="l" rtl="0" eaLnBrk="0" fontAlgn="base" hangingPunct="0">
        <a:spcBef>
          <a:spcPct val="0"/>
        </a:spcBef>
        <a:spcAft>
          <a:spcPct val="0"/>
        </a:spcAft>
        <a:defRPr sz="4000" u="sng">
          <a:solidFill>
            <a:srgbClr val="000099"/>
          </a:solidFill>
          <a:latin typeface="Comic Sans MS" panose="030F0902030302020204" charset="0"/>
          <a:ea typeface="宋体" charset="0"/>
          <a:cs typeface="宋体" charset="0"/>
        </a:defRPr>
      </a:lvl5pPr>
      <a:lvl6pPr marL="457200" algn="l" rtl="0" eaLnBrk="0" fontAlgn="base" hangingPunct="0">
        <a:spcBef>
          <a:spcPct val="0"/>
        </a:spcBef>
        <a:spcAft>
          <a:spcPct val="0"/>
        </a:spcAft>
        <a:defRPr sz="4000" u="sng">
          <a:solidFill>
            <a:srgbClr val="000099"/>
          </a:solidFill>
          <a:latin typeface="Comic Sans MS" panose="030F0902030302020204" charset="0"/>
        </a:defRPr>
      </a:lvl6pPr>
      <a:lvl7pPr marL="914400" algn="l" rtl="0" eaLnBrk="0" fontAlgn="base" hangingPunct="0">
        <a:spcBef>
          <a:spcPct val="0"/>
        </a:spcBef>
        <a:spcAft>
          <a:spcPct val="0"/>
        </a:spcAft>
        <a:defRPr sz="4000" u="sng">
          <a:solidFill>
            <a:srgbClr val="000099"/>
          </a:solidFill>
          <a:latin typeface="Comic Sans MS" panose="030F0902030302020204" charset="0"/>
        </a:defRPr>
      </a:lvl7pPr>
      <a:lvl8pPr marL="1371600" algn="l" rtl="0" eaLnBrk="0" fontAlgn="base" hangingPunct="0">
        <a:spcBef>
          <a:spcPct val="0"/>
        </a:spcBef>
        <a:spcAft>
          <a:spcPct val="0"/>
        </a:spcAft>
        <a:defRPr sz="4000" u="sng">
          <a:solidFill>
            <a:srgbClr val="000099"/>
          </a:solidFill>
          <a:latin typeface="Comic Sans MS" panose="030F0902030302020204" charset="0"/>
        </a:defRPr>
      </a:lvl8pPr>
      <a:lvl9pPr marL="1828800" algn="l" rtl="0" eaLnBrk="0" fontAlgn="base" hangingPunct="0">
        <a:spcBef>
          <a:spcPct val="0"/>
        </a:spcBef>
        <a:spcAft>
          <a:spcPct val="0"/>
        </a:spcAft>
        <a:defRPr sz="4000" u="sng">
          <a:solidFill>
            <a:srgbClr val="000099"/>
          </a:solidFill>
          <a:latin typeface="Comic Sans MS" panose="030F0902030302020204" charset="0"/>
        </a:defRPr>
      </a:lvl9pPr>
    </p:titleStyle>
    <p:body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980631" y="365126"/>
            <a:ext cx="6165609" cy="879086"/>
          </a:xfrm>
          <a:prstGeom prst="rect">
            <a:avLst/>
          </a:prstGeom>
        </p:spPr>
        <p:txBody>
          <a:bodyPr vert="horz" lIns="91440" tIns="45720" rIns="91440" bIns="45720" rtlCol="0" anchor="ctr">
            <a:normAutofit/>
          </a:bodyPr>
          <a:lstStyle/>
          <a:p>
            <a:r>
              <a:rPr kumimoji="1" lang="zh-CN" altLang="en-US" dirty="0"/>
              <a:t>单击此处编辑母版标题样式</a:t>
            </a:r>
          </a:p>
        </p:txBody>
      </p:sp>
      <p:sp>
        <p:nvSpPr>
          <p:cNvPr id="3" name="文本占位符 2"/>
          <p:cNvSpPr>
            <a:spLocks noGrp="1"/>
          </p:cNvSpPr>
          <p:nvPr>
            <p:ph type="body" idx="1"/>
          </p:nvPr>
        </p:nvSpPr>
        <p:spPr>
          <a:xfrm>
            <a:off x="628650" y="1590270"/>
            <a:ext cx="7886700" cy="4586694"/>
          </a:xfrm>
          <a:prstGeom prst="rect">
            <a:avLst/>
          </a:prstGeom>
        </p:spPr>
        <p:txBody>
          <a:bodyPr vert="horz" lIns="91440" tIns="45720" rIns="91440" bIns="45720" rtlCol="0">
            <a:normAutofit/>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7" name="日期占位符 3"/>
          <p:cNvSpPr>
            <a:spLocks noGrp="1"/>
          </p:cNvSpPr>
          <p:nvPr>
            <p:ph type="dt" sz="half" idx="2"/>
          </p:nvPr>
        </p:nvSpPr>
        <p:spPr>
          <a:xfrm>
            <a:off x="119024" y="6476424"/>
            <a:ext cx="2057400" cy="365125"/>
          </a:xfrm>
          <a:prstGeom prst="rect">
            <a:avLst/>
          </a:prstGeom>
        </p:spPr>
        <p:txBody>
          <a:bodyPr/>
          <a:lstStyle>
            <a:lvl1pPr>
              <a:defRPr sz="12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en-US" altLang="zh-CN"/>
              <a:t>5.3 </a:t>
            </a:r>
            <a:r>
              <a:rPr kumimoji="1" lang="zh-CN" altLang="en-US"/>
              <a:t>网络互联</a:t>
            </a:r>
            <a:endParaRPr kumimoji="1" lang="zh-CN" altLang="en-US" dirty="0"/>
          </a:p>
        </p:txBody>
      </p:sp>
      <p:sp>
        <p:nvSpPr>
          <p:cNvPr id="8" name="页脚占位符 4"/>
          <p:cNvSpPr>
            <a:spLocks noGrp="1"/>
          </p:cNvSpPr>
          <p:nvPr>
            <p:ph type="ftr" sz="quarter" idx="3"/>
          </p:nvPr>
        </p:nvSpPr>
        <p:spPr>
          <a:xfrm>
            <a:off x="3028950" y="6476424"/>
            <a:ext cx="3086100" cy="365125"/>
          </a:xfrm>
          <a:prstGeom prst="rect">
            <a:avLst/>
          </a:prstGeom>
        </p:spPr>
        <p:txBody>
          <a:bodyPr/>
          <a:lstStyle>
            <a:lvl1pPr algn="ctr">
              <a:defRPr sz="12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zh-CN" altLang="en-US"/>
              <a:t>引自：</a:t>
            </a:r>
            <a:r>
              <a:rPr kumimoji="1" lang="en-US" altLang="zh-CN"/>
              <a:t>XXXXX</a:t>
            </a:r>
            <a:r>
              <a:rPr kumimoji="1" lang="zh-CN" altLang="en-US"/>
              <a:t>（如果需要）</a:t>
            </a:r>
            <a:endParaRPr kumimoji="1" lang="zh-CN" altLang="en-US" dirty="0"/>
          </a:p>
        </p:txBody>
      </p:sp>
      <p:sp>
        <p:nvSpPr>
          <p:cNvPr id="9" name="灯片编号占位符 5"/>
          <p:cNvSpPr>
            <a:spLocks noGrp="1"/>
          </p:cNvSpPr>
          <p:nvPr>
            <p:ph type="sldNum" sz="quarter" idx="4"/>
          </p:nvPr>
        </p:nvSpPr>
        <p:spPr>
          <a:xfrm>
            <a:off x="6515108" y="6476424"/>
            <a:ext cx="2489753" cy="365125"/>
          </a:xfrm>
          <a:prstGeom prst="rect">
            <a:avLst/>
          </a:prstGeom>
        </p:spPr>
        <p:txBody>
          <a:bodyPr/>
          <a:lstStyle>
            <a:lvl1pPr algn="r">
              <a:defRPr sz="1200">
                <a:solidFill>
                  <a:schemeClr val="bg1">
                    <a:lumMod val="65000"/>
                  </a:schemeClr>
                </a:solidFill>
                <a:latin typeface="Microsoft YaHei" panose="020B0503020204020204" pitchFamily="34" charset="-122"/>
                <a:ea typeface="Microsoft YaHei" panose="020B0503020204020204" pitchFamily="34" charset="-122"/>
              </a:defRPr>
            </a:lvl1pPr>
          </a:lstStyle>
          <a:p>
            <a:fld id="{8D4D1E41-7A09-AB4A-A4E1-09765ADA2698}" type="slidenum">
              <a:rPr kumimoji="1" lang="zh-CN" altLang="en-US" smtClean="0"/>
              <a:t>‹#›</a:t>
            </a:fld>
            <a:endParaRPr kumimoji="1" lang="zh-CN" altLang="en-US" dirty="0"/>
          </a:p>
        </p:txBody>
      </p:sp>
    </p:spTree>
  </p:cSld>
  <p:clrMap bg1="lt1" tx1="dk1" bg2="lt2" tx2="dk2" accent1="accent1" accent2="accent2" accent3="accent3" accent4="accent4" accent5="accent5" accent6="accent6" hlink="hlink" folHlink="folHlink"/>
  <p:sldLayoutIdLst>
    <p:sldLayoutId id="2147483712" r:id="rId1"/>
    <p:sldLayoutId id="2147483713" r:id="rId2"/>
    <p:sldLayoutId id="2147483714" r:id="rId3"/>
  </p:sldLayoutIdLst>
  <p:hf hdr="0" ftr="0"/>
  <p:txStyles>
    <p:titleStyle>
      <a:lvl1pPr algn="l" defTabSz="685800" rtl="0" eaLnBrk="1" latinLnBrk="0" hangingPunct="1">
        <a:lnSpc>
          <a:spcPct val="90000"/>
        </a:lnSpc>
        <a:spcBef>
          <a:spcPct val="0"/>
        </a:spcBef>
        <a:buNone/>
        <a:defRPr sz="3300" kern="1200">
          <a:solidFill>
            <a:schemeClr val="tx1"/>
          </a:solidFill>
          <a:latin typeface="Microsoft YaHei" panose="020B0503020204020204" pitchFamily="34" charset="-122"/>
          <a:ea typeface="Microsoft YaHei" panose="020B0503020204020204" pitchFamily="34" charset="-122"/>
          <a:cs typeface="+mj-cs"/>
        </a:defRPr>
      </a:lvl1pPr>
    </p:titleStyle>
    <p:bodyStyle>
      <a:lvl1pPr marL="171450" indent="-171450" algn="l" defTabSz="685800" rtl="0" eaLnBrk="1" latinLnBrk="0" hangingPunct="1">
        <a:lnSpc>
          <a:spcPct val="100000"/>
        </a:lnSpc>
        <a:spcBef>
          <a:spcPts val="450"/>
        </a:spcBef>
        <a:buFont typeface="Arial" panose="020B0604020202090204" pitchFamily="34" charset="0"/>
        <a:buChar char="•"/>
        <a:defRPr sz="2100" kern="1200">
          <a:solidFill>
            <a:schemeClr val="tx1"/>
          </a:solidFill>
          <a:latin typeface="Microsoft YaHei" panose="020B0503020204020204" pitchFamily="34" charset="-122"/>
          <a:ea typeface="Microsoft YaHei" panose="020B0503020204020204" pitchFamily="34" charset="-122"/>
          <a:cs typeface="+mn-cs"/>
        </a:defRPr>
      </a:lvl1pPr>
      <a:lvl2pPr marL="514350" indent="-171450" algn="l" defTabSz="685800" rtl="0" eaLnBrk="1" latinLnBrk="0" hangingPunct="1">
        <a:lnSpc>
          <a:spcPct val="100000"/>
        </a:lnSpc>
        <a:spcBef>
          <a:spcPts val="45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2pPr>
      <a:lvl3pPr marL="857250" indent="-171450" algn="l" defTabSz="685800" rtl="0" eaLnBrk="1" latinLnBrk="0" hangingPunct="1">
        <a:lnSpc>
          <a:spcPct val="100000"/>
        </a:lnSpc>
        <a:spcBef>
          <a:spcPts val="450"/>
        </a:spcBef>
        <a:buFont typeface="Arial" panose="020B0604020202090204" pitchFamily="34" charset="0"/>
        <a:buChar char="•"/>
        <a:defRPr sz="1500" kern="1200">
          <a:solidFill>
            <a:schemeClr val="tx1"/>
          </a:solidFill>
          <a:latin typeface="Microsoft YaHei" panose="020B0503020204020204" pitchFamily="34" charset="-122"/>
          <a:ea typeface="Microsoft YaHei" panose="020B0503020204020204" pitchFamily="34" charset="-122"/>
          <a:cs typeface="+mn-cs"/>
        </a:defRPr>
      </a:lvl3pPr>
      <a:lvl4pPr marL="1200150" indent="-171450" algn="l" defTabSz="685800" rtl="0" eaLnBrk="1" latinLnBrk="0" hangingPunct="1">
        <a:lnSpc>
          <a:spcPct val="100000"/>
        </a:lnSpc>
        <a:spcBef>
          <a:spcPts val="450"/>
        </a:spcBef>
        <a:buFont typeface="Arial" panose="020B0604020202090204" pitchFamily="34" charset="0"/>
        <a:buChar char="•"/>
        <a:defRPr sz="1350" kern="1200">
          <a:solidFill>
            <a:schemeClr val="tx1"/>
          </a:solidFill>
          <a:latin typeface="Microsoft YaHei" panose="020B0503020204020204" pitchFamily="34" charset="-122"/>
          <a:ea typeface="Microsoft YaHei" panose="020B0503020204020204" pitchFamily="34" charset="-122"/>
          <a:cs typeface="+mn-cs"/>
        </a:defRPr>
      </a:lvl4pPr>
      <a:lvl5pPr marL="1543050" indent="-171450" algn="l" defTabSz="685800" rtl="0" eaLnBrk="1" latinLnBrk="0" hangingPunct="1">
        <a:lnSpc>
          <a:spcPct val="100000"/>
        </a:lnSpc>
        <a:spcBef>
          <a:spcPts val="450"/>
        </a:spcBef>
        <a:buFont typeface="Arial" panose="020B0604020202090204" pitchFamily="34" charset="0"/>
        <a:buChar char="•"/>
        <a:defRPr sz="1350" kern="1200">
          <a:solidFill>
            <a:schemeClr val="tx1"/>
          </a:solidFill>
          <a:latin typeface="Microsoft YaHei" panose="020B0503020204020204" pitchFamily="34" charset="-122"/>
          <a:ea typeface="Microsoft YaHei" panose="020B0503020204020204" pitchFamily="34" charset="-122"/>
          <a:cs typeface="+mn-cs"/>
        </a:defRPr>
      </a:lvl5pPr>
      <a:lvl6pPr marL="18859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9pPr>
    </p:bodyStyle>
    <p:other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6626" name="Rectangle 2"/>
          <p:cNvSpPr>
            <a:spLocks noGrp="1"/>
          </p:cNvSpPr>
          <p:nvPr>
            <p:ph type="title"/>
          </p:nvPr>
        </p:nvSpPr>
        <p:spPr>
          <a:xfrm>
            <a:off x="533400" y="228600"/>
            <a:ext cx="7772400" cy="1143000"/>
          </a:xfrm>
          <a:prstGeom prst="rect">
            <a:avLst/>
          </a:prstGeom>
          <a:noFill/>
          <a:ln w="9525">
            <a:noFill/>
          </a:ln>
        </p:spPr>
        <p:txBody>
          <a:bodyPr anchor="ctr" anchorCtr="0"/>
          <a:lstStyle/>
          <a:p>
            <a:pPr lvl="0"/>
            <a:r>
              <a:rPr lang="en-US" altLang="zh-CN"/>
              <a:t>Click to edit Master title style</a:t>
            </a:r>
          </a:p>
        </p:txBody>
      </p:sp>
      <p:sp>
        <p:nvSpPr>
          <p:cNvPr id="26627" name="Rectangle 3"/>
          <p:cNvSpPr>
            <a:spLocks noGrp="1"/>
          </p:cNvSpPr>
          <p:nvPr>
            <p:ph type="body" idx="1"/>
          </p:nvPr>
        </p:nvSpPr>
        <p:spPr>
          <a:xfrm>
            <a:off x="533400" y="1600200"/>
            <a:ext cx="7772400" cy="4648200"/>
          </a:xfrm>
          <a:prstGeom prst="rect">
            <a:avLst/>
          </a:prstGeom>
          <a:noFill/>
          <a:ln w="9525">
            <a:noFill/>
          </a:ln>
        </p:spPr>
        <p:txBody>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ln>
          <a:effectLst/>
        </p:spPr>
        <p:txBody>
          <a:bodyPr vert="horz" wrap="square" lIns="91440" tIns="45720" rIns="91440" bIns="45720" numCol="1" anchor="t" anchorCtr="0" compatLnSpc="1"/>
          <a:lstStyle>
            <a:lvl1pPr>
              <a:defRPr sz="1400">
                <a:solidFill>
                  <a:srgbClr val="000000"/>
                </a:solidFill>
                <a:latin typeface="Times New Roman" panose="02020503050405090304" charset="0"/>
                <a:ea typeface="MS PGothic" charset="-128"/>
                <a:cs typeface="+mn-cs"/>
              </a:defRPr>
            </a:lvl1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Times New Roman" panose="02020503050405090304" charset="0"/>
              <a:ea typeface="MS PGothic" charset="-128"/>
              <a:cs typeface="+mn-cs"/>
            </a:endParaRPr>
          </a:p>
        </p:txBody>
      </p:sp>
      <p:sp>
        <p:nvSpPr>
          <p:cNvPr id="1031" name="Rectangle 7"/>
          <p:cNvSpPr>
            <a:spLocks noGrp="1" noChangeArrowheads="1"/>
          </p:cNvSpPr>
          <p:nvPr>
            <p:ph type="ftr" sz="quarter" idx="3"/>
          </p:nvPr>
        </p:nvSpPr>
        <p:spPr bwMode="auto">
          <a:xfrm>
            <a:off x="5532438" y="6467475"/>
            <a:ext cx="2895600" cy="287338"/>
          </a:xfrm>
          <a:prstGeom prst="rect">
            <a:avLst/>
          </a:prstGeom>
          <a:noFill/>
          <a:ln w="9525">
            <a:noFill/>
            <a:miter lim="800000"/>
          </a:ln>
          <a:effectLst/>
        </p:spPr>
        <p:txBody>
          <a:bodyPr vert="horz" wrap="square" lIns="91440" tIns="45720" rIns="91440" bIns="45720" numCol="1" anchor="t" anchorCtr="0" compatLnSpc="1"/>
          <a:lstStyle>
            <a:lvl1pPr algn="r">
              <a:defRPr sz="1200">
                <a:solidFill>
                  <a:srgbClr val="000000"/>
                </a:solidFill>
                <a:latin typeface="Tahoma" panose="020B0604030504040204" charset="0"/>
                <a:ea typeface="+mn-ea"/>
                <a:cs typeface="+mn-cs"/>
              </a:defRPr>
            </a:lvl1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rgbClr val="000000"/>
                </a:solidFill>
                <a:effectLst/>
                <a:uLnTx/>
                <a:uFillTx/>
                <a:latin typeface="Tahoma" panose="020B0604030504040204" charset="0"/>
                <a:ea typeface="+mn-ea"/>
                <a:cs typeface="+mn-cs"/>
              </a:rPr>
              <a:t>Network Layer</a:t>
            </a:r>
          </a:p>
        </p:txBody>
      </p:sp>
      <p:sp>
        <p:nvSpPr>
          <p:cNvPr id="1032" name="Rectangle 8"/>
          <p:cNvSpPr>
            <a:spLocks noGrp="1" noChangeArrowheads="1"/>
          </p:cNvSpPr>
          <p:nvPr>
            <p:ph type="sldNum" sz="quarter" idx="4"/>
          </p:nvPr>
        </p:nvSpPr>
        <p:spPr bwMode="auto">
          <a:xfrm>
            <a:off x="8324850" y="6462713"/>
            <a:ext cx="676275" cy="276225"/>
          </a:xfrm>
          <a:prstGeom prst="rect">
            <a:avLst/>
          </a:prstGeom>
          <a:noFill/>
          <a:ln w="9525">
            <a:noFill/>
            <a:miter lim="800000"/>
          </a:ln>
          <a:effectLst/>
        </p:spPr>
        <p:txBody>
          <a:bodyPr vert="horz" wrap="square" lIns="91440" tIns="45720" rIns="91440" bIns="45720" numCol="1" anchor="t" anchorCtr="0" compatLnSpc="1"/>
          <a:lstStyle>
            <a:lvl1pPr>
              <a:defRPr sz="1200">
                <a:solidFill>
                  <a:srgbClr val="000000"/>
                </a:solidFill>
                <a:latin typeface="Tahoma" panose="020B0604030504040204" charset="0"/>
                <a:ea typeface="MS PGothic" charset="-128"/>
              </a:defRPr>
            </a:lvl1pPr>
          </a:lstStyle>
          <a:p>
            <a:pPr lvl="0">
              <a:buNone/>
            </a:pPr>
            <a:r>
              <a:rPr lang="en-US" altLang="zh-CN"/>
              <a:t>4-</a:t>
            </a:r>
            <a:fld id="{9A0DB2DC-4C9A-4742-B13C-FB6460FD3503}" type="slidenum">
              <a:rPr lang="en-US" altLang="zh-CN" sz="1200">
                <a:solidFill>
                  <a:srgbClr val="000000"/>
                </a:solidFill>
                <a:latin typeface="Tahoma" panose="020B0604030504040204" charset="0"/>
                <a:ea typeface="MS PGothic" charset="-128"/>
              </a:rPr>
              <a:t>‹#›</a:t>
            </a:fld>
            <a:endParaRPr lang="en-US" altLang="zh-CN" sz="1200">
              <a:solidFill>
                <a:srgbClr val="000000"/>
              </a:solidFill>
              <a:latin typeface="Tahoma" panose="020B0604030504040204" charset="0"/>
              <a:ea typeface="MS PGothic" charset="-128"/>
            </a:endParaRPr>
          </a:p>
        </p:txBody>
      </p:sp>
    </p:spTree>
  </p:cSld>
  <p:clrMap bg1="lt1" tx1="dk1" bg2="lt2" tx2="dk2" accent1="accent1" accent2="accent2" accent3="accent3" accent4="accent4" accent5="accent5" accent6="accent6" hlink="hlink" folHlink="folHlink"/>
  <p:sldLayoutIdLst>
    <p:sldLayoutId id="2147483716" r:id="rId1"/>
    <p:sldLayoutId id="2147483717" r:id="rId2"/>
    <p:sldLayoutId id="2147483718" r:id="rId3"/>
    <p:sldLayoutId id="2147483719" r:id="rId4"/>
    <p:sldLayoutId id="2147483720" r:id="rId5"/>
    <p:sldLayoutId id="2147483721" r:id="rId6"/>
    <p:sldLayoutId id="2147483722" r:id="rId7"/>
    <p:sldLayoutId id="2147483723" r:id="rId8"/>
    <p:sldLayoutId id="2147483724" r:id="rId9"/>
    <p:sldLayoutId id="2147483725" r:id="rId10"/>
    <p:sldLayoutId id="2147483726" r:id="rId11"/>
    <p:sldLayoutId id="2147483727" r:id="rId12"/>
  </p:sldLayoutIdLst>
  <p:hf sldNum="0" hdr="0" ftr="0" dt="0"/>
  <p:txStyles>
    <p:titleStyle>
      <a:lvl1pPr algn="l" rtl="0" eaLnBrk="0" fontAlgn="base" hangingPunct="0">
        <a:spcBef>
          <a:spcPct val="0"/>
        </a:spcBef>
        <a:spcAft>
          <a:spcPct val="0"/>
        </a:spcAft>
        <a:defRPr kumimoji="1" sz="4400">
          <a:solidFill>
            <a:srgbClr val="000099"/>
          </a:solidFill>
          <a:latin typeface="+mj-lt"/>
          <a:ea typeface="MS PGothic" charset="0"/>
          <a:cs typeface="MS PGothic" charset="0"/>
        </a:defRPr>
      </a:lvl1pPr>
      <a:lvl2pPr algn="l" rtl="0" eaLnBrk="0" fontAlgn="base" hangingPunct="0">
        <a:spcBef>
          <a:spcPct val="0"/>
        </a:spcBef>
        <a:spcAft>
          <a:spcPct val="0"/>
        </a:spcAft>
        <a:defRPr kumimoji="1" sz="4400">
          <a:solidFill>
            <a:srgbClr val="000099"/>
          </a:solidFill>
          <a:latin typeface="Gill Sans MT" charset="0"/>
          <a:ea typeface="MS PGothic" charset="0"/>
          <a:cs typeface="MS PGothic" charset="0"/>
        </a:defRPr>
      </a:lvl2pPr>
      <a:lvl3pPr algn="l" rtl="0" eaLnBrk="0" fontAlgn="base" hangingPunct="0">
        <a:spcBef>
          <a:spcPct val="0"/>
        </a:spcBef>
        <a:spcAft>
          <a:spcPct val="0"/>
        </a:spcAft>
        <a:defRPr kumimoji="1" sz="4400">
          <a:solidFill>
            <a:srgbClr val="000099"/>
          </a:solidFill>
          <a:latin typeface="Gill Sans MT" charset="0"/>
          <a:ea typeface="MS PGothic" charset="0"/>
          <a:cs typeface="MS PGothic" charset="0"/>
        </a:defRPr>
      </a:lvl3pPr>
      <a:lvl4pPr algn="l" rtl="0" eaLnBrk="0" fontAlgn="base" hangingPunct="0">
        <a:spcBef>
          <a:spcPct val="0"/>
        </a:spcBef>
        <a:spcAft>
          <a:spcPct val="0"/>
        </a:spcAft>
        <a:defRPr kumimoji="1" sz="4400">
          <a:solidFill>
            <a:srgbClr val="000099"/>
          </a:solidFill>
          <a:latin typeface="Gill Sans MT" charset="0"/>
          <a:ea typeface="MS PGothic" charset="0"/>
          <a:cs typeface="MS PGothic" charset="0"/>
        </a:defRPr>
      </a:lvl4pPr>
      <a:lvl5pPr algn="l" rtl="0" eaLnBrk="0" fontAlgn="base" hangingPunct="0">
        <a:spcBef>
          <a:spcPct val="0"/>
        </a:spcBef>
        <a:spcAft>
          <a:spcPct val="0"/>
        </a:spcAft>
        <a:defRPr kumimoji="1" sz="4400">
          <a:solidFill>
            <a:srgbClr val="000099"/>
          </a:solidFill>
          <a:latin typeface="Gill Sans MT"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charset="0"/>
        </a:defRPr>
      </a:lvl6pPr>
      <a:lvl7pPr marL="914400" algn="l" rtl="0" eaLnBrk="0" fontAlgn="base" hangingPunct="0">
        <a:spcBef>
          <a:spcPct val="0"/>
        </a:spcBef>
        <a:spcAft>
          <a:spcPct val="0"/>
        </a:spcAft>
        <a:defRPr sz="4400">
          <a:solidFill>
            <a:srgbClr val="000099"/>
          </a:solidFill>
          <a:latin typeface="Gill Sans MT" charset="0"/>
        </a:defRPr>
      </a:lvl7pPr>
      <a:lvl8pPr marL="1371600" algn="l" rtl="0" eaLnBrk="0" fontAlgn="base" hangingPunct="0">
        <a:spcBef>
          <a:spcPct val="0"/>
        </a:spcBef>
        <a:spcAft>
          <a:spcPct val="0"/>
        </a:spcAft>
        <a:defRPr sz="4400">
          <a:solidFill>
            <a:srgbClr val="000099"/>
          </a:solidFill>
          <a:latin typeface="Gill Sans MT" charset="0"/>
        </a:defRPr>
      </a:lvl8pPr>
      <a:lvl9pPr marL="1828800" algn="l" rtl="0" eaLnBrk="0" fontAlgn="base" hangingPunct="0">
        <a:spcBef>
          <a:spcPct val="0"/>
        </a:spcBef>
        <a:spcAft>
          <a:spcPct val="0"/>
        </a:spcAft>
        <a:defRPr sz="4400">
          <a:solidFill>
            <a:srgbClr val="000099"/>
          </a:solidFill>
          <a:latin typeface="Gill Sans MT" charset="0"/>
        </a:defRPr>
      </a:lvl9pPr>
    </p:titleStyle>
    <p:body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3250" name="Rectangle 2"/>
          <p:cNvSpPr>
            <a:spLocks noGrp="1"/>
          </p:cNvSpPr>
          <p:nvPr>
            <p:ph type="title"/>
          </p:nvPr>
        </p:nvSpPr>
        <p:spPr>
          <a:xfrm>
            <a:off x="457200" y="188913"/>
            <a:ext cx="8369300" cy="792162"/>
          </a:xfrm>
          <a:prstGeom prst="rect">
            <a:avLst/>
          </a:prstGeom>
          <a:noFill/>
          <a:ln w="9525">
            <a:noFill/>
          </a:ln>
        </p:spPr>
        <p:txBody>
          <a:bodyPr anchor="b" anchorCtr="0"/>
          <a:lstStyle/>
          <a:p>
            <a:pPr lvl="0"/>
            <a:r>
              <a:rPr lang="zh-CN" altLang="en-US"/>
              <a:t>单击此处编辑母版标题样式</a:t>
            </a:r>
            <a:endParaRPr lang="en-US" altLang="zh-CN"/>
          </a:p>
        </p:txBody>
      </p:sp>
      <p:sp>
        <p:nvSpPr>
          <p:cNvPr id="53251" name="Rectangle 3"/>
          <p:cNvSpPr>
            <a:spLocks noGrp="1"/>
          </p:cNvSpPr>
          <p:nvPr>
            <p:ph type="body" idx="1"/>
          </p:nvPr>
        </p:nvSpPr>
        <p:spPr>
          <a:xfrm>
            <a:off x="457200" y="1196975"/>
            <a:ext cx="8369300" cy="4933950"/>
          </a:xfrm>
          <a:prstGeom prst="rect">
            <a:avLst/>
          </a:prstGeom>
          <a:noFill/>
          <a:ln w="9525">
            <a:noFill/>
          </a:ln>
        </p:spPr>
        <p:txBody>
          <a:bodyPr/>
          <a:lstStyle/>
          <a:p>
            <a:pPr lvl="0"/>
            <a:r>
              <a:rPr lang="zh-CN" altLang="en-US"/>
              <a:t>单击此处编辑母版文本样式</a:t>
            </a:r>
            <a:endParaRPr lang="en-US" altLang="zh-CN"/>
          </a:p>
          <a:p>
            <a:pPr lvl="1"/>
            <a:r>
              <a:rPr lang="zh-CN" altLang="en-US"/>
              <a:t>第二级</a:t>
            </a:r>
            <a:endParaRPr lang="en-US" altLang="zh-CN"/>
          </a:p>
          <a:p>
            <a:pPr lvl="2"/>
            <a:r>
              <a:rPr lang="zh-CN" altLang="en-US"/>
              <a:t>第三级</a:t>
            </a:r>
            <a:endParaRPr lang="en-US" altLang="zh-CN"/>
          </a:p>
          <a:p>
            <a:pPr lvl="3"/>
            <a:r>
              <a:rPr lang="zh-CN" altLang="en-US"/>
              <a:t>第四级</a:t>
            </a:r>
            <a:endParaRPr lang="en-US" altLang="zh-CN"/>
          </a:p>
          <a:p>
            <a:pPr lvl="4"/>
            <a:r>
              <a:rPr lang="zh-CN" altLang="en-US"/>
              <a:t>第五级</a:t>
            </a:r>
            <a:endParaRPr lang="en-US" altLang="zh-CN"/>
          </a:p>
        </p:txBody>
      </p:sp>
      <p:sp>
        <p:nvSpPr>
          <p:cNvPr id="15364" name="Rectangle 4"/>
          <p:cNvSpPr>
            <a:spLocks noGrp="1" noChangeArrowheads="1"/>
          </p:cNvSpPr>
          <p:nvPr>
            <p:ph type="dt" sz="half" idx="2"/>
          </p:nvPr>
        </p:nvSpPr>
        <p:spPr bwMode="auto">
          <a:xfrm>
            <a:off x="457200" y="6356350"/>
            <a:ext cx="2133600" cy="457200"/>
          </a:xfrm>
          <a:prstGeom prst="rect">
            <a:avLst/>
          </a:prstGeom>
          <a:noFill/>
          <a:ln>
            <a:noFill/>
          </a:ln>
          <a:effectLst/>
        </p:spPr>
        <p:txBody>
          <a:bodyPr vert="horz" wrap="square" lIns="91440" tIns="45720" rIns="91440" bIns="45720" numCol="1" anchor="t" anchorCtr="0" compatLnSpc="1"/>
          <a:lstStyle>
            <a:lvl1pPr eaLnBrk="1" hangingPunct="1">
              <a:defRPr sz="925">
                <a:ea typeface="宋体" pitchFamily="2" charset="-122"/>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15365" name="Rectangle 5"/>
          <p:cNvSpPr>
            <a:spLocks noGrp="1" noChangeArrowheads="1"/>
          </p:cNvSpPr>
          <p:nvPr>
            <p:ph type="ftr" sz="quarter" idx="3"/>
          </p:nvPr>
        </p:nvSpPr>
        <p:spPr bwMode="auto">
          <a:xfrm>
            <a:off x="3124200" y="6356350"/>
            <a:ext cx="2895600" cy="457200"/>
          </a:xfrm>
          <a:prstGeom prst="rect">
            <a:avLst/>
          </a:prstGeom>
          <a:noFill/>
          <a:ln>
            <a:noFill/>
          </a:ln>
          <a:effectLst/>
        </p:spPr>
        <p:txBody>
          <a:bodyPr vert="horz" wrap="square" lIns="91440" tIns="45720" rIns="91440" bIns="45720" numCol="1" anchor="t" anchorCtr="0" compatLnSpc="1"/>
          <a:lstStyle>
            <a:lvl1pPr algn="ctr" eaLnBrk="1" hangingPunct="1">
              <a:defRPr sz="925">
                <a:ea typeface="宋体" pitchFamily="2" charset="-122"/>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zh-CN" sz="925" b="0" i="0" u="none" strike="noStrike" kern="1200" cap="none" spc="0" normalizeH="0" baseline="0" noProof="0">
              <a:ln>
                <a:noFill/>
              </a:ln>
              <a:solidFill>
                <a:schemeClr val="tx1"/>
              </a:solidFill>
              <a:effectLst/>
              <a:uLnTx/>
              <a:uFillTx/>
              <a:latin typeface="Comic Sans MS" panose="030F0902030302020204" charset="0"/>
              <a:ea typeface="宋体" pitchFamily="2" charset="-122"/>
              <a:cs typeface="+mn-cs"/>
            </a:endParaRPr>
          </a:p>
        </p:txBody>
      </p:sp>
      <p:sp>
        <p:nvSpPr>
          <p:cNvPr id="15366" name="Rectangle 6"/>
          <p:cNvSpPr>
            <a:spLocks noGrp="1" noChangeArrowheads="1"/>
          </p:cNvSpPr>
          <p:nvPr>
            <p:ph type="sldNum" sz="quarter" idx="4"/>
          </p:nvPr>
        </p:nvSpPr>
        <p:spPr bwMode="auto">
          <a:xfrm>
            <a:off x="6553200" y="6356350"/>
            <a:ext cx="2133600" cy="457200"/>
          </a:xfrm>
          <a:prstGeom prst="rect">
            <a:avLst/>
          </a:prstGeom>
          <a:noFill/>
          <a:ln>
            <a:noFill/>
          </a:ln>
          <a:effectLst/>
        </p:spPr>
        <p:txBody>
          <a:bodyPr vert="horz" wrap="square" lIns="91440" tIns="45720" rIns="91440" bIns="45720" numCol="1" anchor="t" anchorCtr="0" compatLnSpc="1"/>
          <a:lstStyle>
            <a:lvl1pPr algn="r">
              <a:defRPr sz="900"/>
            </a:lvl1pPr>
          </a:lstStyle>
          <a:p>
            <a:pPr lvl="0" eaLnBrk="1" hangingPunct="1">
              <a:buNone/>
            </a:pPr>
            <a:fld id="{9A0DB2DC-4C9A-4742-B13C-FB6460FD3503}" type="slidenum">
              <a:rPr lang="zh-CN" altLang="en-US">
                <a:latin typeface="Comic Sans MS" panose="030F0902030302020204" charset="0"/>
              </a:rPr>
              <a:t>‹#›</a:t>
            </a:fld>
            <a:endParaRPr lang="zh-CN" altLang="en-US">
              <a:latin typeface="Comic Sans MS" panose="030F0902030302020204" charset="0"/>
            </a:endParaRPr>
          </a:p>
        </p:txBody>
      </p:sp>
      <p:sp>
        <p:nvSpPr>
          <p:cNvPr id="15367" name="Rectangle 7" descr="Gold bar"/>
          <p:cNvSpPr>
            <a:spLocks noChangeArrowheads="1"/>
          </p:cNvSpPr>
          <p:nvPr/>
        </p:nvSpPr>
        <p:spPr bwMode="auto">
          <a:xfrm>
            <a:off x="0" y="0"/>
            <a:ext cx="228600" cy="2286000"/>
          </a:xfrm>
          <a:prstGeom prst="rect">
            <a:avLst/>
          </a:prstGeom>
          <a:solidFill>
            <a:schemeClr val="bg2"/>
          </a:solidFill>
          <a:ln>
            <a:noFill/>
          </a:ln>
          <a:effec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2215"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15369" name="Rectangle 9" descr="Orange bar"/>
          <p:cNvSpPr>
            <a:spLocks noChangeArrowheads="1"/>
          </p:cNvSpPr>
          <p:nvPr/>
        </p:nvSpPr>
        <p:spPr bwMode="auto">
          <a:xfrm>
            <a:off x="0" y="2286000"/>
            <a:ext cx="228600" cy="2286000"/>
          </a:xfrm>
          <a:prstGeom prst="rect">
            <a:avLst/>
          </a:prstGeom>
          <a:solidFill>
            <a:schemeClr val="accent2"/>
          </a:solidFill>
          <a:ln>
            <a:noFill/>
          </a:ln>
          <a:effec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2215"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sp>
        <p:nvSpPr>
          <p:cNvPr id="15370" name="Rectangle 10" descr="Slate bar"/>
          <p:cNvSpPr>
            <a:spLocks noChangeArrowheads="1"/>
          </p:cNvSpPr>
          <p:nvPr/>
        </p:nvSpPr>
        <p:spPr bwMode="auto">
          <a:xfrm>
            <a:off x="0" y="4572000"/>
            <a:ext cx="228600" cy="2286000"/>
          </a:xfrm>
          <a:prstGeom prst="rect">
            <a:avLst/>
          </a:prstGeom>
          <a:solidFill>
            <a:srgbClr val="333399"/>
          </a:solidFill>
          <a:ln>
            <a:noFill/>
          </a:ln>
          <a:effec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2215" b="0" i="0" u="none" strike="noStrike" kern="1200" cap="none" spc="0" normalizeH="0" baseline="0" noProof="0">
              <a:ln>
                <a:noFill/>
              </a:ln>
              <a:solidFill>
                <a:schemeClr val="tx1"/>
              </a:solidFill>
              <a:effectLst/>
              <a:uLnTx/>
              <a:uFillTx/>
              <a:latin typeface="Times New Roman" panose="02020503050405090304" charset="0"/>
              <a:ea typeface="宋体" pitchFamily="2" charset="-122"/>
              <a:cs typeface="+mn-cs"/>
            </a:endParaRPr>
          </a:p>
        </p:txBody>
      </p:sp>
      <p:pic>
        <p:nvPicPr>
          <p:cNvPr id="53258" name="Picture 2" descr="computer networking 的图像结果"/>
          <p:cNvPicPr>
            <a:picLocks noChangeAspect="1"/>
          </p:cNvPicPr>
          <p:nvPr/>
        </p:nvPicPr>
        <p:blipFill>
          <a:blip r:embed="rId15"/>
          <a:stretch>
            <a:fillRect/>
          </a:stretch>
        </p:blipFill>
        <p:spPr>
          <a:xfrm>
            <a:off x="8094663" y="188913"/>
            <a:ext cx="1038225" cy="812800"/>
          </a:xfrm>
          <a:prstGeom prst="rect">
            <a:avLst/>
          </a:prstGeom>
          <a:noFill/>
          <a:ln w="9525">
            <a:noFill/>
          </a:ln>
        </p:spPr>
      </p:pic>
    </p:spTree>
  </p:cSld>
  <p:clrMap bg1="lt1" tx1="dk1" bg2="lt2" tx2="dk2" accent1="accent1" accent2="accent2" accent3="accent3" accent4="accent4" accent5="accent5" accent6="accent6" hlink="hlink" folHlink="folHlink"/>
  <p:sldLayoutIdLst>
    <p:sldLayoutId id="2147483729" r:id="rId1"/>
    <p:sldLayoutId id="2147483730" r:id="rId2"/>
    <p:sldLayoutId id="2147483731" r:id="rId3"/>
    <p:sldLayoutId id="2147483732" r:id="rId4"/>
    <p:sldLayoutId id="2147483733" r:id="rId5"/>
    <p:sldLayoutId id="2147483734" r:id="rId6"/>
    <p:sldLayoutId id="2147483735" r:id="rId7"/>
    <p:sldLayoutId id="2147483736" r:id="rId8"/>
    <p:sldLayoutId id="2147483737" r:id="rId9"/>
    <p:sldLayoutId id="2147483738" r:id="rId10"/>
    <p:sldLayoutId id="2147483739" r:id="rId11"/>
    <p:sldLayoutId id="2147483740" r:id="rId12"/>
    <p:sldLayoutId id="2147483741" r:id="rId13"/>
  </p:sldLayoutIdLst>
  <p:hf sldNum="0" hdr="0" ftr="0" dt="0"/>
  <p:txStyles>
    <p:titleStyle>
      <a:lvl1pPr algn="l" rtl="0" eaLnBrk="0" fontAlgn="base" hangingPunct="0">
        <a:spcBef>
          <a:spcPct val="0"/>
        </a:spcBef>
        <a:spcAft>
          <a:spcPct val="0"/>
        </a:spcAft>
        <a:defRPr sz="4000" b="1">
          <a:solidFill>
            <a:srgbClr val="333399"/>
          </a:solidFill>
          <a:latin typeface="+mn-lt"/>
          <a:ea typeface="黑体" pitchFamily="6" charset="-122"/>
          <a:cs typeface="+mj-cs"/>
        </a:defRPr>
      </a:lvl1pPr>
      <a:lvl2pPr algn="l" rtl="0" eaLnBrk="0" fontAlgn="base" hangingPunct="0">
        <a:spcBef>
          <a:spcPct val="0"/>
        </a:spcBef>
        <a:spcAft>
          <a:spcPct val="0"/>
        </a:spcAft>
        <a:defRPr sz="4000" b="1">
          <a:solidFill>
            <a:srgbClr val="333399"/>
          </a:solidFill>
          <a:latin typeface="Arial" panose="020B0604020202090204" pitchFamily="34" charset="0"/>
          <a:ea typeface="黑体" pitchFamily="6" charset="-122"/>
        </a:defRPr>
      </a:lvl2pPr>
      <a:lvl3pPr algn="l" rtl="0" eaLnBrk="0" fontAlgn="base" hangingPunct="0">
        <a:spcBef>
          <a:spcPct val="0"/>
        </a:spcBef>
        <a:spcAft>
          <a:spcPct val="0"/>
        </a:spcAft>
        <a:defRPr sz="4000" b="1">
          <a:solidFill>
            <a:srgbClr val="333399"/>
          </a:solidFill>
          <a:latin typeface="Arial" panose="020B0604020202090204" pitchFamily="34" charset="0"/>
          <a:ea typeface="黑体" pitchFamily="6" charset="-122"/>
        </a:defRPr>
      </a:lvl3pPr>
      <a:lvl4pPr algn="l" rtl="0" eaLnBrk="0" fontAlgn="base" hangingPunct="0">
        <a:spcBef>
          <a:spcPct val="0"/>
        </a:spcBef>
        <a:spcAft>
          <a:spcPct val="0"/>
        </a:spcAft>
        <a:defRPr sz="4000" b="1">
          <a:solidFill>
            <a:srgbClr val="333399"/>
          </a:solidFill>
          <a:latin typeface="Arial" panose="020B0604020202090204" pitchFamily="34" charset="0"/>
          <a:ea typeface="黑体" pitchFamily="6" charset="-122"/>
        </a:defRPr>
      </a:lvl4pPr>
      <a:lvl5pPr algn="l" rtl="0" eaLnBrk="0" fontAlgn="base" hangingPunct="0">
        <a:spcBef>
          <a:spcPct val="0"/>
        </a:spcBef>
        <a:spcAft>
          <a:spcPct val="0"/>
        </a:spcAft>
        <a:defRPr sz="4000" b="1">
          <a:solidFill>
            <a:srgbClr val="333399"/>
          </a:solidFill>
          <a:latin typeface="Arial" panose="020B0604020202090204" pitchFamily="34" charset="0"/>
          <a:ea typeface="黑体" pitchFamily="6" charset="-122"/>
        </a:defRPr>
      </a:lvl5pPr>
      <a:lvl6pPr marL="422275" algn="l" rtl="0" eaLnBrk="1" fontAlgn="base" hangingPunct="1">
        <a:spcBef>
          <a:spcPct val="0"/>
        </a:spcBef>
        <a:spcAft>
          <a:spcPct val="0"/>
        </a:spcAft>
        <a:defRPr sz="4060">
          <a:solidFill>
            <a:schemeClr val="tx2"/>
          </a:solidFill>
          <a:latin typeface="Times New Roman" panose="02020503050405090304" charset="0"/>
        </a:defRPr>
      </a:lvl6pPr>
      <a:lvl7pPr marL="843915" algn="l" rtl="0" eaLnBrk="1" fontAlgn="base" hangingPunct="1">
        <a:spcBef>
          <a:spcPct val="0"/>
        </a:spcBef>
        <a:spcAft>
          <a:spcPct val="0"/>
        </a:spcAft>
        <a:defRPr sz="4060">
          <a:solidFill>
            <a:schemeClr val="tx2"/>
          </a:solidFill>
          <a:latin typeface="Times New Roman" panose="02020503050405090304" charset="0"/>
        </a:defRPr>
      </a:lvl7pPr>
      <a:lvl8pPr marL="1266190" algn="l" rtl="0" eaLnBrk="1" fontAlgn="base" hangingPunct="1">
        <a:spcBef>
          <a:spcPct val="0"/>
        </a:spcBef>
        <a:spcAft>
          <a:spcPct val="0"/>
        </a:spcAft>
        <a:defRPr sz="4060">
          <a:solidFill>
            <a:schemeClr val="tx2"/>
          </a:solidFill>
          <a:latin typeface="Times New Roman" panose="02020503050405090304" charset="0"/>
        </a:defRPr>
      </a:lvl8pPr>
      <a:lvl9pPr marL="1688465" algn="l" rtl="0" eaLnBrk="1" fontAlgn="base" hangingPunct="1">
        <a:spcBef>
          <a:spcPct val="0"/>
        </a:spcBef>
        <a:spcAft>
          <a:spcPct val="0"/>
        </a:spcAft>
        <a:defRPr sz="4060">
          <a:solidFill>
            <a:schemeClr val="tx2"/>
          </a:solidFill>
          <a:latin typeface="Times New Roman" panose="02020503050405090304" charset="0"/>
        </a:defRPr>
      </a:lvl9pPr>
    </p:titleStyle>
    <p:bodyStyle>
      <a:lvl1pPr marL="316230" indent="-316230" algn="l" rtl="0" eaLnBrk="0" fontAlgn="base" hangingPunct="0">
        <a:lnSpc>
          <a:spcPct val="110000"/>
        </a:lnSpc>
        <a:spcBef>
          <a:spcPts val="550"/>
        </a:spcBef>
        <a:spcAft>
          <a:spcPct val="0"/>
        </a:spcAft>
        <a:buClr>
          <a:srgbClr val="333399"/>
        </a:buClr>
        <a:buSzPct val="75000"/>
        <a:buFont typeface="Wingdings" panose="05000000000000000000" pitchFamily="2" charset="2"/>
        <a:buChar char="n"/>
        <a:defRPr sz="2900" b="1">
          <a:solidFill>
            <a:schemeClr val="tx1"/>
          </a:solidFill>
          <a:latin typeface="+mn-lt"/>
          <a:ea typeface="黑体" pitchFamily="6" charset="-122"/>
          <a:cs typeface="+mn-cs"/>
        </a:defRPr>
      </a:lvl1pPr>
      <a:lvl2pPr marL="685800" indent="-263525" algn="l" rtl="0" eaLnBrk="0" fontAlgn="base" hangingPunct="0">
        <a:lnSpc>
          <a:spcPct val="110000"/>
        </a:lnSpc>
        <a:spcBef>
          <a:spcPts val="550"/>
        </a:spcBef>
        <a:spcAft>
          <a:spcPct val="0"/>
        </a:spcAft>
        <a:buClr>
          <a:schemeClr val="accent2"/>
        </a:buClr>
        <a:buSzPct val="70000"/>
        <a:buFont typeface="Wingdings" panose="05000000000000000000" pitchFamily="2" charset="2"/>
        <a:buChar char="n"/>
        <a:defRPr sz="2500" b="1">
          <a:solidFill>
            <a:schemeClr val="tx1"/>
          </a:solidFill>
          <a:latin typeface="+mn-lt"/>
          <a:ea typeface="黑体" pitchFamily="6" charset="-122"/>
        </a:defRPr>
      </a:lvl2pPr>
      <a:lvl3pPr marL="1054100" indent="-209550" algn="l" rtl="0" eaLnBrk="0" fontAlgn="base" hangingPunct="0">
        <a:lnSpc>
          <a:spcPct val="110000"/>
        </a:lnSpc>
        <a:spcBef>
          <a:spcPts val="550"/>
        </a:spcBef>
        <a:spcAft>
          <a:spcPct val="0"/>
        </a:spcAft>
        <a:buClr>
          <a:srgbClr val="333399"/>
        </a:buClr>
        <a:buSzPct val="65000"/>
        <a:buFont typeface="Wingdings" panose="05000000000000000000" pitchFamily="2" charset="2"/>
        <a:buChar char="p"/>
        <a:defRPr sz="2200" b="1">
          <a:solidFill>
            <a:schemeClr val="tx1"/>
          </a:solidFill>
          <a:latin typeface="+mn-lt"/>
          <a:ea typeface="黑体" pitchFamily="6" charset="-122"/>
        </a:defRPr>
      </a:lvl3pPr>
      <a:lvl4pPr marL="1476375" indent="-209550" algn="l" rtl="0" eaLnBrk="0" fontAlgn="base" hangingPunct="0">
        <a:lnSpc>
          <a:spcPct val="110000"/>
        </a:lnSpc>
        <a:spcBef>
          <a:spcPts val="550"/>
        </a:spcBef>
        <a:spcAft>
          <a:spcPct val="0"/>
        </a:spcAft>
        <a:buClr>
          <a:schemeClr val="bg2"/>
        </a:buClr>
        <a:buSzPct val="65000"/>
        <a:buFont typeface="Wingdings" panose="05000000000000000000" pitchFamily="2" charset="2"/>
        <a:buChar char="n"/>
        <a:defRPr b="1">
          <a:solidFill>
            <a:schemeClr val="tx1"/>
          </a:solidFill>
          <a:latin typeface="+mn-lt"/>
          <a:ea typeface="黑体" pitchFamily="6" charset="-122"/>
        </a:defRPr>
      </a:lvl4pPr>
      <a:lvl5pPr marL="1898650" indent="-209550" algn="l" rtl="0" eaLnBrk="0" fontAlgn="base" hangingPunct="0">
        <a:lnSpc>
          <a:spcPct val="110000"/>
        </a:lnSpc>
        <a:spcBef>
          <a:spcPts val="550"/>
        </a:spcBef>
        <a:spcAft>
          <a:spcPct val="0"/>
        </a:spcAft>
        <a:buClr>
          <a:srgbClr val="333399"/>
        </a:buClr>
        <a:buSzPct val="60000"/>
        <a:buFont typeface="Wingdings" panose="05000000000000000000" pitchFamily="2" charset="2"/>
        <a:buChar char="n"/>
        <a:defRPr b="1">
          <a:solidFill>
            <a:schemeClr val="tx1"/>
          </a:solidFill>
          <a:latin typeface="+mn-lt"/>
          <a:ea typeface="黑体" pitchFamily="6" charset="-122"/>
        </a:defRPr>
      </a:lvl5pPr>
      <a:lvl6pPr marL="2320925" indent="-210820" algn="l" rtl="0" eaLnBrk="1" fontAlgn="base" hangingPunct="1">
        <a:spcBef>
          <a:spcPct val="20000"/>
        </a:spcBef>
        <a:spcAft>
          <a:spcPct val="0"/>
        </a:spcAft>
        <a:buClr>
          <a:schemeClr val="tx2"/>
        </a:buClr>
        <a:buSzPct val="80000"/>
        <a:buFont typeface="Wingdings" panose="05000000000000000000" pitchFamily="2" charset="2"/>
        <a:buChar char="§"/>
        <a:defRPr>
          <a:solidFill>
            <a:schemeClr val="tx1"/>
          </a:solidFill>
          <a:latin typeface="+mn-lt"/>
        </a:defRPr>
      </a:lvl6pPr>
      <a:lvl7pPr marL="2743200" indent="-210820" algn="l" rtl="0" eaLnBrk="1" fontAlgn="base" hangingPunct="1">
        <a:spcBef>
          <a:spcPct val="20000"/>
        </a:spcBef>
        <a:spcAft>
          <a:spcPct val="0"/>
        </a:spcAft>
        <a:buClr>
          <a:schemeClr val="tx2"/>
        </a:buClr>
        <a:buSzPct val="80000"/>
        <a:buFont typeface="Wingdings" panose="05000000000000000000" pitchFamily="2" charset="2"/>
        <a:buChar char="§"/>
        <a:defRPr>
          <a:solidFill>
            <a:schemeClr val="tx1"/>
          </a:solidFill>
          <a:latin typeface="+mn-lt"/>
        </a:defRPr>
      </a:lvl7pPr>
      <a:lvl8pPr marL="3165475" indent="-210820" algn="l" rtl="0" eaLnBrk="1" fontAlgn="base" hangingPunct="1">
        <a:spcBef>
          <a:spcPct val="20000"/>
        </a:spcBef>
        <a:spcAft>
          <a:spcPct val="0"/>
        </a:spcAft>
        <a:buClr>
          <a:schemeClr val="tx2"/>
        </a:buClr>
        <a:buSzPct val="80000"/>
        <a:buFont typeface="Wingdings" panose="05000000000000000000" pitchFamily="2" charset="2"/>
        <a:buChar char="§"/>
        <a:defRPr>
          <a:solidFill>
            <a:schemeClr val="tx1"/>
          </a:solidFill>
          <a:latin typeface="+mn-lt"/>
        </a:defRPr>
      </a:lvl8pPr>
      <a:lvl9pPr marL="3587115" indent="-210820" algn="l" rtl="0" eaLnBrk="1" fontAlgn="base" hangingPunct="1">
        <a:spcBef>
          <a:spcPct val="20000"/>
        </a:spcBef>
        <a:spcAft>
          <a:spcPct val="0"/>
        </a:spcAft>
        <a:buClr>
          <a:schemeClr val="tx2"/>
        </a:buClr>
        <a:buSzPct val="80000"/>
        <a:buFont typeface="Wingdings" panose="05000000000000000000" pitchFamily="2" charset="2"/>
        <a:buChar char="§"/>
        <a:defRPr>
          <a:solidFill>
            <a:schemeClr val="tx1"/>
          </a:solidFill>
          <a:latin typeface="+mn-lt"/>
        </a:defRPr>
      </a:lvl9pPr>
    </p:bodyStyle>
    <p:otherStyle>
      <a:defPPr>
        <a:defRPr lang="zh-CN"/>
      </a:defPPr>
      <a:lvl1pPr marL="0" algn="l" defTabSz="843915" rtl="0" eaLnBrk="1" latinLnBrk="0" hangingPunct="1">
        <a:defRPr sz="1660" kern="1200">
          <a:solidFill>
            <a:schemeClr val="tx1"/>
          </a:solidFill>
          <a:latin typeface="+mn-lt"/>
          <a:ea typeface="+mn-ea"/>
          <a:cs typeface="+mn-cs"/>
        </a:defRPr>
      </a:lvl1pPr>
      <a:lvl2pPr marL="422275" algn="l" defTabSz="843915" rtl="0" eaLnBrk="1" latinLnBrk="0" hangingPunct="1">
        <a:defRPr sz="1660" kern="1200">
          <a:solidFill>
            <a:schemeClr val="tx1"/>
          </a:solidFill>
          <a:latin typeface="+mn-lt"/>
          <a:ea typeface="+mn-ea"/>
          <a:cs typeface="+mn-cs"/>
        </a:defRPr>
      </a:lvl2pPr>
      <a:lvl3pPr marL="843915" algn="l" defTabSz="843915" rtl="0" eaLnBrk="1" latinLnBrk="0" hangingPunct="1">
        <a:defRPr sz="1660" kern="1200">
          <a:solidFill>
            <a:schemeClr val="tx1"/>
          </a:solidFill>
          <a:latin typeface="+mn-lt"/>
          <a:ea typeface="+mn-ea"/>
          <a:cs typeface="+mn-cs"/>
        </a:defRPr>
      </a:lvl3pPr>
      <a:lvl4pPr marL="1266190" algn="l" defTabSz="843915" rtl="0" eaLnBrk="1" latinLnBrk="0" hangingPunct="1">
        <a:defRPr sz="1660" kern="1200">
          <a:solidFill>
            <a:schemeClr val="tx1"/>
          </a:solidFill>
          <a:latin typeface="+mn-lt"/>
          <a:ea typeface="+mn-ea"/>
          <a:cs typeface="+mn-cs"/>
        </a:defRPr>
      </a:lvl4pPr>
      <a:lvl5pPr marL="1688465" algn="l" defTabSz="843915" rtl="0" eaLnBrk="1" latinLnBrk="0" hangingPunct="1">
        <a:defRPr sz="1660" kern="1200">
          <a:solidFill>
            <a:schemeClr val="tx1"/>
          </a:solidFill>
          <a:latin typeface="+mn-lt"/>
          <a:ea typeface="+mn-ea"/>
          <a:cs typeface="+mn-cs"/>
        </a:defRPr>
      </a:lvl5pPr>
      <a:lvl6pPr marL="2110105" algn="l" defTabSz="843915" rtl="0" eaLnBrk="1" latinLnBrk="0" hangingPunct="1">
        <a:defRPr sz="1660" kern="1200">
          <a:solidFill>
            <a:schemeClr val="tx1"/>
          </a:solidFill>
          <a:latin typeface="+mn-lt"/>
          <a:ea typeface="+mn-ea"/>
          <a:cs typeface="+mn-cs"/>
        </a:defRPr>
      </a:lvl6pPr>
      <a:lvl7pPr marL="2532380" algn="l" defTabSz="843915" rtl="0" eaLnBrk="1" latinLnBrk="0" hangingPunct="1">
        <a:defRPr sz="1660" kern="1200">
          <a:solidFill>
            <a:schemeClr val="tx1"/>
          </a:solidFill>
          <a:latin typeface="+mn-lt"/>
          <a:ea typeface="+mn-ea"/>
          <a:cs typeface="+mn-cs"/>
        </a:defRPr>
      </a:lvl7pPr>
      <a:lvl8pPr marL="2954020" algn="l" defTabSz="843915" rtl="0" eaLnBrk="1" latinLnBrk="0" hangingPunct="1">
        <a:defRPr sz="1660" kern="1200">
          <a:solidFill>
            <a:schemeClr val="tx1"/>
          </a:solidFill>
          <a:latin typeface="+mn-lt"/>
          <a:ea typeface="+mn-ea"/>
          <a:cs typeface="+mn-cs"/>
        </a:defRPr>
      </a:lvl8pPr>
      <a:lvl9pPr marL="3376295" algn="l" defTabSz="843915" rtl="0" eaLnBrk="1" latinLnBrk="0" hangingPunct="1">
        <a:defRPr sz="166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image" Target="../media/image2.jpeg"/><Relationship Id="rId1" Type="http://schemas.openxmlformats.org/officeDocument/2006/relationships/slideLayout" Target="../slideLayouts/slideLayout7.xml"/><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8.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8" Type="http://schemas.openxmlformats.org/officeDocument/2006/relationships/oleObject" Target="../embeddings/oleObject3.bin"/><Relationship Id="rId3" Type="http://schemas.openxmlformats.org/officeDocument/2006/relationships/image" Target="../media/image6.png"/><Relationship Id="rId7" Type="http://schemas.openxmlformats.org/officeDocument/2006/relationships/image" Target="../media/image8.wmf"/><Relationship Id="rId2" Type="http://schemas.openxmlformats.org/officeDocument/2006/relationships/image" Target="../media/image5.wmf"/><Relationship Id="rId1" Type="http://schemas.openxmlformats.org/officeDocument/2006/relationships/slideLayout" Target="../slideLayouts/slideLayout50.xml"/><Relationship Id="rId6" Type="http://schemas.openxmlformats.org/officeDocument/2006/relationships/oleObject" Target="../embeddings/oleObject2.bin"/><Relationship Id="rId5" Type="http://schemas.openxmlformats.org/officeDocument/2006/relationships/image" Target="../media/image7.wmf"/><Relationship Id="rId10" Type="http://schemas.openxmlformats.org/officeDocument/2006/relationships/image" Target="../media/image10.png"/><Relationship Id="rId4" Type="http://schemas.openxmlformats.org/officeDocument/2006/relationships/oleObject" Target="../embeddings/oleObject1.bin"/><Relationship Id="rId9" Type="http://schemas.openxmlformats.org/officeDocument/2006/relationships/image" Target="../media/image9.wmf"/></Relationships>
</file>

<file path=ppt/slides/_rels/slide6.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22.png"/><Relationship Id="rId18" Type="http://schemas.openxmlformats.org/officeDocument/2006/relationships/image" Target="../media/image27.png"/><Relationship Id="rId3" Type="http://schemas.openxmlformats.org/officeDocument/2006/relationships/image" Target="../media/image12.png"/><Relationship Id="rId21" Type="http://schemas.openxmlformats.org/officeDocument/2006/relationships/image" Target="../media/image4.png"/><Relationship Id="rId7" Type="http://schemas.openxmlformats.org/officeDocument/2006/relationships/image" Target="../media/image16.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image" Target="../media/image11.png"/><Relationship Id="rId16" Type="http://schemas.openxmlformats.org/officeDocument/2006/relationships/image" Target="../media/image25.png"/><Relationship Id="rId20" Type="http://schemas.openxmlformats.org/officeDocument/2006/relationships/image" Target="../media/image29.png"/><Relationship Id="rId1" Type="http://schemas.openxmlformats.org/officeDocument/2006/relationships/slideLayout" Target="../slideLayouts/slideLayout4.xml"/><Relationship Id="rId6" Type="http://schemas.openxmlformats.org/officeDocument/2006/relationships/image" Target="../media/image15.png"/><Relationship Id="rId11" Type="http://schemas.openxmlformats.org/officeDocument/2006/relationships/image" Target="../media/image20.png"/><Relationship Id="rId5" Type="http://schemas.openxmlformats.org/officeDocument/2006/relationships/image" Target="../media/image14.png"/><Relationship Id="rId15" Type="http://schemas.openxmlformats.org/officeDocument/2006/relationships/image" Target="../media/image24.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13.png"/><Relationship Id="rId9" Type="http://schemas.openxmlformats.org/officeDocument/2006/relationships/image" Target="../media/image18.png"/><Relationship Id="rId14" Type="http://schemas.openxmlformats.org/officeDocument/2006/relationships/image" Target="../media/image23.png"/></Relationships>
</file>

<file path=ppt/slides/_rels/slide7.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image" Target="../media/image17.png"/><Relationship Id="rId21" Type="http://schemas.openxmlformats.org/officeDocument/2006/relationships/image" Target="../media/image29.png"/><Relationship Id="rId7" Type="http://schemas.openxmlformats.org/officeDocument/2006/relationships/image" Target="../media/image11.png"/><Relationship Id="rId12" Type="http://schemas.openxmlformats.org/officeDocument/2006/relationships/image" Target="../media/image16.png"/><Relationship Id="rId17" Type="http://schemas.openxmlformats.org/officeDocument/2006/relationships/image" Target="../media/image25.png"/><Relationship Id="rId2" Type="http://schemas.openxmlformats.org/officeDocument/2006/relationships/notesSlide" Target="../notesSlides/notesSlide1.xml"/><Relationship Id="rId16" Type="http://schemas.openxmlformats.org/officeDocument/2006/relationships/image" Target="../media/image24.png"/><Relationship Id="rId20" Type="http://schemas.openxmlformats.org/officeDocument/2006/relationships/image" Target="../media/image28.png"/><Relationship Id="rId1" Type="http://schemas.openxmlformats.org/officeDocument/2006/relationships/slideLayout" Target="../slideLayouts/slideLayout7.xml"/><Relationship Id="rId6" Type="http://schemas.openxmlformats.org/officeDocument/2006/relationships/image" Target="../media/image31.png"/><Relationship Id="rId11" Type="http://schemas.openxmlformats.org/officeDocument/2006/relationships/image" Target="../media/image15.png"/><Relationship Id="rId5" Type="http://schemas.openxmlformats.org/officeDocument/2006/relationships/image" Target="../media/image30.png"/><Relationship Id="rId15" Type="http://schemas.openxmlformats.org/officeDocument/2006/relationships/image" Target="../media/image23.png"/><Relationship Id="rId10" Type="http://schemas.openxmlformats.org/officeDocument/2006/relationships/image" Target="../media/image14.png"/><Relationship Id="rId19" Type="http://schemas.openxmlformats.org/officeDocument/2006/relationships/image" Target="../media/image27.png"/><Relationship Id="rId4" Type="http://schemas.openxmlformats.org/officeDocument/2006/relationships/image" Target="../media/image18.png"/><Relationship Id="rId9" Type="http://schemas.openxmlformats.org/officeDocument/2006/relationships/image" Target="../media/image13.png"/><Relationship Id="rId14" Type="http://schemas.openxmlformats.org/officeDocument/2006/relationships/image" Target="../media/image22.png"/><Relationship Id="rId22" Type="http://schemas.openxmlformats.org/officeDocument/2006/relationships/image" Target="../media/image4.png"/></Relationships>
</file>

<file path=ppt/slides/_rels/slide8.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22.png"/><Relationship Id="rId18" Type="http://schemas.openxmlformats.org/officeDocument/2006/relationships/image" Target="../media/image27.png"/><Relationship Id="rId3" Type="http://schemas.openxmlformats.org/officeDocument/2006/relationships/image" Target="../media/image18.png"/><Relationship Id="rId21" Type="http://schemas.openxmlformats.org/officeDocument/2006/relationships/image" Target="../media/image4.png"/><Relationship Id="rId7" Type="http://schemas.openxmlformats.org/officeDocument/2006/relationships/image" Target="../media/image12.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image" Target="../media/image17.png"/><Relationship Id="rId16" Type="http://schemas.openxmlformats.org/officeDocument/2006/relationships/image" Target="../media/image25.png"/><Relationship Id="rId20" Type="http://schemas.openxmlformats.org/officeDocument/2006/relationships/image" Target="../media/image29.png"/><Relationship Id="rId1" Type="http://schemas.openxmlformats.org/officeDocument/2006/relationships/slideLayout" Target="../slideLayouts/slideLayout4.xml"/><Relationship Id="rId6" Type="http://schemas.openxmlformats.org/officeDocument/2006/relationships/image" Target="../media/image32.png"/><Relationship Id="rId11" Type="http://schemas.openxmlformats.org/officeDocument/2006/relationships/image" Target="../media/image16.png"/><Relationship Id="rId5" Type="http://schemas.openxmlformats.org/officeDocument/2006/relationships/image" Target="../media/image31.png"/><Relationship Id="rId15" Type="http://schemas.openxmlformats.org/officeDocument/2006/relationships/image" Target="../media/image24.png"/><Relationship Id="rId10" Type="http://schemas.openxmlformats.org/officeDocument/2006/relationships/image" Target="../media/image33.png"/><Relationship Id="rId19" Type="http://schemas.openxmlformats.org/officeDocument/2006/relationships/image" Target="../media/image28.png"/><Relationship Id="rId4" Type="http://schemas.openxmlformats.org/officeDocument/2006/relationships/image" Target="../media/image30.png"/><Relationship Id="rId9" Type="http://schemas.openxmlformats.org/officeDocument/2006/relationships/image" Target="../media/image14.png"/><Relationship Id="rId14" Type="http://schemas.openxmlformats.org/officeDocument/2006/relationships/image" Target="../media/image23.png"/></Relationships>
</file>

<file path=ppt/slides/_rels/slide9.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60.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3.xml"/></Relationships>
</file>

<file path=ppt/slides/_rels/slide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png"/><Relationship Id="rId1" Type="http://schemas.openxmlformats.org/officeDocument/2006/relationships/slideLayout" Target="../slideLayouts/slideLayout7.xml"/><Relationship Id="rId4" Type="http://schemas.openxmlformats.org/officeDocument/2006/relationships/image" Target="../media/image37.emf"/></Relationships>
</file>

<file path=ppt/slides/_rels/slide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2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3.xml"/><Relationship Id="rId1" Type="http://schemas.openxmlformats.org/officeDocument/2006/relationships/slideLayout" Target="../slideLayouts/slideLayout53.xml"/></Relationships>
</file>

<file path=ppt/slides/_rels/slide22.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4.xml"/><Relationship Id="rId1" Type="http://schemas.openxmlformats.org/officeDocument/2006/relationships/slideLayout" Target="../slideLayouts/slideLayout53.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png"/></Relationships>
</file>

<file path=ppt/slides/_rels/slide23.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5.png"/><Relationship Id="rId7" Type="http://schemas.openxmlformats.org/officeDocument/2006/relationships/image" Target="../media/image49.png"/><Relationship Id="rId2" Type="http://schemas.openxmlformats.org/officeDocument/2006/relationships/notesSlide" Target="../notesSlides/notesSlide5.xml"/><Relationship Id="rId1" Type="http://schemas.openxmlformats.org/officeDocument/2006/relationships/slideLayout" Target="../slideLayouts/slideLayout53.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 Id="rId9" Type="http://schemas.openxmlformats.org/officeDocument/2006/relationships/image" Target="../media/image51.emf"/></Relationships>
</file>

<file path=ppt/slides/_rels/slide24.xml.rels><?xml version="1.0" encoding="UTF-8" standalone="yes"?>
<Relationships xmlns="http://schemas.openxmlformats.org/package/2006/relationships"><Relationship Id="rId8" Type="http://schemas.openxmlformats.org/officeDocument/2006/relationships/image" Target="../media/image57.emf"/><Relationship Id="rId3" Type="http://schemas.openxmlformats.org/officeDocument/2006/relationships/image" Target="../media/image52.png"/><Relationship Id="rId7" Type="http://schemas.openxmlformats.org/officeDocument/2006/relationships/image" Target="../media/image56.emf"/><Relationship Id="rId2" Type="http://schemas.openxmlformats.org/officeDocument/2006/relationships/notesSlide" Target="../notesSlides/notesSlide6.xml"/><Relationship Id="rId1" Type="http://schemas.openxmlformats.org/officeDocument/2006/relationships/slideLayout" Target="../slideLayouts/slideLayout53.xml"/><Relationship Id="rId6" Type="http://schemas.openxmlformats.org/officeDocument/2006/relationships/image" Target="../media/image55.png"/><Relationship Id="rId5" Type="http://schemas.openxmlformats.org/officeDocument/2006/relationships/image" Target="../media/image54.png"/><Relationship Id="rId10" Type="http://schemas.openxmlformats.org/officeDocument/2006/relationships/image" Target="../media/image59.emf"/><Relationship Id="rId4" Type="http://schemas.openxmlformats.org/officeDocument/2006/relationships/image" Target="../media/image53.png"/><Relationship Id="rId9" Type="http://schemas.openxmlformats.org/officeDocument/2006/relationships/image" Target="../media/image58.emf"/></Relationships>
</file>

<file path=ppt/slides/_rels/slide25.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70.emf"/><Relationship Id="rId3" Type="http://schemas.openxmlformats.org/officeDocument/2006/relationships/image" Target="../media/image60.png"/><Relationship Id="rId7" Type="http://schemas.openxmlformats.org/officeDocument/2006/relationships/image" Target="../media/image64.emf"/><Relationship Id="rId12" Type="http://schemas.openxmlformats.org/officeDocument/2006/relationships/image" Target="../media/image69.emf"/><Relationship Id="rId2" Type="http://schemas.openxmlformats.org/officeDocument/2006/relationships/notesSlide" Target="../notesSlides/notesSlide7.xml"/><Relationship Id="rId16" Type="http://schemas.openxmlformats.org/officeDocument/2006/relationships/image" Target="../media/image73.png"/><Relationship Id="rId1" Type="http://schemas.openxmlformats.org/officeDocument/2006/relationships/slideLayout" Target="../slideLayouts/slideLayout53.xml"/><Relationship Id="rId6" Type="http://schemas.openxmlformats.org/officeDocument/2006/relationships/image" Target="../media/image63.png"/><Relationship Id="rId11" Type="http://schemas.openxmlformats.org/officeDocument/2006/relationships/image" Target="../media/image68.emf"/><Relationship Id="rId5" Type="http://schemas.openxmlformats.org/officeDocument/2006/relationships/image" Target="../media/image62.png"/><Relationship Id="rId15" Type="http://schemas.openxmlformats.org/officeDocument/2006/relationships/image" Target="../media/image72.png"/><Relationship Id="rId10" Type="http://schemas.openxmlformats.org/officeDocument/2006/relationships/image" Target="../media/image67.emf"/><Relationship Id="rId4" Type="http://schemas.openxmlformats.org/officeDocument/2006/relationships/image" Target="../media/image61.png"/><Relationship Id="rId9" Type="http://schemas.openxmlformats.org/officeDocument/2006/relationships/image" Target="../media/image66.png"/><Relationship Id="rId14" Type="http://schemas.openxmlformats.org/officeDocument/2006/relationships/image" Target="../media/image71.png"/></Relationships>
</file>

<file path=ppt/slides/_rels/slide26.xml.rels><?xml version="1.0" encoding="UTF-8" standalone="yes"?>
<Relationships xmlns="http://schemas.openxmlformats.org/package/2006/relationships"><Relationship Id="rId8" Type="http://schemas.openxmlformats.org/officeDocument/2006/relationships/image" Target="../media/image70.emf"/><Relationship Id="rId13" Type="http://schemas.openxmlformats.org/officeDocument/2006/relationships/image" Target="../media/image78.png"/><Relationship Id="rId18" Type="http://schemas.openxmlformats.org/officeDocument/2006/relationships/image" Target="../media/image83.png"/><Relationship Id="rId3" Type="http://schemas.openxmlformats.org/officeDocument/2006/relationships/image" Target="../media/image60.png"/><Relationship Id="rId7" Type="http://schemas.openxmlformats.org/officeDocument/2006/relationships/image" Target="../media/image69.emf"/><Relationship Id="rId12" Type="http://schemas.openxmlformats.org/officeDocument/2006/relationships/image" Target="../media/image77.png"/><Relationship Id="rId17" Type="http://schemas.openxmlformats.org/officeDocument/2006/relationships/image" Target="../media/image82.png"/><Relationship Id="rId2" Type="http://schemas.openxmlformats.org/officeDocument/2006/relationships/notesSlide" Target="../notesSlides/notesSlide8.xml"/><Relationship Id="rId16" Type="http://schemas.openxmlformats.org/officeDocument/2006/relationships/image" Target="../media/image81.png"/><Relationship Id="rId1" Type="http://schemas.openxmlformats.org/officeDocument/2006/relationships/slideLayout" Target="../slideLayouts/slideLayout53.xml"/><Relationship Id="rId6" Type="http://schemas.openxmlformats.org/officeDocument/2006/relationships/image" Target="../media/image67.emf"/><Relationship Id="rId11" Type="http://schemas.openxmlformats.org/officeDocument/2006/relationships/image" Target="../media/image76.png"/><Relationship Id="rId5" Type="http://schemas.openxmlformats.org/officeDocument/2006/relationships/image" Target="../media/image64.emf"/><Relationship Id="rId15" Type="http://schemas.openxmlformats.org/officeDocument/2006/relationships/image" Target="../media/image80.png"/><Relationship Id="rId10" Type="http://schemas.openxmlformats.org/officeDocument/2006/relationships/image" Target="../media/image75.png"/><Relationship Id="rId19" Type="http://schemas.openxmlformats.org/officeDocument/2006/relationships/image" Target="../media/image84.png"/><Relationship Id="rId4" Type="http://schemas.openxmlformats.org/officeDocument/2006/relationships/image" Target="../media/image61.png"/><Relationship Id="rId9" Type="http://schemas.openxmlformats.org/officeDocument/2006/relationships/image" Target="../media/image74.png"/><Relationship Id="rId14" Type="http://schemas.openxmlformats.org/officeDocument/2006/relationships/image" Target="../media/image79.png"/></Relationships>
</file>

<file path=ppt/slides/_rels/slide27.xml.rels><?xml version="1.0" encoding="UTF-8" standalone="yes"?>
<Relationships xmlns="http://schemas.openxmlformats.org/package/2006/relationships"><Relationship Id="rId8" Type="http://schemas.openxmlformats.org/officeDocument/2006/relationships/image" Target="../media/image70.emf"/><Relationship Id="rId13" Type="http://schemas.openxmlformats.org/officeDocument/2006/relationships/image" Target="../media/image89.png"/><Relationship Id="rId18" Type="http://schemas.openxmlformats.org/officeDocument/2006/relationships/image" Target="../media/image94.png"/><Relationship Id="rId3" Type="http://schemas.openxmlformats.org/officeDocument/2006/relationships/image" Target="../media/image60.png"/><Relationship Id="rId7" Type="http://schemas.openxmlformats.org/officeDocument/2006/relationships/image" Target="../media/image69.emf"/><Relationship Id="rId12" Type="http://schemas.openxmlformats.org/officeDocument/2006/relationships/image" Target="../media/image88.png"/><Relationship Id="rId17" Type="http://schemas.openxmlformats.org/officeDocument/2006/relationships/image" Target="../media/image93.png"/><Relationship Id="rId2" Type="http://schemas.openxmlformats.org/officeDocument/2006/relationships/notesSlide" Target="../notesSlides/notesSlide9.xml"/><Relationship Id="rId16" Type="http://schemas.openxmlformats.org/officeDocument/2006/relationships/image" Target="../media/image92.png"/><Relationship Id="rId20" Type="http://schemas.openxmlformats.org/officeDocument/2006/relationships/image" Target="../media/image96.png"/><Relationship Id="rId1" Type="http://schemas.openxmlformats.org/officeDocument/2006/relationships/slideLayout" Target="../slideLayouts/slideLayout53.xml"/><Relationship Id="rId6" Type="http://schemas.openxmlformats.org/officeDocument/2006/relationships/image" Target="../media/image67.emf"/><Relationship Id="rId11" Type="http://schemas.openxmlformats.org/officeDocument/2006/relationships/image" Target="../media/image87.png"/><Relationship Id="rId5" Type="http://schemas.openxmlformats.org/officeDocument/2006/relationships/image" Target="../media/image64.emf"/><Relationship Id="rId15" Type="http://schemas.openxmlformats.org/officeDocument/2006/relationships/image" Target="../media/image91.png"/><Relationship Id="rId10" Type="http://schemas.openxmlformats.org/officeDocument/2006/relationships/image" Target="../media/image86.png"/><Relationship Id="rId19" Type="http://schemas.openxmlformats.org/officeDocument/2006/relationships/image" Target="../media/image95.png"/><Relationship Id="rId4" Type="http://schemas.openxmlformats.org/officeDocument/2006/relationships/image" Target="../media/image61.png"/><Relationship Id="rId9" Type="http://schemas.openxmlformats.org/officeDocument/2006/relationships/image" Target="../media/image85.png"/><Relationship Id="rId14" Type="http://schemas.openxmlformats.org/officeDocument/2006/relationships/image" Target="../media/image90.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30.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oleObject" Target="../embeddings/oleObject4.bin"/><Relationship Id="rId1" Type="http://schemas.openxmlformats.org/officeDocument/2006/relationships/slideLayout" Target="../slideLayouts/slideLayout52.xml"/></Relationships>
</file>

<file path=ppt/slides/_rels/slide31.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oleObject" Target="../embeddings/oleObject4.bin"/><Relationship Id="rId1" Type="http://schemas.openxmlformats.org/officeDocument/2006/relationships/slideLayout" Target="../slideLayouts/slideLayout50.xml"/></Relationships>
</file>

<file path=ppt/slides/_rels/slide32.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oleObject" Target="../embeddings/oleObject4.bin"/><Relationship Id="rId1" Type="http://schemas.openxmlformats.org/officeDocument/2006/relationships/slideLayout" Target="../slideLayouts/slideLayout50.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3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5.xml"/></Relationships>
</file>

<file path=ppt/slides/_rels/slide5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9.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9.png"/><Relationship Id="rId1" Type="http://schemas.openxmlformats.org/officeDocument/2006/relationships/slideLayout" Target="../slideLayouts/slideLayout4.xml"/><Relationship Id="rId5" Type="http://schemas.openxmlformats.org/officeDocument/2006/relationships/image" Target="../media/image17.png"/><Relationship Id="rId4" Type="http://schemas.openxmlformats.org/officeDocument/2006/relationships/image" Target="../media/image101.png"/></Relationships>
</file>

<file path=ppt/slides/_rels/slide65.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102.png"/><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102.png"/><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102.png"/><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6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5.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5.xml"/></Relationships>
</file>

<file path=ppt/slides/_rels/slide75.xml.rels><?xml version="1.0" encoding="UTF-8" standalone="yes"?>
<Relationships xmlns="http://schemas.openxmlformats.org/package/2006/relationships"><Relationship Id="rId3" Type="http://schemas.openxmlformats.org/officeDocument/2006/relationships/image" Target="../media/image105.wmf"/><Relationship Id="rId2" Type="http://schemas.openxmlformats.org/officeDocument/2006/relationships/notesSlide" Target="../notesSlides/notesSlide17.xml"/><Relationship Id="rId1" Type="http://schemas.openxmlformats.org/officeDocument/2006/relationships/slideLayout" Target="../slideLayouts/slideLayout79.xml"/><Relationship Id="rId4" Type="http://schemas.openxmlformats.org/officeDocument/2006/relationships/image" Target="../media/image106.wmf"/></Relationships>
</file>

<file path=ppt/slides/_rels/slide76.xml.rels><?xml version="1.0" encoding="UTF-8" standalone="yes"?>
<Relationships xmlns="http://schemas.openxmlformats.org/package/2006/relationships"><Relationship Id="rId3" Type="http://schemas.openxmlformats.org/officeDocument/2006/relationships/image" Target="../media/image105.wmf"/><Relationship Id="rId2" Type="http://schemas.openxmlformats.org/officeDocument/2006/relationships/notesSlide" Target="../notesSlides/notesSlide18.xml"/><Relationship Id="rId1" Type="http://schemas.openxmlformats.org/officeDocument/2006/relationships/slideLayout" Target="../slideLayouts/slideLayout79.xml"/><Relationship Id="rId4" Type="http://schemas.openxmlformats.org/officeDocument/2006/relationships/image" Target="../media/image106.wmf"/></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5.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5.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9.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9.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5.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0.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0.xml"/></Relationships>
</file>

<file path=ppt/slides/_rels/slide88.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image" Target="../media/image107.png"/><Relationship Id="rId1" Type="http://schemas.openxmlformats.org/officeDocument/2006/relationships/slideLayout" Target="../slideLayouts/slideLayout65.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5.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5.xml"/></Relationships>
</file>

<file path=ppt/slides/_rels/slide91.xml.rels><?xml version="1.0" encoding="UTF-8" standalone="yes"?>
<Relationships xmlns="http://schemas.openxmlformats.org/package/2006/relationships"><Relationship Id="rId3" Type="http://schemas.openxmlformats.org/officeDocument/2006/relationships/image" Target="../media/image105.wmf"/><Relationship Id="rId2" Type="http://schemas.openxmlformats.org/officeDocument/2006/relationships/notesSlide" Target="../notesSlides/notesSlide29.xml"/><Relationship Id="rId1" Type="http://schemas.openxmlformats.org/officeDocument/2006/relationships/slideLayout" Target="../slideLayouts/slideLayout80.xml"/><Relationship Id="rId4" Type="http://schemas.openxmlformats.org/officeDocument/2006/relationships/image" Target="../media/image106.wmf"/></Relationships>
</file>

<file path=ppt/slides/_rels/slide92.xml.rels><?xml version="1.0" encoding="UTF-8" standalone="yes"?>
<Relationships xmlns="http://schemas.openxmlformats.org/package/2006/relationships"><Relationship Id="rId3" Type="http://schemas.openxmlformats.org/officeDocument/2006/relationships/image" Target="../media/image105.wmf"/><Relationship Id="rId2" Type="http://schemas.openxmlformats.org/officeDocument/2006/relationships/notesSlide" Target="../notesSlides/notesSlide30.xml"/><Relationship Id="rId1" Type="http://schemas.openxmlformats.org/officeDocument/2006/relationships/slideLayout" Target="../slideLayouts/slideLayout80.xml"/><Relationship Id="rId4" Type="http://schemas.openxmlformats.org/officeDocument/2006/relationships/image" Target="../media/image106.wmf"/></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0.xml"/></Relationships>
</file>

<file path=ppt/slides/_rels/slide94.xml.rels><?xml version="1.0" encoding="UTF-8" standalone="yes"?>
<Relationships xmlns="http://schemas.openxmlformats.org/package/2006/relationships"><Relationship Id="rId3" Type="http://schemas.openxmlformats.org/officeDocument/2006/relationships/image" Target="../media/image105.wmf"/><Relationship Id="rId2" Type="http://schemas.openxmlformats.org/officeDocument/2006/relationships/notesSlide" Target="../notesSlides/notesSlide32.xml"/><Relationship Id="rId1" Type="http://schemas.openxmlformats.org/officeDocument/2006/relationships/slideLayout" Target="../slideLayouts/slideLayout80.xml"/><Relationship Id="rId4" Type="http://schemas.openxmlformats.org/officeDocument/2006/relationships/image" Target="../media/image106.wmf"/></Relationships>
</file>

<file path=ppt/slides/_rels/slide95.xml.rels><?xml version="1.0" encoding="UTF-8" standalone="yes"?>
<Relationships xmlns="http://schemas.openxmlformats.org/package/2006/relationships"><Relationship Id="rId3" Type="http://schemas.openxmlformats.org/officeDocument/2006/relationships/image" Target="../media/image105.wmf"/><Relationship Id="rId2" Type="http://schemas.openxmlformats.org/officeDocument/2006/relationships/notesSlide" Target="../notesSlides/notesSlide33.xml"/><Relationship Id="rId1" Type="http://schemas.openxmlformats.org/officeDocument/2006/relationships/slideLayout" Target="../slideLayouts/slideLayout80.xml"/><Relationship Id="rId4" Type="http://schemas.openxmlformats.org/officeDocument/2006/relationships/image" Target="../media/image106.wmf"/></Relationships>
</file>

<file path=ppt/slides/_rels/slide96.xml.rels><?xml version="1.0" encoding="UTF-8" standalone="yes"?>
<Relationships xmlns="http://schemas.openxmlformats.org/package/2006/relationships"><Relationship Id="rId3" Type="http://schemas.openxmlformats.org/officeDocument/2006/relationships/image" Target="../media/image105.wmf"/><Relationship Id="rId2" Type="http://schemas.openxmlformats.org/officeDocument/2006/relationships/notesSlide" Target="../notesSlides/notesSlide34.xml"/><Relationship Id="rId1" Type="http://schemas.openxmlformats.org/officeDocument/2006/relationships/slideLayout" Target="../slideLayouts/slideLayout80.xml"/><Relationship Id="rId4" Type="http://schemas.openxmlformats.org/officeDocument/2006/relationships/image" Target="../media/image106.wmf"/></Relationships>
</file>

<file path=ppt/slides/_rels/slide97.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102.png"/><Relationship Id="rId1" Type="http://schemas.openxmlformats.org/officeDocument/2006/relationships/slideLayout" Target="../slideLayouts/slideLayout65.xml"/><Relationship Id="rId4" Type="http://schemas.openxmlformats.org/officeDocument/2006/relationships/image" Target="../media/image109.png"/></Relationships>
</file>

<file path=ppt/slides/_rels/slide98.xml.rels><?xml version="1.0" encoding="UTF-8" standalone="yes"?>
<Relationships xmlns="http://schemas.openxmlformats.org/package/2006/relationships"><Relationship Id="rId2" Type="http://schemas.openxmlformats.org/officeDocument/2006/relationships/image" Target="../media/image110.emf"/><Relationship Id="rId1" Type="http://schemas.openxmlformats.org/officeDocument/2006/relationships/slideLayout" Target="../slideLayouts/slideLayout65.xml"/></Relationships>
</file>

<file path=ppt/slides/_rels/slide9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13.png"/><Relationship Id="rId4" Type="http://schemas.openxmlformats.org/officeDocument/2006/relationships/image" Target="../media/image112.png"/></Relationships>
</file>

<file path=ppt/slides/_rels/slide104.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38.xml"/><Relationship Id="rId1" Type="http://schemas.openxmlformats.org/officeDocument/2006/relationships/slideLayout" Target="../slideLayouts/slideLayout14.xml"/><Relationship Id="rId5" Type="http://schemas.openxmlformats.org/officeDocument/2006/relationships/image" Target="../media/image4.png"/><Relationship Id="rId4" Type="http://schemas.openxmlformats.org/officeDocument/2006/relationships/image" Target="../media/image113.png"/></Relationships>
</file>

<file path=ppt/slides/_rels/slide10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image" Target="../media/image114.png"/><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107.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4.png"/><Relationship Id="rId1" Type="http://schemas.openxmlformats.org/officeDocument/2006/relationships/slideLayout" Target="../slideLayouts/slideLayout2.xml"/><Relationship Id="rId4" Type="http://schemas.openxmlformats.org/officeDocument/2006/relationships/image" Target="../media/image115.png"/></Relationships>
</file>

<file path=ppt/slides/_rels/slide10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1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image" Target="../media/image99.png"/></Relationships>
</file>

<file path=ppt/slides/_rels/slide114.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2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3" Type="http://schemas.openxmlformats.org/officeDocument/2006/relationships/image" Target="../media/image118.emf"/><Relationship Id="rId2" Type="http://schemas.openxmlformats.org/officeDocument/2006/relationships/image" Target="../media/image117.emf"/><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3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1.xml"/><Relationship Id="rId1" Type="http://schemas.openxmlformats.org/officeDocument/2006/relationships/slideLayout" Target="../slideLayouts/slideLayout4.xml"/><Relationship Id="rId5" Type="http://schemas.openxmlformats.org/officeDocument/2006/relationships/image" Target="../media/image120.png"/><Relationship Id="rId4" Type="http://schemas.openxmlformats.org/officeDocument/2006/relationships/image" Target="../media/image119.png"/></Relationships>
</file>

<file path=ppt/slides/_rels/slide13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Rectangle 4"/>
          <p:cNvSpPr/>
          <p:nvPr/>
        </p:nvSpPr>
        <p:spPr>
          <a:xfrm>
            <a:off x="5608638" y="3489325"/>
            <a:ext cx="3260725" cy="2860675"/>
          </a:xfrm>
          <a:prstGeom prst="rect">
            <a:avLst/>
          </a:prstGeom>
          <a:noFill/>
          <a:ln w="9525">
            <a:noFill/>
          </a:ln>
        </p:spPr>
        <p:txBody>
          <a:bodyPr anchor="ctr" anchorCtr="0"/>
          <a:lstStyle/>
          <a:p>
            <a:pPr algn="l" eaLnBrk="1" hangingPunct="1">
              <a:lnSpc>
                <a:spcPts val="3065"/>
              </a:lnSpc>
            </a:pPr>
            <a:r>
              <a:rPr lang="en-US" altLang="zh-CN" sz="2800" i="1" dirty="0">
                <a:solidFill>
                  <a:srgbClr val="008000"/>
                </a:solidFill>
                <a:latin typeface="Tahoma" panose="020B0604030504040204" charset="0"/>
                <a:cs typeface="Arial" panose="020B0604020202090204" pitchFamily="34" charset="0"/>
              </a:rPr>
              <a:t>Computer Networking: A Top Down Approach </a:t>
            </a:r>
            <a:br>
              <a:rPr lang="en-US" altLang="zh-CN" sz="2800" dirty="0">
                <a:solidFill>
                  <a:srgbClr val="008000"/>
                </a:solidFill>
                <a:latin typeface="Tahoma" panose="020B0604030504040204" charset="0"/>
                <a:cs typeface="Arial" panose="020B0604020202090204" pitchFamily="34" charset="0"/>
              </a:rPr>
            </a:br>
            <a:endParaRPr lang="en-US" altLang="zh-CN" sz="2000" dirty="0">
              <a:solidFill>
                <a:srgbClr val="008000"/>
              </a:solidFill>
              <a:latin typeface="Tahoma" panose="020B0604030504040204" charset="0"/>
              <a:ea typeface="Arial" panose="020B0604020202090204" pitchFamily="34" charset="0"/>
            </a:endParaRPr>
          </a:p>
        </p:txBody>
      </p:sp>
      <p:pic>
        <p:nvPicPr>
          <p:cNvPr id="15365" name="Picture 1" descr="kurose7e_cover_small.jpg"/>
          <p:cNvPicPr>
            <a:picLocks noChangeAspect="1"/>
          </p:cNvPicPr>
          <p:nvPr/>
        </p:nvPicPr>
        <p:blipFill>
          <a:blip r:embed="rId2"/>
          <a:stretch>
            <a:fillRect/>
          </a:stretch>
        </p:blipFill>
        <p:spPr>
          <a:xfrm>
            <a:off x="5710238" y="325438"/>
            <a:ext cx="3087687" cy="3819525"/>
          </a:xfrm>
          <a:prstGeom prst="rect">
            <a:avLst/>
          </a:prstGeom>
          <a:noFill/>
          <a:ln w="9525">
            <a:noFill/>
          </a:ln>
        </p:spPr>
      </p:pic>
      <p:sp>
        <p:nvSpPr>
          <p:cNvPr id="15366" name="Rectangle 4"/>
          <p:cNvSpPr/>
          <p:nvPr/>
        </p:nvSpPr>
        <p:spPr>
          <a:xfrm>
            <a:off x="5634038" y="4510088"/>
            <a:ext cx="3260725" cy="2860675"/>
          </a:xfrm>
          <a:prstGeom prst="rect">
            <a:avLst/>
          </a:prstGeom>
          <a:noFill/>
          <a:ln w="9525">
            <a:noFill/>
          </a:ln>
        </p:spPr>
        <p:txBody>
          <a:bodyPr anchor="ctr" anchorCtr="0"/>
          <a:lstStyle/>
          <a:p>
            <a:pPr algn="l" eaLnBrk="1" hangingPunct="1"/>
            <a:r>
              <a:rPr lang="en-US" altLang="zh-CN" sz="1800" dirty="0">
                <a:solidFill>
                  <a:srgbClr val="008000"/>
                </a:solidFill>
                <a:latin typeface="Tahoma" panose="020B0604030504040204" charset="0"/>
                <a:cs typeface="Arial" panose="020B0604020202090204" pitchFamily="34" charset="0"/>
              </a:rPr>
              <a:t>7</a:t>
            </a:r>
            <a:r>
              <a:rPr lang="en-US" altLang="zh-CN" sz="1800" baseline="30000" dirty="0">
                <a:solidFill>
                  <a:srgbClr val="008000"/>
                </a:solidFill>
                <a:latin typeface="Tahoma" panose="020B0604030504040204" charset="0"/>
                <a:cs typeface="Arial" panose="020B0604020202090204" pitchFamily="34" charset="0"/>
              </a:rPr>
              <a:t>th</a:t>
            </a:r>
            <a:r>
              <a:rPr lang="en-US" altLang="zh-CN" sz="1800" dirty="0">
                <a:solidFill>
                  <a:srgbClr val="008000"/>
                </a:solidFill>
                <a:latin typeface="Tahoma" panose="020B0604030504040204" charset="0"/>
                <a:cs typeface="Arial" panose="020B0604020202090204" pitchFamily="34" charset="0"/>
              </a:rPr>
              <a:t> edition </a:t>
            </a:r>
            <a:br>
              <a:rPr lang="en-US" altLang="zh-CN" sz="1800" dirty="0">
                <a:solidFill>
                  <a:srgbClr val="008000"/>
                </a:solidFill>
                <a:latin typeface="Tahoma" panose="020B0604030504040204" charset="0"/>
                <a:cs typeface="Arial" panose="020B0604020202090204" pitchFamily="34" charset="0"/>
              </a:rPr>
            </a:br>
            <a:r>
              <a:rPr lang="en-US" altLang="zh-CN" sz="1800" dirty="0">
                <a:solidFill>
                  <a:srgbClr val="008000"/>
                </a:solidFill>
                <a:latin typeface="Tahoma" panose="020B0604030504040204" charset="0"/>
                <a:cs typeface="Arial" panose="020B0604020202090204" pitchFamily="34" charset="0"/>
              </a:rPr>
              <a:t>Jim Kurose, Keith Ross</a:t>
            </a:r>
            <a:br>
              <a:rPr lang="en-US" altLang="zh-CN" sz="1800" dirty="0">
                <a:solidFill>
                  <a:srgbClr val="008000"/>
                </a:solidFill>
                <a:latin typeface="Tahoma" panose="020B0604030504040204" charset="0"/>
                <a:cs typeface="Arial" panose="020B0604020202090204" pitchFamily="34" charset="0"/>
              </a:rPr>
            </a:br>
            <a:r>
              <a:rPr lang="en-US" altLang="zh-CN" sz="1400" dirty="0">
                <a:solidFill>
                  <a:srgbClr val="008000"/>
                </a:solidFill>
                <a:latin typeface="Tahoma" panose="020B0604030504040204" charset="0"/>
                <a:cs typeface="Arial" panose="020B0604020202090204" pitchFamily="34" charset="0"/>
              </a:rPr>
              <a:t>Pearson/Addison Wesley</a:t>
            </a:r>
            <a:br>
              <a:rPr lang="en-US" altLang="zh-CN" sz="1400" dirty="0">
                <a:solidFill>
                  <a:srgbClr val="008000"/>
                </a:solidFill>
                <a:latin typeface="Tahoma" panose="020B0604030504040204" charset="0"/>
                <a:cs typeface="Arial" panose="020B0604020202090204" pitchFamily="34" charset="0"/>
              </a:rPr>
            </a:br>
            <a:r>
              <a:rPr lang="en-US" altLang="zh-CN" sz="1400" dirty="0">
                <a:solidFill>
                  <a:srgbClr val="008000"/>
                </a:solidFill>
                <a:latin typeface="Tahoma" panose="020B0604030504040204" charset="0"/>
                <a:cs typeface="Arial" panose="020B0604020202090204" pitchFamily="34" charset="0"/>
              </a:rPr>
              <a:t>April 2016</a:t>
            </a:r>
            <a:endParaRPr lang="en-US" altLang="zh-CN" sz="1400" dirty="0">
              <a:solidFill>
                <a:srgbClr val="008000"/>
              </a:solidFill>
              <a:latin typeface="Tahoma" panose="020B0604030504040204" charset="0"/>
              <a:ea typeface="Arial" panose="020B0604020202090204" pitchFamily="34" charset="0"/>
            </a:endParaRPr>
          </a:p>
        </p:txBody>
      </p:sp>
      <p:sp>
        <p:nvSpPr>
          <p:cNvPr id="15369" name="Footer Placeholder 2"/>
          <p:cNvSpPr txBox="1">
            <a:spLocks noGrp="1"/>
          </p:cNvSpPr>
          <p:nvPr>
            <p:ph type="ftr" sz="quarter" idx="11"/>
          </p:nvPr>
        </p:nvSpPr>
        <p:spPr>
          <a:xfrm>
            <a:off x="5562600" y="6453188"/>
            <a:ext cx="2895600" cy="287337"/>
          </a:xfrm>
        </p:spPr>
        <p:txBody>
          <a:bodyPr/>
          <a:lstStyle>
            <a:lvl1pPr marL="0" lvl="0"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defRPr>
            </a:lvl1pPr>
            <a:lvl2pPr marL="457200" lvl="1"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2pPr>
            <a:lvl3pPr marL="914400" lvl="2"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3pPr>
            <a:lvl4pPr marL="1371600" lvl="3"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4pPr>
            <a:lvl5pPr marL="1828800" lvl="4"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5pPr>
          </a:lstStyle>
          <a:p>
            <a:pPr lvl="0" algn="r"/>
            <a:r>
              <a:rPr lang="en-US" altLang="zh-CN" sz="1200" dirty="0">
                <a:solidFill>
                  <a:srgbClr val="000000"/>
                </a:solidFill>
                <a:cs typeface="Arial" panose="020B0604020202090204" pitchFamily="34" charset="0"/>
              </a:rPr>
              <a:t>Transport Layer</a:t>
            </a:r>
            <a:endParaRPr lang="en-US" altLang="zh-CN" sz="1200" dirty="0">
              <a:solidFill>
                <a:srgbClr val="000000"/>
              </a:solidFill>
              <a:ea typeface="Arial" panose="020B0604020202090204" pitchFamily="34" charset="0"/>
            </a:endParaRPr>
          </a:p>
        </p:txBody>
      </p:sp>
      <p:sp>
        <p:nvSpPr>
          <p:cNvPr id="15370" name="Slide Number Placeholder 3"/>
          <p:cNvSpPr txBox="1">
            <a:spLocks noGrp="1"/>
          </p:cNvSpPr>
          <p:nvPr>
            <p:ph type="sldNum" sz="quarter" idx="12"/>
          </p:nvPr>
        </p:nvSpPr>
        <p:spPr/>
        <p:txBody>
          <a:bodyPr/>
          <a:lstStyle>
            <a:lvl1pPr marL="0" lvl="0"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defRPr>
            </a:lvl1pPr>
            <a:lvl2pPr marL="457200" lvl="1"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2pPr>
            <a:lvl3pPr marL="914400" lvl="2"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3pPr>
            <a:lvl4pPr marL="1371600" lvl="3"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4pPr>
            <a:lvl5pPr marL="1828800" lvl="4"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5pPr>
          </a:lstStyle>
          <a:p>
            <a:pPr lvl="0" algn="l"/>
            <a:r>
              <a:rPr lang="en-US" altLang="zh-CN" sz="1200" dirty="0">
                <a:solidFill>
                  <a:srgbClr val="000000"/>
                </a:solidFill>
                <a:cs typeface="Arial" panose="020B0604020202090204" pitchFamily="34" charset="0"/>
              </a:rPr>
              <a:t>3-</a:t>
            </a:r>
            <a:fld id="{9A0DB2DC-4C9A-4742-B13C-FB6460FD3503}" type="slidenum">
              <a:rPr lang="en-US" sz="1200" dirty="0">
                <a:solidFill>
                  <a:srgbClr val="000000"/>
                </a:solidFill>
                <a:cs typeface="Arial" panose="020B0604020202090204" pitchFamily="34" charset="0"/>
              </a:rPr>
              <a:t>1</a:t>
            </a:fld>
            <a:endParaRPr lang="en-US" sz="1200" dirty="0">
              <a:solidFill>
                <a:srgbClr val="000000"/>
              </a:solidFill>
              <a:ea typeface="Arial" panose="020B0604020202090204" pitchFamily="34" charset="0"/>
              <a:cs typeface="Arial" panose="020B0604020202090204" pitchFamily="34" charset="0"/>
            </a:endParaRPr>
          </a:p>
        </p:txBody>
      </p:sp>
      <p:pic>
        <p:nvPicPr>
          <p:cNvPr id="4" name="图片 3"/>
          <p:cNvPicPr>
            <a:picLocks noChangeAspect="1"/>
          </p:cNvPicPr>
          <p:nvPr/>
        </p:nvPicPr>
        <p:blipFill>
          <a:blip r:embed="rId3"/>
          <a:srcRect l="8840" t="15870" r="8296" b="25759"/>
          <a:stretch>
            <a:fillRect/>
          </a:stretch>
        </p:blipFill>
        <p:spPr>
          <a:xfrm>
            <a:off x="709295" y="2602548"/>
            <a:ext cx="2009299" cy="2516981"/>
          </a:xfrm>
          <a:prstGeom prst="rect">
            <a:avLst/>
          </a:prstGeom>
        </p:spPr>
      </p:pic>
      <p:sp>
        <p:nvSpPr>
          <p:cNvPr id="6" name="矩形 5"/>
          <p:cNvSpPr/>
          <p:nvPr/>
        </p:nvSpPr>
        <p:spPr>
          <a:xfrm>
            <a:off x="709295" y="5119370"/>
            <a:ext cx="3740785" cy="1455420"/>
          </a:xfrm>
          <a:prstGeom prst="rect">
            <a:avLst/>
          </a:prstGeom>
        </p:spPr>
        <p:txBody>
          <a:bodyPr wrap="square">
            <a:spAutoFit/>
          </a:bodyPr>
          <a:lstStyle/>
          <a:p>
            <a:pPr marL="0" marR="0" lvl="0" indent="0" algn="l" defTabSz="457200" rtl="0" eaLnBrk="1" fontAlgn="auto" latinLnBrk="0" hangingPunct="1">
              <a:lnSpc>
                <a:spcPts val="2660"/>
              </a:lnSpc>
              <a:spcBef>
                <a:spcPts val="0"/>
              </a:spcBef>
              <a:spcAft>
                <a:spcPts val="0"/>
              </a:spcAft>
              <a:buClrTx/>
              <a:buSzTx/>
              <a:buFontTx/>
              <a:buNone/>
              <a:tabLst>
                <a:tab pos="988695" algn="l"/>
              </a:tabLst>
              <a:defRPr/>
            </a:pP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Homepage</a:t>
            </a: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a:t>
            </a: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http://</a:t>
            </a:r>
            <a:r>
              <a:rPr kumimoji="0" lang="en-US" altLang="zh-CN" sz="1800" b="0" i="0" u="none" strike="noStrike" kern="1200" cap="none" spc="0" normalizeH="0" baseline="0" noProof="0" dirty="0" err="1">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scuvis.org</a:t>
            </a:r>
            <a:endPar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endParaRPr>
          </a:p>
          <a:p>
            <a:pPr marL="0" marR="0" lvl="0" indent="0" algn="l" defTabSz="457200" rtl="0" eaLnBrk="1" fontAlgn="auto" latinLnBrk="0" hangingPunct="1">
              <a:lnSpc>
                <a:spcPts val="2660"/>
              </a:lnSpc>
              <a:spcBef>
                <a:spcPts val="0"/>
              </a:spcBef>
              <a:spcAft>
                <a:spcPts val="0"/>
              </a:spcAft>
              <a:buClrTx/>
              <a:buSzTx/>
              <a:buFontTx/>
              <a:buNone/>
              <a:tabLst>
                <a:tab pos="988695" algn="l"/>
              </a:tabLst>
              <a:defRPr/>
            </a:pP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Email	  </a:t>
            </a: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a:t>
            </a:r>
            <a:r>
              <a:rPr kumimoji="0" lang="en-US" altLang="zh-CN" sz="1800" b="0" i="0" u="none" strike="noStrike" kern="1200" cap="none" spc="0" normalizeH="0" baseline="0" noProof="0" dirty="0" err="1">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zhumin@scu.edu.cn</a:t>
            </a:r>
            <a:endPar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endParaRPr>
          </a:p>
          <a:p>
            <a:pPr marL="0" marR="0" lvl="0" indent="0" algn="l" defTabSz="457200" rtl="0" eaLnBrk="1" fontAlgn="auto" latinLnBrk="0" hangingPunct="1">
              <a:lnSpc>
                <a:spcPts val="2660"/>
              </a:lnSpc>
              <a:spcBef>
                <a:spcPts val="0"/>
              </a:spcBef>
              <a:spcAft>
                <a:spcPts val="0"/>
              </a:spcAft>
              <a:buClrTx/>
              <a:buSzTx/>
              <a:buFontTx/>
              <a:buNone/>
              <a:tabLst>
                <a:tab pos="988695" algn="l"/>
              </a:tabLst>
              <a:defRPr/>
            </a:pP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Phone	  </a:t>
            </a: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a:t>
            </a: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13980020500</a:t>
            </a:r>
          </a:p>
          <a:p>
            <a:pPr marL="0" marR="0" lvl="0" indent="0" algn="l" defTabSz="457200" rtl="0" eaLnBrk="1" fontAlgn="auto" latinLnBrk="0" hangingPunct="1">
              <a:lnSpc>
                <a:spcPts val="2660"/>
              </a:lnSpc>
              <a:spcBef>
                <a:spcPts val="0"/>
              </a:spcBef>
              <a:spcAft>
                <a:spcPts val="0"/>
              </a:spcAft>
              <a:buClrTx/>
              <a:buSzTx/>
              <a:buFontTx/>
              <a:buNone/>
              <a:tabLst>
                <a:tab pos="988695" algn="l"/>
              </a:tabLst>
              <a:defRPr/>
            </a:pP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主讲：朱敏</a:t>
            </a: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  /  </a:t>
            </a: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助教：杨阳</a:t>
            </a:r>
          </a:p>
        </p:txBody>
      </p:sp>
      <p:sp>
        <p:nvSpPr>
          <p:cNvPr id="40967" name="Rectangle 3"/>
          <p:cNvSpPr/>
          <p:nvPr/>
        </p:nvSpPr>
        <p:spPr>
          <a:xfrm>
            <a:off x="371475" y="715963"/>
            <a:ext cx="4487863" cy="1724025"/>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spcBef>
                <a:spcPct val="0"/>
              </a:spcBef>
              <a:buClrTx/>
              <a:buSzTx/>
              <a:buFontTx/>
              <a:buNone/>
            </a:pPr>
            <a:r>
              <a:rPr lang="en-US" altLang="zh-CN" sz="4400">
                <a:solidFill>
                  <a:srgbClr val="000099"/>
                </a:solidFill>
                <a:cs typeface="Arial" panose="020B0604020202090204" pitchFamily="34" charset="0"/>
              </a:rPr>
              <a:t>Chapter 4</a:t>
            </a:r>
            <a:br>
              <a:rPr lang="en-US" altLang="zh-CN" sz="4800">
                <a:solidFill>
                  <a:srgbClr val="000099"/>
                </a:solidFill>
                <a:cs typeface="Arial" panose="020B0604020202090204" pitchFamily="34" charset="0"/>
              </a:rPr>
            </a:br>
            <a:r>
              <a:rPr lang="en-US" altLang="zh-CN" sz="4400">
                <a:solidFill>
                  <a:srgbClr val="000099"/>
                </a:solidFill>
                <a:cs typeface="Arial" panose="020B0604020202090204" pitchFamily="34" charset="0"/>
              </a:rPr>
              <a:t>Network Layer:</a:t>
            </a:r>
          </a:p>
          <a:p>
            <a:pPr marL="0" lvl="0" indent="0" eaLnBrk="1" hangingPunct="1">
              <a:spcBef>
                <a:spcPct val="0"/>
              </a:spcBef>
              <a:buClrTx/>
              <a:buSzTx/>
              <a:buFontTx/>
              <a:buNone/>
            </a:pPr>
            <a:r>
              <a:rPr lang="en-US" altLang="zh-CN" sz="4400">
                <a:solidFill>
                  <a:srgbClr val="000099"/>
                </a:solidFill>
                <a:cs typeface="Arial" panose="020B0604020202090204" pitchFamily="34" charset="0"/>
              </a:rPr>
              <a:t>The Data Plane</a:t>
            </a:r>
            <a:endParaRPr lang="en-US" altLang="zh-CN" sz="4400">
              <a:solidFill>
                <a:srgbClr val="000099"/>
              </a:solidFill>
              <a:ea typeface="Arial" panose="020B0604020202090204" pitchFamily="34" charset="0"/>
            </a:endParaRPr>
          </a:p>
        </p:txBody>
      </p:sp>
      <p:pic>
        <p:nvPicPr>
          <p:cNvPr id="40968" name="Picture 9" descr="underline_base"/>
          <p:cNvPicPr/>
          <p:nvPr/>
        </p:nvPicPr>
        <p:blipFill>
          <a:blip r:embed="rId4"/>
          <a:stretch>
            <a:fillRect/>
          </a:stretch>
        </p:blipFill>
        <p:spPr>
          <a:xfrm>
            <a:off x="452438" y="2389188"/>
            <a:ext cx="3890962" cy="238125"/>
          </a:xfrm>
          <a:prstGeom prst="rect">
            <a:avLst/>
          </a:prstGeom>
          <a:noFill/>
          <a:ln w="9525">
            <a:noFill/>
          </a:ln>
        </p:spPr>
      </p:pic>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5" name="Picture 2" descr="underline_base"/>
          <p:cNvPicPr/>
          <p:nvPr/>
        </p:nvPicPr>
        <p:blipFill>
          <a:blip r:embed="rId2"/>
          <a:stretch>
            <a:fillRect/>
          </a:stretch>
        </p:blipFill>
        <p:spPr>
          <a:xfrm>
            <a:off x="601663" y="1025525"/>
            <a:ext cx="4113212" cy="173038"/>
          </a:xfrm>
          <a:prstGeom prst="rect">
            <a:avLst/>
          </a:prstGeom>
          <a:noFill/>
          <a:ln w="9525">
            <a:noFill/>
          </a:ln>
        </p:spPr>
      </p:pic>
      <p:sp>
        <p:nvSpPr>
          <p:cNvPr id="41986" name="Rectangle 3"/>
          <p:cNvSpPr>
            <a:spLocks noGrp="1"/>
          </p:cNvSpPr>
          <p:nvPr>
            <p:ph sz="half" idx="1"/>
          </p:nvPr>
        </p:nvSpPr>
        <p:spPr>
          <a:xfrm>
            <a:off x="533400" y="1600200"/>
            <a:ext cx="3879850"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solidFill>
                  <a:schemeClr val="tx1"/>
                </a:solidFill>
                <a:latin typeface="+mn-lt"/>
                <a:ea typeface="MS PGothic" charset="0"/>
                <a:cs typeface="MS PGothic" charset="0"/>
              </a:rPr>
              <a:t>4.1 Overview of Network layer</a:t>
            </a:r>
          </a:p>
          <a:p>
            <a:pPr lvl="1">
              <a:buClr>
                <a:srgbClr val="000099"/>
              </a:buClr>
              <a:buSzTx/>
            </a:pPr>
            <a:r>
              <a:rPr lang="en-US" altLang="zh-CN">
                <a:solidFill>
                  <a:schemeClr val="tx1"/>
                </a:solidFill>
                <a:latin typeface="Gill Sans MT"/>
                <a:ea typeface="MS PGothic" charset="0"/>
                <a:cs typeface="Gill Sans MT"/>
              </a:rPr>
              <a:t>data plane</a:t>
            </a:r>
          </a:p>
          <a:p>
            <a:pPr lvl="1">
              <a:buClr>
                <a:srgbClr val="000099"/>
              </a:buClr>
              <a:buSzTx/>
            </a:pPr>
            <a:r>
              <a:rPr lang="en-US" altLang="zh-CN">
                <a:solidFill>
                  <a:schemeClr val="tx1"/>
                </a:solidFill>
                <a:latin typeface="Gill Sans MT"/>
                <a:ea typeface="MS PGothic" charset="0"/>
                <a:cs typeface="Gill Sans MT"/>
              </a:rPr>
              <a:t>control plane</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4.2 What</a:t>
            </a:r>
            <a:r>
              <a:rPr lang="ja-JP" altLang="en-US" sz="2400">
                <a:latin typeface="+mn-lt"/>
                <a:ea typeface="MS PGothic" charset="0"/>
                <a:cs typeface="MS PGothic" charset="0"/>
              </a:rPr>
              <a:t>’</a:t>
            </a:r>
            <a:r>
              <a:rPr lang="en-US" altLang="ja-JP" sz="2400">
                <a:latin typeface="+mn-lt"/>
                <a:ea typeface="MS PGothic" charset="0"/>
                <a:cs typeface="MS PGothic" charset="0"/>
              </a:rPr>
              <a:t>s inside a router</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4.3 </a:t>
            </a:r>
            <a:r>
              <a:rPr lang="en-US" altLang="zh-CN" sz="2400">
                <a:highlight>
                  <a:srgbClr val="FFFF00"/>
                </a:highlight>
                <a:latin typeface="+mn-lt"/>
                <a:ea typeface="MS PGothic" charset="0"/>
                <a:cs typeface="MS PGothic" charset="0"/>
              </a:rPr>
              <a:t>IP: Internet Protocol</a:t>
            </a:r>
            <a:endParaRPr lang="en-US" altLang="zh-CN" sz="2400">
              <a:latin typeface="+mn-lt"/>
              <a:ea typeface="MS PGothic" charset="0"/>
              <a:cs typeface="MS PGothic" charset="0"/>
            </a:endParaRPr>
          </a:p>
          <a:p>
            <a:pPr lvl="1">
              <a:buClr>
                <a:srgbClr val="000099"/>
              </a:buClr>
              <a:buSzTx/>
            </a:pPr>
            <a:r>
              <a:rPr lang="en-US" altLang="zh-CN">
                <a:latin typeface="Gill Sans MT"/>
                <a:ea typeface="MS PGothic" charset="0"/>
                <a:cs typeface="Gill Sans MT"/>
              </a:rPr>
              <a:t>datagram format</a:t>
            </a:r>
          </a:p>
          <a:p>
            <a:pPr lvl="1">
              <a:buClr>
                <a:srgbClr val="000099"/>
              </a:buClr>
              <a:buSzTx/>
            </a:pPr>
            <a:r>
              <a:rPr lang="en-US" altLang="zh-CN">
                <a:latin typeface="Gill Sans MT"/>
                <a:ea typeface="MS PGothic" charset="0"/>
                <a:cs typeface="Gill Sans MT"/>
              </a:rPr>
              <a:t>fragmentation</a:t>
            </a:r>
          </a:p>
          <a:p>
            <a:pPr lvl="1">
              <a:buClr>
                <a:srgbClr val="000099"/>
              </a:buClr>
              <a:buSzTx/>
            </a:pPr>
            <a:r>
              <a:rPr lang="en-US" altLang="zh-CN">
                <a:highlight>
                  <a:srgbClr val="FFFF00"/>
                </a:highlight>
                <a:latin typeface="Gill Sans MT"/>
                <a:ea typeface="MS PGothic" charset="0"/>
                <a:cs typeface="Gill Sans MT"/>
              </a:rPr>
              <a:t>IPv4 addressing</a:t>
            </a:r>
          </a:p>
          <a:p>
            <a:pPr lvl="1">
              <a:buClr>
                <a:srgbClr val="000099"/>
              </a:buClr>
              <a:buSzTx/>
            </a:pPr>
            <a:r>
              <a:rPr lang="en-US" altLang="zh-CN">
                <a:latin typeface="Gill Sans MT"/>
                <a:ea typeface="MS PGothic" charset="0"/>
                <a:cs typeface="Gill Sans MT"/>
              </a:rPr>
              <a:t>network address translation</a:t>
            </a:r>
          </a:p>
          <a:p>
            <a:pPr lvl="1">
              <a:buClr>
                <a:srgbClr val="000099"/>
              </a:buClr>
              <a:buSzTx/>
            </a:pPr>
            <a:r>
              <a:rPr lang="en-US" altLang="zh-CN">
                <a:latin typeface="Gill Sans MT"/>
                <a:ea typeface="MS PGothic" charset="0"/>
                <a:cs typeface="Gill Sans MT"/>
              </a:rPr>
              <a:t>IPv6</a:t>
            </a:r>
          </a:p>
        </p:txBody>
      </p:sp>
      <p:sp>
        <p:nvSpPr>
          <p:cNvPr id="41987" name="Rectangle 4"/>
          <p:cNvSpPr>
            <a:spLocks noGrp="1"/>
          </p:cNvSpPr>
          <p:nvPr>
            <p:ph sz="half" idx="2"/>
          </p:nvPr>
        </p:nvSpPr>
        <p:spPr>
          <a:xfrm>
            <a:off x="4495800" y="1600200"/>
            <a:ext cx="3961130"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4.4 Generalized Forward and SDN</a:t>
            </a:r>
          </a:p>
          <a:p>
            <a:pPr lvl="1">
              <a:buClr>
                <a:srgbClr val="000099"/>
              </a:buClr>
              <a:buSzTx/>
            </a:pPr>
            <a:r>
              <a:rPr lang="en-US" altLang="zh-CN">
                <a:latin typeface="Gill Sans MT"/>
                <a:ea typeface="MS PGothic" charset="0"/>
                <a:cs typeface="Gill Sans MT"/>
              </a:rPr>
              <a:t>match</a:t>
            </a:r>
          </a:p>
          <a:p>
            <a:pPr lvl="1">
              <a:buClr>
                <a:srgbClr val="000099"/>
              </a:buClr>
              <a:buSzTx/>
            </a:pPr>
            <a:r>
              <a:rPr lang="en-US" altLang="zh-CN">
                <a:latin typeface="Gill Sans MT"/>
                <a:ea typeface="MS PGothic" charset="0"/>
                <a:cs typeface="Gill Sans MT"/>
              </a:rPr>
              <a:t>action</a:t>
            </a:r>
          </a:p>
          <a:p>
            <a:pPr lvl="1">
              <a:buClr>
                <a:srgbClr val="000099"/>
              </a:buClr>
              <a:buSzTx/>
            </a:pPr>
            <a:r>
              <a:rPr lang="en-US" altLang="zh-CN">
                <a:latin typeface="Gill Sans MT"/>
                <a:ea typeface="MS PGothic" charset="0"/>
                <a:cs typeface="Gill Sans MT"/>
              </a:rPr>
              <a:t>OpenFlow  examples of match-plus-action in action</a:t>
            </a:r>
          </a:p>
          <a:p>
            <a:pPr>
              <a:buClr>
                <a:srgbClr val="000099"/>
              </a:buClr>
              <a:buSzPct val="100000"/>
            </a:pPr>
            <a:endParaRPr lang="en-US" altLang="zh-CN" sz="2400">
              <a:latin typeface="+mn-lt"/>
              <a:ea typeface="MS PGothic" charset="0"/>
              <a:cs typeface="MS PGothic" charset="0"/>
            </a:endParaRPr>
          </a:p>
        </p:txBody>
      </p:sp>
      <p:sp>
        <p:nvSpPr>
          <p:cNvPr id="41988" name="Rectangle 2"/>
          <p:cNvSpPr/>
          <p:nvPr/>
        </p:nvSpPr>
        <p:spPr>
          <a:xfrm>
            <a:off x="533400" y="228600"/>
            <a:ext cx="7772400"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Chapter 4: outline</a:t>
            </a:r>
          </a:p>
        </p:txBody>
      </p:sp>
      <p:sp>
        <p:nvSpPr>
          <p:cNvPr id="41989" name="Slide Number Placeholder 5"/>
          <p:cNvSpPr txBox="1">
            <a:spLocks noGrp="1"/>
          </p:cNvSpPr>
          <p:nvPr>
            <p:ph type="sldNum" sz="quarter" idx="4"/>
          </p:nvPr>
        </p:nvSpPr>
        <p:spPr>
          <a:xfrm>
            <a:off x="8456613" y="6475413"/>
            <a:ext cx="458787"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2</a:t>
            </a:fld>
            <a:endParaRPr lang="en-US" altLang="zh-CN" sz="1200">
              <a:latin typeface="Tahoma" panose="020B0604030504040204" charset="0"/>
            </a:endParaRPr>
          </a:p>
        </p:txBody>
      </p:sp>
      <p:sp>
        <p:nvSpPr>
          <p:cNvPr id="4199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5" name="Picture 2" descr="underline_base"/>
          <p:cNvPicPr/>
          <p:nvPr/>
        </p:nvPicPr>
        <p:blipFill>
          <a:blip r:embed="rId2"/>
          <a:stretch>
            <a:fillRect/>
          </a:stretch>
        </p:blipFill>
        <p:spPr>
          <a:xfrm>
            <a:off x="601663" y="1025525"/>
            <a:ext cx="4113212" cy="173038"/>
          </a:xfrm>
          <a:prstGeom prst="rect">
            <a:avLst/>
          </a:prstGeom>
          <a:noFill/>
          <a:ln w="9525">
            <a:noFill/>
          </a:ln>
        </p:spPr>
      </p:pic>
      <p:sp>
        <p:nvSpPr>
          <p:cNvPr id="41986" name="Rectangle 3"/>
          <p:cNvSpPr>
            <a:spLocks noGrp="1"/>
          </p:cNvSpPr>
          <p:nvPr>
            <p:ph sz="half" idx="1"/>
          </p:nvPr>
        </p:nvSpPr>
        <p:spPr>
          <a:xfrm>
            <a:off x="533400" y="1600200"/>
            <a:ext cx="3879850"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solidFill>
                  <a:srgbClr val="CC0000"/>
                </a:solidFill>
                <a:latin typeface="+mn-lt"/>
                <a:ea typeface="MS PGothic" charset="0"/>
                <a:cs typeface="MS PGothic" charset="0"/>
              </a:rPr>
              <a:t>4.1 Overview of Network layer</a:t>
            </a:r>
          </a:p>
          <a:p>
            <a:pPr lvl="1">
              <a:buClr>
                <a:srgbClr val="000099"/>
              </a:buClr>
              <a:buSzTx/>
            </a:pPr>
            <a:r>
              <a:rPr lang="en-US" altLang="zh-CN">
                <a:solidFill>
                  <a:srgbClr val="CC0000"/>
                </a:solidFill>
                <a:latin typeface="Gill Sans MT"/>
                <a:ea typeface="MS PGothic" charset="0"/>
                <a:cs typeface="Gill Sans MT"/>
              </a:rPr>
              <a:t>data plane</a:t>
            </a:r>
          </a:p>
          <a:p>
            <a:pPr lvl="1">
              <a:buClr>
                <a:srgbClr val="000099"/>
              </a:buClr>
              <a:buSzTx/>
            </a:pPr>
            <a:r>
              <a:rPr lang="en-US" altLang="zh-CN">
                <a:solidFill>
                  <a:srgbClr val="CC0000"/>
                </a:solidFill>
                <a:latin typeface="Gill Sans MT"/>
                <a:ea typeface="MS PGothic" charset="0"/>
                <a:cs typeface="Gill Sans MT"/>
              </a:rPr>
              <a:t>control plane</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4.2 What</a:t>
            </a:r>
            <a:r>
              <a:rPr lang="ja-JP" altLang="en-US" sz="2400">
                <a:latin typeface="+mn-lt"/>
                <a:ea typeface="MS PGothic" charset="0"/>
                <a:cs typeface="MS PGothic" charset="0"/>
              </a:rPr>
              <a:t>’</a:t>
            </a:r>
            <a:r>
              <a:rPr lang="en-US" altLang="ja-JP" sz="2400">
                <a:latin typeface="+mn-lt"/>
                <a:ea typeface="MS PGothic" charset="0"/>
                <a:cs typeface="MS PGothic" charset="0"/>
              </a:rPr>
              <a:t>s inside a router</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4.3 IP: Internet Protocol</a:t>
            </a:r>
          </a:p>
          <a:p>
            <a:pPr lvl="1">
              <a:buClr>
                <a:srgbClr val="000099"/>
              </a:buClr>
              <a:buSzTx/>
            </a:pPr>
            <a:r>
              <a:rPr lang="en-US" altLang="zh-CN">
                <a:latin typeface="Gill Sans MT"/>
                <a:ea typeface="MS PGothic" charset="0"/>
                <a:cs typeface="Gill Sans MT"/>
              </a:rPr>
              <a:t>datagram format</a:t>
            </a:r>
          </a:p>
          <a:p>
            <a:pPr lvl="1">
              <a:buClr>
                <a:srgbClr val="000099"/>
              </a:buClr>
              <a:buSzTx/>
            </a:pPr>
            <a:r>
              <a:rPr lang="en-US" altLang="zh-CN">
                <a:latin typeface="Gill Sans MT"/>
                <a:ea typeface="MS PGothic" charset="0"/>
                <a:cs typeface="Gill Sans MT"/>
              </a:rPr>
              <a:t>fragmentation</a:t>
            </a:r>
          </a:p>
          <a:p>
            <a:pPr lvl="1">
              <a:buClr>
                <a:srgbClr val="000099"/>
              </a:buClr>
              <a:buSzTx/>
            </a:pPr>
            <a:r>
              <a:rPr lang="en-US" altLang="zh-CN">
                <a:latin typeface="Gill Sans MT"/>
                <a:ea typeface="MS PGothic" charset="0"/>
                <a:cs typeface="Gill Sans MT"/>
              </a:rPr>
              <a:t>IPv4 addressing</a:t>
            </a:r>
          </a:p>
          <a:p>
            <a:pPr lvl="1">
              <a:buClr>
                <a:srgbClr val="000099"/>
              </a:buClr>
              <a:buSzTx/>
            </a:pPr>
            <a:r>
              <a:rPr lang="en-US" altLang="zh-CN">
                <a:latin typeface="Gill Sans MT"/>
                <a:ea typeface="MS PGothic" charset="0"/>
                <a:cs typeface="Gill Sans MT"/>
              </a:rPr>
              <a:t>network address translation</a:t>
            </a:r>
          </a:p>
          <a:p>
            <a:pPr lvl="1">
              <a:buClr>
                <a:srgbClr val="000099"/>
              </a:buClr>
              <a:buSzTx/>
            </a:pPr>
            <a:r>
              <a:rPr lang="en-US" altLang="zh-CN">
                <a:latin typeface="Gill Sans MT"/>
                <a:ea typeface="MS PGothic" charset="0"/>
                <a:cs typeface="Gill Sans MT"/>
              </a:rPr>
              <a:t>IPv6</a:t>
            </a:r>
          </a:p>
        </p:txBody>
      </p:sp>
      <p:sp>
        <p:nvSpPr>
          <p:cNvPr id="41987" name="Rectangle 4"/>
          <p:cNvSpPr>
            <a:spLocks noGrp="1"/>
          </p:cNvSpPr>
          <p:nvPr>
            <p:ph sz="half" idx="2"/>
          </p:nvPr>
        </p:nvSpPr>
        <p:spPr>
          <a:xfrm>
            <a:off x="4495800" y="1600200"/>
            <a:ext cx="3961130"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4.4 Generalized Forward and SDN</a:t>
            </a:r>
          </a:p>
          <a:p>
            <a:pPr lvl="1">
              <a:buClr>
                <a:srgbClr val="000099"/>
              </a:buClr>
              <a:buSzTx/>
            </a:pPr>
            <a:r>
              <a:rPr lang="en-US" altLang="zh-CN">
                <a:latin typeface="Gill Sans MT"/>
                <a:ea typeface="MS PGothic" charset="0"/>
                <a:cs typeface="Gill Sans MT"/>
              </a:rPr>
              <a:t>match</a:t>
            </a:r>
          </a:p>
          <a:p>
            <a:pPr lvl="1">
              <a:buClr>
                <a:srgbClr val="000099"/>
              </a:buClr>
              <a:buSzTx/>
            </a:pPr>
            <a:r>
              <a:rPr lang="en-US" altLang="zh-CN">
                <a:latin typeface="Gill Sans MT"/>
                <a:ea typeface="MS PGothic" charset="0"/>
                <a:cs typeface="Gill Sans MT"/>
              </a:rPr>
              <a:t>action</a:t>
            </a:r>
          </a:p>
          <a:p>
            <a:pPr lvl="1">
              <a:buClr>
                <a:srgbClr val="000099"/>
              </a:buClr>
              <a:buSzTx/>
            </a:pPr>
            <a:r>
              <a:rPr lang="en-US" altLang="zh-CN">
                <a:latin typeface="Gill Sans MT"/>
                <a:ea typeface="MS PGothic" charset="0"/>
                <a:cs typeface="Gill Sans MT"/>
              </a:rPr>
              <a:t>OpenFlow  examples of match-plus-action in action</a:t>
            </a:r>
          </a:p>
          <a:p>
            <a:pPr>
              <a:buClr>
                <a:srgbClr val="000099"/>
              </a:buClr>
              <a:buSzPct val="100000"/>
            </a:pPr>
            <a:endParaRPr lang="en-US" altLang="zh-CN" sz="2400">
              <a:latin typeface="+mn-lt"/>
              <a:ea typeface="MS PGothic" charset="0"/>
              <a:cs typeface="MS PGothic" charset="0"/>
            </a:endParaRPr>
          </a:p>
        </p:txBody>
      </p:sp>
      <p:sp>
        <p:nvSpPr>
          <p:cNvPr id="41988" name="Rectangle 2"/>
          <p:cNvSpPr/>
          <p:nvPr/>
        </p:nvSpPr>
        <p:spPr>
          <a:xfrm>
            <a:off x="533400" y="228600"/>
            <a:ext cx="7772400"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Chapter 4: outline</a:t>
            </a:r>
          </a:p>
        </p:txBody>
      </p:sp>
      <p:sp>
        <p:nvSpPr>
          <p:cNvPr id="41989" name="Slide Number Placeholder 5"/>
          <p:cNvSpPr txBox="1">
            <a:spLocks noGrp="1"/>
          </p:cNvSpPr>
          <p:nvPr>
            <p:ph type="sldNum" sz="quarter" idx="4"/>
          </p:nvPr>
        </p:nvSpPr>
        <p:spPr>
          <a:xfrm>
            <a:off x="8456613" y="6475413"/>
            <a:ext cx="458787"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3</a:t>
            </a:fld>
            <a:endParaRPr lang="en-US" altLang="zh-CN" sz="1200">
              <a:latin typeface="Tahoma" panose="020B0604030504040204" charset="0"/>
            </a:endParaRPr>
          </a:p>
        </p:txBody>
      </p:sp>
      <p:sp>
        <p:nvSpPr>
          <p:cNvPr id="4199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09" name="Picture 7" descr="underline_base"/>
          <p:cNvPicPr/>
          <p:nvPr/>
        </p:nvPicPr>
        <p:blipFill>
          <a:blip r:embed="rId2"/>
          <a:stretch>
            <a:fillRect/>
          </a:stretch>
        </p:blipFill>
        <p:spPr>
          <a:xfrm>
            <a:off x="660400" y="1027113"/>
            <a:ext cx="5942013" cy="173037"/>
          </a:xfrm>
          <a:prstGeom prst="rect">
            <a:avLst/>
          </a:prstGeom>
          <a:noFill/>
          <a:ln w="9525">
            <a:noFill/>
          </a:ln>
        </p:spPr>
      </p:pic>
      <p:sp>
        <p:nvSpPr>
          <p:cNvPr id="2053" name="Rectangle 2"/>
          <p:cNvSpPr>
            <a:spLocks noGrp="1" noChangeArrowheads="1"/>
          </p:cNvSpPr>
          <p:nvPr>
            <p:ph type="title"/>
          </p:nvPr>
        </p:nvSpPr>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Chapter 4: network layer</a:t>
            </a:r>
          </a:p>
        </p:txBody>
      </p:sp>
      <p:sp>
        <p:nvSpPr>
          <p:cNvPr id="2054" name="Rectangle 3"/>
          <p:cNvSpPr>
            <a:spLocks noGrp="1" noChangeArrowheads="1"/>
          </p:cNvSpPr>
          <p:nvPr>
            <p:ph idx="1"/>
          </p:nvPr>
        </p:nvSpPr>
        <p:spPr>
          <a:xfrm>
            <a:off x="533400" y="1600200"/>
            <a:ext cx="8064500" cy="4648200"/>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3200" b="0" i="1" u="none" strike="noStrike" kern="0" cap="none" spc="0" normalizeH="0" baseline="0" noProof="0" dirty="0">
                <a:ln>
                  <a:noFill/>
                </a:ln>
                <a:solidFill>
                  <a:srgbClr val="CC0000"/>
                </a:solidFill>
                <a:effectLst/>
                <a:uLnTx/>
                <a:uFillTx/>
                <a:latin typeface="+mn-lt"/>
                <a:ea typeface="MS PGothic" charset="0"/>
                <a:cs typeface="+mn-cs"/>
              </a:rPr>
              <a:t>chapter goals:</a:t>
            </a:r>
            <a:r>
              <a:rPr kumimoji="0" lang="en-US" sz="3200" b="0" i="0" u="none" strike="noStrike" kern="0" cap="none" spc="0" normalizeH="0" baseline="0" noProof="0" dirty="0">
                <a:ln>
                  <a:noFill/>
                </a:ln>
                <a:solidFill>
                  <a:srgbClr val="CC0000"/>
                </a:solidFill>
                <a:effectLst/>
                <a:uLnTx/>
                <a:uFillTx/>
                <a:latin typeface="+mn-lt"/>
                <a:ea typeface="MS PGothic" charset="0"/>
                <a:cs typeface="+mn-cs"/>
              </a:rPr>
              <a:t> </a:t>
            </a:r>
          </a:p>
          <a:p>
            <a:pPr marL="342900" marR="0" lvl="0" indent="-342900" algn="l" defTabSz="914400" rtl="0" latinLnBrk="0">
              <a:lnSpc>
                <a:spcPct val="120000"/>
              </a:lnSpc>
              <a:spcBef>
                <a:spcPts val="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dirty="0">
                <a:ln>
                  <a:noFill/>
                </a:ln>
                <a:solidFill>
                  <a:schemeClr val="tx1"/>
                </a:solidFill>
                <a:effectLst/>
                <a:uLnTx/>
                <a:uFillTx/>
                <a:latin typeface="+mn-lt"/>
                <a:ea typeface="MS PGothic" charset="0"/>
                <a:cs typeface="+mn-cs"/>
              </a:rPr>
              <a:t>understand principles behind network layer services, focusing on data plane:</a:t>
            </a:r>
          </a:p>
          <a:p>
            <a:pPr marL="688975" marR="0" lvl="1" indent="-231775" algn="l" defTabSz="914400" rtl="0" latinLnBrk="0">
              <a:lnSpc>
                <a:spcPct val="120000"/>
              </a:lnSpc>
              <a:spcBef>
                <a:spcPts val="0"/>
              </a:spcBef>
              <a:spcAft>
                <a:spcPct val="0"/>
              </a:spcAft>
              <a:buClr>
                <a:srgbClr val="000099"/>
              </a:buClr>
              <a:buSzTx/>
              <a:buFont typeface="Arial" panose="020B0604020202090204"/>
              <a:buChar char="•"/>
              <a:defRPr/>
            </a:pPr>
            <a:r>
              <a:rPr kumimoji="0" lang="en-US" sz="2400" b="0" i="0" u="none" strike="noStrike" kern="0" cap="none" spc="0" normalizeH="0" baseline="0" noProof="0" dirty="0">
                <a:ln>
                  <a:noFill/>
                </a:ln>
                <a:solidFill>
                  <a:schemeClr val="tx1"/>
                </a:solidFill>
                <a:effectLst/>
                <a:uLnTx/>
                <a:uFillTx/>
                <a:latin typeface="Gill Sans MT"/>
                <a:ea typeface="MS PGothic" charset="0"/>
                <a:cs typeface="Gill Sans MT"/>
              </a:rPr>
              <a:t>network layer service models</a:t>
            </a:r>
          </a:p>
          <a:p>
            <a:pPr marL="688975" marR="0" lvl="1" indent="-231775" algn="l" defTabSz="914400" rtl="0" latinLnBrk="0">
              <a:lnSpc>
                <a:spcPct val="120000"/>
              </a:lnSpc>
              <a:spcBef>
                <a:spcPts val="0"/>
              </a:spcBef>
              <a:spcAft>
                <a:spcPct val="0"/>
              </a:spcAft>
              <a:buClr>
                <a:srgbClr val="000099"/>
              </a:buClr>
              <a:buSzTx/>
              <a:buFont typeface="Arial" panose="020B0604020202090204"/>
              <a:buChar char="•"/>
              <a:defRPr/>
            </a:pPr>
            <a:r>
              <a:rPr kumimoji="0" lang="en-US" sz="2400" b="0" i="0" u="none" strike="noStrike" kern="0" cap="none" spc="0" normalizeH="0" baseline="0" noProof="0" dirty="0">
                <a:ln>
                  <a:noFill/>
                </a:ln>
                <a:solidFill>
                  <a:schemeClr val="tx1"/>
                </a:solidFill>
                <a:effectLst/>
                <a:highlight>
                  <a:srgbClr val="FFFF00"/>
                </a:highlight>
                <a:uLnTx/>
                <a:uFillTx/>
                <a:latin typeface="Gill Sans MT"/>
                <a:ea typeface="MS PGothic" charset="0"/>
                <a:cs typeface="Gill Sans MT"/>
              </a:rPr>
              <a:t>forwarding versus routing</a:t>
            </a:r>
            <a:endParaRPr kumimoji="0" lang="en-US" sz="2400" b="0" i="0" u="none" strike="noStrike" kern="0" cap="none" spc="0" normalizeH="0" baseline="0" noProof="0" dirty="0">
              <a:ln>
                <a:noFill/>
              </a:ln>
              <a:solidFill>
                <a:schemeClr val="tx1"/>
              </a:solidFill>
              <a:effectLst/>
              <a:uLnTx/>
              <a:uFillTx/>
              <a:latin typeface="Gill Sans MT"/>
              <a:ea typeface="MS PGothic" charset="0"/>
              <a:cs typeface="Gill Sans MT"/>
            </a:endParaRPr>
          </a:p>
          <a:p>
            <a:pPr marL="688975" marR="0" lvl="1" indent="-231775" algn="l" defTabSz="914400" rtl="0" latinLnBrk="0">
              <a:lnSpc>
                <a:spcPct val="120000"/>
              </a:lnSpc>
              <a:spcBef>
                <a:spcPts val="0"/>
              </a:spcBef>
              <a:spcAft>
                <a:spcPct val="0"/>
              </a:spcAft>
              <a:buClr>
                <a:srgbClr val="000099"/>
              </a:buClr>
              <a:buSzTx/>
              <a:buFont typeface="Arial" panose="020B0604020202090204"/>
              <a:buChar char="•"/>
              <a:defRPr/>
            </a:pPr>
            <a:r>
              <a:rPr kumimoji="0" lang="en-US" sz="2400" b="0" i="0" u="none" strike="noStrike" kern="0" cap="none" spc="0" normalizeH="0" baseline="0" noProof="0" dirty="0">
                <a:ln>
                  <a:noFill/>
                </a:ln>
                <a:solidFill>
                  <a:schemeClr val="tx1"/>
                </a:solidFill>
                <a:effectLst/>
                <a:uLnTx/>
                <a:uFillTx/>
                <a:latin typeface="Gill Sans MT"/>
                <a:ea typeface="MS PGothic" charset="0"/>
                <a:cs typeface="Gill Sans MT"/>
              </a:rPr>
              <a:t>how a router works</a:t>
            </a:r>
          </a:p>
          <a:p>
            <a:pPr marL="688975" marR="0" lvl="1" indent="-231775" algn="l" defTabSz="914400" rtl="0" latinLnBrk="0">
              <a:lnSpc>
                <a:spcPct val="120000"/>
              </a:lnSpc>
              <a:spcBef>
                <a:spcPts val="0"/>
              </a:spcBef>
              <a:spcAft>
                <a:spcPct val="0"/>
              </a:spcAft>
              <a:buClr>
                <a:srgbClr val="000099"/>
              </a:buClr>
              <a:buSzTx/>
              <a:buFont typeface="Arial" panose="020B0604020202090204"/>
              <a:buChar char="•"/>
              <a:defRPr/>
            </a:pPr>
            <a:r>
              <a:rPr kumimoji="0" lang="en-US" sz="2400" b="0" i="0" u="none" strike="noStrike" kern="0" cap="none" spc="0" normalizeH="0" baseline="0" noProof="0" dirty="0">
                <a:ln>
                  <a:noFill/>
                </a:ln>
                <a:solidFill>
                  <a:schemeClr val="tx1"/>
                </a:solidFill>
                <a:effectLst/>
                <a:uLnTx/>
                <a:uFillTx/>
                <a:latin typeface="Gill Sans MT"/>
                <a:ea typeface="MS PGothic" charset="0"/>
                <a:cs typeface="Gill Sans MT"/>
              </a:rPr>
              <a:t>generalized forwarding</a:t>
            </a:r>
          </a:p>
          <a:p>
            <a:pPr marL="342900" marR="0" lvl="0" indent="-342900" algn="l" defTabSz="914400" rtl="0" latinLnBrk="0">
              <a:lnSpc>
                <a:spcPct val="120000"/>
              </a:lnSpc>
              <a:spcBef>
                <a:spcPts val="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dirty="0">
                <a:ln>
                  <a:noFill/>
                </a:ln>
                <a:solidFill>
                  <a:schemeClr val="tx1"/>
                </a:solidFill>
                <a:effectLst/>
                <a:uLnTx/>
                <a:uFillTx/>
                <a:latin typeface="+mn-lt"/>
                <a:ea typeface="MS PGothic" charset="0"/>
                <a:cs typeface="+mn-cs"/>
              </a:rPr>
              <a:t>instantiation, implementation in the Internet</a:t>
            </a:r>
          </a:p>
        </p:txBody>
      </p:sp>
      <p:sp>
        <p:nvSpPr>
          <p:cNvPr id="43012" name="Slide Number Placeholder 5"/>
          <p:cNvSpPr txBox="1">
            <a:spLocks noGrp="1"/>
          </p:cNvSpPr>
          <p:nvPr>
            <p:ph type="sldNum" sz="quarter" idx="4"/>
          </p:nvPr>
        </p:nvSpPr>
        <p:spPr>
          <a:xfrm>
            <a:off x="8456613" y="6475413"/>
            <a:ext cx="458787"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a:t>
            </a:fld>
            <a:endParaRPr lang="en-US" altLang="zh-CN" sz="1200">
              <a:latin typeface="Tahoma" panose="020B0604030504040204" charset="0"/>
            </a:endParaRPr>
          </a:p>
        </p:txBody>
      </p:sp>
      <p:sp>
        <p:nvSpPr>
          <p:cNvPr id="4301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7" name="页脚占位符 5"/>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11618" name="灯片编号占位符 6"/>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5</a:t>
            </a:fld>
            <a:endParaRPr lang="en-US" altLang="zh-CN" sz="1200">
              <a:latin typeface="Arial" panose="020B0604020202090204" pitchFamily="34" charset="0"/>
            </a:endParaRPr>
          </a:p>
        </p:txBody>
      </p:sp>
      <p:sp>
        <p:nvSpPr>
          <p:cNvPr id="111619" name="Rectangle 2"/>
          <p:cNvSpPr>
            <a:spLocks noGrp="1"/>
          </p:cNvSpPr>
          <p:nvPr>
            <p:ph type="title"/>
          </p:nvPr>
        </p:nvSpPr>
        <p:spPr>
          <a:xfrm>
            <a:off x="304800" y="0"/>
            <a:ext cx="8382000" cy="1143000"/>
          </a:xfrm>
        </p:spPr>
        <p:txBody>
          <a:bodyPr vert="horz" wrap="square" lIns="91440" tIns="45720" rIns="91440" bIns="45720" anchor="ctr" anchorCtr="0"/>
          <a:lstStyle/>
          <a:p>
            <a:r>
              <a:rPr lang="en-US" altLang="zh-CN" sz="3600"/>
              <a:t>Network layer</a:t>
            </a:r>
          </a:p>
        </p:txBody>
      </p:sp>
      <p:sp>
        <p:nvSpPr>
          <p:cNvPr id="111620" name="Rectangle 3"/>
          <p:cNvSpPr>
            <a:spLocks noGrp="1"/>
          </p:cNvSpPr>
          <p:nvPr>
            <p:ph sz="half" idx="1"/>
          </p:nvPr>
        </p:nvSpPr>
        <p:spPr>
          <a:xfrm>
            <a:off x="411163" y="1054100"/>
            <a:ext cx="4552950" cy="1831975"/>
          </a:xfrm>
        </p:spPr>
        <p:txBody>
          <a:bodyPr vert="horz" wrap="square" lIns="91440" tIns="45720" rIns="91440" bIns="45720" anchor="t" anchorCtr="0"/>
          <a:lstStyle/>
          <a:p>
            <a:pPr>
              <a:buClr>
                <a:srgbClr val="000099"/>
              </a:buClr>
              <a:buSzPct val="75000"/>
            </a:pPr>
            <a:r>
              <a:rPr kumimoji="1" lang="en-US" altLang="zh-CN" sz="2400">
                <a:latin typeface="+mn-lt"/>
                <a:ea typeface="宋体" charset="0"/>
                <a:cs typeface="宋体" charset="0"/>
              </a:rPr>
              <a:t>transport segment from sending to receiving host </a:t>
            </a:r>
          </a:p>
          <a:p>
            <a:pPr>
              <a:buClr>
                <a:srgbClr val="000099"/>
              </a:buClr>
              <a:buSzPct val="75000"/>
            </a:pPr>
            <a:r>
              <a:rPr kumimoji="1" lang="en-US" altLang="zh-CN" sz="2400">
                <a:latin typeface="+mn-lt"/>
                <a:ea typeface="宋体" charset="0"/>
                <a:cs typeface="宋体" charset="0"/>
              </a:rPr>
              <a:t>on sending side encapsulates segments into </a:t>
            </a:r>
            <a:r>
              <a:rPr kumimoji="1" lang="en-US" altLang="zh-CN" sz="2400">
                <a:solidFill>
                  <a:srgbClr val="FF0000"/>
                </a:solidFill>
                <a:latin typeface="+mn-lt"/>
                <a:ea typeface="宋体" charset="0"/>
                <a:cs typeface="宋体" charset="0"/>
              </a:rPr>
              <a:t>datagrams</a:t>
            </a:r>
          </a:p>
          <a:p>
            <a:pPr>
              <a:buClr>
                <a:srgbClr val="000099"/>
              </a:buClr>
              <a:buSzPct val="75000"/>
            </a:pPr>
            <a:r>
              <a:rPr kumimoji="1" lang="en-US" altLang="zh-CN" sz="2400">
                <a:latin typeface="+mn-lt"/>
                <a:ea typeface="宋体" charset="0"/>
                <a:cs typeface="宋体" charset="0"/>
              </a:rPr>
              <a:t>on rcving side, delivers segments to transport layer</a:t>
            </a:r>
          </a:p>
          <a:p>
            <a:pPr>
              <a:buClr>
                <a:srgbClr val="000099"/>
              </a:buClr>
              <a:buSzPct val="75000"/>
            </a:pPr>
            <a:r>
              <a:rPr kumimoji="1" lang="en-US" altLang="zh-CN" sz="2400">
                <a:latin typeface="+mn-lt"/>
                <a:ea typeface="宋体" charset="0"/>
                <a:cs typeface="宋体" charset="0"/>
              </a:rPr>
              <a:t>network layer protocols in </a:t>
            </a:r>
            <a:r>
              <a:rPr kumimoji="1" lang="en-US" altLang="zh-CN" sz="2400" i="1">
                <a:solidFill>
                  <a:srgbClr val="FF0000"/>
                </a:solidFill>
                <a:latin typeface="+mn-lt"/>
                <a:ea typeface="宋体" charset="0"/>
                <a:cs typeface="宋体" charset="0"/>
              </a:rPr>
              <a:t>every</a:t>
            </a:r>
            <a:r>
              <a:rPr kumimoji="1" lang="en-US" altLang="zh-CN" sz="2400">
                <a:solidFill>
                  <a:srgbClr val="FF0000"/>
                </a:solidFill>
                <a:latin typeface="+mn-lt"/>
                <a:ea typeface="宋体" charset="0"/>
                <a:cs typeface="宋体" charset="0"/>
              </a:rPr>
              <a:t> </a:t>
            </a:r>
            <a:r>
              <a:rPr kumimoji="1" lang="en-US" altLang="zh-CN" sz="2400">
                <a:solidFill>
                  <a:srgbClr val="0000FF"/>
                </a:solidFill>
                <a:latin typeface="+mn-lt"/>
                <a:ea typeface="宋体" charset="0"/>
                <a:cs typeface="宋体" charset="0"/>
              </a:rPr>
              <a:t>host</a:t>
            </a:r>
            <a:r>
              <a:rPr kumimoji="1" lang="en-US" altLang="zh-CN" sz="2400">
                <a:latin typeface="+mn-lt"/>
                <a:ea typeface="宋体" charset="0"/>
                <a:cs typeface="宋体" charset="0"/>
              </a:rPr>
              <a:t>, </a:t>
            </a:r>
            <a:r>
              <a:rPr kumimoji="1" lang="en-US" altLang="zh-CN" sz="2400">
                <a:solidFill>
                  <a:srgbClr val="0000FF"/>
                </a:solidFill>
                <a:latin typeface="+mn-lt"/>
                <a:ea typeface="宋体" charset="0"/>
                <a:cs typeface="宋体" charset="0"/>
              </a:rPr>
              <a:t>router</a:t>
            </a:r>
          </a:p>
          <a:p>
            <a:pPr>
              <a:buClr>
                <a:srgbClr val="000099"/>
              </a:buClr>
              <a:buSzPct val="75000"/>
            </a:pPr>
            <a:r>
              <a:rPr kumimoji="1" lang="en-US" altLang="zh-CN" sz="2400">
                <a:solidFill>
                  <a:srgbClr val="FF0000"/>
                </a:solidFill>
                <a:latin typeface="+mn-lt"/>
                <a:ea typeface="宋体" charset="0"/>
                <a:cs typeface="宋体" charset="0"/>
              </a:rPr>
              <a:t>router examines header fields</a:t>
            </a:r>
            <a:r>
              <a:rPr kumimoji="1" lang="en-US" altLang="zh-CN" sz="2400">
                <a:latin typeface="+mn-lt"/>
                <a:ea typeface="宋体" charset="0"/>
                <a:cs typeface="宋体" charset="0"/>
              </a:rPr>
              <a:t> in all IP datagrams passing through it</a:t>
            </a:r>
          </a:p>
          <a:p>
            <a:pPr>
              <a:buClr>
                <a:srgbClr val="000099"/>
              </a:buClr>
              <a:buSzPct val="75000"/>
              <a:buFont typeface="Wingdings" panose="05000000000000000000" pitchFamily="2" charset="2"/>
              <a:buNone/>
            </a:pPr>
            <a:endParaRPr kumimoji="1" lang="en-US" altLang="zh-CN" sz="2400">
              <a:latin typeface="+mn-lt"/>
              <a:ea typeface="宋体" charset="0"/>
              <a:cs typeface="宋体" charset="0"/>
            </a:endParaRPr>
          </a:p>
          <a:p>
            <a:pPr>
              <a:buClr>
                <a:srgbClr val="000099"/>
              </a:buClr>
              <a:buSzPct val="75000"/>
              <a:buFont typeface="Wingdings" panose="05000000000000000000" pitchFamily="2" charset="2"/>
              <a:buNone/>
            </a:pPr>
            <a:endParaRPr kumimoji="1" lang="en-US" altLang="zh-CN" sz="2000">
              <a:latin typeface="+mn-lt"/>
              <a:ea typeface="宋体" charset="0"/>
              <a:cs typeface="宋体" charset="0"/>
            </a:endParaRPr>
          </a:p>
          <a:p>
            <a:pPr lvl="1">
              <a:buClr>
                <a:srgbClr val="000099"/>
              </a:buClr>
              <a:buSzTx/>
            </a:pPr>
            <a:endParaRPr kumimoji="1" lang="en-US" altLang="zh-CN" sz="1800">
              <a:latin typeface="+mn-lt"/>
              <a:ea typeface="宋体" charset="0"/>
            </a:endParaRPr>
          </a:p>
          <a:p>
            <a:pPr>
              <a:buClr>
                <a:srgbClr val="000099"/>
              </a:buClr>
              <a:buSzPct val="75000"/>
            </a:pPr>
            <a:endParaRPr kumimoji="1" lang="en-US" altLang="zh-CN" sz="2400">
              <a:latin typeface="+mn-lt"/>
              <a:ea typeface="宋体" charset="0"/>
              <a:cs typeface="宋体" charset="0"/>
            </a:endParaRPr>
          </a:p>
        </p:txBody>
      </p:sp>
      <p:sp>
        <p:nvSpPr>
          <p:cNvPr id="111621" name="Freeform 684"/>
          <p:cNvSpPr/>
          <p:nvPr/>
        </p:nvSpPr>
        <p:spPr>
          <a:xfrm>
            <a:off x="6737350" y="3430588"/>
            <a:ext cx="1314450" cy="674687"/>
          </a:xfrm>
          <a:custGeom>
            <a:avLst/>
            <a:gdLst>
              <a:gd name="txL" fmla="*/ 0 w 828"/>
              <a:gd name="txT" fmla="*/ 0 h 425"/>
              <a:gd name="txR" fmla="*/ 828 w 828"/>
              <a:gd name="txB" fmla="*/ 425 h 425"/>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828" h="425">
                <a:moveTo>
                  <a:pt x="382" y="30"/>
                </a:moveTo>
                <a:cubicBezTo>
                  <a:pt x="350" y="29"/>
                  <a:pt x="413" y="30"/>
                  <a:pt x="370" y="30"/>
                </a:cubicBezTo>
                <a:cubicBezTo>
                  <a:pt x="327" y="30"/>
                  <a:pt x="187" y="16"/>
                  <a:pt x="126" y="32"/>
                </a:cubicBezTo>
                <a:cubicBezTo>
                  <a:pt x="65" y="48"/>
                  <a:pt x="12" y="86"/>
                  <a:pt x="6" y="126"/>
                </a:cubicBezTo>
                <a:cubicBezTo>
                  <a:pt x="0" y="166"/>
                  <a:pt x="44" y="231"/>
                  <a:pt x="92" y="274"/>
                </a:cubicBezTo>
                <a:cubicBezTo>
                  <a:pt x="140" y="317"/>
                  <a:pt x="217" y="360"/>
                  <a:pt x="292" y="384"/>
                </a:cubicBezTo>
                <a:cubicBezTo>
                  <a:pt x="367" y="408"/>
                  <a:pt x="472" y="425"/>
                  <a:pt x="540" y="416"/>
                </a:cubicBezTo>
                <a:cubicBezTo>
                  <a:pt x="608" y="407"/>
                  <a:pt x="659" y="371"/>
                  <a:pt x="698" y="330"/>
                </a:cubicBezTo>
                <a:cubicBezTo>
                  <a:pt x="737" y="289"/>
                  <a:pt x="760" y="221"/>
                  <a:pt x="776" y="170"/>
                </a:cubicBezTo>
                <a:cubicBezTo>
                  <a:pt x="792" y="119"/>
                  <a:pt x="828" y="44"/>
                  <a:pt x="792" y="22"/>
                </a:cubicBezTo>
                <a:cubicBezTo>
                  <a:pt x="756" y="0"/>
                  <a:pt x="630" y="37"/>
                  <a:pt x="560" y="38"/>
                </a:cubicBezTo>
                <a:cubicBezTo>
                  <a:pt x="490" y="39"/>
                  <a:pt x="414" y="31"/>
                  <a:pt x="382" y="30"/>
                </a:cubicBezTo>
                <a:close/>
              </a:path>
            </a:pathLst>
          </a:custGeom>
          <a:solidFill>
            <a:srgbClr val="DDDDDD">
              <a:alpha val="100000"/>
            </a:srgbClr>
          </a:solidFill>
          <a:ln w="9525">
            <a:noFill/>
          </a:ln>
        </p:spPr>
        <p:txBody>
          <a:bodyPr/>
          <a:lstStyle/>
          <a:p>
            <a:endParaRPr lang="zh-CN" altLang="en-US"/>
          </a:p>
        </p:txBody>
      </p:sp>
      <p:sp>
        <p:nvSpPr>
          <p:cNvPr id="111622" name="Freeform 685"/>
          <p:cNvSpPr/>
          <p:nvPr/>
        </p:nvSpPr>
        <p:spPr>
          <a:xfrm>
            <a:off x="6756400" y="1905000"/>
            <a:ext cx="1730375" cy="1044575"/>
          </a:xfrm>
          <a:custGeom>
            <a:avLst/>
            <a:gdLst>
              <a:gd name="txL" fmla="*/ 0 w 765"/>
              <a:gd name="txT" fmla="*/ 0 h 459"/>
              <a:gd name="txR" fmla="*/ 765 w 765"/>
              <a:gd name="txB" fmla="*/ 459 h 459"/>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DDDDDD">
                  <a:alpha val="100000"/>
                </a:srgbClr>
              </a:gs>
              <a:gs pos="100000">
                <a:schemeClr val="bg1">
                  <a:alpha val="100000"/>
                </a:schemeClr>
              </a:gs>
            </a:gsLst>
            <a:lin ang="0" scaled="1"/>
            <a:tileRect/>
          </a:gradFill>
          <a:ln w="9525">
            <a:noFill/>
          </a:ln>
        </p:spPr>
        <p:txBody>
          <a:bodyPr/>
          <a:lstStyle/>
          <a:p>
            <a:endParaRPr lang="zh-CN" altLang="en-US"/>
          </a:p>
        </p:txBody>
      </p:sp>
      <p:sp>
        <p:nvSpPr>
          <p:cNvPr id="111623" name="Freeform 686"/>
          <p:cNvSpPr/>
          <p:nvPr/>
        </p:nvSpPr>
        <p:spPr>
          <a:xfrm>
            <a:off x="5016500" y="1612900"/>
            <a:ext cx="1644650" cy="1071563"/>
          </a:xfrm>
          <a:custGeom>
            <a:avLst/>
            <a:gdLst>
              <a:gd name="txL" fmla="*/ 0 w 1036"/>
              <a:gd name="txT" fmla="*/ 0 h 675"/>
              <a:gd name="txR" fmla="*/ 1036 w 1036"/>
              <a:gd name="txB" fmla="*/ 675 h 675"/>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DDDDDD">
              <a:alpha val="100000"/>
            </a:srgbClr>
          </a:solidFill>
          <a:ln w="9525">
            <a:noFill/>
          </a:ln>
        </p:spPr>
        <p:txBody>
          <a:bodyPr/>
          <a:lstStyle/>
          <a:p>
            <a:endParaRPr lang="zh-CN" altLang="en-US"/>
          </a:p>
        </p:txBody>
      </p:sp>
      <p:grpSp>
        <p:nvGrpSpPr>
          <p:cNvPr id="111624" name="Group 687"/>
          <p:cNvGrpSpPr/>
          <p:nvPr/>
        </p:nvGrpSpPr>
        <p:grpSpPr>
          <a:xfrm>
            <a:off x="5103813" y="2947988"/>
            <a:ext cx="1458912" cy="933450"/>
            <a:chOff x="2889" y="1631"/>
            <a:chExt cx="980" cy="743"/>
          </a:xfrm>
        </p:grpSpPr>
        <p:sp>
          <p:nvSpPr>
            <p:cNvPr id="112224" name="Rectangle 688"/>
            <p:cNvSpPr/>
            <p:nvPr/>
          </p:nvSpPr>
          <p:spPr>
            <a:xfrm>
              <a:off x="3046" y="1841"/>
              <a:ext cx="663" cy="533"/>
            </a:xfrm>
            <a:prstGeom prst="rect">
              <a:avLst/>
            </a:prstGeom>
            <a:solidFill>
              <a:srgbClr val="DDDDDD"/>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225" name="AutoShape 689"/>
            <p:cNvSpPr/>
            <p:nvPr/>
          </p:nvSpPr>
          <p:spPr>
            <a:xfrm>
              <a:off x="2889" y="1631"/>
              <a:ext cx="980" cy="253"/>
            </a:xfrm>
            <a:prstGeom prst="triangle">
              <a:avLst>
                <a:gd name="adj" fmla="val 50000"/>
              </a:avLst>
            </a:prstGeom>
            <a:solidFill>
              <a:srgbClr val="DDDDDD"/>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solidFill>
                  <a:srgbClr val="00CCFF"/>
                </a:solidFill>
                <a:latin typeface="Times New Roman" panose="02020503050405090304" charset="0"/>
              </a:endParaRPr>
            </a:p>
          </p:txBody>
        </p:sp>
      </p:grpSp>
      <p:grpSp>
        <p:nvGrpSpPr>
          <p:cNvPr id="111625" name="Group 690"/>
          <p:cNvGrpSpPr/>
          <p:nvPr/>
        </p:nvGrpSpPr>
        <p:grpSpPr>
          <a:xfrm>
            <a:off x="5805488" y="1804988"/>
            <a:ext cx="336550" cy="531812"/>
            <a:chOff x="3796" y="1043"/>
            <a:chExt cx="865" cy="1237"/>
          </a:xfrm>
        </p:grpSpPr>
        <p:sp>
          <p:nvSpPr>
            <p:cNvPr id="112194" name="Line 691"/>
            <p:cNvSpPr/>
            <p:nvPr/>
          </p:nvSpPr>
          <p:spPr>
            <a:xfrm flipH="1">
              <a:off x="3992" y="1481"/>
              <a:ext cx="235" cy="724"/>
            </a:xfrm>
            <a:prstGeom prst="line">
              <a:avLst/>
            </a:prstGeom>
            <a:ln w="9525" cap="flat" cmpd="sng">
              <a:solidFill>
                <a:schemeClr val="bg2"/>
              </a:solidFill>
              <a:prstDash val="solid"/>
              <a:headEnd type="none" w="med" len="med"/>
              <a:tailEnd type="none" w="med" len="med"/>
            </a:ln>
          </p:spPr>
        </p:sp>
        <p:sp>
          <p:nvSpPr>
            <p:cNvPr id="112195" name="Line 692"/>
            <p:cNvSpPr/>
            <p:nvPr/>
          </p:nvSpPr>
          <p:spPr>
            <a:xfrm>
              <a:off x="4227" y="1481"/>
              <a:ext cx="236" cy="720"/>
            </a:xfrm>
            <a:prstGeom prst="line">
              <a:avLst/>
            </a:prstGeom>
            <a:ln w="9525" cap="flat" cmpd="sng">
              <a:solidFill>
                <a:schemeClr val="bg2"/>
              </a:solidFill>
              <a:prstDash val="solid"/>
              <a:headEnd type="none" w="med" len="med"/>
              <a:tailEnd type="none" w="med" len="med"/>
            </a:ln>
          </p:spPr>
        </p:sp>
        <p:sp>
          <p:nvSpPr>
            <p:cNvPr id="112196" name="Line 693"/>
            <p:cNvSpPr/>
            <p:nvPr/>
          </p:nvSpPr>
          <p:spPr>
            <a:xfrm>
              <a:off x="3992" y="2201"/>
              <a:ext cx="235" cy="79"/>
            </a:xfrm>
            <a:prstGeom prst="line">
              <a:avLst/>
            </a:prstGeom>
            <a:ln w="9525" cap="flat" cmpd="sng">
              <a:solidFill>
                <a:schemeClr val="bg2"/>
              </a:solidFill>
              <a:prstDash val="solid"/>
              <a:headEnd type="none" w="med" len="med"/>
              <a:tailEnd type="none" w="med" len="med"/>
            </a:ln>
          </p:spPr>
        </p:sp>
        <p:sp>
          <p:nvSpPr>
            <p:cNvPr id="112197" name="Line 694"/>
            <p:cNvSpPr/>
            <p:nvPr/>
          </p:nvSpPr>
          <p:spPr>
            <a:xfrm flipH="1">
              <a:off x="4227" y="2201"/>
              <a:ext cx="236" cy="79"/>
            </a:xfrm>
            <a:prstGeom prst="line">
              <a:avLst/>
            </a:prstGeom>
            <a:ln w="9525" cap="flat" cmpd="sng">
              <a:solidFill>
                <a:schemeClr val="bg2"/>
              </a:solidFill>
              <a:prstDash val="solid"/>
              <a:headEnd type="none" w="med" len="med"/>
              <a:tailEnd type="none" w="med" len="med"/>
            </a:ln>
          </p:spPr>
        </p:sp>
        <p:sp>
          <p:nvSpPr>
            <p:cNvPr id="112198" name="Line 695"/>
            <p:cNvSpPr/>
            <p:nvPr/>
          </p:nvSpPr>
          <p:spPr>
            <a:xfrm>
              <a:off x="4227" y="1497"/>
              <a:ext cx="0" cy="783"/>
            </a:xfrm>
            <a:prstGeom prst="line">
              <a:avLst/>
            </a:prstGeom>
            <a:ln w="9525" cap="flat" cmpd="sng">
              <a:solidFill>
                <a:schemeClr val="bg2"/>
              </a:solidFill>
              <a:prstDash val="solid"/>
              <a:headEnd type="none" w="med" len="med"/>
              <a:tailEnd type="none" w="med" len="med"/>
            </a:ln>
          </p:spPr>
        </p:sp>
        <p:sp>
          <p:nvSpPr>
            <p:cNvPr id="112199" name="Line 696"/>
            <p:cNvSpPr/>
            <p:nvPr/>
          </p:nvSpPr>
          <p:spPr>
            <a:xfrm flipV="1">
              <a:off x="3992" y="2127"/>
              <a:ext cx="235" cy="78"/>
            </a:xfrm>
            <a:prstGeom prst="line">
              <a:avLst/>
            </a:prstGeom>
            <a:ln w="9525" cap="flat" cmpd="sng">
              <a:solidFill>
                <a:schemeClr val="bg2"/>
              </a:solidFill>
              <a:prstDash val="solid"/>
              <a:headEnd type="none" w="med" len="med"/>
              <a:tailEnd type="none" w="med" len="med"/>
            </a:ln>
          </p:spPr>
        </p:sp>
        <p:sp>
          <p:nvSpPr>
            <p:cNvPr id="112200" name="Line 697"/>
            <p:cNvSpPr/>
            <p:nvPr/>
          </p:nvSpPr>
          <p:spPr>
            <a:xfrm flipH="1" flipV="1">
              <a:off x="4227" y="2127"/>
              <a:ext cx="236" cy="74"/>
            </a:xfrm>
            <a:prstGeom prst="line">
              <a:avLst/>
            </a:prstGeom>
            <a:ln w="9525" cap="flat" cmpd="sng">
              <a:solidFill>
                <a:schemeClr val="bg2"/>
              </a:solidFill>
              <a:prstDash val="solid"/>
              <a:headEnd type="none" w="med" len="med"/>
              <a:tailEnd type="none" w="med" len="med"/>
            </a:ln>
          </p:spPr>
        </p:sp>
        <p:sp>
          <p:nvSpPr>
            <p:cNvPr id="112201" name="Line 698"/>
            <p:cNvSpPr/>
            <p:nvPr/>
          </p:nvSpPr>
          <p:spPr>
            <a:xfrm>
              <a:off x="4092" y="1890"/>
              <a:ext cx="135" cy="60"/>
            </a:xfrm>
            <a:prstGeom prst="line">
              <a:avLst/>
            </a:prstGeom>
            <a:ln w="9525" cap="flat" cmpd="sng">
              <a:solidFill>
                <a:schemeClr val="bg2"/>
              </a:solidFill>
              <a:prstDash val="solid"/>
              <a:headEnd type="none" w="med" len="med"/>
              <a:tailEnd type="none" w="med" len="med"/>
            </a:ln>
          </p:spPr>
        </p:sp>
        <p:sp>
          <p:nvSpPr>
            <p:cNvPr id="112202" name="Line 699"/>
            <p:cNvSpPr/>
            <p:nvPr/>
          </p:nvSpPr>
          <p:spPr>
            <a:xfrm flipV="1">
              <a:off x="4227" y="1890"/>
              <a:ext cx="143" cy="60"/>
            </a:xfrm>
            <a:prstGeom prst="line">
              <a:avLst/>
            </a:prstGeom>
            <a:ln w="9525" cap="flat" cmpd="sng">
              <a:solidFill>
                <a:schemeClr val="bg2"/>
              </a:solidFill>
              <a:prstDash val="solid"/>
              <a:headEnd type="none" w="med" len="med"/>
              <a:tailEnd type="none" w="med" len="med"/>
            </a:ln>
          </p:spPr>
        </p:sp>
        <p:sp>
          <p:nvSpPr>
            <p:cNvPr id="112203" name="Line 700"/>
            <p:cNvSpPr/>
            <p:nvPr/>
          </p:nvSpPr>
          <p:spPr>
            <a:xfrm>
              <a:off x="4047" y="1996"/>
              <a:ext cx="175" cy="81"/>
            </a:xfrm>
            <a:prstGeom prst="line">
              <a:avLst/>
            </a:prstGeom>
            <a:ln w="9525" cap="flat" cmpd="sng">
              <a:solidFill>
                <a:schemeClr val="bg2"/>
              </a:solidFill>
              <a:prstDash val="solid"/>
              <a:headEnd type="none" w="med" len="med"/>
              <a:tailEnd type="none" w="med" len="med"/>
            </a:ln>
          </p:spPr>
        </p:sp>
        <p:sp>
          <p:nvSpPr>
            <p:cNvPr id="112204" name="Line 701"/>
            <p:cNvSpPr/>
            <p:nvPr/>
          </p:nvSpPr>
          <p:spPr>
            <a:xfrm flipV="1">
              <a:off x="4227" y="2012"/>
              <a:ext cx="176" cy="71"/>
            </a:xfrm>
            <a:prstGeom prst="line">
              <a:avLst/>
            </a:prstGeom>
            <a:ln w="9525" cap="flat" cmpd="sng">
              <a:solidFill>
                <a:schemeClr val="bg2"/>
              </a:solidFill>
              <a:prstDash val="solid"/>
              <a:headEnd type="none" w="med" len="med"/>
              <a:tailEnd type="none" w="med" len="med"/>
            </a:ln>
          </p:spPr>
        </p:sp>
        <p:sp>
          <p:nvSpPr>
            <p:cNvPr id="112205" name="Line 702"/>
            <p:cNvSpPr/>
            <p:nvPr/>
          </p:nvSpPr>
          <p:spPr>
            <a:xfrm flipV="1">
              <a:off x="4227" y="1782"/>
              <a:ext cx="90" cy="29"/>
            </a:xfrm>
            <a:prstGeom prst="line">
              <a:avLst/>
            </a:prstGeom>
            <a:ln w="9525" cap="flat" cmpd="sng">
              <a:solidFill>
                <a:schemeClr val="bg2"/>
              </a:solidFill>
              <a:prstDash val="solid"/>
              <a:headEnd type="none" w="med" len="med"/>
              <a:tailEnd type="none" w="med" len="med"/>
            </a:ln>
          </p:spPr>
        </p:sp>
        <p:sp>
          <p:nvSpPr>
            <p:cNvPr id="112206" name="Line 703"/>
            <p:cNvSpPr/>
            <p:nvPr/>
          </p:nvSpPr>
          <p:spPr>
            <a:xfrm flipV="1">
              <a:off x="4227" y="1632"/>
              <a:ext cx="57" cy="22"/>
            </a:xfrm>
            <a:prstGeom prst="line">
              <a:avLst/>
            </a:prstGeom>
            <a:ln w="9525" cap="flat" cmpd="sng">
              <a:solidFill>
                <a:schemeClr val="bg2"/>
              </a:solidFill>
              <a:prstDash val="solid"/>
              <a:headEnd type="none" w="med" len="med"/>
              <a:tailEnd type="none" w="med" len="med"/>
            </a:ln>
          </p:spPr>
        </p:sp>
        <p:sp>
          <p:nvSpPr>
            <p:cNvPr id="112207" name="Line 704"/>
            <p:cNvSpPr/>
            <p:nvPr/>
          </p:nvSpPr>
          <p:spPr>
            <a:xfrm>
              <a:off x="4126" y="1772"/>
              <a:ext cx="109" cy="39"/>
            </a:xfrm>
            <a:prstGeom prst="line">
              <a:avLst/>
            </a:prstGeom>
            <a:ln w="9525" cap="flat" cmpd="sng">
              <a:solidFill>
                <a:schemeClr val="bg2"/>
              </a:solidFill>
              <a:prstDash val="solid"/>
              <a:headEnd type="none" w="med" len="med"/>
              <a:tailEnd type="none" w="med" len="med"/>
            </a:ln>
          </p:spPr>
        </p:sp>
        <p:sp>
          <p:nvSpPr>
            <p:cNvPr id="112208" name="Line 705"/>
            <p:cNvSpPr/>
            <p:nvPr/>
          </p:nvSpPr>
          <p:spPr>
            <a:xfrm>
              <a:off x="4175" y="1625"/>
              <a:ext cx="63" cy="39"/>
            </a:xfrm>
            <a:prstGeom prst="line">
              <a:avLst/>
            </a:prstGeom>
            <a:ln w="9525" cap="flat" cmpd="sng">
              <a:solidFill>
                <a:schemeClr val="bg2"/>
              </a:solidFill>
              <a:prstDash val="solid"/>
              <a:headEnd type="none" w="med" len="med"/>
              <a:tailEnd type="none" w="med" len="med"/>
            </a:ln>
          </p:spPr>
        </p:sp>
        <p:grpSp>
          <p:nvGrpSpPr>
            <p:cNvPr id="112209" name="Group 706"/>
            <p:cNvGrpSpPr/>
            <p:nvPr/>
          </p:nvGrpSpPr>
          <p:grpSpPr>
            <a:xfrm>
              <a:off x="4269" y="1415"/>
              <a:ext cx="392" cy="137"/>
              <a:chOff x="4227" y="1360"/>
              <a:chExt cx="863" cy="270"/>
            </a:xfrm>
          </p:grpSpPr>
          <p:sp>
            <p:nvSpPr>
              <p:cNvPr id="112220" name="Line 707"/>
              <p:cNvSpPr/>
              <p:nvPr/>
            </p:nvSpPr>
            <p:spPr>
              <a:xfrm>
                <a:off x="4227" y="1604"/>
                <a:ext cx="0" cy="0"/>
              </a:xfrm>
              <a:prstGeom prst="line">
                <a:avLst/>
              </a:prstGeom>
              <a:ln w="9525" cap="flat" cmpd="sng">
                <a:solidFill>
                  <a:schemeClr val="bg2"/>
                </a:solidFill>
                <a:prstDash val="solid"/>
                <a:headEnd type="none" w="med" len="med"/>
                <a:tailEnd type="none" w="med" len="med"/>
              </a:ln>
            </p:spPr>
          </p:sp>
          <p:sp>
            <p:nvSpPr>
              <p:cNvPr id="112221" name="Line 708"/>
              <p:cNvSpPr/>
              <p:nvPr/>
            </p:nvSpPr>
            <p:spPr>
              <a:xfrm rot="6361956" flipH="1" flipV="1">
                <a:off x="4464" y="1204"/>
                <a:ext cx="189" cy="500"/>
              </a:xfrm>
              <a:prstGeom prst="line">
                <a:avLst/>
              </a:prstGeom>
              <a:ln w="31750" cap="flat" cmpd="sng">
                <a:solidFill>
                  <a:schemeClr val="bg2"/>
                </a:solidFill>
                <a:prstDash val="solid"/>
                <a:headEnd type="none" w="med" len="med"/>
                <a:tailEnd type="none" w="med" len="med"/>
              </a:ln>
            </p:spPr>
          </p:sp>
          <p:sp>
            <p:nvSpPr>
              <p:cNvPr id="112222" name="Line 709"/>
              <p:cNvSpPr/>
              <p:nvPr/>
            </p:nvSpPr>
            <p:spPr>
              <a:xfrm rot="6361956">
                <a:off x="4602" y="1393"/>
                <a:ext cx="189" cy="203"/>
              </a:xfrm>
              <a:prstGeom prst="line">
                <a:avLst/>
              </a:prstGeom>
              <a:ln w="31750" cap="flat" cmpd="sng">
                <a:solidFill>
                  <a:schemeClr val="bg2"/>
                </a:solidFill>
                <a:prstDash val="solid"/>
                <a:headEnd type="none" w="med" len="med"/>
                <a:tailEnd type="none" w="med" len="med"/>
              </a:ln>
            </p:spPr>
          </p:sp>
          <p:sp>
            <p:nvSpPr>
              <p:cNvPr id="112223" name="Line 710"/>
              <p:cNvSpPr/>
              <p:nvPr/>
            </p:nvSpPr>
            <p:spPr>
              <a:xfrm rot="6361956" flipH="1" flipV="1">
                <a:off x="4745" y="1285"/>
                <a:ext cx="189" cy="500"/>
              </a:xfrm>
              <a:prstGeom prst="line">
                <a:avLst/>
              </a:prstGeom>
              <a:ln w="31750" cap="flat" cmpd="sng">
                <a:solidFill>
                  <a:schemeClr val="bg2"/>
                </a:solidFill>
                <a:prstDash val="solid"/>
                <a:headEnd type="none" w="med" len="med"/>
                <a:tailEnd type="none" w="med" len="med"/>
              </a:ln>
            </p:spPr>
          </p:sp>
        </p:grpSp>
        <p:grpSp>
          <p:nvGrpSpPr>
            <p:cNvPr id="112210" name="Group 711"/>
            <p:cNvGrpSpPr/>
            <p:nvPr/>
          </p:nvGrpSpPr>
          <p:grpSpPr>
            <a:xfrm rot="5700496">
              <a:off x="4052" y="1170"/>
              <a:ext cx="392" cy="137"/>
              <a:chOff x="4227" y="1360"/>
              <a:chExt cx="863" cy="270"/>
            </a:xfrm>
          </p:grpSpPr>
          <p:sp>
            <p:nvSpPr>
              <p:cNvPr id="112216" name="Line 712"/>
              <p:cNvSpPr/>
              <p:nvPr/>
            </p:nvSpPr>
            <p:spPr>
              <a:xfrm>
                <a:off x="4227" y="1604"/>
                <a:ext cx="0" cy="0"/>
              </a:xfrm>
              <a:prstGeom prst="line">
                <a:avLst/>
              </a:prstGeom>
              <a:ln w="9525" cap="flat" cmpd="sng">
                <a:solidFill>
                  <a:schemeClr val="bg2"/>
                </a:solidFill>
                <a:prstDash val="solid"/>
                <a:headEnd type="none" w="med" len="med"/>
                <a:tailEnd type="none" w="med" len="med"/>
              </a:ln>
            </p:spPr>
          </p:sp>
          <p:sp>
            <p:nvSpPr>
              <p:cNvPr id="112217" name="Line 713"/>
              <p:cNvSpPr/>
              <p:nvPr/>
            </p:nvSpPr>
            <p:spPr>
              <a:xfrm rot="6361956" flipH="1" flipV="1">
                <a:off x="4464" y="1204"/>
                <a:ext cx="189" cy="500"/>
              </a:xfrm>
              <a:prstGeom prst="line">
                <a:avLst/>
              </a:prstGeom>
              <a:ln w="31750" cap="flat" cmpd="sng">
                <a:solidFill>
                  <a:schemeClr val="bg2"/>
                </a:solidFill>
                <a:prstDash val="solid"/>
                <a:headEnd type="none" w="med" len="med"/>
                <a:tailEnd type="none" w="med" len="med"/>
              </a:ln>
            </p:spPr>
          </p:sp>
          <p:sp>
            <p:nvSpPr>
              <p:cNvPr id="112218" name="Line 714"/>
              <p:cNvSpPr/>
              <p:nvPr/>
            </p:nvSpPr>
            <p:spPr>
              <a:xfrm rot="6361956">
                <a:off x="4602" y="1393"/>
                <a:ext cx="189" cy="203"/>
              </a:xfrm>
              <a:prstGeom prst="line">
                <a:avLst/>
              </a:prstGeom>
              <a:ln w="31750" cap="flat" cmpd="sng">
                <a:solidFill>
                  <a:schemeClr val="bg2"/>
                </a:solidFill>
                <a:prstDash val="solid"/>
                <a:headEnd type="none" w="med" len="med"/>
                <a:tailEnd type="none" w="med" len="med"/>
              </a:ln>
            </p:spPr>
          </p:sp>
          <p:sp>
            <p:nvSpPr>
              <p:cNvPr id="112219" name="Line 715"/>
              <p:cNvSpPr/>
              <p:nvPr/>
            </p:nvSpPr>
            <p:spPr>
              <a:xfrm rot="6361956" flipH="1" flipV="1">
                <a:off x="4745" y="1285"/>
                <a:ext cx="189" cy="500"/>
              </a:xfrm>
              <a:prstGeom prst="line">
                <a:avLst/>
              </a:prstGeom>
              <a:ln w="31750" cap="flat" cmpd="sng">
                <a:solidFill>
                  <a:schemeClr val="bg2"/>
                </a:solidFill>
                <a:prstDash val="solid"/>
                <a:headEnd type="none" w="med" len="med"/>
                <a:tailEnd type="none" w="med" len="med"/>
              </a:ln>
            </p:spPr>
          </p:sp>
        </p:grpSp>
        <p:grpSp>
          <p:nvGrpSpPr>
            <p:cNvPr id="112211" name="Group 716"/>
            <p:cNvGrpSpPr/>
            <p:nvPr/>
          </p:nvGrpSpPr>
          <p:grpSpPr>
            <a:xfrm rot="10800000">
              <a:off x="3796" y="1402"/>
              <a:ext cx="392" cy="137"/>
              <a:chOff x="4227" y="1360"/>
              <a:chExt cx="863" cy="270"/>
            </a:xfrm>
          </p:grpSpPr>
          <p:sp>
            <p:nvSpPr>
              <p:cNvPr id="112212" name="Line 717"/>
              <p:cNvSpPr/>
              <p:nvPr/>
            </p:nvSpPr>
            <p:spPr>
              <a:xfrm>
                <a:off x="4227" y="1604"/>
                <a:ext cx="0" cy="0"/>
              </a:xfrm>
              <a:prstGeom prst="line">
                <a:avLst/>
              </a:prstGeom>
              <a:ln w="9525" cap="flat" cmpd="sng">
                <a:solidFill>
                  <a:schemeClr val="bg2"/>
                </a:solidFill>
                <a:prstDash val="solid"/>
                <a:headEnd type="none" w="med" len="med"/>
                <a:tailEnd type="none" w="med" len="med"/>
              </a:ln>
            </p:spPr>
          </p:sp>
          <p:sp>
            <p:nvSpPr>
              <p:cNvPr id="112213" name="Line 718"/>
              <p:cNvSpPr/>
              <p:nvPr/>
            </p:nvSpPr>
            <p:spPr>
              <a:xfrm rot="6361956" flipH="1" flipV="1">
                <a:off x="4464" y="1204"/>
                <a:ext cx="189" cy="500"/>
              </a:xfrm>
              <a:prstGeom prst="line">
                <a:avLst/>
              </a:prstGeom>
              <a:ln w="31750" cap="flat" cmpd="sng">
                <a:solidFill>
                  <a:schemeClr val="bg2"/>
                </a:solidFill>
                <a:prstDash val="solid"/>
                <a:headEnd type="none" w="med" len="med"/>
                <a:tailEnd type="none" w="med" len="med"/>
              </a:ln>
            </p:spPr>
          </p:sp>
          <p:sp>
            <p:nvSpPr>
              <p:cNvPr id="112214" name="Line 719"/>
              <p:cNvSpPr/>
              <p:nvPr/>
            </p:nvSpPr>
            <p:spPr>
              <a:xfrm rot="6361956">
                <a:off x="4602" y="1393"/>
                <a:ext cx="189" cy="203"/>
              </a:xfrm>
              <a:prstGeom prst="line">
                <a:avLst/>
              </a:prstGeom>
              <a:ln w="31750" cap="flat" cmpd="sng">
                <a:solidFill>
                  <a:schemeClr val="bg2"/>
                </a:solidFill>
                <a:prstDash val="solid"/>
                <a:headEnd type="none" w="med" len="med"/>
                <a:tailEnd type="none" w="med" len="med"/>
              </a:ln>
            </p:spPr>
          </p:sp>
          <p:sp>
            <p:nvSpPr>
              <p:cNvPr id="112215" name="Line 720"/>
              <p:cNvSpPr/>
              <p:nvPr/>
            </p:nvSpPr>
            <p:spPr>
              <a:xfrm rot="6361956" flipH="1" flipV="1">
                <a:off x="4745" y="1285"/>
                <a:ext cx="189" cy="500"/>
              </a:xfrm>
              <a:prstGeom prst="line">
                <a:avLst/>
              </a:prstGeom>
              <a:ln w="31750" cap="flat" cmpd="sng">
                <a:solidFill>
                  <a:schemeClr val="bg2"/>
                </a:solidFill>
                <a:prstDash val="solid"/>
                <a:headEnd type="none" w="med" len="med"/>
                <a:tailEnd type="none" w="med" len="med"/>
              </a:ln>
            </p:spPr>
          </p:sp>
        </p:grpSp>
      </p:grpSp>
      <p:sp>
        <p:nvSpPr>
          <p:cNvPr id="111626" name="Oval 721"/>
          <p:cNvSpPr/>
          <p:nvPr/>
        </p:nvSpPr>
        <p:spPr>
          <a:xfrm>
            <a:off x="6862763" y="3625850"/>
            <a:ext cx="358775" cy="95250"/>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27" name="Line 722"/>
          <p:cNvSpPr/>
          <p:nvPr/>
        </p:nvSpPr>
        <p:spPr>
          <a:xfrm>
            <a:off x="6862763" y="3617913"/>
            <a:ext cx="0" cy="58737"/>
          </a:xfrm>
          <a:prstGeom prst="line">
            <a:avLst/>
          </a:prstGeom>
          <a:ln w="12700" cap="flat" cmpd="sng">
            <a:solidFill>
              <a:schemeClr val="folHlink"/>
            </a:solidFill>
            <a:prstDash val="solid"/>
            <a:headEnd type="none" w="med" len="med"/>
            <a:tailEnd type="none" w="med" len="med"/>
          </a:ln>
        </p:spPr>
      </p:sp>
      <p:sp>
        <p:nvSpPr>
          <p:cNvPr id="111628" name="Line 723"/>
          <p:cNvSpPr/>
          <p:nvPr/>
        </p:nvSpPr>
        <p:spPr>
          <a:xfrm>
            <a:off x="7221538" y="3617913"/>
            <a:ext cx="0" cy="58737"/>
          </a:xfrm>
          <a:prstGeom prst="line">
            <a:avLst/>
          </a:prstGeom>
          <a:ln w="12700" cap="flat" cmpd="sng">
            <a:solidFill>
              <a:schemeClr val="folHlink"/>
            </a:solidFill>
            <a:prstDash val="solid"/>
            <a:headEnd type="none" w="med" len="med"/>
            <a:tailEnd type="none" w="med" len="med"/>
          </a:ln>
        </p:spPr>
      </p:sp>
      <p:sp>
        <p:nvSpPr>
          <p:cNvPr id="111629" name="Rectangle 724"/>
          <p:cNvSpPr/>
          <p:nvPr/>
        </p:nvSpPr>
        <p:spPr>
          <a:xfrm>
            <a:off x="6862763" y="3617913"/>
            <a:ext cx="355600" cy="58737"/>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630" name="Oval 725"/>
          <p:cNvSpPr/>
          <p:nvPr/>
        </p:nvSpPr>
        <p:spPr>
          <a:xfrm>
            <a:off x="6859588" y="3549650"/>
            <a:ext cx="358775" cy="111125"/>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31" name="Group 726"/>
          <p:cNvGrpSpPr/>
          <p:nvPr/>
        </p:nvGrpSpPr>
        <p:grpSpPr>
          <a:xfrm>
            <a:off x="6945313" y="3573463"/>
            <a:ext cx="179387" cy="65087"/>
            <a:chOff x="2848" y="848"/>
            <a:chExt cx="140" cy="98"/>
          </a:xfrm>
        </p:grpSpPr>
        <p:sp>
          <p:nvSpPr>
            <p:cNvPr id="112191" name="Line 727"/>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92" name="Line 728"/>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93" name="Line 729"/>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32" name="Group 730"/>
          <p:cNvGrpSpPr/>
          <p:nvPr/>
        </p:nvGrpSpPr>
        <p:grpSpPr>
          <a:xfrm flipV="1">
            <a:off x="6945313" y="3573463"/>
            <a:ext cx="179387" cy="65087"/>
            <a:chOff x="2848" y="848"/>
            <a:chExt cx="140" cy="98"/>
          </a:xfrm>
        </p:grpSpPr>
        <p:sp>
          <p:nvSpPr>
            <p:cNvPr id="112188" name="Line 731"/>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89" name="Line 732"/>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90" name="Line 733"/>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33" name="Oval 734"/>
          <p:cNvSpPr/>
          <p:nvPr/>
        </p:nvSpPr>
        <p:spPr>
          <a:xfrm>
            <a:off x="7218363" y="3905250"/>
            <a:ext cx="358775" cy="95250"/>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34" name="Line 735"/>
          <p:cNvSpPr/>
          <p:nvPr/>
        </p:nvSpPr>
        <p:spPr>
          <a:xfrm>
            <a:off x="7218363" y="3897313"/>
            <a:ext cx="0" cy="58737"/>
          </a:xfrm>
          <a:prstGeom prst="line">
            <a:avLst/>
          </a:prstGeom>
          <a:ln w="12700" cap="flat" cmpd="sng">
            <a:solidFill>
              <a:schemeClr val="folHlink"/>
            </a:solidFill>
            <a:prstDash val="solid"/>
            <a:headEnd type="none" w="med" len="med"/>
            <a:tailEnd type="none" w="med" len="med"/>
          </a:ln>
        </p:spPr>
      </p:sp>
      <p:sp>
        <p:nvSpPr>
          <p:cNvPr id="111635" name="Line 736"/>
          <p:cNvSpPr/>
          <p:nvPr/>
        </p:nvSpPr>
        <p:spPr>
          <a:xfrm>
            <a:off x="7577138" y="3897313"/>
            <a:ext cx="0" cy="58737"/>
          </a:xfrm>
          <a:prstGeom prst="line">
            <a:avLst/>
          </a:prstGeom>
          <a:ln w="12700" cap="flat" cmpd="sng">
            <a:solidFill>
              <a:schemeClr val="folHlink"/>
            </a:solidFill>
            <a:prstDash val="solid"/>
            <a:headEnd type="none" w="med" len="med"/>
            <a:tailEnd type="none" w="med" len="med"/>
          </a:ln>
        </p:spPr>
      </p:sp>
      <p:sp>
        <p:nvSpPr>
          <p:cNvPr id="111636" name="Rectangle 737"/>
          <p:cNvSpPr/>
          <p:nvPr/>
        </p:nvSpPr>
        <p:spPr>
          <a:xfrm>
            <a:off x="7218363" y="3897313"/>
            <a:ext cx="355600" cy="58737"/>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637" name="Oval 738"/>
          <p:cNvSpPr/>
          <p:nvPr/>
        </p:nvSpPr>
        <p:spPr>
          <a:xfrm>
            <a:off x="7215188" y="3829050"/>
            <a:ext cx="358775" cy="111125"/>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38" name="Group 739"/>
          <p:cNvGrpSpPr/>
          <p:nvPr/>
        </p:nvGrpSpPr>
        <p:grpSpPr>
          <a:xfrm>
            <a:off x="7300913" y="3852863"/>
            <a:ext cx="179387" cy="65087"/>
            <a:chOff x="2848" y="848"/>
            <a:chExt cx="140" cy="98"/>
          </a:xfrm>
        </p:grpSpPr>
        <p:sp>
          <p:nvSpPr>
            <p:cNvPr id="112185" name="Line 740"/>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86" name="Line 741"/>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87" name="Line 742"/>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39" name="Group 743"/>
          <p:cNvGrpSpPr/>
          <p:nvPr/>
        </p:nvGrpSpPr>
        <p:grpSpPr>
          <a:xfrm flipV="1">
            <a:off x="7300913" y="3852863"/>
            <a:ext cx="179387" cy="65087"/>
            <a:chOff x="2848" y="848"/>
            <a:chExt cx="140" cy="98"/>
          </a:xfrm>
        </p:grpSpPr>
        <p:sp>
          <p:nvSpPr>
            <p:cNvPr id="112182" name="Line 744"/>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83" name="Line 745"/>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84" name="Line 746"/>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40" name="Oval 747"/>
          <p:cNvSpPr/>
          <p:nvPr/>
        </p:nvSpPr>
        <p:spPr>
          <a:xfrm>
            <a:off x="7497763" y="3638550"/>
            <a:ext cx="358775" cy="95250"/>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41" name="Line 748"/>
          <p:cNvSpPr/>
          <p:nvPr/>
        </p:nvSpPr>
        <p:spPr>
          <a:xfrm>
            <a:off x="7497763" y="3630613"/>
            <a:ext cx="0" cy="58737"/>
          </a:xfrm>
          <a:prstGeom prst="line">
            <a:avLst/>
          </a:prstGeom>
          <a:ln w="12700" cap="flat" cmpd="sng">
            <a:solidFill>
              <a:schemeClr val="folHlink"/>
            </a:solidFill>
            <a:prstDash val="solid"/>
            <a:headEnd type="none" w="med" len="med"/>
            <a:tailEnd type="none" w="med" len="med"/>
          </a:ln>
        </p:spPr>
      </p:sp>
      <p:sp>
        <p:nvSpPr>
          <p:cNvPr id="111642" name="Line 749"/>
          <p:cNvSpPr/>
          <p:nvPr/>
        </p:nvSpPr>
        <p:spPr>
          <a:xfrm>
            <a:off x="7856538" y="3630613"/>
            <a:ext cx="0" cy="58737"/>
          </a:xfrm>
          <a:prstGeom prst="line">
            <a:avLst/>
          </a:prstGeom>
          <a:ln w="12700" cap="flat" cmpd="sng">
            <a:solidFill>
              <a:schemeClr val="folHlink"/>
            </a:solidFill>
            <a:prstDash val="solid"/>
            <a:headEnd type="none" w="med" len="med"/>
            <a:tailEnd type="none" w="med" len="med"/>
          </a:ln>
        </p:spPr>
      </p:sp>
      <p:sp>
        <p:nvSpPr>
          <p:cNvPr id="111643" name="Rectangle 750"/>
          <p:cNvSpPr/>
          <p:nvPr/>
        </p:nvSpPr>
        <p:spPr>
          <a:xfrm>
            <a:off x="7497763" y="3630613"/>
            <a:ext cx="355600" cy="58737"/>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644" name="Oval 751"/>
          <p:cNvSpPr/>
          <p:nvPr/>
        </p:nvSpPr>
        <p:spPr>
          <a:xfrm>
            <a:off x="7494588" y="3562350"/>
            <a:ext cx="358775" cy="111125"/>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45" name="Group 752"/>
          <p:cNvGrpSpPr/>
          <p:nvPr/>
        </p:nvGrpSpPr>
        <p:grpSpPr>
          <a:xfrm>
            <a:off x="7580313" y="3586163"/>
            <a:ext cx="179387" cy="65087"/>
            <a:chOff x="2848" y="848"/>
            <a:chExt cx="140" cy="98"/>
          </a:xfrm>
        </p:grpSpPr>
        <p:sp>
          <p:nvSpPr>
            <p:cNvPr id="112179" name="Line 753"/>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80" name="Line 754"/>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81" name="Line 755"/>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46" name="Group 756"/>
          <p:cNvGrpSpPr/>
          <p:nvPr/>
        </p:nvGrpSpPr>
        <p:grpSpPr>
          <a:xfrm flipV="1">
            <a:off x="7580313" y="3586163"/>
            <a:ext cx="179387" cy="65087"/>
            <a:chOff x="2848" y="848"/>
            <a:chExt cx="140" cy="98"/>
          </a:xfrm>
        </p:grpSpPr>
        <p:sp>
          <p:nvSpPr>
            <p:cNvPr id="112176" name="Line 757"/>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77" name="Line 758"/>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78" name="Line 759"/>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47" name="Oval 760"/>
          <p:cNvSpPr/>
          <p:nvPr/>
        </p:nvSpPr>
        <p:spPr>
          <a:xfrm>
            <a:off x="6962775" y="2476500"/>
            <a:ext cx="347663" cy="88900"/>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48" name="Line 761"/>
          <p:cNvSpPr/>
          <p:nvPr/>
        </p:nvSpPr>
        <p:spPr>
          <a:xfrm>
            <a:off x="6962775" y="2468563"/>
            <a:ext cx="0" cy="55562"/>
          </a:xfrm>
          <a:prstGeom prst="line">
            <a:avLst/>
          </a:prstGeom>
          <a:ln w="12700" cap="flat" cmpd="sng">
            <a:solidFill>
              <a:schemeClr val="folHlink"/>
            </a:solidFill>
            <a:prstDash val="solid"/>
            <a:headEnd type="none" w="med" len="med"/>
            <a:tailEnd type="none" w="med" len="med"/>
          </a:ln>
        </p:spPr>
      </p:sp>
      <p:sp>
        <p:nvSpPr>
          <p:cNvPr id="111649" name="Line 762"/>
          <p:cNvSpPr/>
          <p:nvPr/>
        </p:nvSpPr>
        <p:spPr>
          <a:xfrm>
            <a:off x="7310438" y="2468563"/>
            <a:ext cx="0" cy="55562"/>
          </a:xfrm>
          <a:prstGeom prst="line">
            <a:avLst/>
          </a:prstGeom>
          <a:ln w="12700" cap="flat" cmpd="sng">
            <a:solidFill>
              <a:schemeClr val="folHlink"/>
            </a:solidFill>
            <a:prstDash val="solid"/>
            <a:headEnd type="none" w="med" len="med"/>
            <a:tailEnd type="none" w="med" len="med"/>
          </a:ln>
        </p:spPr>
      </p:sp>
      <p:sp>
        <p:nvSpPr>
          <p:cNvPr id="111650" name="Rectangle 763"/>
          <p:cNvSpPr/>
          <p:nvPr/>
        </p:nvSpPr>
        <p:spPr>
          <a:xfrm>
            <a:off x="6962775" y="2468563"/>
            <a:ext cx="344488" cy="53975"/>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651" name="Oval 764"/>
          <p:cNvSpPr/>
          <p:nvPr/>
        </p:nvSpPr>
        <p:spPr>
          <a:xfrm>
            <a:off x="6959600" y="2405063"/>
            <a:ext cx="347663" cy="103187"/>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52" name="Group 765"/>
          <p:cNvGrpSpPr/>
          <p:nvPr/>
        </p:nvGrpSpPr>
        <p:grpSpPr>
          <a:xfrm>
            <a:off x="7043738" y="2427288"/>
            <a:ext cx="171450" cy="61912"/>
            <a:chOff x="2848" y="848"/>
            <a:chExt cx="140" cy="98"/>
          </a:xfrm>
        </p:grpSpPr>
        <p:sp>
          <p:nvSpPr>
            <p:cNvPr id="112173" name="Line 766"/>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74" name="Line 767"/>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75" name="Line 768"/>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53" name="Group 769"/>
          <p:cNvGrpSpPr/>
          <p:nvPr/>
        </p:nvGrpSpPr>
        <p:grpSpPr>
          <a:xfrm flipV="1">
            <a:off x="7043738" y="2427288"/>
            <a:ext cx="171450" cy="60325"/>
            <a:chOff x="2848" y="848"/>
            <a:chExt cx="140" cy="98"/>
          </a:xfrm>
        </p:grpSpPr>
        <p:sp>
          <p:nvSpPr>
            <p:cNvPr id="112170" name="Line 770"/>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71" name="Line 771"/>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72" name="Line 772"/>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54" name="Oval 773"/>
          <p:cNvSpPr/>
          <p:nvPr/>
        </p:nvSpPr>
        <p:spPr>
          <a:xfrm>
            <a:off x="6961188" y="2736850"/>
            <a:ext cx="358775" cy="95250"/>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55" name="Line 774"/>
          <p:cNvSpPr/>
          <p:nvPr/>
        </p:nvSpPr>
        <p:spPr>
          <a:xfrm>
            <a:off x="6961188" y="2728913"/>
            <a:ext cx="0" cy="58737"/>
          </a:xfrm>
          <a:prstGeom prst="line">
            <a:avLst/>
          </a:prstGeom>
          <a:ln w="12700" cap="flat" cmpd="sng">
            <a:solidFill>
              <a:schemeClr val="folHlink"/>
            </a:solidFill>
            <a:prstDash val="solid"/>
            <a:headEnd type="none" w="med" len="med"/>
            <a:tailEnd type="none" w="med" len="med"/>
          </a:ln>
        </p:spPr>
      </p:sp>
      <p:sp>
        <p:nvSpPr>
          <p:cNvPr id="111656" name="Line 775"/>
          <p:cNvSpPr/>
          <p:nvPr/>
        </p:nvSpPr>
        <p:spPr>
          <a:xfrm>
            <a:off x="7319963" y="2728913"/>
            <a:ext cx="0" cy="58737"/>
          </a:xfrm>
          <a:prstGeom prst="line">
            <a:avLst/>
          </a:prstGeom>
          <a:ln w="12700" cap="flat" cmpd="sng">
            <a:solidFill>
              <a:schemeClr val="folHlink"/>
            </a:solidFill>
            <a:prstDash val="solid"/>
            <a:headEnd type="none" w="med" len="med"/>
            <a:tailEnd type="none" w="med" len="med"/>
          </a:ln>
        </p:spPr>
      </p:sp>
      <p:sp>
        <p:nvSpPr>
          <p:cNvPr id="111657" name="Rectangle 776"/>
          <p:cNvSpPr/>
          <p:nvPr/>
        </p:nvSpPr>
        <p:spPr>
          <a:xfrm>
            <a:off x="6961188" y="2728913"/>
            <a:ext cx="355600" cy="58737"/>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658" name="Oval 777"/>
          <p:cNvSpPr/>
          <p:nvPr/>
        </p:nvSpPr>
        <p:spPr>
          <a:xfrm>
            <a:off x="6958013" y="2660650"/>
            <a:ext cx="358775" cy="111125"/>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59" name="Group 778"/>
          <p:cNvGrpSpPr/>
          <p:nvPr/>
        </p:nvGrpSpPr>
        <p:grpSpPr>
          <a:xfrm>
            <a:off x="7043738" y="2684463"/>
            <a:ext cx="179387" cy="65087"/>
            <a:chOff x="2848" y="848"/>
            <a:chExt cx="140" cy="98"/>
          </a:xfrm>
        </p:grpSpPr>
        <p:sp>
          <p:nvSpPr>
            <p:cNvPr id="112167" name="Line 779"/>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68" name="Line 780"/>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69" name="Line 781"/>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60" name="Group 782"/>
          <p:cNvGrpSpPr/>
          <p:nvPr/>
        </p:nvGrpSpPr>
        <p:grpSpPr>
          <a:xfrm flipV="1">
            <a:off x="7043738" y="2684463"/>
            <a:ext cx="179387" cy="65087"/>
            <a:chOff x="2848" y="848"/>
            <a:chExt cx="140" cy="98"/>
          </a:xfrm>
        </p:grpSpPr>
        <p:sp>
          <p:nvSpPr>
            <p:cNvPr id="112164" name="Line 783"/>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65" name="Line 784"/>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66" name="Line 785"/>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61" name="Oval 786"/>
          <p:cNvSpPr/>
          <p:nvPr/>
        </p:nvSpPr>
        <p:spPr>
          <a:xfrm>
            <a:off x="7437438" y="2378075"/>
            <a:ext cx="330200" cy="85725"/>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62" name="Line 787"/>
          <p:cNvSpPr/>
          <p:nvPr/>
        </p:nvSpPr>
        <p:spPr>
          <a:xfrm>
            <a:off x="7437438" y="2371725"/>
            <a:ext cx="0" cy="52388"/>
          </a:xfrm>
          <a:prstGeom prst="line">
            <a:avLst/>
          </a:prstGeom>
          <a:ln w="12700" cap="flat" cmpd="sng">
            <a:solidFill>
              <a:schemeClr val="folHlink"/>
            </a:solidFill>
            <a:prstDash val="solid"/>
            <a:headEnd type="none" w="med" len="med"/>
            <a:tailEnd type="none" w="med" len="med"/>
          </a:ln>
        </p:spPr>
      </p:sp>
      <p:sp>
        <p:nvSpPr>
          <p:cNvPr id="111663" name="Line 788"/>
          <p:cNvSpPr/>
          <p:nvPr/>
        </p:nvSpPr>
        <p:spPr>
          <a:xfrm>
            <a:off x="7767638" y="2371725"/>
            <a:ext cx="0" cy="52388"/>
          </a:xfrm>
          <a:prstGeom prst="line">
            <a:avLst/>
          </a:prstGeom>
          <a:ln w="12700" cap="flat" cmpd="sng">
            <a:solidFill>
              <a:schemeClr val="folHlink"/>
            </a:solidFill>
            <a:prstDash val="solid"/>
            <a:headEnd type="none" w="med" len="med"/>
            <a:tailEnd type="none" w="med" len="med"/>
          </a:ln>
        </p:spPr>
      </p:sp>
      <p:sp>
        <p:nvSpPr>
          <p:cNvPr id="111664" name="Rectangle 789"/>
          <p:cNvSpPr/>
          <p:nvPr/>
        </p:nvSpPr>
        <p:spPr>
          <a:xfrm>
            <a:off x="7437438" y="2371725"/>
            <a:ext cx="327025" cy="52388"/>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solidFill>
                <a:schemeClr val="bg2"/>
              </a:solidFill>
              <a:latin typeface="Times New Roman" panose="02020503050405090304" charset="0"/>
            </a:endParaRPr>
          </a:p>
        </p:txBody>
      </p:sp>
      <p:sp>
        <p:nvSpPr>
          <p:cNvPr id="111665" name="Oval 790"/>
          <p:cNvSpPr/>
          <p:nvPr/>
        </p:nvSpPr>
        <p:spPr>
          <a:xfrm>
            <a:off x="7434263" y="2309813"/>
            <a:ext cx="330200" cy="100012"/>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66" name="Group 791"/>
          <p:cNvGrpSpPr/>
          <p:nvPr/>
        </p:nvGrpSpPr>
        <p:grpSpPr>
          <a:xfrm>
            <a:off x="7513638" y="2332038"/>
            <a:ext cx="163512" cy="57150"/>
            <a:chOff x="2848" y="848"/>
            <a:chExt cx="140" cy="98"/>
          </a:xfrm>
        </p:grpSpPr>
        <p:sp>
          <p:nvSpPr>
            <p:cNvPr id="112161" name="Line 792"/>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62" name="Line 793"/>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63" name="Line 794"/>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67" name="Group 795"/>
          <p:cNvGrpSpPr/>
          <p:nvPr/>
        </p:nvGrpSpPr>
        <p:grpSpPr>
          <a:xfrm flipV="1">
            <a:off x="7513638" y="2330450"/>
            <a:ext cx="163512" cy="58738"/>
            <a:chOff x="2848" y="848"/>
            <a:chExt cx="140" cy="98"/>
          </a:xfrm>
        </p:grpSpPr>
        <p:sp>
          <p:nvSpPr>
            <p:cNvPr id="112158" name="Line 796"/>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59" name="Line 797"/>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60" name="Line 798"/>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68" name="Oval 799"/>
          <p:cNvSpPr/>
          <p:nvPr/>
        </p:nvSpPr>
        <p:spPr>
          <a:xfrm>
            <a:off x="7523163" y="2736850"/>
            <a:ext cx="358775" cy="95250"/>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69" name="Line 800"/>
          <p:cNvSpPr/>
          <p:nvPr/>
        </p:nvSpPr>
        <p:spPr>
          <a:xfrm>
            <a:off x="7523163" y="2728913"/>
            <a:ext cx="0" cy="58737"/>
          </a:xfrm>
          <a:prstGeom prst="line">
            <a:avLst/>
          </a:prstGeom>
          <a:ln w="12700" cap="flat" cmpd="sng">
            <a:solidFill>
              <a:schemeClr val="folHlink"/>
            </a:solidFill>
            <a:prstDash val="solid"/>
            <a:headEnd type="none" w="med" len="med"/>
            <a:tailEnd type="none" w="med" len="med"/>
          </a:ln>
        </p:spPr>
      </p:sp>
      <p:sp>
        <p:nvSpPr>
          <p:cNvPr id="111670" name="Line 801"/>
          <p:cNvSpPr/>
          <p:nvPr/>
        </p:nvSpPr>
        <p:spPr>
          <a:xfrm>
            <a:off x="7881938" y="2728913"/>
            <a:ext cx="0" cy="58737"/>
          </a:xfrm>
          <a:prstGeom prst="line">
            <a:avLst/>
          </a:prstGeom>
          <a:ln w="12700" cap="flat" cmpd="sng">
            <a:solidFill>
              <a:schemeClr val="folHlink"/>
            </a:solidFill>
            <a:prstDash val="solid"/>
            <a:headEnd type="none" w="med" len="med"/>
            <a:tailEnd type="none" w="med" len="med"/>
          </a:ln>
        </p:spPr>
      </p:sp>
      <p:sp>
        <p:nvSpPr>
          <p:cNvPr id="111671" name="Rectangle 802"/>
          <p:cNvSpPr/>
          <p:nvPr/>
        </p:nvSpPr>
        <p:spPr>
          <a:xfrm>
            <a:off x="7523163" y="2728913"/>
            <a:ext cx="355600" cy="58737"/>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672" name="Oval 803"/>
          <p:cNvSpPr/>
          <p:nvPr/>
        </p:nvSpPr>
        <p:spPr>
          <a:xfrm>
            <a:off x="7519988" y="2660650"/>
            <a:ext cx="358775" cy="111125"/>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73" name="Group 804"/>
          <p:cNvGrpSpPr/>
          <p:nvPr/>
        </p:nvGrpSpPr>
        <p:grpSpPr>
          <a:xfrm>
            <a:off x="7605713" y="2684463"/>
            <a:ext cx="179387" cy="65087"/>
            <a:chOff x="2848" y="848"/>
            <a:chExt cx="140" cy="98"/>
          </a:xfrm>
        </p:grpSpPr>
        <p:sp>
          <p:nvSpPr>
            <p:cNvPr id="112155" name="Line 805"/>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56" name="Line 806"/>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57" name="Line 807"/>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74" name="Group 808"/>
          <p:cNvGrpSpPr/>
          <p:nvPr/>
        </p:nvGrpSpPr>
        <p:grpSpPr>
          <a:xfrm flipV="1">
            <a:off x="7605713" y="2684463"/>
            <a:ext cx="179387" cy="65087"/>
            <a:chOff x="2848" y="848"/>
            <a:chExt cx="140" cy="98"/>
          </a:xfrm>
        </p:grpSpPr>
        <p:sp>
          <p:nvSpPr>
            <p:cNvPr id="112152" name="Line 809"/>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53" name="Line 810"/>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54" name="Line 811"/>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75" name="Oval 812"/>
          <p:cNvSpPr/>
          <p:nvPr/>
        </p:nvSpPr>
        <p:spPr>
          <a:xfrm>
            <a:off x="6113463" y="2471738"/>
            <a:ext cx="346075" cy="87312"/>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76" name="Line 813"/>
          <p:cNvSpPr/>
          <p:nvPr/>
        </p:nvSpPr>
        <p:spPr>
          <a:xfrm>
            <a:off x="6113463" y="2463800"/>
            <a:ext cx="0" cy="53975"/>
          </a:xfrm>
          <a:prstGeom prst="line">
            <a:avLst/>
          </a:prstGeom>
          <a:ln w="12700" cap="flat" cmpd="sng">
            <a:solidFill>
              <a:schemeClr val="folHlink"/>
            </a:solidFill>
            <a:prstDash val="solid"/>
            <a:headEnd type="none" w="med" len="med"/>
            <a:tailEnd type="none" w="med" len="med"/>
          </a:ln>
        </p:spPr>
      </p:sp>
      <p:sp>
        <p:nvSpPr>
          <p:cNvPr id="111677" name="Line 814"/>
          <p:cNvSpPr/>
          <p:nvPr/>
        </p:nvSpPr>
        <p:spPr>
          <a:xfrm>
            <a:off x="6459538" y="2463800"/>
            <a:ext cx="0" cy="53975"/>
          </a:xfrm>
          <a:prstGeom prst="line">
            <a:avLst/>
          </a:prstGeom>
          <a:ln w="12700" cap="flat" cmpd="sng">
            <a:solidFill>
              <a:schemeClr val="folHlink"/>
            </a:solidFill>
            <a:prstDash val="solid"/>
            <a:headEnd type="none" w="med" len="med"/>
            <a:tailEnd type="none" w="med" len="med"/>
          </a:ln>
        </p:spPr>
      </p:sp>
      <p:sp>
        <p:nvSpPr>
          <p:cNvPr id="111678" name="Rectangle 815"/>
          <p:cNvSpPr/>
          <p:nvPr/>
        </p:nvSpPr>
        <p:spPr>
          <a:xfrm>
            <a:off x="6113463" y="2463800"/>
            <a:ext cx="342900" cy="53975"/>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679" name="Oval 816"/>
          <p:cNvSpPr/>
          <p:nvPr/>
        </p:nvSpPr>
        <p:spPr>
          <a:xfrm>
            <a:off x="6110288" y="2400300"/>
            <a:ext cx="346075" cy="103188"/>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80" name="Group 817"/>
          <p:cNvGrpSpPr/>
          <p:nvPr/>
        </p:nvGrpSpPr>
        <p:grpSpPr>
          <a:xfrm>
            <a:off x="6194425" y="2422525"/>
            <a:ext cx="171450" cy="60325"/>
            <a:chOff x="2848" y="848"/>
            <a:chExt cx="140" cy="98"/>
          </a:xfrm>
        </p:grpSpPr>
        <p:sp>
          <p:nvSpPr>
            <p:cNvPr id="112149" name="Line 818"/>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50" name="Line 819"/>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51" name="Line 820"/>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81" name="Group 821"/>
          <p:cNvGrpSpPr/>
          <p:nvPr/>
        </p:nvGrpSpPr>
        <p:grpSpPr>
          <a:xfrm flipV="1">
            <a:off x="6194425" y="2422525"/>
            <a:ext cx="171450" cy="58738"/>
            <a:chOff x="2848" y="848"/>
            <a:chExt cx="140" cy="98"/>
          </a:xfrm>
        </p:grpSpPr>
        <p:sp>
          <p:nvSpPr>
            <p:cNvPr id="112146" name="Line 822"/>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47" name="Line 823"/>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48" name="Line 824"/>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82" name="Oval 825"/>
          <p:cNvSpPr/>
          <p:nvPr/>
        </p:nvSpPr>
        <p:spPr>
          <a:xfrm>
            <a:off x="5807075" y="3621088"/>
            <a:ext cx="346075" cy="87312"/>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683" name="Line 826"/>
          <p:cNvSpPr/>
          <p:nvPr/>
        </p:nvSpPr>
        <p:spPr>
          <a:xfrm>
            <a:off x="5807075" y="3613150"/>
            <a:ext cx="0" cy="53975"/>
          </a:xfrm>
          <a:prstGeom prst="line">
            <a:avLst/>
          </a:prstGeom>
          <a:ln w="12700" cap="flat" cmpd="sng">
            <a:solidFill>
              <a:schemeClr val="folHlink"/>
            </a:solidFill>
            <a:prstDash val="solid"/>
            <a:headEnd type="none" w="med" len="med"/>
            <a:tailEnd type="none" w="med" len="med"/>
          </a:ln>
        </p:spPr>
      </p:sp>
      <p:sp>
        <p:nvSpPr>
          <p:cNvPr id="111684" name="Line 827"/>
          <p:cNvSpPr/>
          <p:nvPr/>
        </p:nvSpPr>
        <p:spPr>
          <a:xfrm>
            <a:off x="6153150" y="3613150"/>
            <a:ext cx="0" cy="53975"/>
          </a:xfrm>
          <a:prstGeom prst="line">
            <a:avLst/>
          </a:prstGeom>
          <a:ln w="12700" cap="flat" cmpd="sng">
            <a:solidFill>
              <a:schemeClr val="folHlink"/>
            </a:solidFill>
            <a:prstDash val="solid"/>
            <a:headEnd type="none" w="med" len="med"/>
            <a:tailEnd type="none" w="med" len="med"/>
          </a:ln>
        </p:spPr>
      </p:sp>
      <p:sp>
        <p:nvSpPr>
          <p:cNvPr id="111685" name="Rectangle 828"/>
          <p:cNvSpPr/>
          <p:nvPr/>
        </p:nvSpPr>
        <p:spPr>
          <a:xfrm>
            <a:off x="5807075" y="3613150"/>
            <a:ext cx="342900" cy="53975"/>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686" name="Oval 829"/>
          <p:cNvSpPr/>
          <p:nvPr/>
        </p:nvSpPr>
        <p:spPr>
          <a:xfrm>
            <a:off x="5803900" y="3549650"/>
            <a:ext cx="346075" cy="103188"/>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687" name="Group 830"/>
          <p:cNvGrpSpPr/>
          <p:nvPr/>
        </p:nvGrpSpPr>
        <p:grpSpPr>
          <a:xfrm>
            <a:off x="5888038" y="3571875"/>
            <a:ext cx="171450" cy="60325"/>
            <a:chOff x="2848" y="848"/>
            <a:chExt cx="140" cy="98"/>
          </a:xfrm>
        </p:grpSpPr>
        <p:sp>
          <p:nvSpPr>
            <p:cNvPr id="112143" name="Line 831"/>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44" name="Line 832"/>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45" name="Line 833"/>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1688" name="Group 834"/>
          <p:cNvGrpSpPr/>
          <p:nvPr/>
        </p:nvGrpSpPr>
        <p:grpSpPr>
          <a:xfrm flipV="1">
            <a:off x="5888038" y="3571875"/>
            <a:ext cx="171450" cy="58738"/>
            <a:chOff x="2848" y="848"/>
            <a:chExt cx="140" cy="98"/>
          </a:xfrm>
        </p:grpSpPr>
        <p:sp>
          <p:nvSpPr>
            <p:cNvPr id="112140" name="Line 835"/>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41" name="Line 836"/>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42" name="Line 837"/>
            <p:cNvSpPr/>
            <p:nvPr/>
          </p:nvSpPr>
          <p:spPr>
            <a:xfrm>
              <a:off x="2894" y="850"/>
              <a:ext cx="52" cy="96"/>
            </a:xfrm>
            <a:prstGeom prst="line">
              <a:avLst/>
            </a:prstGeom>
            <a:ln w="28575" cap="flat" cmpd="sng">
              <a:solidFill>
                <a:schemeClr val="bg2"/>
              </a:solidFill>
              <a:prstDash val="solid"/>
              <a:headEnd type="none" w="med" len="med"/>
              <a:tailEnd type="none" w="med" len="med"/>
            </a:ln>
          </p:spPr>
        </p:sp>
      </p:grpSp>
      <p:sp>
        <p:nvSpPr>
          <p:cNvPr id="111689" name="Line 838"/>
          <p:cNvSpPr/>
          <p:nvPr/>
        </p:nvSpPr>
        <p:spPr>
          <a:xfrm flipV="1">
            <a:off x="7005638" y="3978275"/>
            <a:ext cx="227012" cy="436563"/>
          </a:xfrm>
          <a:prstGeom prst="line">
            <a:avLst/>
          </a:prstGeom>
          <a:ln w="9525" cap="flat" cmpd="sng">
            <a:solidFill>
              <a:schemeClr val="bg2"/>
            </a:solidFill>
            <a:prstDash val="solid"/>
            <a:headEnd type="none" w="med" len="med"/>
            <a:tailEnd type="none" w="med" len="med"/>
          </a:ln>
        </p:spPr>
      </p:sp>
      <p:sp>
        <p:nvSpPr>
          <p:cNvPr id="111690" name="Line 839"/>
          <p:cNvSpPr/>
          <p:nvPr/>
        </p:nvSpPr>
        <p:spPr>
          <a:xfrm>
            <a:off x="7129463" y="3716338"/>
            <a:ext cx="163512" cy="120650"/>
          </a:xfrm>
          <a:prstGeom prst="line">
            <a:avLst/>
          </a:prstGeom>
          <a:ln w="9525" cap="flat" cmpd="sng">
            <a:solidFill>
              <a:schemeClr val="bg2"/>
            </a:solidFill>
            <a:prstDash val="solid"/>
            <a:headEnd type="none" w="med" len="med"/>
            <a:tailEnd type="none" w="med" len="med"/>
          </a:ln>
        </p:spPr>
      </p:sp>
      <p:sp>
        <p:nvSpPr>
          <p:cNvPr id="111691" name="Line 840"/>
          <p:cNvSpPr/>
          <p:nvPr/>
        </p:nvSpPr>
        <p:spPr>
          <a:xfrm>
            <a:off x="7226300" y="3636963"/>
            <a:ext cx="279400" cy="0"/>
          </a:xfrm>
          <a:prstGeom prst="line">
            <a:avLst/>
          </a:prstGeom>
          <a:ln w="9525" cap="flat" cmpd="sng">
            <a:solidFill>
              <a:schemeClr val="bg2"/>
            </a:solidFill>
            <a:prstDash val="solid"/>
            <a:headEnd type="none" w="med" len="med"/>
            <a:tailEnd type="none" w="med" len="med"/>
          </a:ln>
        </p:spPr>
      </p:sp>
      <p:sp>
        <p:nvSpPr>
          <p:cNvPr id="111692" name="Line 841"/>
          <p:cNvSpPr/>
          <p:nvPr/>
        </p:nvSpPr>
        <p:spPr>
          <a:xfrm flipV="1">
            <a:off x="7462838" y="3722688"/>
            <a:ext cx="134937" cy="104775"/>
          </a:xfrm>
          <a:prstGeom prst="line">
            <a:avLst/>
          </a:prstGeom>
          <a:ln w="9525" cap="flat" cmpd="sng">
            <a:solidFill>
              <a:schemeClr val="bg2"/>
            </a:solidFill>
            <a:prstDash val="solid"/>
            <a:headEnd type="none" w="med" len="med"/>
            <a:tailEnd type="none" w="med" len="med"/>
          </a:ln>
        </p:spPr>
      </p:sp>
      <p:sp>
        <p:nvSpPr>
          <p:cNvPr id="111693" name="Line 842"/>
          <p:cNvSpPr/>
          <p:nvPr/>
        </p:nvSpPr>
        <p:spPr>
          <a:xfrm>
            <a:off x="6161088" y="3643313"/>
            <a:ext cx="679450" cy="0"/>
          </a:xfrm>
          <a:prstGeom prst="line">
            <a:avLst/>
          </a:prstGeom>
          <a:ln w="9525" cap="flat" cmpd="sng">
            <a:solidFill>
              <a:schemeClr val="bg2"/>
            </a:solidFill>
            <a:prstDash val="solid"/>
            <a:headEnd type="none" w="med" len="med"/>
            <a:tailEnd type="none" w="med" len="med"/>
          </a:ln>
        </p:spPr>
      </p:sp>
      <p:sp>
        <p:nvSpPr>
          <p:cNvPr id="111694" name="Line 843"/>
          <p:cNvSpPr/>
          <p:nvPr/>
        </p:nvSpPr>
        <p:spPr>
          <a:xfrm>
            <a:off x="6456363" y="2490788"/>
            <a:ext cx="509587" cy="3175"/>
          </a:xfrm>
          <a:prstGeom prst="line">
            <a:avLst/>
          </a:prstGeom>
          <a:ln w="9525" cap="flat" cmpd="sng">
            <a:solidFill>
              <a:schemeClr val="bg2"/>
            </a:solidFill>
            <a:prstDash val="solid"/>
            <a:headEnd type="none" w="med" len="med"/>
            <a:tailEnd type="none" w="med" len="med"/>
          </a:ln>
        </p:spPr>
      </p:sp>
      <p:sp>
        <p:nvSpPr>
          <p:cNvPr id="111695" name="Line 844"/>
          <p:cNvSpPr/>
          <p:nvPr/>
        </p:nvSpPr>
        <p:spPr>
          <a:xfrm>
            <a:off x="6022975" y="2319338"/>
            <a:ext cx="152400" cy="82550"/>
          </a:xfrm>
          <a:prstGeom prst="line">
            <a:avLst/>
          </a:prstGeom>
          <a:ln w="9525" cap="flat" cmpd="sng">
            <a:solidFill>
              <a:schemeClr val="bg2"/>
            </a:solidFill>
            <a:prstDash val="solid"/>
            <a:headEnd type="none" w="med" len="med"/>
            <a:tailEnd type="none" w="med" len="med"/>
          </a:ln>
        </p:spPr>
      </p:sp>
      <p:sp>
        <p:nvSpPr>
          <p:cNvPr id="111696" name="Freeform 845"/>
          <p:cNvSpPr/>
          <p:nvPr/>
        </p:nvSpPr>
        <p:spPr>
          <a:xfrm>
            <a:off x="5343525" y="4325938"/>
            <a:ext cx="2979738" cy="1455737"/>
          </a:xfrm>
          <a:custGeom>
            <a:avLst/>
            <a:gdLst>
              <a:gd name="txL" fmla="*/ 0 w 1877"/>
              <a:gd name="txT" fmla="*/ 0 h 917"/>
              <a:gd name="txR" fmla="*/ 1877 w 1877"/>
              <a:gd name="txB" fmla="*/ 917 h 91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DDDDDD">
              <a:alpha val="100000"/>
            </a:srgbClr>
          </a:solidFill>
          <a:ln w="9525">
            <a:noFill/>
          </a:ln>
        </p:spPr>
        <p:txBody>
          <a:bodyPr/>
          <a:lstStyle/>
          <a:p>
            <a:endParaRPr lang="zh-CN" altLang="en-US"/>
          </a:p>
        </p:txBody>
      </p:sp>
      <p:sp>
        <p:nvSpPr>
          <p:cNvPr id="111697" name="Line 846"/>
          <p:cNvSpPr/>
          <p:nvPr/>
        </p:nvSpPr>
        <p:spPr>
          <a:xfrm rot="-5400000">
            <a:off x="7578725" y="5062538"/>
            <a:ext cx="523875" cy="139700"/>
          </a:xfrm>
          <a:prstGeom prst="line">
            <a:avLst/>
          </a:prstGeom>
          <a:ln w="12700" cap="flat" cmpd="sng">
            <a:solidFill>
              <a:schemeClr val="bg2"/>
            </a:solidFill>
            <a:prstDash val="solid"/>
            <a:headEnd type="none" w="med" len="med"/>
            <a:tailEnd type="none" w="med" len="med"/>
          </a:ln>
        </p:spPr>
      </p:sp>
      <p:sp>
        <p:nvSpPr>
          <p:cNvPr id="111698" name="Line 847"/>
          <p:cNvSpPr/>
          <p:nvPr/>
        </p:nvSpPr>
        <p:spPr>
          <a:xfrm rot="5400000" flipV="1">
            <a:off x="7724775" y="5343525"/>
            <a:ext cx="3175" cy="85725"/>
          </a:xfrm>
          <a:prstGeom prst="line">
            <a:avLst/>
          </a:prstGeom>
          <a:ln w="12700" cap="flat" cmpd="sng">
            <a:solidFill>
              <a:schemeClr val="bg2"/>
            </a:solidFill>
            <a:prstDash val="solid"/>
            <a:headEnd type="none" w="med" len="med"/>
            <a:tailEnd type="none" w="med" len="med"/>
          </a:ln>
        </p:spPr>
      </p:sp>
      <p:sp>
        <p:nvSpPr>
          <p:cNvPr id="111699" name="Line 848"/>
          <p:cNvSpPr/>
          <p:nvPr/>
        </p:nvSpPr>
        <p:spPr>
          <a:xfrm rot="-5400000">
            <a:off x="7910513" y="5019675"/>
            <a:ext cx="0" cy="114300"/>
          </a:xfrm>
          <a:prstGeom prst="line">
            <a:avLst/>
          </a:prstGeom>
          <a:ln w="12700" cap="flat" cmpd="sng">
            <a:solidFill>
              <a:schemeClr val="bg2"/>
            </a:solidFill>
            <a:prstDash val="solid"/>
            <a:headEnd type="none" w="med" len="med"/>
            <a:tailEnd type="none" w="med" len="med"/>
          </a:ln>
        </p:spPr>
      </p:sp>
      <p:grpSp>
        <p:nvGrpSpPr>
          <p:cNvPr id="111700" name="Group 849"/>
          <p:cNvGrpSpPr/>
          <p:nvPr/>
        </p:nvGrpSpPr>
        <p:grpSpPr>
          <a:xfrm>
            <a:off x="7489825" y="4729163"/>
            <a:ext cx="501650" cy="234950"/>
            <a:chOff x="4701" y="2996"/>
            <a:chExt cx="316" cy="148"/>
          </a:xfrm>
        </p:grpSpPr>
        <p:sp>
          <p:nvSpPr>
            <p:cNvPr id="112127" name="Oval 850"/>
            <p:cNvSpPr/>
            <p:nvPr/>
          </p:nvSpPr>
          <p:spPr>
            <a:xfrm>
              <a:off x="4704" y="3062"/>
              <a:ext cx="313" cy="82"/>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128" name="Line 851"/>
            <p:cNvSpPr/>
            <p:nvPr/>
          </p:nvSpPr>
          <p:spPr>
            <a:xfrm>
              <a:off x="4704" y="3055"/>
              <a:ext cx="0" cy="51"/>
            </a:xfrm>
            <a:prstGeom prst="line">
              <a:avLst/>
            </a:prstGeom>
            <a:ln w="12700" cap="flat" cmpd="sng">
              <a:solidFill>
                <a:schemeClr val="folHlink"/>
              </a:solidFill>
              <a:prstDash val="solid"/>
              <a:headEnd type="none" w="med" len="med"/>
              <a:tailEnd type="none" w="med" len="med"/>
            </a:ln>
          </p:spPr>
        </p:sp>
        <p:sp>
          <p:nvSpPr>
            <p:cNvPr id="112129" name="Line 852"/>
            <p:cNvSpPr/>
            <p:nvPr/>
          </p:nvSpPr>
          <p:spPr>
            <a:xfrm>
              <a:off x="5017" y="3055"/>
              <a:ext cx="0" cy="51"/>
            </a:xfrm>
            <a:prstGeom prst="line">
              <a:avLst/>
            </a:prstGeom>
            <a:ln w="12700" cap="flat" cmpd="sng">
              <a:solidFill>
                <a:schemeClr val="folHlink"/>
              </a:solidFill>
              <a:prstDash val="solid"/>
              <a:headEnd type="none" w="med" len="med"/>
              <a:tailEnd type="none" w="med" len="med"/>
            </a:ln>
          </p:spPr>
        </p:sp>
        <p:sp>
          <p:nvSpPr>
            <p:cNvPr id="112130" name="Rectangle 853"/>
            <p:cNvSpPr/>
            <p:nvPr/>
          </p:nvSpPr>
          <p:spPr>
            <a:xfrm>
              <a:off x="4704" y="3055"/>
              <a:ext cx="310" cy="50"/>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2131" name="Oval 854"/>
            <p:cNvSpPr/>
            <p:nvPr/>
          </p:nvSpPr>
          <p:spPr>
            <a:xfrm>
              <a:off x="4701" y="2996"/>
              <a:ext cx="313" cy="96"/>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2132" name="Group 855"/>
            <p:cNvGrpSpPr/>
            <p:nvPr/>
          </p:nvGrpSpPr>
          <p:grpSpPr>
            <a:xfrm>
              <a:off x="4776" y="3017"/>
              <a:ext cx="156" cy="56"/>
              <a:chOff x="2848" y="848"/>
              <a:chExt cx="140" cy="98"/>
            </a:xfrm>
          </p:grpSpPr>
          <p:sp>
            <p:nvSpPr>
              <p:cNvPr id="112137" name="Line 856"/>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38" name="Line 857"/>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39" name="Line 858"/>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2133" name="Group 859"/>
            <p:cNvGrpSpPr/>
            <p:nvPr/>
          </p:nvGrpSpPr>
          <p:grpSpPr>
            <a:xfrm flipV="1">
              <a:off x="4776" y="3016"/>
              <a:ext cx="156" cy="56"/>
              <a:chOff x="2848" y="848"/>
              <a:chExt cx="140" cy="98"/>
            </a:xfrm>
          </p:grpSpPr>
          <p:sp>
            <p:nvSpPr>
              <p:cNvPr id="112134" name="Line 860"/>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135" name="Line 861"/>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136" name="Line 862"/>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grpSp>
        <p:nvGrpSpPr>
          <p:cNvPr id="111701" name="Group 863"/>
          <p:cNvGrpSpPr/>
          <p:nvPr/>
        </p:nvGrpSpPr>
        <p:grpSpPr>
          <a:xfrm>
            <a:off x="6673850" y="4452938"/>
            <a:ext cx="501650" cy="234950"/>
            <a:chOff x="3600" y="219"/>
            <a:chExt cx="360" cy="175"/>
          </a:xfrm>
        </p:grpSpPr>
        <p:sp>
          <p:nvSpPr>
            <p:cNvPr id="112114" name="Oval 864"/>
            <p:cNvSpPr/>
            <p:nvPr/>
          </p:nvSpPr>
          <p:spPr>
            <a:xfrm>
              <a:off x="3603" y="297"/>
              <a:ext cx="357" cy="97"/>
            </a:xfrm>
            <a:prstGeom prst="ellipse">
              <a:avLst/>
            </a:prstGeom>
            <a:solidFill>
              <a:srgbClr val="DDDDDD"/>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115" name="Line 865"/>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2116" name="Line 866"/>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2117" name="Rectangle 867"/>
            <p:cNvSpPr/>
            <p:nvPr/>
          </p:nvSpPr>
          <p:spPr>
            <a:xfrm>
              <a:off x="3603" y="289"/>
              <a:ext cx="354" cy="59"/>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2118" name="Oval 868"/>
            <p:cNvSpPr/>
            <p:nvPr/>
          </p:nvSpPr>
          <p:spPr>
            <a:xfrm>
              <a:off x="3600" y="219"/>
              <a:ext cx="357" cy="113"/>
            </a:xfrm>
            <a:prstGeom prst="ellipse">
              <a:avLst/>
            </a:prstGeom>
            <a:solidFill>
              <a:srgbClr val="DDDDDD"/>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2119" name="Group 869"/>
            <p:cNvGrpSpPr/>
            <p:nvPr/>
          </p:nvGrpSpPr>
          <p:grpSpPr>
            <a:xfrm>
              <a:off x="3686" y="244"/>
              <a:ext cx="177" cy="66"/>
              <a:chOff x="2848" y="848"/>
              <a:chExt cx="140" cy="98"/>
            </a:xfrm>
          </p:grpSpPr>
          <p:sp>
            <p:nvSpPr>
              <p:cNvPr id="112124" name="Line 87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2125" name="Line 87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2126" name="Line 87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2120" name="Group 873"/>
            <p:cNvGrpSpPr/>
            <p:nvPr/>
          </p:nvGrpSpPr>
          <p:grpSpPr>
            <a:xfrm flipV="1">
              <a:off x="3686" y="243"/>
              <a:ext cx="177" cy="66"/>
              <a:chOff x="2848" y="848"/>
              <a:chExt cx="140" cy="98"/>
            </a:xfrm>
          </p:grpSpPr>
          <p:sp>
            <p:nvSpPr>
              <p:cNvPr id="112121" name="Line 87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2122" name="Line 87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2123" name="Line 87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11702" name="Group 877"/>
          <p:cNvGrpSpPr/>
          <p:nvPr/>
        </p:nvGrpSpPr>
        <p:grpSpPr>
          <a:xfrm>
            <a:off x="6008688" y="4757738"/>
            <a:ext cx="501650" cy="234950"/>
            <a:chOff x="3600" y="219"/>
            <a:chExt cx="360" cy="175"/>
          </a:xfrm>
        </p:grpSpPr>
        <p:sp>
          <p:nvSpPr>
            <p:cNvPr id="112101" name="Oval 878"/>
            <p:cNvSpPr/>
            <p:nvPr/>
          </p:nvSpPr>
          <p:spPr>
            <a:xfrm>
              <a:off x="3603" y="297"/>
              <a:ext cx="357" cy="97"/>
            </a:xfrm>
            <a:prstGeom prst="ellipse">
              <a:avLst/>
            </a:prstGeom>
            <a:solidFill>
              <a:srgbClr val="DDDDDD"/>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102" name="Line 87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2103" name="Line 88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2104" name="Rectangle 881"/>
            <p:cNvSpPr/>
            <p:nvPr/>
          </p:nvSpPr>
          <p:spPr>
            <a:xfrm>
              <a:off x="3603" y="289"/>
              <a:ext cx="354" cy="59"/>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2105" name="Oval 882"/>
            <p:cNvSpPr/>
            <p:nvPr/>
          </p:nvSpPr>
          <p:spPr>
            <a:xfrm>
              <a:off x="3600" y="219"/>
              <a:ext cx="357" cy="113"/>
            </a:xfrm>
            <a:prstGeom prst="ellipse">
              <a:avLst/>
            </a:prstGeom>
            <a:solidFill>
              <a:srgbClr val="DDDDDD"/>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2106" name="Group 883"/>
            <p:cNvGrpSpPr/>
            <p:nvPr/>
          </p:nvGrpSpPr>
          <p:grpSpPr>
            <a:xfrm>
              <a:off x="3686" y="244"/>
              <a:ext cx="177" cy="66"/>
              <a:chOff x="2848" y="848"/>
              <a:chExt cx="140" cy="98"/>
            </a:xfrm>
          </p:grpSpPr>
          <p:sp>
            <p:nvSpPr>
              <p:cNvPr id="112111" name="Line 88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2112" name="Line 88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2113" name="Line 88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2107" name="Group 887"/>
            <p:cNvGrpSpPr/>
            <p:nvPr/>
          </p:nvGrpSpPr>
          <p:grpSpPr>
            <a:xfrm flipV="1">
              <a:off x="3686" y="243"/>
              <a:ext cx="177" cy="66"/>
              <a:chOff x="2848" y="848"/>
              <a:chExt cx="140" cy="98"/>
            </a:xfrm>
          </p:grpSpPr>
          <p:sp>
            <p:nvSpPr>
              <p:cNvPr id="112108" name="Line 88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2109" name="Line 88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2110" name="Line 89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sp>
        <p:nvSpPr>
          <p:cNvPr id="111703" name="Line 891"/>
          <p:cNvSpPr/>
          <p:nvPr/>
        </p:nvSpPr>
        <p:spPr>
          <a:xfrm>
            <a:off x="7123113" y="4664075"/>
            <a:ext cx="358775" cy="120650"/>
          </a:xfrm>
          <a:prstGeom prst="line">
            <a:avLst/>
          </a:prstGeom>
          <a:ln w="9525" cap="flat" cmpd="sng">
            <a:solidFill>
              <a:schemeClr val="bg2"/>
            </a:solidFill>
            <a:prstDash val="solid"/>
            <a:headEnd type="none" w="med" len="med"/>
            <a:tailEnd type="none" w="med" len="med"/>
          </a:ln>
        </p:spPr>
      </p:sp>
      <p:sp>
        <p:nvSpPr>
          <p:cNvPr id="111704" name="Line 892"/>
          <p:cNvSpPr/>
          <p:nvPr/>
        </p:nvSpPr>
        <p:spPr>
          <a:xfrm flipV="1">
            <a:off x="6470650" y="4676775"/>
            <a:ext cx="277813" cy="109538"/>
          </a:xfrm>
          <a:prstGeom prst="line">
            <a:avLst/>
          </a:prstGeom>
          <a:ln w="9525" cap="flat" cmpd="sng">
            <a:solidFill>
              <a:schemeClr val="bg2"/>
            </a:solidFill>
            <a:prstDash val="solid"/>
            <a:headEnd type="none" w="med" len="med"/>
            <a:tailEnd type="none" w="med" len="med"/>
          </a:ln>
        </p:spPr>
      </p:sp>
      <p:sp>
        <p:nvSpPr>
          <p:cNvPr id="111705" name="Line 893"/>
          <p:cNvSpPr/>
          <p:nvPr/>
        </p:nvSpPr>
        <p:spPr>
          <a:xfrm flipV="1">
            <a:off x="6513513" y="4879975"/>
            <a:ext cx="971550" cy="0"/>
          </a:xfrm>
          <a:prstGeom prst="line">
            <a:avLst/>
          </a:prstGeom>
          <a:ln w="9525" cap="flat" cmpd="sng">
            <a:solidFill>
              <a:schemeClr val="bg2"/>
            </a:solidFill>
            <a:prstDash val="solid"/>
            <a:headEnd type="none" w="med" len="med"/>
            <a:tailEnd type="none" w="med" len="med"/>
          </a:ln>
        </p:spPr>
      </p:sp>
      <p:sp>
        <p:nvSpPr>
          <p:cNvPr id="111706" name="Line 894"/>
          <p:cNvSpPr/>
          <p:nvPr/>
        </p:nvSpPr>
        <p:spPr>
          <a:xfrm flipH="1">
            <a:off x="5808663" y="4625975"/>
            <a:ext cx="254000" cy="469900"/>
          </a:xfrm>
          <a:prstGeom prst="line">
            <a:avLst/>
          </a:prstGeom>
          <a:ln w="9525" cap="flat" cmpd="sng">
            <a:solidFill>
              <a:schemeClr val="bg2"/>
            </a:solidFill>
            <a:prstDash val="solid"/>
            <a:headEnd type="none" w="med" len="med"/>
            <a:tailEnd type="none" w="med" len="med"/>
          </a:ln>
        </p:spPr>
      </p:sp>
      <p:sp>
        <p:nvSpPr>
          <p:cNvPr id="111707" name="Line 895"/>
          <p:cNvSpPr/>
          <p:nvPr/>
        </p:nvSpPr>
        <p:spPr>
          <a:xfrm>
            <a:off x="5834063" y="4676775"/>
            <a:ext cx="196850" cy="0"/>
          </a:xfrm>
          <a:prstGeom prst="line">
            <a:avLst/>
          </a:prstGeom>
          <a:ln w="9525" cap="flat" cmpd="sng">
            <a:solidFill>
              <a:schemeClr val="bg2"/>
            </a:solidFill>
            <a:prstDash val="solid"/>
            <a:headEnd type="none" w="med" len="med"/>
            <a:tailEnd type="none" w="med" len="med"/>
          </a:ln>
        </p:spPr>
      </p:sp>
      <p:sp>
        <p:nvSpPr>
          <p:cNvPr id="111708" name="Line 896"/>
          <p:cNvSpPr/>
          <p:nvPr/>
        </p:nvSpPr>
        <p:spPr>
          <a:xfrm>
            <a:off x="5694363" y="5013325"/>
            <a:ext cx="153987" cy="0"/>
          </a:xfrm>
          <a:prstGeom prst="line">
            <a:avLst/>
          </a:prstGeom>
          <a:ln w="9525" cap="flat" cmpd="sng">
            <a:solidFill>
              <a:schemeClr val="bg2"/>
            </a:solidFill>
            <a:prstDash val="solid"/>
            <a:headEnd type="none" w="med" len="med"/>
            <a:tailEnd type="none" w="med" len="med"/>
          </a:ln>
        </p:spPr>
      </p:sp>
      <p:sp>
        <p:nvSpPr>
          <p:cNvPr id="111709" name="Line 897"/>
          <p:cNvSpPr/>
          <p:nvPr/>
        </p:nvSpPr>
        <p:spPr>
          <a:xfrm>
            <a:off x="5946775" y="5092700"/>
            <a:ext cx="490538" cy="0"/>
          </a:xfrm>
          <a:prstGeom prst="line">
            <a:avLst/>
          </a:prstGeom>
          <a:ln w="9525" cap="flat" cmpd="sng">
            <a:solidFill>
              <a:schemeClr val="bg2"/>
            </a:solidFill>
            <a:prstDash val="solid"/>
            <a:headEnd type="none" w="med" len="med"/>
            <a:tailEnd type="none" w="med" len="med"/>
          </a:ln>
        </p:spPr>
      </p:sp>
      <p:sp>
        <p:nvSpPr>
          <p:cNvPr id="111710" name="Line 898"/>
          <p:cNvSpPr/>
          <p:nvPr/>
        </p:nvSpPr>
        <p:spPr>
          <a:xfrm flipH="1">
            <a:off x="6186488" y="5000625"/>
            <a:ext cx="53975" cy="85725"/>
          </a:xfrm>
          <a:prstGeom prst="line">
            <a:avLst/>
          </a:prstGeom>
          <a:ln w="9525" cap="flat" cmpd="sng">
            <a:solidFill>
              <a:schemeClr val="bg2"/>
            </a:solidFill>
            <a:prstDash val="solid"/>
            <a:headEnd type="none" w="med" len="med"/>
            <a:tailEnd type="none" w="med" len="med"/>
          </a:ln>
        </p:spPr>
      </p:sp>
      <p:sp>
        <p:nvSpPr>
          <p:cNvPr id="111711" name="Line 899"/>
          <p:cNvSpPr/>
          <p:nvPr/>
        </p:nvSpPr>
        <p:spPr>
          <a:xfrm>
            <a:off x="5999163" y="5089525"/>
            <a:ext cx="1587" cy="82550"/>
          </a:xfrm>
          <a:prstGeom prst="line">
            <a:avLst/>
          </a:prstGeom>
          <a:ln w="9525" cap="flat" cmpd="sng">
            <a:solidFill>
              <a:schemeClr val="bg2"/>
            </a:solidFill>
            <a:prstDash val="solid"/>
            <a:headEnd type="none" w="med" len="med"/>
            <a:tailEnd type="none" w="med" len="med"/>
          </a:ln>
        </p:spPr>
      </p:sp>
      <p:sp>
        <p:nvSpPr>
          <p:cNvPr id="111712" name="Line 900"/>
          <p:cNvSpPr/>
          <p:nvPr/>
        </p:nvSpPr>
        <p:spPr>
          <a:xfrm flipH="1" flipV="1">
            <a:off x="6396038" y="5097463"/>
            <a:ext cx="0" cy="76200"/>
          </a:xfrm>
          <a:prstGeom prst="line">
            <a:avLst/>
          </a:prstGeom>
          <a:ln w="9525" cap="flat" cmpd="sng">
            <a:solidFill>
              <a:schemeClr val="bg2"/>
            </a:solidFill>
            <a:prstDash val="solid"/>
            <a:headEnd type="none" w="med" len="med"/>
            <a:tailEnd type="none" w="med" len="med"/>
          </a:ln>
        </p:spPr>
      </p:sp>
      <p:sp>
        <p:nvSpPr>
          <p:cNvPr id="111713" name="Line 901"/>
          <p:cNvSpPr/>
          <p:nvPr/>
        </p:nvSpPr>
        <p:spPr>
          <a:xfrm>
            <a:off x="6477000" y="4956175"/>
            <a:ext cx="503238" cy="269875"/>
          </a:xfrm>
          <a:prstGeom prst="line">
            <a:avLst/>
          </a:prstGeom>
          <a:ln w="9525" cap="flat" cmpd="sng">
            <a:solidFill>
              <a:schemeClr val="bg2"/>
            </a:solidFill>
            <a:prstDash val="solid"/>
            <a:headEnd type="none" w="med" len="med"/>
            <a:tailEnd type="none" w="med" len="med"/>
          </a:ln>
        </p:spPr>
      </p:sp>
      <p:sp>
        <p:nvSpPr>
          <p:cNvPr id="111714" name="Line 902"/>
          <p:cNvSpPr/>
          <p:nvPr/>
        </p:nvSpPr>
        <p:spPr>
          <a:xfrm>
            <a:off x="5926138" y="4891088"/>
            <a:ext cx="80962" cy="0"/>
          </a:xfrm>
          <a:prstGeom prst="line">
            <a:avLst/>
          </a:prstGeom>
          <a:ln w="9525" cap="flat" cmpd="sng">
            <a:solidFill>
              <a:schemeClr val="bg2"/>
            </a:solidFill>
            <a:prstDash val="solid"/>
            <a:headEnd type="none" w="med" len="med"/>
            <a:tailEnd type="none" w="med" len="med"/>
          </a:ln>
        </p:spPr>
      </p:sp>
      <p:grpSp>
        <p:nvGrpSpPr>
          <p:cNvPr id="111715" name="Group 903"/>
          <p:cNvGrpSpPr/>
          <p:nvPr/>
        </p:nvGrpSpPr>
        <p:grpSpPr>
          <a:xfrm>
            <a:off x="5111750" y="1651000"/>
            <a:ext cx="3021013" cy="3981450"/>
            <a:chOff x="-1203" y="1352"/>
            <a:chExt cx="1903" cy="2508"/>
          </a:xfrm>
        </p:grpSpPr>
        <p:grpSp>
          <p:nvGrpSpPr>
            <p:cNvPr id="112061" name="Group 904"/>
            <p:cNvGrpSpPr/>
            <p:nvPr/>
          </p:nvGrpSpPr>
          <p:grpSpPr>
            <a:xfrm>
              <a:off x="-1203" y="1647"/>
              <a:ext cx="436" cy="114"/>
              <a:chOff x="3072" y="739"/>
              <a:chExt cx="652" cy="146"/>
            </a:xfrm>
          </p:grpSpPr>
          <p:pic>
            <p:nvPicPr>
              <p:cNvPr id="112098" name="Picture 905" descr="lgv_fqmg[1]"/>
              <p:cNvPicPr>
                <a:picLocks noChangeAspect="1"/>
              </p:cNvPicPr>
              <p:nvPr/>
            </p:nvPicPr>
            <p:blipFill>
              <a:blip r:embed="rId2"/>
              <a:stretch>
                <a:fillRect/>
              </a:stretch>
            </p:blipFill>
            <p:spPr>
              <a:xfrm flipH="1">
                <a:off x="3237" y="739"/>
                <a:ext cx="487" cy="146"/>
              </a:xfrm>
              <a:prstGeom prst="rect">
                <a:avLst/>
              </a:prstGeom>
              <a:noFill/>
              <a:ln w="9525">
                <a:noFill/>
              </a:ln>
            </p:spPr>
          </p:pic>
          <p:sp>
            <p:nvSpPr>
              <p:cNvPr id="112099" name="Line 906"/>
              <p:cNvSpPr/>
              <p:nvPr/>
            </p:nvSpPr>
            <p:spPr>
              <a:xfrm flipH="1">
                <a:off x="3104" y="784"/>
                <a:ext cx="88" cy="0"/>
              </a:xfrm>
              <a:prstGeom prst="line">
                <a:avLst/>
              </a:prstGeom>
              <a:ln w="9525" cap="flat" cmpd="sng">
                <a:solidFill>
                  <a:schemeClr val="tx1"/>
                </a:solidFill>
                <a:prstDash val="solid"/>
                <a:headEnd type="none" w="med" len="med"/>
                <a:tailEnd type="none" w="med" len="med"/>
              </a:ln>
            </p:spPr>
          </p:sp>
          <p:sp>
            <p:nvSpPr>
              <p:cNvPr id="112100" name="Line 907"/>
              <p:cNvSpPr/>
              <p:nvPr/>
            </p:nvSpPr>
            <p:spPr>
              <a:xfrm flipH="1">
                <a:off x="3072" y="760"/>
                <a:ext cx="144" cy="0"/>
              </a:xfrm>
              <a:prstGeom prst="line">
                <a:avLst/>
              </a:prstGeom>
              <a:ln w="9525" cap="flat" cmpd="sng">
                <a:solidFill>
                  <a:schemeClr val="tx1"/>
                </a:solidFill>
                <a:prstDash val="solid"/>
                <a:headEnd type="none" w="med" len="med"/>
                <a:tailEnd type="none" w="med" len="med"/>
              </a:ln>
            </p:spPr>
          </p:sp>
        </p:grpSp>
        <p:pic>
          <p:nvPicPr>
            <p:cNvPr id="112062" name="Picture 908" descr="imgyjavg[1]"/>
            <p:cNvPicPr>
              <a:picLocks noChangeAspect="1"/>
            </p:cNvPicPr>
            <p:nvPr/>
          </p:nvPicPr>
          <p:blipFill>
            <a:blip r:embed="rId3"/>
            <a:stretch>
              <a:fillRect/>
            </a:stretch>
          </p:blipFill>
          <p:spPr>
            <a:xfrm>
              <a:off x="-1027" y="1466"/>
              <a:ext cx="232" cy="168"/>
            </a:xfrm>
            <a:prstGeom prst="rect">
              <a:avLst/>
            </a:prstGeom>
            <a:noFill/>
            <a:ln w="9525">
              <a:noFill/>
            </a:ln>
          </p:spPr>
        </p:pic>
        <p:grpSp>
          <p:nvGrpSpPr>
            <p:cNvPr id="112063" name="Group 909"/>
            <p:cNvGrpSpPr/>
            <p:nvPr/>
          </p:nvGrpSpPr>
          <p:grpSpPr>
            <a:xfrm>
              <a:off x="-546" y="1352"/>
              <a:ext cx="256" cy="269"/>
              <a:chOff x="2870" y="1518"/>
              <a:chExt cx="292" cy="320"/>
            </a:xfrm>
          </p:grpSpPr>
          <p:graphicFrame>
            <p:nvGraphicFramePr>
              <p:cNvPr id="112096" name="Object 910"/>
              <p:cNvGraphicFramePr>
                <a:graphicFrameLocks noChangeAspect="1"/>
              </p:cNvGraphicFramePr>
              <p:nvPr/>
            </p:nvGraphicFramePr>
            <p:xfrm>
              <a:off x="2870" y="1518"/>
              <a:ext cx="272" cy="282"/>
            </p:xfrm>
            <a:graphic>
              <a:graphicData uri="http://schemas.openxmlformats.org/presentationml/2006/ole">
                <mc:AlternateContent xmlns:mc="http://schemas.openxmlformats.org/markup-compatibility/2006">
                  <mc:Choice xmlns:v="urn:schemas-microsoft-com:vml" Requires="v">
                    <p:oleObj r:id="rId4" imgW="8353425" imgH="8486775" progId="MS_ClipArt_Gallery.2">
                      <p:embed/>
                    </p:oleObj>
                  </mc:Choice>
                  <mc:Fallback>
                    <p:oleObj r:id="rId4" imgW="8353425" imgH="8486775" progId="MS_ClipArt_Gallery.2">
                      <p:embed/>
                      <p:pic>
                        <p:nvPicPr>
                          <p:cNvPr id="0" name="图片 3075"/>
                          <p:cNvPicPr/>
                          <p:nvPr/>
                        </p:nvPicPr>
                        <p:blipFill>
                          <a:blip r:embed="rId5"/>
                          <a:stretch>
                            <a:fillRect/>
                          </a:stretch>
                        </p:blipFill>
                        <p:spPr>
                          <a:xfrm>
                            <a:off x="2870" y="1518"/>
                            <a:ext cx="272" cy="282"/>
                          </a:xfrm>
                          <a:prstGeom prst="rect">
                            <a:avLst/>
                          </a:prstGeom>
                          <a:noFill/>
                          <a:ln w="38100">
                            <a:noFill/>
                            <a:miter/>
                          </a:ln>
                        </p:spPr>
                      </p:pic>
                    </p:oleObj>
                  </mc:Fallback>
                </mc:AlternateContent>
              </a:graphicData>
            </a:graphic>
          </p:graphicFrame>
          <p:graphicFrame>
            <p:nvGraphicFramePr>
              <p:cNvPr id="112097" name="Object 911"/>
              <p:cNvGraphicFramePr>
                <a:graphicFrameLocks noChangeAspect="1"/>
              </p:cNvGraphicFramePr>
              <p:nvPr/>
            </p:nvGraphicFramePr>
            <p:xfrm>
              <a:off x="2913" y="1602"/>
              <a:ext cx="249" cy="236"/>
            </p:xfrm>
            <a:graphic>
              <a:graphicData uri="http://schemas.openxmlformats.org/presentationml/2006/ole">
                <mc:AlternateContent xmlns:mc="http://schemas.openxmlformats.org/markup-compatibility/2006">
                  <mc:Choice xmlns:v="urn:schemas-microsoft-com:vml" Requires="v">
                    <p:oleObj r:id="rId6" imgW="12753975" imgH="12058650" progId="MS_ClipArt_Gallery.2">
                      <p:embed/>
                    </p:oleObj>
                  </mc:Choice>
                  <mc:Fallback>
                    <p:oleObj r:id="rId6" imgW="12753975" imgH="12058650" progId="MS_ClipArt_Gallery.2">
                      <p:embed/>
                      <p:pic>
                        <p:nvPicPr>
                          <p:cNvPr id="0" name="图片 3076"/>
                          <p:cNvPicPr/>
                          <p:nvPr/>
                        </p:nvPicPr>
                        <p:blipFill>
                          <a:blip r:embed="rId7"/>
                          <a:stretch>
                            <a:fillRect/>
                          </a:stretch>
                        </p:blipFill>
                        <p:spPr>
                          <a:xfrm>
                            <a:off x="2913" y="1602"/>
                            <a:ext cx="249" cy="236"/>
                          </a:xfrm>
                          <a:prstGeom prst="rect">
                            <a:avLst/>
                          </a:prstGeom>
                          <a:noFill/>
                          <a:ln w="38100">
                            <a:noFill/>
                            <a:miter/>
                          </a:ln>
                        </p:spPr>
                      </p:pic>
                    </p:oleObj>
                  </mc:Fallback>
                </mc:AlternateContent>
              </a:graphicData>
            </a:graphic>
          </p:graphicFrame>
        </p:grpSp>
        <p:grpSp>
          <p:nvGrpSpPr>
            <p:cNvPr id="112064" name="Group 912"/>
            <p:cNvGrpSpPr/>
            <p:nvPr/>
          </p:nvGrpSpPr>
          <p:grpSpPr>
            <a:xfrm>
              <a:off x="-1002" y="2262"/>
              <a:ext cx="209" cy="224"/>
              <a:chOff x="2870" y="1518"/>
              <a:chExt cx="292" cy="320"/>
            </a:xfrm>
          </p:grpSpPr>
          <p:graphicFrame>
            <p:nvGraphicFramePr>
              <p:cNvPr id="112094" name="Object 913"/>
              <p:cNvGraphicFramePr>
                <a:graphicFrameLocks noChangeAspect="1"/>
              </p:cNvGraphicFramePr>
              <p:nvPr/>
            </p:nvGraphicFramePr>
            <p:xfrm>
              <a:off x="2870" y="1518"/>
              <a:ext cx="272" cy="282"/>
            </p:xfrm>
            <a:graphic>
              <a:graphicData uri="http://schemas.openxmlformats.org/presentationml/2006/ole">
                <mc:AlternateContent xmlns:mc="http://schemas.openxmlformats.org/markup-compatibility/2006">
                  <mc:Choice xmlns:v="urn:schemas-microsoft-com:vml" Requires="v">
                    <p:oleObj r:id="rId4" imgW="8353425" imgH="8486775" progId="MS_ClipArt_Gallery.2">
                      <p:embed/>
                    </p:oleObj>
                  </mc:Choice>
                  <mc:Fallback>
                    <p:oleObj r:id="rId4" imgW="8353425" imgH="8486775" progId="MS_ClipArt_Gallery.2">
                      <p:embed/>
                      <p:pic>
                        <p:nvPicPr>
                          <p:cNvPr id="0" name="图片 3077"/>
                          <p:cNvPicPr/>
                          <p:nvPr/>
                        </p:nvPicPr>
                        <p:blipFill>
                          <a:blip r:embed="rId5"/>
                          <a:stretch>
                            <a:fillRect/>
                          </a:stretch>
                        </p:blipFill>
                        <p:spPr>
                          <a:xfrm>
                            <a:off x="2870" y="1518"/>
                            <a:ext cx="272" cy="282"/>
                          </a:xfrm>
                          <a:prstGeom prst="rect">
                            <a:avLst/>
                          </a:prstGeom>
                          <a:noFill/>
                          <a:ln w="38100">
                            <a:noFill/>
                            <a:miter/>
                          </a:ln>
                        </p:spPr>
                      </p:pic>
                    </p:oleObj>
                  </mc:Fallback>
                </mc:AlternateContent>
              </a:graphicData>
            </a:graphic>
          </p:graphicFrame>
          <p:graphicFrame>
            <p:nvGraphicFramePr>
              <p:cNvPr id="112095" name="Object 914"/>
              <p:cNvGraphicFramePr>
                <a:graphicFrameLocks noChangeAspect="1"/>
              </p:cNvGraphicFramePr>
              <p:nvPr/>
            </p:nvGraphicFramePr>
            <p:xfrm>
              <a:off x="2913" y="1602"/>
              <a:ext cx="249" cy="236"/>
            </p:xfrm>
            <a:graphic>
              <a:graphicData uri="http://schemas.openxmlformats.org/presentationml/2006/ole">
                <mc:AlternateContent xmlns:mc="http://schemas.openxmlformats.org/markup-compatibility/2006">
                  <mc:Choice xmlns:v="urn:schemas-microsoft-com:vml" Requires="v">
                    <p:oleObj r:id="rId6" imgW="12753975" imgH="12058650" progId="MS_ClipArt_Gallery.2">
                      <p:embed/>
                    </p:oleObj>
                  </mc:Choice>
                  <mc:Fallback>
                    <p:oleObj r:id="rId6" imgW="12753975" imgH="12058650" progId="MS_ClipArt_Gallery.2">
                      <p:embed/>
                      <p:pic>
                        <p:nvPicPr>
                          <p:cNvPr id="0" name="图片 3078"/>
                          <p:cNvPicPr/>
                          <p:nvPr/>
                        </p:nvPicPr>
                        <p:blipFill>
                          <a:blip r:embed="rId7"/>
                          <a:stretch>
                            <a:fillRect/>
                          </a:stretch>
                        </p:blipFill>
                        <p:spPr>
                          <a:xfrm>
                            <a:off x="2913" y="1602"/>
                            <a:ext cx="249" cy="236"/>
                          </a:xfrm>
                          <a:prstGeom prst="rect">
                            <a:avLst/>
                          </a:prstGeom>
                          <a:noFill/>
                          <a:ln w="38100">
                            <a:noFill/>
                            <a:miter/>
                          </a:ln>
                        </p:spPr>
                      </p:pic>
                    </p:oleObj>
                  </mc:Fallback>
                </mc:AlternateContent>
              </a:graphicData>
            </a:graphic>
          </p:graphicFrame>
        </p:grpSp>
        <p:graphicFrame>
          <p:nvGraphicFramePr>
            <p:cNvPr id="112065" name="Object 915"/>
            <p:cNvGraphicFramePr>
              <a:graphicFrameLocks noChangeAspect="1"/>
            </p:cNvGraphicFramePr>
            <p:nvPr/>
          </p:nvGraphicFramePr>
          <p:xfrm>
            <a:off x="-732" y="2289"/>
            <a:ext cx="207" cy="173"/>
          </p:xfrm>
          <a:graphic>
            <a:graphicData uri="http://schemas.openxmlformats.org/presentationml/2006/ole">
              <mc:AlternateContent xmlns:mc="http://schemas.openxmlformats.org/markup-compatibility/2006">
                <mc:Choice xmlns:v="urn:schemas-microsoft-com:vml" Requires="v">
                  <p:oleObj r:id="rId8" imgW="13096875" imgH="10858500" progId="MS_ClipArt_Gallery.2">
                    <p:embed/>
                  </p:oleObj>
                </mc:Choice>
                <mc:Fallback>
                  <p:oleObj r:id="rId8" imgW="13096875" imgH="10858500" progId="MS_ClipArt_Gallery.2">
                    <p:embed/>
                    <p:pic>
                      <p:nvPicPr>
                        <p:cNvPr id="0" name="图片 3079"/>
                        <p:cNvPicPr/>
                        <p:nvPr/>
                      </p:nvPicPr>
                      <p:blipFill>
                        <a:blip r:embed="rId9"/>
                        <a:stretch>
                          <a:fillRect/>
                        </a:stretch>
                      </p:blipFill>
                      <p:spPr>
                        <a:xfrm>
                          <a:off x="-732" y="2289"/>
                          <a:ext cx="207" cy="173"/>
                        </a:xfrm>
                        <a:prstGeom prst="rect">
                          <a:avLst/>
                        </a:prstGeom>
                        <a:noFill/>
                        <a:ln w="38100">
                          <a:noFill/>
                          <a:miter/>
                        </a:ln>
                      </p:spPr>
                    </p:pic>
                  </p:oleObj>
                </mc:Fallback>
              </mc:AlternateContent>
            </a:graphicData>
          </a:graphic>
        </p:graphicFrame>
        <p:grpSp>
          <p:nvGrpSpPr>
            <p:cNvPr id="112066" name="Group 916"/>
            <p:cNvGrpSpPr/>
            <p:nvPr/>
          </p:nvGrpSpPr>
          <p:grpSpPr>
            <a:xfrm>
              <a:off x="310" y="3575"/>
              <a:ext cx="125" cy="230"/>
              <a:chOff x="4180" y="783"/>
              <a:chExt cx="150" cy="307"/>
            </a:xfrm>
          </p:grpSpPr>
          <p:sp>
            <p:nvSpPr>
              <p:cNvPr id="112086" name="AutoShape 917"/>
              <p:cNvSpPr/>
              <p:nvPr/>
            </p:nvSpPr>
            <p:spPr>
              <a:xfrm>
                <a:off x="4180" y="1019"/>
                <a:ext cx="150" cy="71"/>
              </a:xfrm>
              <a:prstGeom prst="parallelogram">
                <a:avLst>
                  <a:gd name="adj" fmla="val 81386"/>
                </a:avLst>
              </a:prstGeom>
              <a:solidFill>
                <a:srgbClr val="33CCCC"/>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87" name="Rectangle 918"/>
              <p:cNvSpPr/>
              <p:nvPr/>
            </p:nvSpPr>
            <p:spPr>
              <a:xfrm>
                <a:off x="4256" y="785"/>
                <a:ext cx="69" cy="236"/>
              </a:xfrm>
              <a:prstGeom prst="rect">
                <a:avLst/>
              </a:prstGeom>
              <a:solidFill>
                <a:srgbClr val="33CCCC"/>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88" name="Rectangle 919"/>
              <p:cNvSpPr/>
              <p:nvPr/>
            </p:nvSpPr>
            <p:spPr>
              <a:xfrm>
                <a:off x="4181" y="852"/>
                <a:ext cx="95" cy="236"/>
              </a:xfrm>
              <a:prstGeom prst="rect">
                <a:avLst/>
              </a:prstGeom>
              <a:solidFill>
                <a:srgbClr val="33CCCC"/>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89" name="AutoShape 920"/>
              <p:cNvSpPr/>
              <p:nvPr/>
            </p:nvSpPr>
            <p:spPr>
              <a:xfrm>
                <a:off x="4180" y="783"/>
                <a:ext cx="150" cy="71"/>
              </a:xfrm>
              <a:prstGeom prst="parallelogram">
                <a:avLst>
                  <a:gd name="adj" fmla="val 81386"/>
                </a:avLst>
              </a:prstGeom>
              <a:solidFill>
                <a:srgbClr val="33CCCC"/>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90" name="Line 921"/>
              <p:cNvSpPr/>
              <p:nvPr/>
            </p:nvSpPr>
            <p:spPr>
              <a:xfrm>
                <a:off x="4330" y="788"/>
                <a:ext cx="0" cy="231"/>
              </a:xfrm>
              <a:prstGeom prst="line">
                <a:avLst/>
              </a:prstGeom>
              <a:ln w="9525" cap="flat" cmpd="sng">
                <a:solidFill>
                  <a:schemeClr val="tx1"/>
                </a:solidFill>
                <a:prstDash val="solid"/>
                <a:headEnd type="none" w="med" len="med"/>
                <a:tailEnd type="none" w="med" len="med"/>
              </a:ln>
            </p:spPr>
          </p:sp>
          <p:sp>
            <p:nvSpPr>
              <p:cNvPr id="112091" name="Line 922"/>
              <p:cNvSpPr/>
              <p:nvPr/>
            </p:nvSpPr>
            <p:spPr>
              <a:xfrm flipH="1">
                <a:off x="4276" y="1019"/>
                <a:ext cx="54" cy="69"/>
              </a:xfrm>
              <a:prstGeom prst="line">
                <a:avLst/>
              </a:prstGeom>
              <a:ln w="9525" cap="flat" cmpd="sng">
                <a:solidFill>
                  <a:schemeClr val="tx1"/>
                </a:solidFill>
                <a:prstDash val="solid"/>
                <a:headEnd type="none" w="med" len="med"/>
                <a:tailEnd type="none" w="med" len="med"/>
              </a:ln>
            </p:spPr>
          </p:sp>
          <p:sp>
            <p:nvSpPr>
              <p:cNvPr id="112092" name="Rectangle 923"/>
              <p:cNvSpPr/>
              <p:nvPr/>
            </p:nvSpPr>
            <p:spPr>
              <a:xfrm>
                <a:off x="4193" y="883"/>
                <a:ext cx="63" cy="136"/>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93" name="Rectangle 924"/>
              <p:cNvSpPr/>
              <p:nvPr/>
            </p:nvSpPr>
            <p:spPr>
              <a:xfrm>
                <a:off x="4202" y="924"/>
                <a:ext cx="48" cy="48"/>
              </a:xfrm>
              <a:prstGeom prst="rect">
                <a:avLst/>
              </a:prstGeom>
              <a:solidFill>
                <a:schemeClr val="bg1"/>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aphicFrame>
          <p:nvGraphicFramePr>
            <p:cNvPr id="112067" name="Object 925"/>
            <p:cNvGraphicFramePr>
              <a:graphicFrameLocks noChangeAspect="1"/>
            </p:cNvGraphicFramePr>
            <p:nvPr/>
          </p:nvGraphicFramePr>
          <p:xfrm>
            <a:off x="-975" y="3384"/>
            <a:ext cx="216" cy="180"/>
          </p:xfrm>
          <a:graphic>
            <a:graphicData uri="http://schemas.openxmlformats.org/presentationml/2006/ole">
              <mc:AlternateContent xmlns:mc="http://schemas.openxmlformats.org/markup-compatibility/2006">
                <mc:Choice xmlns:v="urn:schemas-microsoft-com:vml" Requires="v">
                  <p:oleObj r:id="rId8" imgW="13096875" imgH="10858500" progId="MS_ClipArt_Gallery.2">
                    <p:embed/>
                  </p:oleObj>
                </mc:Choice>
                <mc:Fallback>
                  <p:oleObj r:id="rId8" imgW="13096875" imgH="10858500" progId="MS_ClipArt_Gallery.2">
                    <p:embed/>
                    <p:pic>
                      <p:nvPicPr>
                        <p:cNvPr id="0" name="图片 3080"/>
                        <p:cNvPicPr/>
                        <p:nvPr/>
                      </p:nvPicPr>
                      <p:blipFill>
                        <a:blip r:embed="rId9"/>
                        <a:stretch>
                          <a:fillRect/>
                        </a:stretch>
                      </p:blipFill>
                      <p:spPr>
                        <a:xfrm>
                          <a:off x="-975" y="3384"/>
                          <a:ext cx="216" cy="180"/>
                        </a:xfrm>
                        <a:prstGeom prst="rect">
                          <a:avLst/>
                        </a:prstGeom>
                        <a:noFill/>
                        <a:ln w="38100">
                          <a:noFill/>
                          <a:miter/>
                        </a:ln>
                      </p:spPr>
                    </p:pic>
                  </p:oleObj>
                </mc:Fallback>
              </mc:AlternateContent>
            </a:graphicData>
          </a:graphic>
        </p:graphicFrame>
        <p:graphicFrame>
          <p:nvGraphicFramePr>
            <p:cNvPr id="112068" name="Object 926"/>
            <p:cNvGraphicFramePr>
              <a:graphicFrameLocks noChangeAspect="1"/>
            </p:cNvGraphicFramePr>
            <p:nvPr/>
          </p:nvGraphicFramePr>
          <p:xfrm>
            <a:off x="-871" y="3184"/>
            <a:ext cx="216" cy="180"/>
          </p:xfrm>
          <a:graphic>
            <a:graphicData uri="http://schemas.openxmlformats.org/presentationml/2006/ole">
              <mc:AlternateContent xmlns:mc="http://schemas.openxmlformats.org/markup-compatibility/2006">
                <mc:Choice xmlns:v="urn:schemas-microsoft-com:vml" Requires="v">
                  <p:oleObj r:id="rId8" imgW="13096875" imgH="10858500" progId="MS_ClipArt_Gallery.2">
                    <p:embed/>
                  </p:oleObj>
                </mc:Choice>
                <mc:Fallback>
                  <p:oleObj r:id="rId8" imgW="13096875" imgH="10858500" progId="MS_ClipArt_Gallery.2">
                    <p:embed/>
                    <p:pic>
                      <p:nvPicPr>
                        <p:cNvPr id="0" name="图片 3081"/>
                        <p:cNvPicPr/>
                        <p:nvPr/>
                      </p:nvPicPr>
                      <p:blipFill>
                        <a:blip r:embed="rId9"/>
                        <a:stretch>
                          <a:fillRect/>
                        </a:stretch>
                      </p:blipFill>
                      <p:spPr>
                        <a:xfrm>
                          <a:off x="-871" y="3184"/>
                          <a:ext cx="216" cy="180"/>
                        </a:xfrm>
                        <a:prstGeom prst="rect">
                          <a:avLst/>
                        </a:prstGeom>
                        <a:noFill/>
                        <a:ln w="38100">
                          <a:noFill/>
                          <a:miter/>
                        </a:ln>
                      </p:spPr>
                    </p:pic>
                  </p:oleObj>
                </mc:Fallback>
              </mc:AlternateContent>
            </a:graphicData>
          </a:graphic>
        </p:graphicFrame>
        <p:graphicFrame>
          <p:nvGraphicFramePr>
            <p:cNvPr id="112069" name="Object 927"/>
            <p:cNvGraphicFramePr>
              <a:graphicFrameLocks noChangeAspect="1"/>
            </p:cNvGraphicFramePr>
            <p:nvPr/>
          </p:nvGraphicFramePr>
          <p:xfrm>
            <a:off x="-703" y="3544"/>
            <a:ext cx="216" cy="180"/>
          </p:xfrm>
          <a:graphic>
            <a:graphicData uri="http://schemas.openxmlformats.org/presentationml/2006/ole">
              <mc:AlternateContent xmlns:mc="http://schemas.openxmlformats.org/markup-compatibility/2006">
                <mc:Choice xmlns:v="urn:schemas-microsoft-com:vml" Requires="v">
                  <p:oleObj r:id="rId8" imgW="13096875" imgH="10858500" progId="MS_ClipArt_Gallery.2">
                    <p:embed/>
                  </p:oleObj>
                </mc:Choice>
                <mc:Fallback>
                  <p:oleObj r:id="rId8" imgW="13096875" imgH="10858500" progId="MS_ClipArt_Gallery.2">
                    <p:embed/>
                    <p:pic>
                      <p:nvPicPr>
                        <p:cNvPr id="0" name="图片 3082"/>
                        <p:cNvPicPr/>
                        <p:nvPr/>
                      </p:nvPicPr>
                      <p:blipFill>
                        <a:blip r:embed="rId9"/>
                        <a:stretch>
                          <a:fillRect/>
                        </a:stretch>
                      </p:blipFill>
                      <p:spPr>
                        <a:xfrm>
                          <a:off x="-703" y="3544"/>
                          <a:ext cx="216" cy="180"/>
                        </a:xfrm>
                        <a:prstGeom prst="rect">
                          <a:avLst/>
                        </a:prstGeom>
                        <a:noFill/>
                        <a:ln w="38100">
                          <a:noFill/>
                          <a:miter/>
                        </a:ln>
                      </p:spPr>
                    </p:pic>
                  </p:oleObj>
                </mc:Fallback>
              </mc:AlternateContent>
            </a:graphicData>
          </a:graphic>
        </p:graphicFrame>
        <p:graphicFrame>
          <p:nvGraphicFramePr>
            <p:cNvPr id="112070" name="Object 928"/>
            <p:cNvGraphicFramePr>
              <a:graphicFrameLocks noChangeAspect="1"/>
            </p:cNvGraphicFramePr>
            <p:nvPr/>
          </p:nvGraphicFramePr>
          <p:xfrm>
            <a:off x="-489" y="3546"/>
            <a:ext cx="216" cy="180"/>
          </p:xfrm>
          <a:graphic>
            <a:graphicData uri="http://schemas.openxmlformats.org/presentationml/2006/ole">
              <mc:AlternateContent xmlns:mc="http://schemas.openxmlformats.org/markup-compatibility/2006">
                <mc:Choice xmlns:v="urn:schemas-microsoft-com:vml" Requires="v">
                  <p:oleObj r:id="rId8" imgW="13096875" imgH="10858500" progId="MS_ClipArt_Gallery.2">
                    <p:embed/>
                  </p:oleObj>
                </mc:Choice>
                <mc:Fallback>
                  <p:oleObj r:id="rId8" imgW="13096875" imgH="10858500" progId="MS_ClipArt_Gallery.2">
                    <p:embed/>
                    <p:pic>
                      <p:nvPicPr>
                        <p:cNvPr id="0" name="图片 3083"/>
                        <p:cNvPicPr/>
                        <p:nvPr/>
                      </p:nvPicPr>
                      <p:blipFill>
                        <a:blip r:embed="rId9"/>
                        <a:stretch>
                          <a:fillRect/>
                        </a:stretch>
                      </p:blipFill>
                      <p:spPr>
                        <a:xfrm>
                          <a:off x="-489" y="3546"/>
                          <a:ext cx="216" cy="180"/>
                        </a:xfrm>
                        <a:prstGeom prst="rect">
                          <a:avLst/>
                        </a:prstGeom>
                        <a:noFill/>
                        <a:ln w="38100">
                          <a:noFill/>
                          <a:miter/>
                        </a:ln>
                      </p:spPr>
                    </p:pic>
                  </p:oleObj>
                </mc:Fallback>
              </mc:AlternateContent>
            </a:graphicData>
          </a:graphic>
        </p:graphicFrame>
        <p:grpSp>
          <p:nvGrpSpPr>
            <p:cNvPr id="112071" name="Group 929"/>
            <p:cNvGrpSpPr/>
            <p:nvPr/>
          </p:nvGrpSpPr>
          <p:grpSpPr>
            <a:xfrm>
              <a:off x="83" y="3625"/>
              <a:ext cx="172" cy="215"/>
              <a:chOff x="2870" y="1518"/>
              <a:chExt cx="292" cy="320"/>
            </a:xfrm>
          </p:grpSpPr>
          <p:graphicFrame>
            <p:nvGraphicFramePr>
              <p:cNvPr id="112084" name="Object 930"/>
              <p:cNvGraphicFramePr>
                <a:graphicFrameLocks noChangeAspect="1"/>
              </p:cNvGraphicFramePr>
              <p:nvPr/>
            </p:nvGraphicFramePr>
            <p:xfrm>
              <a:off x="2870" y="1518"/>
              <a:ext cx="272" cy="282"/>
            </p:xfrm>
            <a:graphic>
              <a:graphicData uri="http://schemas.openxmlformats.org/presentationml/2006/ole">
                <mc:AlternateContent xmlns:mc="http://schemas.openxmlformats.org/markup-compatibility/2006">
                  <mc:Choice xmlns:v="urn:schemas-microsoft-com:vml" Requires="v">
                    <p:oleObj r:id="rId4" imgW="8353425" imgH="8486775" progId="MS_ClipArt_Gallery.2">
                      <p:embed/>
                    </p:oleObj>
                  </mc:Choice>
                  <mc:Fallback>
                    <p:oleObj r:id="rId4" imgW="8353425" imgH="8486775" progId="MS_ClipArt_Gallery.2">
                      <p:embed/>
                      <p:pic>
                        <p:nvPicPr>
                          <p:cNvPr id="0" name="图片 3084"/>
                          <p:cNvPicPr/>
                          <p:nvPr/>
                        </p:nvPicPr>
                        <p:blipFill>
                          <a:blip r:embed="rId5"/>
                          <a:stretch>
                            <a:fillRect/>
                          </a:stretch>
                        </p:blipFill>
                        <p:spPr>
                          <a:xfrm>
                            <a:off x="2870" y="1518"/>
                            <a:ext cx="272" cy="282"/>
                          </a:xfrm>
                          <a:prstGeom prst="rect">
                            <a:avLst/>
                          </a:prstGeom>
                          <a:noFill/>
                          <a:ln w="38100">
                            <a:noFill/>
                            <a:miter/>
                          </a:ln>
                        </p:spPr>
                      </p:pic>
                    </p:oleObj>
                  </mc:Fallback>
                </mc:AlternateContent>
              </a:graphicData>
            </a:graphic>
          </p:graphicFrame>
          <p:graphicFrame>
            <p:nvGraphicFramePr>
              <p:cNvPr id="112085" name="Object 931"/>
              <p:cNvGraphicFramePr>
                <a:graphicFrameLocks noChangeAspect="1"/>
              </p:cNvGraphicFramePr>
              <p:nvPr/>
            </p:nvGraphicFramePr>
            <p:xfrm>
              <a:off x="2913" y="1602"/>
              <a:ext cx="249" cy="236"/>
            </p:xfrm>
            <a:graphic>
              <a:graphicData uri="http://schemas.openxmlformats.org/presentationml/2006/ole">
                <mc:AlternateContent xmlns:mc="http://schemas.openxmlformats.org/markup-compatibility/2006">
                  <mc:Choice xmlns:v="urn:schemas-microsoft-com:vml" Requires="v">
                    <p:oleObj r:id="rId6" imgW="12753975" imgH="12058650" progId="MS_ClipArt_Gallery.2">
                      <p:embed/>
                    </p:oleObj>
                  </mc:Choice>
                  <mc:Fallback>
                    <p:oleObj r:id="rId6" imgW="12753975" imgH="12058650" progId="MS_ClipArt_Gallery.2">
                      <p:embed/>
                      <p:pic>
                        <p:nvPicPr>
                          <p:cNvPr id="0" name="图片 3085"/>
                          <p:cNvPicPr/>
                          <p:nvPr/>
                        </p:nvPicPr>
                        <p:blipFill>
                          <a:blip r:embed="rId7"/>
                          <a:stretch>
                            <a:fillRect/>
                          </a:stretch>
                        </p:blipFill>
                        <p:spPr>
                          <a:xfrm>
                            <a:off x="2913" y="1602"/>
                            <a:ext cx="249" cy="236"/>
                          </a:xfrm>
                          <a:prstGeom prst="rect">
                            <a:avLst/>
                          </a:prstGeom>
                          <a:noFill/>
                          <a:ln w="38100">
                            <a:noFill/>
                            <a:miter/>
                          </a:ln>
                        </p:spPr>
                      </p:pic>
                    </p:oleObj>
                  </mc:Fallback>
                </mc:AlternateContent>
              </a:graphicData>
            </a:graphic>
          </p:graphicFrame>
        </p:grpSp>
        <p:grpSp>
          <p:nvGrpSpPr>
            <p:cNvPr id="112072" name="Group 932"/>
            <p:cNvGrpSpPr/>
            <p:nvPr/>
          </p:nvGrpSpPr>
          <p:grpSpPr>
            <a:xfrm>
              <a:off x="-201" y="3657"/>
              <a:ext cx="220" cy="203"/>
              <a:chOff x="2870" y="1518"/>
              <a:chExt cx="292" cy="320"/>
            </a:xfrm>
          </p:grpSpPr>
          <p:graphicFrame>
            <p:nvGraphicFramePr>
              <p:cNvPr id="112082" name="Object 933"/>
              <p:cNvGraphicFramePr>
                <a:graphicFrameLocks noChangeAspect="1"/>
              </p:cNvGraphicFramePr>
              <p:nvPr/>
            </p:nvGraphicFramePr>
            <p:xfrm>
              <a:off x="2870" y="1518"/>
              <a:ext cx="272" cy="282"/>
            </p:xfrm>
            <a:graphic>
              <a:graphicData uri="http://schemas.openxmlformats.org/presentationml/2006/ole">
                <mc:AlternateContent xmlns:mc="http://schemas.openxmlformats.org/markup-compatibility/2006">
                  <mc:Choice xmlns:v="urn:schemas-microsoft-com:vml" Requires="v">
                    <p:oleObj r:id="rId4" imgW="8353425" imgH="8486775" progId="MS_ClipArt_Gallery.2">
                      <p:embed/>
                    </p:oleObj>
                  </mc:Choice>
                  <mc:Fallback>
                    <p:oleObj r:id="rId4" imgW="8353425" imgH="8486775" progId="MS_ClipArt_Gallery.2">
                      <p:embed/>
                      <p:pic>
                        <p:nvPicPr>
                          <p:cNvPr id="0" name="图片 3086"/>
                          <p:cNvPicPr/>
                          <p:nvPr/>
                        </p:nvPicPr>
                        <p:blipFill>
                          <a:blip r:embed="rId5"/>
                          <a:stretch>
                            <a:fillRect/>
                          </a:stretch>
                        </p:blipFill>
                        <p:spPr>
                          <a:xfrm>
                            <a:off x="2870" y="1518"/>
                            <a:ext cx="272" cy="282"/>
                          </a:xfrm>
                          <a:prstGeom prst="rect">
                            <a:avLst/>
                          </a:prstGeom>
                          <a:noFill/>
                          <a:ln w="38100">
                            <a:noFill/>
                            <a:miter/>
                          </a:ln>
                        </p:spPr>
                      </p:pic>
                    </p:oleObj>
                  </mc:Fallback>
                </mc:AlternateContent>
              </a:graphicData>
            </a:graphic>
          </p:graphicFrame>
          <p:graphicFrame>
            <p:nvGraphicFramePr>
              <p:cNvPr id="112083" name="Object 934"/>
              <p:cNvGraphicFramePr>
                <a:graphicFrameLocks noChangeAspect="1"/>
              </p:cNvGraphicFramePr>
              <p:nvPr/>
            </p:nvGraphicFramePr>
            <p:xfrm>
              <a:off x="2913" y="1602"/>
              <a:ext cx="249" cy="236"/>
            </p:xfrm>
            <a:graphic>
              <a:graphicData uri="http://schemas.openxmlformats.org/presentationml/2006/ole">
                <mc:AlternateContent xmlns:mc="http://schemas.openxmlformats.org/markup-compatibility/2006">
                  <mc:Choice xmlns:v="urn:schemas-microsoft-com:vml" Requires="v">
                    <p:oleObj r:id="rId6" imgW="12753975" imgH="12058650" progId="MS_ClipArt_Gallery.2">
                      <p:embed/>
                    </p:oleObj>
                  </mc:Choice>
                  <mc:Fallback>
                    <p:oleObj r:id="rId6" imgW="12753975" imgH="12058650" progId="MS_ClipArt_Gallery.2">
                      <p:embed/>
                      <p:pic>
                        <p:nvPicPr>
                          <p:cNvPr id="0" name="图片 3087"/>
                          <p:cNvPicPr/>
                          <p:nvPr/>
                        </p:nvPicPr>
                        <p:blipFill>
                          <a:blip r:embed="rId7"/>
                          <a:stretch>
                            <a:fillRect/>
                          </a:stretch>
                        </p:blipFill>
                        <p:spPr>
                          <a:xfrm>
                            <a:off x="2913" y="1602"/>
                            <a:ext cx="249" cy="236"/>
                          </a:xfrm>
                          <a:prstGeom prst="rect">
                            <a:avLst/>
                          </a:prstGeom>
                          <a:noFill/>
                          <a:ln w="38100">
                            <a:noFill/>
                            <a:miter/>
                          </a:ln>
                        </p:spPr>
                      </p:pic>
                    </p:oleObj>
                  </mc:Fallback>
                </mc:AlternateContent>
              </a:graphicData>
            </a:graphic>
          </p:graphicFrame>
        </p:grpSp>
        <p:grpSp>
          <p:nvGrpSpPr>
            <p:cNvPr id="112073" name="Group 935"/>
            <p:cNvGrpSpPr/>
            <p:nvPr/>
          </p:nvGrpSpPr>
          <p:grpSpPr>
            <a:xfrm>
              <a:off x="569" y="3419"/>
              <a:ext cx="131" cy="258"/>
              <a:chOff x="4180" y="783"/>
              <a:chExt cx="150" cy="307"/>
            </a:xfrm>
          </p:grpSpPr>
          <p:sp>
            <p:nvSpPr>
              <p:cNvPr id="112074" name="AutoShape 936"/>
              <p:cNvSpPr/>
              <p:nvPr/>
            </p:nvSpPr>
            <p:spPr>
              <a:xfrm>
                <a:off x="4180" y="1019"/>
                <a:ext cx="150" cy="71"/>
              </a:xfrm>
              <a:prstGeom prst="parallelogram">
                <a:avLst>
                  <a:gd name="adj" fmla="val 81386"/>
                </a:avLst>
              </a:prstGeom>
              <a:solidFill>
                <a:srgbClr val="33CCCC"/>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75" name="Rectangle 937"/>
              <p:cNvSpPr/>
              <p:nvPr/>
            </p:nvSpPr>
            <p:spPr>
              <a:xfrm>
                <a:off x="4256" y="785"/>
                <a:ext cx="69" cy="236"/>
              </a:xfrm>
              <a:prstGeom prst="rect">
                <a:avLst/>
              </a:prstGeom>
              <a:solidFill>
                <a:srgbClr val="33CCCC"/>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76" name="Rectangle 938"/>
              <p:cNvSpPr/>
              <p:nvPr/>
            </p:nvSpPr>
            <p:spPr>
              <a:xfrm>
                <a:off x="4181" y="852"/>
                <a:ext cx="95" cy="236"/>
              </a:xfrm>
              <a:prstGeom prst="rect">
                <a:avLst/>
              </a:prstGeom>
              <a:solidFill>
                <a:srgbClr val="33CCCC"/>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77" name="AutoShape 939"/>
              <p:cNvSpPr/>
              <p:nvPr/>
            </p:nvSpPr>
            <p:spPr>
              <a:xfrm>
                <a:off x="4180" y="783"/>
                <a:ext cx="150" cy="71"/>
              </a:xfrm>
              <a:prstGeom prst="parallelogram">
                <a:avLst>
                  <a:gd name="adj" fmla="val 81386"/>
                </a:avLst>
              </a:prstGeom>
              <a:solidFill>
                <a:srgbClr val="33CCCC"/>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78" name="Line 940"/>
              <p:cNvSpPr/>
              <p:nvPr/>
            </p:nvSpPr>
            <p:spPr>
              <a:xfrm>
                <a:off x="4330" y="788"/>
                <a:ext cx="0" cy="231"/>
              </a:xfrm>
              <a:prstGeom prst="line">
                <a:avLst/>
              </a:prstGeom>
              <a:ln w="9525" cap="flat" cmpd="sng">
                <a:solidFill>
                  <a:schemeClr val="tx1"/>
                </a:solidFill>
                <a:prstDash val="solid"/>
                <a:headEnd type="none" w="med" len="med"/>
                <a:tailEnd type="none" w="med" len="med"/>
              </a:ln>
            </p:spPr>
          </p:sp>
          <p:sp>
            <p:nvSpPr>
              <p:cNvPr id="112079" name="Line 941"/>
              <p:cNvSpPr/>
              <p:nvPr/>
            </p:nvSpPr>
            <p:spPr>
              <a:xfrm flipH="1">
                <a:off x="4276" y="1019"/>
                <a:ext cx="54" cy="69"/>
              </a:xfrm>
              <a:prstGeom prst="line">
                <a:avLst/>
              </a:prstGeom>
              <a:ln w="9525" cap="flat" cmpd="sng">
                <a:solidFill>
                  <a:schemeClr val="tx1"/>
                </a:solidFill>
                <a:prstDash val="solid"/>
                <a:headEnd type="none" w="med" len="med"/>
                <a:tailEnd type="none" w="med" len="med"/>
              </a:ln>
            </p:spPr>
          </p:sp>
          <p:sp>
            <p:nvSpPr>
              <p:cNvPr id="112080" name="Rectangle 942"/>
              <p:cNvSpPr/>
              <p:nvPr/>
            </p:nvSpPr>
            <p:spPr>
              <a:xfrm>
                <a:off x="4193" y="883"/>
                <a:ext cx="63" cy="136"/>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81" name="Rectangle 943"/>
              <p:cNvSpPr/>
              <p:nvPr/>
            </p:nvSpPr>
            <p:spPr>
              <a:xfrm>
                <a:off x="4202" y="924"/>
                <a:ext cx="48" cy="48"/>
              </a:xfrm>
              <a:prstGeom prst="rect">
                <a:avLst/>
              </a:prstGeom>
              <a:solidFill>
                <a:schemeClr val="bg1"/>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sp>
        <p:nvSpPr>
          <p:cNvPr id="111716" name="Line 944"/>
          <p:cNvSpPr/>
          <p:nvPr/>
        </p:nvSpPr>
        <p:spPr>
          <a:xfrm flipH="1">
            <a:off x="6015038" y="3413125"/>
            <a:ext cx="3175" cy="144463"/>
          </a:xfrm>
          <a:prstGeom prst="line">
            <a:avLst/>
          </a:prstGeom>
          <a:ln w="9525" cap="flat" cmpd="sng">
            <a:solidFill>
              <a:schemeClr val="bg2"/>
            </a:solidFill>
            <a:prstDash val="solid"/>
            <a:headEnd type="none" w="med" len="med"/>
            <a:tailEnd type="none" w="med" len="med"/>
          </a:ln>
        </p:spPr>
      </p:sp>
      <p:sp>
        <p:nvSpPr>
          <p:cNvPr id="111717" name="Line 945"/>
          <p:cNvSpPr/>
          <p:nvPr/>
        </p:nvSpPr>
        <p:spPr>
          <a:xfrm flipV="1">
            <a:off x="7312025" y="2395538"/>
            <a:ext cx="123825" cy="87312"/>
          </a:xfrm>
          <a:prstGeom prst="line">
            <a:avLst/>
          </a:prstGeom>
          <a:ln w="9525" cap="flat" cmpd="sng">
            <a:solidFill>
              <a:schemeClr val="bg2"/>
            </a:solidFill>
            <a:prstDash val="solid"/>
            <a:headEnd type="none" w="med" len="med"/>
            <a:tailEnd type="none" w="med" len="med"/>
          </a:ln>
        </p:spPr>
      </p:sp>
      <p:sp>
        <p:nvSpPr>
          <p:cNvPr id="111718" name="Line 946"/>
          <p:cNvSpPr/>
          <p:nvPr/>
        </p:nvSpPr>
        <p:spPr>
          <a:xfrm>
            <a:off x="7138988" y="2568575"/>
            <a:ext cx="0" cy="82550"/>
          </a:xfrm>
          <a:prstGeom prst="line">
            <a:avLst/>
          </a:prstGeom>
          <a:ln w="9525" cap="flat" cmpd="sng">
            <a:solidFill>
              <a:schemeClr val="bg2"/>
            </a:solidFill>
            <a:prstDash val="solid"/>
            <a:headEnd type="none" w="med" len="med"/>
            <a:tailEnd type="none" w="med" len="med"/>
          </a:ln>
        </p:spPr>
      </p:sp>
      <p:sp>
        <p:nvSpPr>
          <p:cNvPr id="111719" name="Line 947"/>
          <p:cNvSpPr/>
          <p:nvPr/>
        </p:nvSpPr>
        <p:spPr>
          <a:xfrm flipV="1">
            <a:off x="7310438" y="2465388"/>
            <a:ext cx="263525" cy="288925"/>
          </a:xfrm>
          <a:prstGeom prst="line">
            <a:avLst/>
          </a:prstGeom>
          <a:ln w="9525" cap="flat" cmpd="sng">
            <a:solidFill>
              <a:schemeClr val="bg2"/>
            </a:solidFill>
            <a:prstDash val="solid"/>
            <a:headEnd type="none" w="med" len="med"/>
            <a:tailEnd type="none" w="med" len="med"/>
          </a:ln>
        </p:spPr>
      </p:sp>
      <p:sp>
        <p:nvSpPr>
          <p:cNvPr id="111720" name="Line 948"/>
          <p:cNvSpPr/>
          <p:nvPr/>
        </p:nvSpPr>
        <p:spPr>
          <a:xfrm>
            <a:off x="7675563" y="2463800"/>
            <a:ext cx="0" cy="196850"/>
          </a:xfrm>
          <a:prstGeom prst="line">
            <a:avLst/>
          </a:prstGeom>
          <a:ln w="9525" cap="flat" cmpd="sng">
            <a:solidFill>
              <a:schemeClr val="bg2"/>
            </a:solidFill>
            <a:prstDash val="solid"/>
            <a:headEnd type="none" w="med" len="med"/>
            <a:tailEnd type="none" w="med" len="med"/>
          </a:ln>
        </p:spPr>
      </p:sp>
      <p:sp>
        <p:nvSpPr>
          <p:cNvPr id="111721" name="Line 949"/>
          <p:cNvSpPr/>
          <p:nvPr/>
        </p:nvSpPr>
        <p:spPr>
          <a:xfrm>
            <a:off x="7329488" y="2770188"/>
            <a:ext cx="188912" cy="0"/>
          </a:xfrm>
          <a:prstGeom prst="line">
            <a:avLst/>
          </a:prstGeom>
          <a:ln w="9525" cap="flat" cmpd="sng">
            <a:solidFill>
              <a:schemeClr val="bg2"/>
            </a:solidFill>
            <a:prstDash val="solid"/>
            <a:headEnd type="none" w="med" len="med"/>
            <a:tailEnd type="none" w="med" len="med"/>
          </a:ln>
        </p:spPr>
      </p:sp>
      <p:sp>
        <p:nvSpPr>
          <p:cNvPr id="111722" name="Line 950"/>
          <p:cNvSpPr/>
          <p:nvPr/>
        </p:nvSpPr>
        <p:spPr>
          <a:xfrm flipV="1">
            <a:off x="5624513" y="3636963"/>
            <a:ext cx="168275" cy="3175"/>
          </a:xfrm>
          <a:prstGeom prst="line">
            <a:avLst/>
          </a:prstGeom>
          <a:ln w="9525" cap="flat" cmpd="sng">
            <a:solidFill>
              <a:schemeClr val="bg2"/>
            </a:solidFill>
            <a:prstDash val="solid"/>
            <a:headEnd type="none" w="med" len="med"/>
            <a:tailEnd type="none" w="med" len="med"/>
          </a:ln>
        </p:spPr>
      </p:sp>
      <p:sp>
        <p:nvSpPr>
          <p:cNvPr id="111723" name="Line 951"/>
          <p:cNvSpPr/>
          <p:nvPr/>
        </p:nvSpPr>
        <p:spPr>
          <a:xfrm flipV="1">
            <a:off x="7743825" y="2163763"/>
            <a:ext cx="238125" cy="168275"/>
          </a:xfrm>
          <a:prstGeom prst="line">
            <a:avLst/>
          </a:prstGeom>
          <a:ln w="9525" cap="flat" cmpd="sng">
            <a:solidFill>
              <a:schemeClr val="bg2"/>
            </a:solidFill>
            <a:prstDash val="solid"/>
            <a:headEnd type="none" w="med" len="med"/>
            <a:tailEnd type="none" w="med" len="med"/>
          </a:ln>
        </p:spPr>
      </p:sp>
      <p:sp>
        <p:nvSpPr>
          <p:cNvPr id="111724" name="Line 952"/>
          <p:cNvSpPr/>
          <p:nvPr/>
        </p:nvSpPr>
        <p:spPr>
          <a:xfrm>
            <a:off x="7883525" y="2760663"/>
            <a:ext cx="177800" cy="0"/>
          </a:xfrm>
          <a:prstGeom prst="line">
            <a:avLst/>
          </a:prstGeom>
          <a:ln w="9525" cap="flat" cmpd="sng">
            <a:solidFill>
              <a:schemeClr val="bg2"/>
            </a:solidFill>
            <a:prstDash val="solid"/>
            <a:headEnd type="none" w="med" len="med"/>
            <a:tailEnd type="none" w="med" len="med"/>
          </a:ln>
        </p:spPr>
      </p:sp>
      <p:sp>
        <p:nvSpPr>
          <p:cNvPr id="111725" name="Line 953"/>
          <p:cNvSpPr/>
          <p:nvPr/>
        </p:nvSpPr>
        <p:spPr>
          <a:xfrm flipH="1">
            <a:off x="7029450" y="2836863"/>
            <a:ext cx="98425" cy="704850"/>
          </a:xfrm>
          <a:prstGeom prst="line">
            <a:avLst/>
          </a:prstGeom>
          <a:ln w="9525" cap="flat" cmpd="sng">
            <a:solidFill>
              <a:schemeClr val="bg2"/>
            </a:solidFill>
            <a:prstDash val="solid"/>
            <a:headEnd type="none" w="med" len="med"/>
            <a:tailEnd type="none" w="med" len="med"/>
          </a:ln>
        </p:spPr>
      </p:sp>
      <p:sp>
        <p:nvSpPr>
          <p:cNvPr id="111726" name="Line 954"/>
          <p:cNvSpPr/>
          <p:nvPr/>
        </p:nvSpPr>
        <p:spPr>
          <a:xfrm flipH="1">
            <a:off x="7620000" y="2836863"/>
            <a:ext cx="111125" cy="727075"/>
          </a:xfrm>
          <a:prstGeom prst="line">
            <a:avLst/>
          </a:prstGeom>
          <a:ln w="9525" cap="flat" cmpd="sng">
            <a:solidFill>
              <a:schemeClr val="bg2"/>
            </a:solidFill>
            <a:prstDash val="solid"/>
            <a:headEnd type="none" w="med" len="med"/>
            <a:tailEnd type="none" w="med" len="med"/>
          </a:ln>
        </p:spPr>
      </p:sp>
      <p:grpSp>
        <p:nvGrpSpPr>
          <p:cNvPr id="111727" name="Group 955"/>
          <p:cNvGrpSpPr/>
          <p:nvPr/>
        </p:nvGrpSpPr>
        <p:grpSpPr>
          <a:xfrm>
            <a:off x="6672263" y="4454525"/>
            <a:ext cx="501650" cy="234950"/>
            <a:chOff x="4701" y="2996"/>
            <a:chExt cx="316" cy="148"/>
          </a:xfrm>
        </p:grpSpPr>
        <p:sp>
          <p:nvSpPr>
            <p:cNvPr id="112048" name="Oval 956"/>
            <p:cNvSpPr/>
            <p:nvPr/>
          </p:nvSpPr>
          <p:spPr>
            <a:xfrm>
              <a:off x="4704" y="3062"/>
              <a:ext cx="313" cy="82"/>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49" name="Line 957"/>
            <p:cNvSpPr/>
            <p:nvPr/>
          </p:nvSpPr>
          <p:spPr>
            <a:xfrm>
              <a:off x="4704" y="3055"/>
              <a:ext cx="0" cy="51"/>
            </a:xfrm>
            <a:prstGeom prst="line">
              <a:avLst/>
            </a:prstGeom>
            <a:ln w="12700" cap="flat" cmpd="sng">
              <a:solidFill>
                <a:schemeClr val="folHlink"/>
              </a:solidFill>
              <a:prstDash val="solid"/>
              <a:headEnd type="none" w="med" len="med"/>
              <a:tailEnd type="none" w="med" len="med"/>
            </a:ln>
          </p:spPr>
        </p:sp>
        <p:sp>
          <p:nvSpPr>
            <p:cNvPr id="112050" name="Line 958"/>
            <p:cNvSpPr/>
            <p:nvPr/>
          </p:nvSpPr>
          <p:spPr>
            <a:xfrm>
              <a:off x="5017" y="3055"/>
              <a:ext cx="0" cy="51"/>
            </a:xfrm>
            <a:prstGeom prst="line">
              <a:avLst/>
            </a:prstGeom>
            <a:ln w="12700" cap="flat" cmpd="sng">
              <a:solidFill>
                <a:schemeClr val="folHlink"/>
              </a:solidFill>
              <a:prstDash val="solid"/>
              <a:headEnd type="none" w="med" len="med"/>
              <a:tailEnd type="none" w="med" len="med"/>
            </a:ln>
          </p:spPr>
        </p:sp>
        <p:sp>
          <p:nvSpPr>
            <p:cNvPr id="112051" name="Rectangle 959"/>
            <p:cNvSpPr/>
            <p:nvPr/>
          </p:nvSpPr>
          <p:spPr>
            <a:xfrm>
              <a:off x="4704" y="3055"/>
              <a:ext cx="310" cy="50"/>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2052" name="Oval 960"/>
            <p:cNvSpPr/>
            <p:nvPr/>
          </p:nvSpPr>
          <p:spPr>
            <a:xfrm>
              <a:off x="4701" y="2996"/>
              <a:ext cx="313" cy="96"/>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2053" name="Group 961"/>
            <p:cNvGrpSpPr/>
            <p:nvPr/>
          </p:nvGrpSpPr>
          <p:grpSpPr>
            <a:xfrm>
              <a:off x="4776" y="3017"/>
              <a:ext cx="156" cy="56"/>
              <a:chOff x="2848" y="848"/>
              <a:chExt cx="140" cy="98"/>
            </a:xfrm>
          </p:grpSpPr>
          <p:sp>
            <p:nvSpPr>
              <p:cNvPr id="112058" name="Line 962"/>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059" name="Line 963"/>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060" name="Line 964"/>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2054" name="Group 965"/>
            <p:cNvGrpSpPr/>
            <p:nvPr/>
          </p:nvGrpSpPr>
          <p:grpSpPr>
            <a:xfrm flipV="1">
              <a:off x="4776" y="3016"/>
              <a:ext cx="156" cy="56"/>
              <a:chOff x="2848" y="848"/>
              <a:chExt cx="140" cy="98"/>
            </a:xfrm>
          </p:grpSpPr>
          <p:sp>
            <p:nvSpPr>
              <p:cNvPr id="112055" name="Line 966"/>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056" name="Line 967"/>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057" name="Line 968"/>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grpSp>
        <p:nvGrpSpPr>
          <p:cNvPr id="111728" name="Group 969"/>
          <p:cNvGrpSpPr/>
          <p:nvPr/>
        </p:nvGrpSpPr>
        <p:grpSpPr>
          <a:xfrm>
            <a:off x="6007100" y="4756150"/>
            <a:ext cx="501650" cy="234950"/>
            <a:chOff x="4701" y="2996"/>
            <a:chExt cx="316" cy="148"/>
          </a:xfrm>
        </p:grpSpPr>
        <p:sp>
          <p:nvSpPr>
            <p:cNvPr id="112035" name="Oval 970"/>
            <p:cNvSpPr/>
            <p:nvPr/>
          </p:nvSpPr>
          <p:spPr>
            <a:xfrm>
              <a:off x="4704" y="3062"/>
              <a:ext cx="313" cy="82"/>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2036" name="Line 971"/>
            <p:cNvSpPr/>
            <p:nvPr/>
          </p:nvSpPr>
          <p:spPr>
            <a:xfrm>
              <a:off x="4704" y="3055"/>
              <a:ext cx="0" cy="51"/>
            </a:xfrm>
            <a:prstGeom prst="line">
              <a:avLst/>
            </a:prstGeom>
            <a:ln w="12700" cap="flat" cmpd="sng">
              <a:solidFill>
                <a:schemeClr val="folHlink"/>
              </a:solidFill>
              <a:prstDash val="solid"/>
              <a:headEnd type="none" w="med" len="med"/>
              <a:tailEnd type="none" w="med" len="med"/>
            </a:ln>
          </p:spPr>
        </p:sp>
        <p:sp>
          <p:nvSpPr>
            <p:cNvPr id="112037" name="Line 972"/>
            <p:cNvSpPr/>
            <p:nvPr/>
          </p:nvSpPr>
          <p:spPr>
            <a:xfrm>
              <a:off x="5017" y="3055"/>
              <a:ext cx="0" cy="51"/>
            </a:xfrm>
            <a:prstGeom prst="line">
              <a:avLst/>
            </a:prstGeom>
            <a:ln w="12700" cap="flat" cmpd="sng">
              <a:solidFill>
                <a:schemeClr val="folHlink"/>
              </a:solidFill>
              <a:prstDash val="solid"/>
              <a:headEnd type="none" w="med" len="med"/>
              <a:tailEnd type="none" w="med" len="med"/>
            </a:ln>
          </p:spPr>
        </p:sp>
        <p:sp>
          <p:nvSpPr>
            <p:cNvPr id="112038" name="Rectangle 973"/>
            <p:cNvSpPr/>
            <p:nvPr/>
          </p:nvSpPr>
          <p:spPr>
            <a:xfrm>
              <a:off x="4704" y="3055"/>
              <a:ext cx="310" cy="50"/>
            </a:xfrm>
            <a:prstGeom prst="rect">
              <a:avLst/>
            </a:prstGeom>
            <a:solidFill>
              <a:srgbClr val="DDDDDD"/>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2039" name="Oval 974"/>
            <p:cNvSpPr/>
            <p:nvPr/>
          </p:nvSpPr>
          <p:spPr>
            <a:xfrm>
              <a:off x="4701" y="2996"/>
              <a:ext cx="313" cy="96"/>
            </a:xfrm>
            <a:prstGeom prst="ellipse">
              <a:avLst/>
            </a:prstGeom>
            <a:solidFill>
              <a:srgbClr val="DDDDDD"/>
            </a:solidFill>
            <a:ln w="12700" cap="flat" cmpd="sng">
              <a:solidFill>
                <a:schemeClr val="folHlink"/>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2040" name="Group 975"/>
            <p:cNvGrpSpPr/>
            <p:nvPr/>
          </p:nvGrpSpPr>
          <p:grpSpPr>
            <a:xfrm>
              <a:off x="4776" y="3017"/>
              <a:ext cx="156" cy="56"/>
              <a:chOff x="2848" y="848"/>
              <a:chExt cx="140" cy="98"/>
            </a:xfrm>
          </p:grpSpPr>
          <p:sp>
            <p:nvSpPr>
              <p:cNvPr id="112045" name="Line 976"/>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046" name="Line 977"/>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047" name="Line 978"/>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nvGrpSpPr>
            <p:cNvPr id="112041" name="Group 979"/>
            <p:cNvGrpSpPr/>
            <p:nvPr/>
          </p:nvGrpSpPr>
          <p:grpSpPr>
            <a:xfrm flipV="1">
              <a:off x="4776" y="3016"/>
              <a:ext cx="156" cy="56"/>
              <a:chOff x="2848" y="848"/>
              <a:chExt cx="140" cy="98"/>
            </a:xfrm>
          </p:grpSpPr>
          <p:sp>
            <p:nvSpPr>
              <p:cNvPr id="112042" name="Line 980"/>
              <p:cNvSpPr/>
              <p:nvPr/>
            </p:nvSpPr>
            <p:spPr>
              <a:xfrm flipV="1">
                <a:off x="2848" y="848"/>
                <a:ext cx="50" cy="2"/>
              </a:xfrm>
              <a:prstGeom prst="line">
                <a:avLst/>
              </a:prstGeom>
              <a:ln w="28575" cap="flat" cmpd="sng">
                <a:solidFill>
                  <a:schemeClr val="bg2"/>
                </a:solidFill>
                <a:prstDash val="solid"/>
                <a:headEnd type="none" w="med" len="med"/>
                <a:tailEnd type="none" w="med" len="med"/>
              </a:ln>
            </p:spPr>
          </p:sp>
          <p:sp>
            <p:nvSpPr>
              <p:cNvPr id="112043" name="Line 981"/>
              <p:cNvSpPr/>
              <p:nvPr/>
            </p:nvSpPr>
            <p:spPr>
              <a:xfrm>
                <a:off x="2944" y="946"/>
                <a:ext cx="44" cy="0"/>
              </a:xfrm>
              <a:prstGeom prst="line">
                <a:avLst/>
              </a:prstGeom>
              <a:ln w="28575" cap="flat" cmpd="sng">
                <a:solidFill>
                  <a:schemeClr val="bg2"/>
                </a:solidFill>
                <a:prstDash val="solid"/>
                <a:headEnd type="none" w="med" len="med"/>
                <a:tailEnd type="none" w="med" len="med"/>
              </a:ln>
            </p:spPr>
          </p:sp>
          <p:sp>
            <p:nvSpPr>
              <p:cNvPr id="112044" name="Line 982"/>
              <p:cNvSpPr/>
              <p:nvPr/>
            </p:nvSpPr>
            <p:spPr>
              <a:xfrm>
                <a:off x="2894" y="850"/>
                <a:ext cx="52" cy="96"/>
              </a:xfrm>
              <a:prstGeom prst="line">
                <a:avLst/>
              </a:prstGeom>
              <a:ln w="28575" cap="flat" cmpd="sng">
                <a:solidFill>
                  <a:schemeClr val="bg2"/>
                </a:solidFill>
                <a:prstDash val="solid"/>
                <a:headEnd type="none" w="med" len="med"/>
                <a:tailEnd type="none" w="med" len="med"/>
              </a:ln>
            </p:spPr>
          </p:sp>
        </p:grpSp>
      </p:grpSp>
      <p:grpSp>
        <p:nvGrpSpPr>
          <p:cNvPr id="111729" name="Group 983"/>
          <p:cNvGrpSpPr/>
          <p:nvPr/>
        </p:nvGrpSpPr>
        <p:grpSpPr>
          <a:xfrm>
            <a:off x="6837363" y="4941888"/>
            <a:ext cx="290512" cy="404812"/>
            <a:chOff x="4290" y="3130"/>
            <a:chExt cx="183" cy="255"/>
          </a:xfrm>
        </p:grpSpPr>
        <p:pic>
          <p:nvPicPr>
            <p:cNvPr id="112017" name="Picture 984" descr="31u_bnrz[1]"/>
            <p:cNvPicPr>
              <a:picLocks noChangeAspect="1"/>
            </p:cNvPicPr>
            <p:nvPr/>
          </p:nvPicPr>
          <p:blipFill>
            <a:blip r:embed="rId10"/>
            <a:stretch>
              <a:fillRect/>
            </a:stretch>
          </p:blipFill>
          <p:spPr>
            <a:xfrm>
              <a:off x="4343" y="3211"/>
              <a:ext cx="121" cy="174"/>
            </a:xfrm>
            <a:prstGeom prst="rect">
              <a:avLst/>
            </a:prstGeom>
            <a:solidFill>
              <a:srgbClr val="DDDDDD"/>
            </a:solidFill>
            <a:ln w="9525">
              <a:noFill/>
            </a:ln>
          </p:spPr>
        </p:pic>
        <p:sp>
          <p:nvSpPr>
            <p:cNvPr id="112018" name="Freeform 985"/>
            <p:cNvSpPr/>
            <p:nvPr/>
          </p:nvSpPr>
          <p:spPr>
            <a:xfrm>
              <a:off x="4339" y="3143"/>
              <a:ext cx="33" cy="39"/>
            </a:xfrm>
            <a:custGeom>
              <a:avLst/>
              <a:gdLst>
                <a:gd name="txL" fmla="*/ 0 w 199"/>
                <a:gd name="txT" fmla="*/ 0 h 232"/>
                <a:gd name="txR" fmla="*/ 199 w 199"/>
                <a:gd name="txB" fmla="*/ 232 h 232"/>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99" h="232">
                  <a:moveTo>
                    <a:pt x="70" y="29"/>
                  </a:moveTo>
                  <a:lnTo>
                    <a:pt x="55" y="39"/>
                  </a:lnTo>
                  <a:lnTo>
                    <a:pt x="42" y="50"/>
                  </a:lnTo>
                  <a:lnTo>
                    <a:pt x="30" y="63"/>
                  </a:lnTo>
                  <a:lnTo>
                    <a:pt x="20" y="77"/>
                  </a:lnTo>
                  <a:lnTo>
                    <a:pt x="12" y="91"/>
                  </a:lnTo>
                  <a:lnTo>
                    <a:pt x="6" y="108"/>
                  </a:lnTo>
                  <a:lnTo>
                    <a:pt x="2" y="125"/>
                  </a:lnTo>
                  <a:lnTo>
                    <a:pt x="0" y="142"/>
                  </a:lnTo>
                  <a:lnTo>
                    <a:pt x="2" y="166"/>
                  </a:lnTo>
                  <a:lnTo>
                    <a:pt x="12" y="186"/>
                  </a:lnTo>
                  <a:lnTo>
                    <a:pt x="26" y="203"/>
                  </a:lnTo>
                  <a:lnTo>
                    <a:pt x="45" y="216"/>
                  </a:lnTo>
                  <a:lnTo>
                    <a:pt x="66" y="226"/>
                  </a:lnTo>
                  <a:lnTo>
                    <a:pt x="88" y="230"/>
                  </a:lnTo>
                  <a:lnTo>
                    <a:pt x="111" y="232"/>
                  </a:lnTo>
                  <a:lnTo>
                    <a:pt x="134" y="228"/>
                  </a:lnTo>
                  <a:lnTo>
                    <a:pt x="138" y="228"/>
                  </a:lnTo>
                  <a:lnTo>
                    <a:pt x="143" y="226"/>
                  </a:lnTo>
                  <a:lnTo>
                    <a:pt x="147" y="222"/>
                  </a:lnTo>
                  <a:lnTo>
                    <a:pt x="148" y="218"/>
                  </a:lnTo>
                  <a:lnTo>
                    <a:pt x="145" y="212"/>
                  </a:lnTo>
                  <a:lnTo>
                    <a:pt x="141" y="207"/>
                  </a:lnTo>
                  <a:lnTo>
                    <a:pt x="135" y="203"/>
                  </a:lnTo>
                  <a:lnTo>
                    <a:pt x="129" y="201"/>
                  </a:lnTo>
                  <a:lnTo>
                    <a:pt x="117" y="197"/>
                  </a:lnTo>
                  <a:lnTo>
                    <a:pt x="105" y="195"/>
                  </a:lnTo>
                  <a:lnTo>
                    <a:pt x="94" y="193"/>
                  </a:lnTo>
                  <a:lnTo>
                    <a:pt x="83" y="190"/>
                  </a:lnTo>
                  <a:lnTo>
                    <a:pt x="73" y="187"/>
                  </a:lnTo>
                  <a:lnTo>
                    <a:pt x="62" y="182"/>
                  </a:lnTo>
                  <a:lnTo>
                    <a:pt x="53" y="176"/>
                  </a:lnTo>
                  <a:lnTo>
                    <a:pt x="43" y="167"/>
                  </a:lnTo>
                  <a:lnTo>
                    <a:pt x="40" y="128"/>
                  </a:lnTo>
                  <a:lnTo>
                    <a:pt x="49" y="96"/>
                  </a:lnTo>
                  <a:lnTo>
                    <a:pt x="68" y="71"/>
                  </a:lnTo>
                  <a:lnTo>
                    <a:pt x="94" y="50"/>
                  </a:lnTo>
                  <a:lnTo>
                    <a:pt x="122" y="34"/>
                  </a:lnTo>
                  <a:lnTo>
                    <a:pt x="151" y="21"/>
                  </a:lnTo>
                  <a:lnTo>
                    <a:pt x="178" y="12"/>
                  </a:lnTo>
                  <a:lnTo>
                    <a:pt x="199" y="4"/>
                  </a:lnTo>
                  <a:lnTo>
                    <a:pt x="186" y="1"/>
                  </a:lnTo>
                  <a:lnTo>
                    <a:pt x="172" y="0"/>
                  </a:lnTo>
                  <a:lnTo>
                    <a:pt x="156" y="2"/>
                  </a:lnTo>
                  <a:lnTo>
                    <a:pt x="138" y="4"/>
                  </a:lnTo>
                  <a:lnTo>
                    <a:pt x="121" y="10"/>
                  </a:lnTo>
                  <a:lnTo>
                    <a:pt x="103" y="16"/>
                  </a:lnTo>
                  <a:lnTo>
                    <a:pt x="86" y="23"/>
                  </a:lnTo>
                  <a:lnTo>
                    <a:pt x="70" y="29"/>
                  </a:lnTo>
                  <a:close/>
                </a:path>
              </a:pathLst>
            </a:custGeom>
            <a:solidFill>
              <a:srgbClr val="C9E8FF">
                <a:alpha val="100000"/>
              </a:srgbClr>
            </a:solidFill>
            <a:ln w="9525">
              <a:noFill/>
            </a:ln>
          </p:spPr>
          <p:txBody>
            <a:bodyPr/>
            <a:lstStyle/>
            <a:p>
              <a:endParaRPr lang="zh-CN" altLang="en-US"/>
            </a:p>
          </p:txBody>
        </p:sp>
        <p:sp>
          <p:nvSpPr>
            <p:cNvPr id="112019" name="Freeform 986"/>
            <p:cNvSpPr/>
            <p:nvPr/>
          </p:nvSpPr>
          <p:spPr>
            <a:xfrm>
              <a:off x="4395" y="3142"/>
              <a:ext cx="22" cy="30"/>
            </a:xfrm>
            <a:custGeom>
              <a:avLst/>
              <a:gdLst>
                <a:gd name="txL" fmla="*/ 0 w 128"/>
                <a:gd name="txT" fmla="*/ 0 h 180"/>
                <a:gd name="txR" fmla="*/ 128 w 128"/>
                <a:gd name="txB" fmla="*/ 180 h 18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28" h="180">
                  <a:moveTo>
                    <a:pt x="108" y="59"/>
                  </a:moveTo>
                  <a:lnTo>
                    <a:pt x="113" y="77"/>
                  </a:lnTo>
                  <a:lnTo>
                    <a:pt x="111" y="94"/>
                  </a:lnTo>
                  <a:lnTo>
                    <a:pt x="103" y="108"/>
                  </a:lnTo>
                  <a:lnTo>
                    <a:pt x="91" y="121"/>
                  </a:lnTo>
                  <a:lnTo>
                    <a:pt x="77" y="132"/>
                  </a:lnTo>
                  <a:lnTo>
                    <a:pt x="61" y="144"/>
                  </a:lnTo>
                  <a:lnTo>
                    <a:pt x="45" y="154"/>
                  </a:lnTo>
                  <a:lnTo>
                    <a:pt x="30" y="164"/>
                  </a:lnTo>
                  <a:lnTo>
                    <a:pt x="28" y="168"/>
                  </a:lnTo>
                  <a:lnTo>
                    <a:pt x="27" y="170"/>
                  </a:lnTo>
                  <a:lnTo>
                    <a:pt x="27" y="174"/>
                  </a:lnTo>
                  <a:lnTo>
                    <a:pt x="28" y="177"/>
                  </a:lnTo>
                  <a:lnTo>
                    <a:pt x="32" y="179"/>
                  </a:lnTo>
                  <a:lnTo>
                    <a:pt x="35" y="180"/>
                  </a:lnTo>
                  <a:lnTo>
                    <a:pt x="37" y="180"/>
                  </a:lnTo>
                  <a:lnTo>
                    <a:pt x="41" y="179"/>
                  </a:lnTo>
                  <a:lnTo>
                    <a:pt x="60" y="169"/>
                  </a:lnTo>
                  <a:lnTo>
                    <a:pt x="77" y="158"/>
                  </a:lnTo>
                  <a:lnTo>
                    <a:pt x="94" y="145"/>
                  </a:lnTo>
                  <a:lnTo>
                    <a:pt x="109" y="130"/>
                  </a:lnTo>
                  <a:lnTo>
                    <a:pt x="120" y="114"/>
                  </a:lnTo>
                  <a:lnTo>
                    <a:pt x="127" y="95"/>
                  </a:lnTo>
                  <a:lnTo>
                    <a:pt x="128" y="76"/>
                  </a:lnTo>
                  <a:lnTo>
                    <a:pt x="123" y="55"/>
                  </a:lnTo>
                  <a:lnTo>
                    <a:pt x="113" y="39"/>
                  </a:lnTo>
                  <a:lnTo>
                    <a:pt x="97" y="25"/>
                  </a:lnTo>
                  <a:lnTo>
                    <a:pt x="79" y="15"/>
                  </a:lnTo>
                  <a:lnTo>
                    <a:pt x="57" y="7"/>
                  </a:lnTo>
                  <a:lnTo>
                    <a:pt x="36" y="2"/>
                  </a:lnTo>
                  <a:lnTo>
                    <a:pt x="19" y="0"/>
                  </a:lnTo>
                  <a:lnTo>
                    <a:pt x="6" y="0"/>
                  </a:lnTo>
                  <a:lnTo>
                    <a:pt x="0" y="4"/>
                  </a:lnTo>
                  <a:lnTo>
                    <a:pt x="14" y="9"/>
                  </a:lnTo>
                  <a:lnTo>
                    <a:pt x="29" y="14"/>
                  </a:lnTo>
                  <a:lnTo>
                    <a:pt x="46" y="19"/>
                  </a:lnTo>
                  <a:lnTo>
                    <a:pt x="61" y="23"/>
                  </a:lnTo>
                  <a:lnTo>
                    <a:pt x="76" y="29"/>
                  </a:lnTo>
                  <a:lnTo>
                    <a:pt x="89" y="37"/>
                  </a:lnTo>
                  <a:lnTo>
                    <a:pt x="100" y="46"/>
                  </a:lnTo>
                  <a:lnTo>
                    <a:pt x="108" y="59"/>
                  </a:lnTo>
                  <a:close/>
                </a:path>
              </a:pathLst>
            </a:custGeom>
            <a:solidFill>
              <a:srgbClr val="C9E8FF">
                <a:alpha val="100000"/>
              </a:srgbClr>
            </a:solidFill>
            <a:ln w="9525">
              <a:noFill/>
            </a:ln>
          </p:spPr>
          <p:txBody>
            <a:bodyPr/>
            <a:lstStyle/>
            <a:p>
              <a:endParaRPr lang="zh-CN" altLang="en-US"/>
            </a:p>
          </p:txBody>
        </p:sp>
        <p:sp>
          <p:nvSpPr>
            <p:cNvPr id="112020" name="Freeform 987"/>
            <p:cNvSpPr/>
            <p:nvPr/>
          </p:nvSpPr>
          <p:spPr>
            <a:xfrm>
              <a:off x="4318" y="3135"/>
              <a:ext cx="54" cy="63"/>
            </a:xfrm>
            <a:custGeom>
              <a:avLst/>
              <a:gdLst>
                <a:gd name="txL" fmla="*/ 0 w 322"/>
                <a:gd name="txT" fmla="*/ 0 h 378"/>
                <a:gd name="txR" fmla="*/ 322 w 322"/>
                <a:gd name="txB" fmla="*/ 378 h 378"/>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22" h="378">
                  <a:moveTo>
                    <a:pt x="125" y="49"/>
                  </a:moveTo>
                  <a:lnTo>
                    <a:pt x="100" y="70"/>
                  </a:lnTo>
                  <a:lnTo>
                    <a:pt x="76" y="90"/>
                  </a:lnTo>
                  <a:lnTo>
                    <a:pt x="53" y="115"/>
                  </a:lnTo>
                  <a:lnTo>
                    <a:pt x="34" y="140"/>
                  </a:lnTo>
                  <a:lnTo>
                    <a:pt x="17" y="166"/>
                  </a:lnTo>
                  <a:lnTo>
                    <a:pt x="5" y="195"/>
                  </a:lnTo>
                  <a:lnTo>
                    <a:pt x="0" y="226"/>
                  </a:lnTo>
                  <a:lnTo>
                    <a:pt x="1" y="258"/>
                  </a:lnTo>
                  <a:lnTo>
                    <a:pt x="3" y="266"/>
                  </a:lnTo>
                  <a:lnTo>
                    <a:pt x="5" y="275"/>
                  </a:lnTo>
                  <a:lnTo>
                    <a:pt x="9" y="282"/>
                  </a:lnTo>
                  <a:lnTo>
                    <a:pt x="14" y="290"/>
                  </a:lnTo>
                  <a:lnTo>
                    <a:pt x="19" y="297"/>
                  </a:lnTo>
                  <a:lnTo>
                    <a:pt x="26" y="304"/>
                  </a:lnTo>
                  <a:lnTo>
                    <a:pt x="32" y="310"/>
                  </a:lnTo>
                  <a:lnTo>
                    <a:pt x="41" y="314"/>
                  </a:lnTo>
                  <a:lnTo>
                    <a:pt x="56" y="324"/>
                  </a:lnTo>
                  <a:lnTo>
                    <a:pt x="71" y="332"/>
                  </a:lnTo>
                  <a:lnTo>
                    <a:pt x="86" y="338"/>
                  </a:lnTo>
                  <a:lnTo>
                    <a:pt x="103" y="344"/>
                  </a:lnTo>
                  <a:lnTo>
                    <a:pt x="119" y="350"/>
                  </a:lnTo>
                  <a:lnTo>
                    <a:pt x="136" y="355"/>
                  </a:lnTo>
                  <a:lnTo>
                    <a:pt x="152" y="359"/>
                  </a:lnTo>
                  <a:lnTo>
                    <a:pt x="168" y="363"/>
                  </a:lnTo>
                  <a:lnTo>
                    <a:pt x="186" y="366"/>
                  </a:lnTo>
                  <a:lnTo>
                    <a:pt x="202" y="368"/>
                  </a:lnTo>
                  <a:lnTo>
                    <a:pt x="220" y="371"/>
                  </a:lnTo>
                  <a:lnTo>
                    <a:pt x="238" y="373"/>
                  </a:lnTo>
                  <a:lnTo>
                    <a:pt x="254" y="374"/>
                  </a:lnTo>
                  <a:lnTo>
                    <a:pt x="272" y="375"/>
                  </a:lnTo>
                  <a:lnTo>
                    <a:pt x="289" y="376"/>
                  </a:lnTo>
                  <a:lnTo>
                    <a:pt x="306" y="378"/>
                  </a:lnTo>
                  <a:lnTo>
                    <a:pt x="311" y="378"/>
                  </a:lnTo>
                  <a:lnTo>
                    <a:pt x="316" y="375"/>
                  </a:lnTo>
                  <a:lnTo>
                    <a:pt x="320" y="371"/>
                  </a:lnTo>
                  <a:lnTo>
                    <a:pt x="322" y="366"/>
                  </a:lnTo>
                  <a:lnTo>
                    <a:pt x="322" y="360"/>
                  </a:lnTo>
                  <a:lnTo>
                    <a:pt x="320" y="356"/>
                  </a:lnTo>
                  <a:lnTo>
                    <a:pt x="315" y="352"/>
                  </a:lnTo>
                  <a:lnTo>
                    <a:pt x="309" y="350"/>
                  </a:lnTo>
                  <a:lnTo>
                    <a:pt x="294" y="347"/>
                  </a:lnTo>
                  <a:lnTo>
                    <a:pt x="279" y="344"/>
                  </a:lnTo>
                  <a:lnTo>
                    <a:pt x="263" y="341"/>
                  </a:lnTo>
                  <a:lnTo>
                    <a:pt x="247" y="338"/>
                  </a:lnTo>
                  <a:lnTo>
                    <a:pt x="232" y="336"/>
                  </a:lnTo>
                  <a:lnTo>
                    <a:pt x="216" y="334"/>
                  </a:lnTo>
                  <a:lnTo>
                    <a:pt x="200" y="332"/>
                  </a:lnTo>
                  <a:lnTo>
                    <a:pt x="185" y="328"/>
                  </a:lnTo>
                  <a:lnTo>
                    <a:pt x="170" y="326"/>
                  </a:lnTo>
                  <a:lnTo>
                    <a:pt x="154" y="322"/>
                  </a:lnTo>
                  <a:lnTo>
                    <a:pt x="139" y="318"/>
                  </a:lnTo>
                  <a:lnTo>
                    <a:pt x="124" y="314"/>
                  </a:lnTo>
                  <a:lnTo>
                    <a:pt x="110" y="309"/>
                  </a:lnTo>
                  <a:lnTo>
                    <a:pt x="94" y="303"/>
                  </a:lnTo>
                  <a:lnTo>
                    <a:pt x="80" y="297"/>
                  </a:lnTo>
                  <a:lnTo>
                    <a:pt x="66" y="289"/>
                  </a:lnTo>
                  <a:lnTo>
                    <a:pt x="55" y="281"/>
                  </a:lnTo>
                  <a:lnTo>
                    <a:pt x="45" y="271"/>
                  </a:lnTo>
                  <a:lnTo>
                    <a:pt x="38" y="259"/>
                  </a:lnTo>
                  <a:lnTo>
                    <a:pt x="35" y="245"/>
                  </a:lnTo>
                  <a:lnTo>
                    <a:pt x="34" y="232"/>
                  </a:lnTo>
                  <a:lnTo>
                    <a:pt x="35" y="216"/>
                  </a:lnTo>
                  <a:lnTo>
                    <a:pt x="38" y="200"/>
                  </a:lnTo>
                  <a:lnTo>
                    <a:pt x="43" y="187"/>
                  </a:lnTo>
                  <a:lnTo>
                    <a:pt x="51" y="170"/>
                  </a:lnTo>
                  <a:lnTo>
                    <a:pt x="60" y="152"/>
                  </a:lnTo>
                  <a:lnTo>
                    <a:pt x="71" y="137"/>
                  </a:lnTo>
                  <a:lnTo>
                    <a:pt x="83" y="124"/>
                  </a:lnTo>
                  <a:lnTo>
                    <a:pt x="94" y="110"/>
                  </a:lnTo>
                  <a:lnTo>
                    <a:pt x="107" y="96"/>
                  </a:lnTo>
                  <a:lnTo>
                    <a:pt x="123" y="82"/>
                  </a:lnTo>
                  <a:lnTo>
                    <a:pt x="138" y="69"/>
                  </a:lnTo>
                  <a:lnTo>
                    <a:pt x="153" y="57"/>
                  </a:lnTo>
                  <a:lnTo>
                    <a:pt x="173" y="47"/>
                  </a:lnTo>
                  <a:lnTo>
                    <a:pt x="195" y="38"/>
                  </a:lnTo>
                  <a:lnTo>
                    <a:pt x="218" y="28"/>
                  </a:lnTo>
                  <a:lnTo>
                    <a:pt x="238" y="20"/>
                  </a:lnTo>
                  <a:lnTo>
                    <a:pt x="254" y="13"/>
                  </a:lnTo>
                  <a:lnTo>
                    <a:pt x="264" y="7"/>
                  </a:lnTo>
                  <a:lnTo>
                    <a:pt x="268" y="2"/>
                  </a:lnTo>
                  <a:lnTo>
                    <a:pt x="256" y="0"/>
                  </a:lnTo>
                  <a:lnTo>
                    <a:pt x="240" y="1"/>
                  </a:lnTo>
                  <a:lnTo>
                    <a:pt x="221" y="4"/>
                  </a:lnTo>
                  <a:lnTo>
                    <a:pt x="201" y="10"/>
                  </a:lnTo>
                  <a:lnTo>
                    <a:pt x="180" y="18"/>
                  </a:lnTo>
                  <a:lnTo>
                    <a:pt x="160" y="27"/>
                  </a:lnTo>
                  <a:lnTo>
                    <a:pt x="141" y="38"/>
                  </a:lnTo>
                  <a:lnTo>
                    <a:pt x="125" y="49"/>
                  </a:lnTo>
                  <a:close/>
                </a:path>
              </a:pathLst>
            </a:custGeom>
            <a:solidFill>
              <a:srgbClr val="C9E8FF">
                <a:alpha val="100000"/>
              </a:srgbClr>
            </a:solidFill>
            <a:ln w="9525">
              <a:noFill/>
            </a:ln>
          </p:spPr>
          <p:txBody>
            <a:bodyPr/>
            <a:lstStyle/>
            <a:p>
              <a:endParaRPr lang="zh-CN" altLang="en-US"/>
            </a:p>
          </p:txBody>
        </p:sp>
        <p:sp>
          <p:nvSpPr>
            <p:cNvPr id="112021" name="Freeform 988"/>
            <p:cNvSpPr/>
            <p:nvPr/>
          </p:nvSpPr>
          <p:spPr>
            <a:xfrm>
              <a:off x="4394" y="3133"/>
              <a:ext cx="47" cy="42"/>
            </a:xfrm>
            <a:custGeom>
              <a:avLst/>
              <a:gdLst>
                <a:gd name="txL" fmla="*/ 0 w 283"/>
                <a:gd name="txT" fmla="*/ 0 h 252"/>
                <a:gd name="txR" fmla="*/ 283 w 283"/>
                <a:gd name="txB" fmla="*/ 252 h 252"/>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83" h="252">
                  <a:moveTo>
                    <a:pt x="235" y="77"/>
                  </a:moveTo>
                  <a:lnTo>
                    <a:pt x="248" y="91"/>
                  </a:lnTo>
                  <a:lnTo>
                    <a:pt x="256" y="107"/>
                  </a:lnTo>
                  <a:lnTo>
                    <a:pt x="259" y="124"/>
                  </a:lnTo>
                  <a:lnTo>
                    <a:pt x="259" y="142"/>
                  </a:lnTo>
                  <a:lnTo>
                    <a:pt x="257" y="157"/>
                  </a:lnTo>
                  <a:lnTo>
                    <a:pt x="252" y="170"/>
                  </a:lnTo>
                  <a:lnTo>
                    <a:pt x="244" y="183"/>
                  </a:lnTo>
                  <a:lnTo>
                    <a:pt x="236" y="193"/>
                  </a:lnTo>
                  <a:lnTo>
                    <a:pt x="225" y="204"/>
                  </a:lnTo>
                  <a:lnTo>
                    <a:pt x="215" y="214"/>
                  </a:lnTo>
                  <a:lnTo>
                    <a:pt x="204" y="224"/>
                  </a:lnTo>
                  <a:lnTo>
                    <a:pt x="194" y="234"/>
                  </a:lnTo>
                  <a:lnTo>
                    <a:pt x="191" y="238"/>
                  </a:lnTo>
                  <a:lnTo>
                    <a:pt x="191" y="241"/>
                  </a:lnTo>
                  <a:lnTo>
                    <a:pt x="191" y="245"/>
                  </a:lnTo>
                  <a:lnTo>
                    <a:pt x="194" y="248"/>
                  </a:lnTo>
                  <a:lnTo>
                    <a:pt x="197" y="250"/>
                  </a:lnTo>
                  <a:lnTo>
                    <a:pt x="202" y="252"/>
                  </a:lnTo>
                  <a:lnTo>
                    <a:pt x="205" y="250"/>
                  </a:lnTo>
                  <a:lnTo>
                    <a:pt x="209" y="248"/>
                  </a:lnTo>
                  <a:lnTo>
                    <a:pt x="232" y="233"/>
                  </a:lnTo>
                  <a:lnTo>
                    <a:pt x="252" y="214"/>
                  </a:lnTo>
                  <a:lnTo>
                    <a:pt x="268" y="192"/>
                  </a:lnTo>
                  <a:lnTo>
                    <a:pt x="278" y="167"/>
                  </a:lnTo>
                  <a:lnTo>
                    <a:pt x="283" y="141"/>
                  </a:lnTo>
                  <a:lnTo>
                    <a:pt x="280" y="115"/>
                  </a:lnTo>
                  <a:lnTo>
                    <a:pt x="271" y="91"/>
                  </a:lnTo>
                  <a:lnTo>
                    <a:pt x="252" y="69"/>
                  </a:lnTo>
                  <a:lnTo>
                    <a:pt x="238" y="57"/>
                  </a:lnTo>
                  <a:lnTo>
                    <a:pt x="222" y="48"/>
                  </a:lnTo>
                  <a:lnTo>
                    <a:pt x="204" y="39"/>
                  </a:lnTo>
                  <a:lnTo>
                    <a:pt x="184" y="31"/>
                  </a:lnTo>
                  <a:lnTo>
                    <a:pt x="164" y="23"/>
                  </a:lnTo>
                  <a:lnTo>
                    <a:pt x="144" y="17"/>
                  </a:lnTo>
                  <a:lnTo>
                    <a:pt x="123" y="13"/>
                  </a:lnTo>
                  <a:lnTo>
                    <a:pt x="103" y="8"/>
                  </a:lnTo>
                  <a:lnTo>
                    <a:pt x="83" y="5"/>
                  </a:lnTo>
                  <a:lnTo>
                    <a:pt x="66" y="2"/>
                  </a:lnTo>
                  <a:lnTo>
                    <a:pt x="48" y="0"/>
                  </a:lnTo>
                  <a:lnTo>
                    <a:pt x="34" y="0"/>
                  </a:lnTo>
                  <a:lnTo>
                    <a:pt x="21" y="0"/>
                  </a:lnTo>
                  <a:lnTo>
                    <a:pt x="11" y="0"/>
                  </a:lnTo>
                  <a:lnTo>
                    <a:pt x="4" y="2"/>
                  </a:lnTo>
                  <a:lnTo>
                    <a:pt x="0" y="5"/>
                  </a:lnTo>
                  <a:lnTo>
                    <a:pt x="12" y="7"/>
                  </a:lnTo>
                  <a:lnTo>
                    <a:pt x="24" y="8"/>
                  </a:lnTo>
                  <a:lnTo>
                    <a:pt x="38" y="10"/>
                  </a:lnTo>
                  <a:lnTo>
                    <a:pt x="52" y="13"/>
                  </a:lnTo>
                  <a:lnTo>
                    <a:pt x="66" y="16"/>
                  </a:lnTo>
                  <a:lnTo>
                    <a:pt x="82" y="18"/>
                  </a:lnTo>
                  <a:lnTo>
                    <a:pt x="98" y="22"/>
                  </a:lnTo>
                  <a:lnTo>
                    <a:pt x="114" y="25"/>
                  </a:lnTo>
                  <a:lnTo>
                    <a:pt x="129" y="30"/>
                  </a:lnTo>
                  <a:lnTo>
                    <a:pt x="146" y="34"/>
                  </a:lnTo>
                  <a:lnTo>
                    <a:pt x="162" y="39"/>
                  </a:lnTo>
                  <a:lnTo>
                    <a:pt x="177" y="45"/>
                  </a:lnTo>
                  <a:lnTo>
                    <a:pt x="193" y="52"/>
                  </a:lnTo>
                  <a:lnTo>
                    <a:pt x="208" y="60"/>
                  </a:lnTo>
                  <a:lnTo>
                    <a:pt x="222" y="68"/>
                  </a:lnTo>
                  <a:lnTo>
                    <a:pt x="235" y="77"/>
                  </a:lnTo>
                  <a:close/>
                </a:path>
              </a:pathLst>
            </a:custGeom>
            <a:solidFill>
              <a:srgbClr val="C9E8FF">
                <a:alpha val="100000"/>
              </a:srgbClr>
            </a:solidFill>
            <a:ln w="9525">
              <a:noFill/>
            </a:ln>
          </p:spPr>
          <p:txBody>
            <a:bodyPr/>
            <a:lstStyle/>
            <a:p>
              <a:endParaRPr lang="zh-CN" altLang="en-US"/>
            </a:p>
          </p:txBody>
        </p:sp>
        <p:sp>
          <p:nvSpPr>
            <p:cNvPr id="112022" name="Freeform 989"/>
            <p:cNvSpPr/>
            <p:nvPr/>
          </p:nvSpPr>
          <p:spPr>
            <a:xfrm>
              <a:off x="4298" y="3153"/>
              <a:ext cx="19" cy="39"/>
            </a:xfrm>
            <a:custGeom>
              <a:avLst/>
              <a:gdLst>
                <a:gd name="txL" fmla="*/ 0 w 114"/>
                <a:gd name="txT" fmla="*/ 0 h 238"/>
                <a:gd name="txR" fmla="*/ 114 w 114"/>
                <a:gd name="txB" fmla="*/ 238 h 238"/>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14" h="238">
                  <a:moveTo>
                    <a:pt x="0" y="130"/>
                  </a:moveTo>
                  <a:lnTo>
                    <a:pt x="0" y="149"/>
                  </a:lnTo>
                  <a:lnTo>
                    <a:pt x="4" y="168"/>
                  </a:lnTo>
                  <a:lnTo>
                    <a:pt x="12" y="185"/>
                  </a:lnTo>
                  <a:lnTo>
                    <a:pt x="24" y="200"/>
                  </a:lnTo>
                  <a:lnTo>
                    <a:pt x="38" y="213"/>
                  </a:lnTo>
                  <a:lnTo>
                    <a:pt x="55" y="224"/>
                  </a:lnTo>
                  <a:lnTo>
                    <a:pt x="73" y="232"/>
                  </a:lnTo>
                  <a:lnTo>
                    <a:pt x="92" y="237"/>
                  </a:lnTo>
                  <a:lnTo>
                    <a:pt x="98" y="238"/>
                  </a:lnTo>
                  <a:lnTo>
                    <a:pt x="104" y="235"/>
                  </a:lnTo>
                  <a:lnTo>
                    <a:pt x="109" y="232"/>
                  </a:lnTo>
                  <a:lnTo>
                    <a:pt x="111" y="227"/>
                  </a:lnTo>
                  <a:lnTo>
                    <a:pt x="111" y="222"/>
                  </a:lnTo>
                  <a:lnTo>
                    <a:pt x="110" y="216"/>
                  </a:lnTo>
                  <a:lnTo>
                    <a:pt x="106" y="211"/>
                  </a:lnTo>
                  <a:lnTo>
                    <a:pt x="100" y="209"/>
                  </a:lnTo>
                  <a:lnTo>
                    <a:pt x="82" y="202"/>
                  </a:lnTo>
                  <a:lnTo>
                    <a:pt x="64" y="193"/>
                  </a:lnTo>
                  <a:lnTo>
                    <a:pt x="50" y="180"/>
                  </a:lnTo>
                  <a:lnTo>
                    <a:pt x="39" y="167"/>
                  </a:lnTo>
                  <a:lnTo>
                    <a:pt x="32" y="149"/>
                  </a:lnTo>
                  <a:lnTo>
                    <a:pt x="29" y="131"/>
                  </a:lnTo>
                  <a:lnTo>
                    <a:pt x="29" y="111"/>
                  </a:lnTo>
                  <a:lnTo>
                    <a:pt x="35" y="91"/>
                  </a:lnTo>
                  <a:lnTo>
                    <a:pt x="42" y="76"/>
                  </a:lnTo>
                  <a:lnTo>
                    <a:pt x="51" y="62"/>
                  </a:lnTo>
                  <a:lnTo>
                    <a:pt x="62" y="49"/>
                  </a:lnTo>
                  <a:lnTo>
                    <a:pt x="73" y="38"/>
                  </a:lnTo>
                  <a:lnTo>
                    <a:pt x="84" y="28"/>
                  </a:lnTo>
                  <a:lnTo>
                    <a:pt x="96" y="18"/>
                  </a:lnTo>
                  <a:lnTo>
                    <a:pt x="106" y="9"/>
                  </a:lnTo>
                  <a:lnTo>
                    <a:pt x="114" y="1"/>
                  </a:lnTo>
                  <a:lnTo>
                    <a:pt x="106" y="0"/>
                  </a:lnTo>
                  <a:lnTo>
                    <a:pt x="93" y="6"/>
                  </a:lnTo>
                  <a:lnTo>
                    <a:pt x="76" y="18"/>
                  </a:lnTo>
                  <a:lnTo>
                    <a:pt x="56" y="36"/>
                  </a:lnTo>
                  <a:lnTo>
                    <a:pt x="37" y="57"/>
                  </a:lnTo>
                  <a:lnTo>
                    <a:pt x="20" y="80"/>
                  </a:lnTo>
                  <a:lnTo>
                    <a:pt x="7" y="106"/>
                  </a:lnTo>
                  <a:lnTo>
                    <a:pt x="0" y="130"/>
                  </a:lnTo>
                  <a:close/>
                </a:path>
              </a:pathLst>
            </a:custGeom>
            <a:solidFill>
              <a:srgbClr val="C9E8FF">
                <a:alpha val="100000"/>
              </a:srgbClr>
            </a:solidFill>
            <a:ln w="9525">
              <a:noFill/>
            </a:ln>
          </p:spPr>
          <p:txBody>
            <a:bodyPr/>
            <a:lstStyle/>
            <a:p>
              <a:endParaRPr lang="zh-CN" altLang="en-US"/>
            </a:p>
          </p:txBody>
        </p:sp>
        <p:sp>
          <p:nvSpPr>
            <p:cNvPr id="112023" name="Freeform 990"/>
            <p:cNvSpPr/>
            <p:nvPr/>
          </p:nvSpPr>
          <p:spPr>
            <a:xfrm>
              <a:off x="4432" y="3130"/>
              <a:ext cx="41" cy="52"/>
            </a:xfrm>
            <a:custGeom>
              <a:avLst/>
              <a:gdLst>
                <a:gd name="txL" fmla="*/ 0 w 246"/>
                <a:gd name="txT" fmla="*/ 0 h 310"/>
                <a:gd name="txR" fmla="*/ 246 w 246"/>
                <a:gd name="txB" fmla="*/ 310 h 31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46" h="310">
                  <a:moveTo>
                    <a:pt x="199" y="116"/>
                  </a:moveTo>
                  <a:lnTo>
                    <a:pt x="207" y="124"/>
                  </a:lnTo>
                  <a:lnTo>
                    <a:pt x="214" y="133"/>
                  </a:lnTo>
                  <a:lnTo>
                    <a:pt x="219" y="143"/>
                  </a:lnTo>
                  <a:lnTo>
                    <a:pt x="223" y="154"/>
                  </a:lnTo>
                  <a:lnTo>
                    <a:pt x="225" y="164"/>
                  </a:lnTo>
                  <a:lnTo>
                    <a:pt x="225" y="176"/>
                  </a:lnTo>
                  <a:lnTo>
                    <a:pt x="221" y="187"/>
                  </a:lnTo>
                  <a:lnTo>
                    <a:pt x="216" y="197"/>
                  </a:lnTo>
                  <a:lnTo>
                    <a:pt x="208" y="209"/>
                  </a:lnTo>
                  <a:lnTo>
                    <a:pt x="199" y="219"/>
                  </a:lnTo>
                  <a:lnTo>
                    <a:pt x="188" y="228"/>
                  </a:lnTo>
                  <a:lnTo>
                    <a:pt x="177" y="238"/>
                  </a:lnTo>
                  <a:lnTo>
                    <a:pt x="166" y="246"/>
                  </a:lnTo>
                  <a:lnTo>
                    <a:pt x="154" y="255"/>
                  </a:lnTo>
                  <a:lnTo>
                    <a:pt x="143" y="264"/>
                  </a:lnTo>
                  <a:lnTo>
                    <a:pt x="132" y="274"/>
                  </a:lnTo>
                  <a:lnTo>
                    <a:pt x="129" y="278"/>
                  </a:lnTo>
                  <a:lnTo>
                    <a:pt x="126" y="282"/>
                  </a:lnTo>
                  <a:lnTo>
                    <a:pt x="124" y="287"/>
                  </a:lnTo>
                  <a:lnTo>
                    <a:pt x="121" y="292"/>
                  </a:lnTo>
                  <a:lnTo>
                    <a:pt x="120" y="296"/>
                  </a:lnTo>
                  <a:lnTo>
                    <a:pt x="120" y="301"/>
                  </a:lnTo>
                  <a:lnTo>
                    <a:pt x="121" y="305"/>
                  </a:lnTo>
                  <a:lnTo>
                    <a:pt x="125" y="309"/>
                  </a:lnTo>
                  <a:lnTo>
                    <a:pt x="130" y="310"/>
                  </a:lnTo>
                  <a:lnTo>
                    <a:pt x="134" y="310"/>
                  </a:lnTo>
                  <a:lnTo>
                    <a:pt x="139" y="309"/>
                  </a:lnTo>
                  <a:lnTo>
                    <a:pt x="143" y="305"/>
                  </a:lnTo>
                  <a:lnTo>
                    <a:pt x="154" y="293"/>
                  </a:lnTo>
                  <a:lnTo>
                    <a:pt x="167" y="280"/>
                  </a:lnTo>
                  <a:lnTo>
                    <a:pt x="180" y="269"/>
                  </a:lnTo>
                  <a:lnTo>
                    <a:pt x="194" y="257"/>
                  </a:lnTo>
                  <a:lnTo>
                    <a:pt x="207" y="246"/>
                  </a:lnTo>
                  <a:lnTo>
                    <a:pt x="219" y="233"/>
                  </a:lnTo>
                  <a:lnTo>
                    <a:pt x="231" y="219"/>
                  </a:lnTo>
                  <a:lnTo>
                    <a:pt x="239" y="204"/>
                  </a:lnTo>
                  <a:lnTo>
                    <a:pt x="245" y="187"/>
                  </a:lnTo>
                  <a:lnTo>
                    <a:pt x="246" y="170"/>
                  </a:lnTo>
                  <a:lnTo>
                    <a:pt x="242" y="153"/>
                  </a:lnTo>
                  <a:lnTo>
                    <a:pt x="236" y="136"/>
                  </a:lnTo>
                  <a:lnTo>
                    <a:pt x="227" y="120"/>
                  </a:lnTo>
                  <a:lnTo>
                    <a:pt x="215" y="107"/>
                  </a:lnTo>
                  <a:lnTo>
                    <a:pt x="201" y="94"/>
                  </a:lnTo>
                  <a:lnTo>
                    <a:pt x="187" y="82"/>
                  </a:lnTo>
                  <a:lnTo>
                    <a:pt x="177" y="74"/>
                  </a:lnTo>
                  <a:lnTo>
                    <a:pt x="165" y="68"/>
                  </a:lnTo>
                  <a:lnTo>
                    <a:pt x="152" y="60"/>
                  </a:lnTo>
                  <a:lnTo>
                    <a:pt x="139" y="51"/>
                  </a:lnTo>
                  <a:lnTo>
                    <a:pt x="126" y="43"/>
                  </a:lnTo>
                  <a:lnTo>
                    <a:pt x="112" y="35"/>
                  </a:lnTo>
                  <a:lnTo>
                    <a:pt x="98" y="28"/>
                  </a:lnTo>
                  <a:lnTo>
                    <a:pt x="85" y="22"/>
                  </a:lnTo>
                  <a:lnTo>
                    <a:pt x="72" y="16"/>
                  </a:lnTo>
                  <a:lnTo>
                    <a:pt x="59" y="10"/>
                  </a:lnTo>
                  <a:lnTo>
                    <a:pt x="46" y="7"/>
                  </a:lnTo>
                  <a:lnTo>
                    <a:pt x="35" y="3"/>
                  </a:lnTo>
                  <a:lnTo>
                    <a:pt x="24" y="1"/>
                  </a:lnTo>
                  <a:lnTo>
                    <a:pt x="15" y="0"/>
                  </a:lnTo>
                  <a:lnTo>
                    <a:pt x="7" y="1"/>
                  </a:lnTo>
                  <a:lnTo>
                    <a:pt x="0" y="3"/>
                  </a:lnTo>
                  <a:lnTo>
                    <a:pt x="8" y="6"/>
                  </a:lnTo>
                  <a:lnTo>
                    <a:pt x="17" y="9"/>
                  </a:lnTo>
                  <a:lnTo>
                    <a:pt x="28" y="14"/>
                  </a:lnTo>
                  <a:lnTo>
                    <a:pt x="38" y="18"/>
                  </a:lnTo>
                  <a:lnTo>
                    <a:pt x="51" y="24"/>
                  </a:lnTo>
                  <a:lnTo>
                    <a:pt x="64" y="30"/>
                  </a:lnTo>
                  <a:lnTo>
                    <a:pt x="78" y="37"/>
                  </a:lnTo>
                  <a:lnTo>
                    <a:pt x="92" y="43"/>
                  </a:lnTo>
                  <a:lnTo>
                    <a:pt x="106" y="51"/>
                  </a:lnTo>
                  <a:lnTo>
                    <a:pt x="120" y="60"/>
                  </a:lnTo>
                  <a:lnTo>
                    <a:pt x="134" y="69"/>
                  </a:lnTo>
                  <a:lnTo>
                    <a:pt x="148" y="78"/>
                  </a:lnTo>
                  <a:lnTo>
                    <a:pt x="163" y="87"/>
                  </a:lnTo>
                  <a:lnTo>
                    <a:pt x="175" y="96"/>
                  </a:lnTo>
                  <a:lnTo>
                    <a:pt x="187" y="105"/>
                  </a:lnTo>
                  <a:lnTo>
                    <a:pt x="199" y="116"/>
                  </a:lnTo>
                  <a:close/>
                </a:path>
              </a:pathLst>
            </a:custGeom>
            <a:solidFill>
              <a:srgbClr val="C9E8FF">
                <a:alpha val="100000"/>
              </a:srgbClr>
            </a:solidFill>
            <a:ln w="9525">
              <a:noFill/>
            </a:ln>
          </p:spPr>
          <p:txBody>
            <a:bodyPr/>
            <a:lstStyle/>
            <a:p>
              <a:endParaRPr lang="zh-CN" altLang="en-US"/>
            </a:p>
          </p:txBody>
        </p:sp>
        <p:sp>
          <p:nvSpPr>
            <p:cNvPr id="112024" name="Freeform 991"/>
            <p:cNvSpPr/>
            <p:nvPr/>
          </p:nvSpPr>
          <p:spPr>
            <a:xfrm>
              <a:off x="4387" y="3191"/>
              <a:ext cx="14" cy="31"/>
            </a:xfrm>
            <a:custGeom>
              <a:avLst/>
              <a:gdLst>
                <a:gd name="txL" fmla="*/ 0 w 83"/>
                <a:gd name="txT" fmla="*/ 0 h 187"/>
                <a:gd name="txR" fmla="*/ 83 w 83"/>
                <a:gd name="txB" fmla="*/ 187 h 187"/>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83" h="187">
                  <a:moveTo>
                    <a:pt x="31" y="14"/>
                  </a:moveTo>
                  <a:lnTo>
                    <a:pt x="29" y="8"/>
                  </a:lnTo>
                  <a:lnTo>
                    <a:pt x="25" y="3"/>
                  </a:lnTo>
                  <a:lnTo>
                    <a:pt x="19" y="1"/>
                  </a:lnTo>
                  <a:lnTo>
                    <a:pt x="14" y="0"/>
                  </a:lnTo>
                  <a:lnTo>
                    <a:pt x="8" y="2"/>
                  </a:lnTo>
                  <a:lnTo>
                    <a:pt x="3" y="5"/>
                  </a:lnTo>
                  <a:lnTo>
                    <a:pt x="0" y="11"/>
                  </a:lnTo>
                  <a:lnTo>
                    <a:pt x="0" y="17"/>
                  </a:lnTo>
                  <a:lnTo>
                    <a:pt x="5" y="42"/>
                  </a:lnTo>
                  <a:lnTo>
                    <a:pt x="15" y="71"/>
                  </a:lnTo>
                  <a:lnTo>
                    <a:pt x="27" y="100"/>
                  </a:lnTo>
                  <a:lnTo>
                    <a:pt x="41" y="127"/>
                  </a:lnTo>
                  <a:lnTo>
                    <a:pt x="55" y="151"/>
                  </a:lnTo>
                  <a:lnTo>
                    <a:pt x="68" y="171"/>
                  </a:lnTo>
                  <a:lnTo>
                    <a:pt x="77" y="184"/>
                  </a:lnTo>
                  <a:lnTo>
                    <a:pt x="83" y="187"/>
                  </a:lnTo>
                  <a:lnTo>
                    <a:pt x="80" y="174"/>
                  </a:lnTo>
                  <a:lnTo>
                    <a:pt x="75" y="158"/>
                  </a:lnTo>
                  <a:lnTo>
                    <a:pt x="68" y="138"/>
                  </a:lnTo>
                  <a:lnTo>
                    <a:pt x="59" y="113"/>
                  </a:lnTo>
                  <a:lnTo>
                    <a:pt x="51" y="88"/>
                  </a:lnTo>
                  <a:lnTo>
                    <a:pt x="43" y="63"/>
                  </a:lnTo>
                  <a:lnTo>
                    <a:pt x="36" y="38"/>
                  </a:lnTo>
                  <a:lnTo>
                    <a:pt x="31" y="14"/>
                  </a:lnTo>
                  <a:close/>
                </a:path>
              </a:pathLst>
            </a:custGeom>
            <a:solidFill>
              <a:srgbClr val="000000">
                <a:alpha val="100000"/>
              </a:srgbClr>
            </a:solidFill>
            <a:ln w="9525">
              <a:noFill/>
            </a:ln>
          </p:spPr>
          <p:txBody>
            <a:bodyPr/>
            <a:lstStyle/>
            <a:p>
              <a:endParaRPr lang="zh-CN" altLang="en-US"/>
            </a:p>
          </p:txBody>
        </p:sp>
        <p:sp>
          <p:nvSpPr>
            <p:cNvPr id="112025" name="Freeform 992"/>
            <p:cNvSpPr/>
            <p:nvPr/>
          </p:nvSpPr>
          <p:spPr>
            <a:xfrm>
              <a:off x="4381" y="3174"/>
              <a:ext cx="7" cy="16"/>
            </a:xfrm>
            <a:custGeom>
              <a:avLst/>
              <a:gdLst>
                <a:gd name="txL" fmla="*/ 0 w 44"/>
                <a:gd name="txT" fmla="*/ 0 h 94"/>
                <a:gd name="txR" fmla="*/ 44 w 44"/>
                <a:gd name="txB" fmla="*/ 94 h 94"/>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44" h="94">
                  <a:moveTo>
                    <a:pt x="22" y="10"/>
                  </a:moveTo>
                  <a:lnTo>
                    <a:pt x="21" y="6"/>
                  </a:lnTo>
                  <a:lnTo>
                    <a:pt x="18" y="2"/>
                  </a:lnTo>
                  <a:lnTo>
                    <a:pt x="14" y="0"/>
                  </a:lnTo>
                  <a:lnTo>
                    <a:pt x="10" y="0"/>
                  </a:lnTo>
                  <a:lnTo>
                    <a:pt x="6" y="1"/>
                  </a:lnTo>
                  <a:lnTo>
                    <a:pt x="3" y="3"/>
                  </a:lnTo>
                  <a:lnTo>
                    <a:pt x="0" y="7"/>
                  </a:lnTo>
                  <a:lnTo>
                    <a:pt x="0" y="11"/>
                  </a:lnTo>
                  <a:lnTo>
                    <a:pt x="0" y="24"/>
                  </a:lnTo>
                  <a:lnTo>
                    <a:pt x="4" y="38"/>
                  </a:lnTo>
                  <a:lnTo>
                    <a:pt x="8" y="52"/>
                  </a:lnTo>
                  <a:lnTo>
                    <a:pt x="14" y="65"/>
                  </a:lnTo>
                  <a:lnTo>
                    <a:pt x="21" y="78"/>
                  </a:lnTo>
                  <a:lnTo>
                    <a:pt x="28" y="87"/>
                  </a:lnTo>
                  <a:lnTo>
                    <a:pt x="37" y="93"/>
                  </a:lnTo>
                  <a:lnTo>
                    <a:pt x="42" y="94"/>
                  </a:lnTo>
                  <a:lnTo>
                    <a:pt x="44" y="76"/>
                  </a:lnTo>
                  <a:lnTo>
                    <a:pt x="38" y="54"/>
                  </a:lnTo>
                  <a:lnTo>
                    <a:pt x="31" y="32"/>
                  </a:lnTo>
                  <a:lnTo>
                    <a:pt x="22" y="10"/>
                  </a:lnTo>
                  <a:close/>
                </a:path>
              </a:pathLst>
            </a:custGeom>
            <a:solidFill>
              <a:srgbClr val="000000">
                <a:alpha val="100000"/>
              </a:srgbClr>
            </a:solidFill>
            <a:ln w="9525">
              <a:noFill/>
            </a:ln>
          </p:spPr>
          <p:txBody>
            <a:bodyPr/>
            <a:lstStyle/>
            <a:p>
              <a:endParaRPr lang="zh-CN" altLang="en-US"/>
            </a:p>
          </p:txBody>
        </p:sp>
        <p:sp>
          <p:nvSpPr>
            <p:cNvPr id="112026" name="Freeform 993"/>
            <p:cNvSpPr/>
            <p:nvPr/>
          </p:nvSpPr>
          <p:spPr>
            <a:xfrm>
              <a:off x="4375" y="3163"/>
              <a:ext cx="6" cy="9"/>
            </a:xfrm>
            <a:custGeom>
              <a:avLst/>
              <a:gdLst>
                <a:gd name="txL" fmla="*/ 0 w 38"/>
                <a:gd name="txT" fmla="*/ 0 h 54"/>
                <a:gd name="txR" fmla="*/ 38 w 38"/>
                <a:gd name="txB" fmla="*/ 54 h 54"/>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8" h="54">
                  <a:moveTo>
                    <a:pt x="20" y="7"/>
                  </a:moveTo>
                  <a:lnTo>
                    <a:pt x="20" y="8"/>
                  </a:lnTo>
                  <a:lnTo>
                    <a:pt x="19" y="4"/>
                  </a:lnTo>
                  <a:lnTo>
                    <a:pt x="15" y="1"/>
                  </a:lnTo>
                  <a:lnTo>
                    <a:pt x="12" y="0"/>
                  </a:lnTo>
                  <a:lnTo>
                    <a:pt x="7" y="0"/>
                  </a:lnTo>
                  <a:lnTo>
                    <a:pt x="4" y="1"/>
                  </a:lnTo>
                  <a:lnTo>
                    <a:pt x="1" y="4"/>
                  </a:lnTo>
                  <a:lnTo>
                    <a:pt x="0" y="8"/>
                  </a:lnTo>
                  <a:lnTo>
                    <a:pt x="0" y="11"/>
                  </a:lnTo>
                  <a:lnTo>
                    <a:pt x="1" y="17"/>
                  </a:lnTo>
                  <a:lnTo>
                    <a:pt x="4" y="24"/>
                  </a:lnTo>
                  <a:lnTo>
                    <a:pt x="8" y="32"/>
                  </a:lnTo>
                  <a:lnTo>
                    <a:pt x="14" y="39"/>
                  </a:lnTo>
                  <a:lnTo>
                    <a:pt x="20" y="46"/>
                  </a:lnTo>
                  <a:lnTo>
                    <a:pt x="27" y="50"/>
                  </a:lnTo>
                  <a:lnTo>
                    <a:pt x="33" y="54"/>
                  </a:lnTo>
                  <a:lnTo>
                    <a:pt x="38" y="54"/>
                  </a:lnTo>
                  <a:lnTo>
                    <a:pt x="36" y="42"/>
                  </a:lnTo>
                  <a:lnTo>
                    <a:pt x="32" y="29"/>
                  </a:lnTo>
                  <a:lnTo>
                    <a:pt x="25" y="16"/>
                  </a:lnTo>
                  <a:lnTo>
                    <a:pt x="20" y="7"/>
                  </a:lnTo>
                  <a:close/>
                </a:path>
              </a:pathLst>
            </a:custGeom>
            <a:solidFill>
              <a:srgbClr val="000000">
                <a:alpha val="100000"/>
              </a:srgbClr>
            </a:solidFill>
            <a:ln w="9525">
              <a:noFill/>
            </a:ln>
          </p:spPr>
          <p:txBody>
            <a:bodyPr/>
            <a:lstStyle/>
            <a:p>
              <a:endParaRPr lang="zh-CN" altLang="en-US"/>
            </a:p>
          </p:txBody>
        </p:sp>
        <p:sp>
          <p:nvSpPr>
            <p:cNvPr id="112027" name="Freeform 994"/>
            <p:cNvSpPr/>
            <p:nvPr/>
          </p:nvSpPr>
          <p:spPr>
            <a:xfrm>
              <a:off x="4370" y="3155"/>
              <a:ext cx="8" cy="6"/>
            </a:xfrm>
            <a:custGeom>
              <a:avLst/>
              <a:gdLst>
                <a:gd name="txL" fmla="*/ 0 w 52"/>
                <a:gd name="txT" fmla="*/ 0 h 36"/>
                <a:gd name="txR" fmla="*/ 52 w 52"/>
                <a:gd name="txB" fmla="*/ 36 h 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52" h="36">
                  <a:moveTo>
                    <a:pt x="41" y="27"/>
                  </a:moveTo>
                  <a:lnTo>
                    <a:pt x="46" y="24"/>
                  </a:lnTo>
                  <a:lnTo>
                    <a:pt x="51" y="21"/>
                  </a:lnTo>
                  <a:lnTo>
                    <a:pt x="52" y="16"/>
                  </a:lnTo>
                  <a:lnTo>
                    <a:pt x="52" y="12"/>
                  </a:lnTo>
                  <a:lnTo>
                    <a:pt x="50" y="6"/>
                  </a:lnTo>
                  <a:lnTo>
                    <a:pt x="46" y="2"/>
                  </a:lnTo>
                  <a:lnTo>
                    <a:pt x="41" y="0"/>
                  </a:lnTo>
                  <a:lnTo>
                    <a:pt x="36" y="0"/>
                  </a:lnTo>
                  <a:lnTo>
                    <a:pt x="33" y="0"/>
                  </a:lnTo>
                  <a:lnTo>
                    <a:pt x="29" y="1"/>
                  </a:lnTo>
                  <a:lnTo>
                    <a:pt x="21" y="4"/>
                  </a:lnTo>
                  <a:lnTo>
                    <a:pt x="13" y="8"/>
                  </a:lnTo>
                  <a:lnTo>
                    <a:pt x="6" y="15"/>
                  </a:lnTo>
                  <a:lnTo>
                    <a:pt x="3" y="22"/>
                  </a:lnTo>
                  <a:lnTo>
                    <a:pt x="0" y="29"/>
                  </a:lnTo>
                  <a:lnTo>
                    <a:pt x="0" y="31"/>
                  </a:lnTo>
                  <a:lnTo>
                    <a:pt x="4" y="33"/>
                  </a:lnTo>
                  <a:lnTo>
                    <a:pt x="9" y="36"/>
                  </a:lnTo>
                  <a:lnTo>
                    <a:pt x="13" y="36"/>
                  </a:lnTo>
                  <a:lnTo>
                    <a:pt x="18" y="36"/>
                  </a:lnTo>
                  <a:lnTo>
                    <a:pt x="24" y="33"/>
                  </a:lnTo>
                  <a:lnTo>
                    <a:pt x="30" y="32"/>
                  </a:lnTo>
                  <a:lnTo>
                    <a:pt x="36" y="30"/>
                  </a:lnTo>
                  <a:lnTo>
                    <a:pt x="41" y="27"/>
                  </a:lnTo>
                  <a:close/>
                </a:path>
              </a:pathLst>
            </a:custGeom>
            <a:solidFill>
              <a:srgbClr val="000000">
                <a:alpha val="100000"/>
              </a:srgbClr>
            </a:solidFill>
            <a:ln w="9525">
              <a:noFill/>
            </a:ln>
          </p:spPr>
          <p:txBody>
            <a:bodyPr/>
            <a:lstStyle/>
            <a:p>
              <a:endParaRPr lang="zh-CN" altLang="en-US"/>
            </a:p>
          </p:txBody>
        </p:sp>
        <p:sp>
          <p:nvSpPr>
            <p:cNvPr id="112028" name="Freeform 995"/>
            <p:cNvSpPr/>
            <p:nvPr/>
          </p:nvSpPr>
          <p:spPr>
            <a:xfrm>
              <a:off x="4330" y="3145"/>
              <a:ext cx="33" cy="39"/>
            </a:xfrm>
            <a:custGeom>
              <a:avLst/>
              <a:gdLst>
                <a:gd name="txL" fmla="*/ 0 w 198"/>
                <a:gd name="txT" fmla="*/ 0 h 236"/>
                <a:gd name="txR" fmla="*/ 198 w 198"/>
                <a:gd name="txB" fmla="*/ 236 h 2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98" h="236">
                  <a:moveTo>
                    <a:pt x="73" y="36"/>
                  </a:moveTo>
                  <a:lnTo>
                    <a:pt x="58" y="46"/>
                  </a:lnTo>
                  <a:lnTo>
                    <a:pt x="46" y="58"/>
                  </a:lnTo>
                  <a:lnTo>
                    <a:pt x="33" y="72"/>
                  </a:lnTo>
                  <a:lnTo>
                    <a:pt x="22" y="85"/>
                  </a:lnTo>
                  <a:lnTo>
                    <a:pt x="14" y="100"/>
                  </a:lnTo>
                  <a:lnTo>
                    <a:pt x="7" y="115"/>
                  </a:lnTo>
                  <a:lnTo>
                    <a:pt x="2" y="130"/>
                  </a:lnTo>
                  <a:lnTo>
                    <a:pt x="0" y="146"/>
                  </a:lnTo>
                  <a:lnTo>
                    <a:pt x="2" y="170"/>
                  </a:lnTo>
                  <a:lnTo>
                    <a:pt x="12" y="190"/>
                  </a:lnTo>
                  <a:lnTo>
                    <a:pt x="26" y="207"/>
                  </a:lnTo>
                  <a:lnTo>
                    <a:pt x="43" y="220"/>
                  </a:lnTo>
                  <a:lnTo>
                    <a:pt x="64" y="229"/>
                  </a:lnTo>
                  <a:lnTo>
                    <a:pt x="88" y="235"/>
                  </a:lnTo>
                  <a:lnTo>
                    <a:pt x="110" y="236"/>
                  </a:lnTo>
                  <a:lnTo>
                    <a:pt x="132" y="232"/>
                  </a:lnTo>
                  <a:lnTo>
                    <a:pt x="137" y="232"/>
                  </a:lnTo>
                  <a:lnTo>
                    <a:pt x="142" y="230"/>
                  </a:lnTo>
                  <a:lnTo>
                    <a:pt x="145" y="226"/>
                  </a:lnTo>
                  <a:lnTo>
                    <a:pt x="146" y="221"/>
                  </a:lnTo>
                  <a:lnTo>
                    <a:pt x="145" y="219"/>
                  </a:lnTo>
                  <a:lnTo>
                    <a:pt x="142" y="219"/>
                  </a:lnTo>
                  <a:lnTo>
                    <a:pt x="137" y="217"/>
                  </a:lnTo>
                  <a:lnTo>
                    <a:pt x="131" y="217"/>
                  </a:lnTo>
                  <a:lnTo>
                    <a:pt x="124" y="217"/>
                  </a:lnTo>
                  <a:lnTo>
                    <a:pt x="118" y="217"/>
                  </a:lnTo>
                  <a:lnTo>
                    <a:pt x="112" y="217"/>
                  </a:lnTo>
                  <a:lnTo>
                    <a:pt x="109" y="217"/>
                  </a:lnTo>
                  <a:lnTo>
                    <a:pt x="97" y="216"/>
                  </a:lnTo>
                  <a:lnTo>
                    <a:pt x="87" y="215"/>
                  </a:lnTo>
                  <a:lnTo>
                    <a:pt x="75" y="214"/>
                  </a:lnTo>
                  <a:lnTo>
                    <a:pt x="63" y="211"/>
                  </a:lnTo>
                  <a:lnTo>
                    <a:pt x="51" y="207"/>
                  </a:lnTo>
                  <a:lnTo>
                    <a:pt x="40" y="199"/>
                  </a:lnTo>
                  <a:lnTo>
                    <a:pt x="29" y="189"/>
                  </a:lnTo>
                  <a:lnTo>
                    <a:pt x="17" y="174"/>
                  </a:lnTo>
                  <a:lnTo>
                    <a:pt x="15" y="157"/>
                  </a:lnTo>
                  <a:lnTo>
                    <a:pt x="16" y="141"/>
                  </a:lnTo>
                  <a:lnTo>
                    <a:pt x="21" y="124"/>
                  </a:lnTo>
                  <a:lnTo>
                    <a:pt x="28" y="109"/>
                  </a:lnTo>
                  <a:lnTo>
                    <a:pt x="39" y="96"/>
                  </a:lnTo>
                  <a:lnTo>
                    <a:pt x="50" y="82"/>
                  </a:lnTo>
                  <a:lnTo>
                    <a:pt x="63" y="70"/>
                  </a:lnTo>
                  <a:lnTo>
                    <a:pt x="78" y="59"/>
                  </a:lnTo>
                  <a:lnTo>
                    <a:pt x="94" y="49"/>
                  </a:lnTo>
                  <a:lnTo>
                    <a:pt x="110" y="39"/>
                  </a:lnTo>
                  <a:lnTo>
                    <a:pt x="126" y="31"/>
                  </a:lnTo>
                  <a:lnTo>
                    <a:pt x="142" y="24"/>
                  </a:lnTo>
                  <a:lnTo>
                    <a:pt x="158" y="19"/>
                  </a:lnTo>
                  <a:lnTo>
                    <a:pt x="172" y="13"/>
                  </a:lnTo>
                  <a:lnTo>
                    <a:pt x="186" y="10"/>
                  </a:lnTo>
                  <a:lnTo>
                    <a:pt x="198" y="7"/>
                  </a:lnTo>
                  <a:lnTo>
                    <a:pt x="190" y="3"/>
                  </a:lnTo>
                  <a:lnTo>
                    <a:pt x="177" y="0"/>
                  </a:lnTo>
                  <a:lnTo>
                    <a:pt x="162" y="3"/>
                  </a:lnTo>
                  <a:lnTo>
                    <a:pt x="144" y="6"/>
                  </a:lnTo>
                  <a:lnTo>
                    <a:pt x="124" y="12"/>
                  </a:lnTo>
                  <a:lnTo>
                    <a:pt x="105" y="19"/>
                  </a:lnTo>
                  <a:lnTo>
                    <a:pt x="88" y="28"/>
                  </a:lnTo>
                  <a:lnTo>
                    <a:pt x="73" y="3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29" name="Freeform 996"/>
            <p:cNvSpPr/>
            <p:nvPr/>
          </p:nvSpPr>
          <p:spPr>
            <a:xfrm>
              <a:off x="4386" y="3145"/>
              <a:ext cx="22" cy="30"/>
            </a:xfrm>
            <a:custGeom>
              <a:avLst/>
              <a:gdLst>
                <a:gd name="txL" fmla="*/ 0 w 128"/>
                <a:gd name="txT" fmla="*/ 0 h 183"/>
                <a:gd name="txR" fmla="*/ 128 w 128"/>
                <a:gd name="txB" fmla="*/ 183 h 183"/>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28" h="183">
                  <a:moveTo>
                    <a:pt x="108" y="61"/>
                  </a:moveTo>
                  <a:lnTo>
                    <a:pt x="111" y="80"/>
                  </a:lnTo>
                  <a:lnTo>
                    <a:pt x="109" y="97"/>
                  </a:lnTo>
                  <a:lnTo>
                    <a:pt x="101" y="110"/>
                  </a:lnTo>
                  <a:lnTo>
                    <a:pt x="89" y="123"/>
                  </a:lnTo>
                  <a:lnTo>
                    <a:pt x="75" y="134"/>
                  </a:lnTo>
                  <a:lnTo>
                    <a:pt x="60" y="145"/>
                  </a:lnTo>
                  <a:lnTo>
                    <a:pt x="43" y="156"/>
                  </a:lnTo>
                  <a:lnTo>
                    <a:pt x="29" y="167"/>
                  </a:lnTo>
                  <a:lnTo>
                    <a:pt x="27" y="170"/>
                  </a:lnTo>
                  <a:lnTo>
                    <a:pt x="26" y="172"/>
                  </a:lnTo>
                  <a:lnTo>
                    <a:pt x="26" y="176"/>
                  </a:lnTo>
                  <a:lnTo>
                    <a:pt x="28" y="179"/>
                  </a:lnTo>
                  <a:lnTo>
                    <a:pt x="30" y="182"/>
                  </a:lnTo>
                  <a:lnTo>
                    <a:pt x="34" y="183"/>
                  </a:lnTo>
                  <a:lnTo>
                    <a:pt x="37" y="183"/>
                  </a:lnTo>
                  <a:lnTo>
                    <a:pt x="41" y="182"/>
                  </a:lnTo>
                  <a:lnTo>
                    <a:pt x="58" y="171"/>
                  </a:lnTo>
                  <a:lnTo>
                    <a:pt x="76" y="160"/>
                  </a:lnTo>
                  <a:lnTo>
                    <a:pt x="92" y="147"/>
                  </a:lnTo>
                  <a:lnTo>
                    <a:pt x="108" y="132"/>
                  </a:lnTo>
                  <a:lnTo>
                    <a:pt x="118" y="116"/>
                  </a:lnTo>
                  <a:lnTo>
                    <a:pt x="125" y="98"/>
                  </a:lnTo>
                  <a:lnTo>
                    <a:pt x="128" y="78"/>
                  </a:lnTo>
                  <a:lnTo>
                    <a:pt x="123" y="58"/>
                  </a:lnTo>
                  <a:lnTo>
                    <a:pt x="112" y="41"/>
                  </a:lnTo>
                  <a:lnTo>
                    <a:pt x="98" y="28"/>
                  </a:lnTo>
                  <a:lnTo>
                    <a:pt x="80" y="16"/>
                  </a:lnTo>
                  <a:lnTo>
                    <a:pt x="61" y="8"/>
                  </a:lnTo>
                  <a:lnTo>
                    <a:pt x="41" y="2"/>
                  </a:lnTo>
                  <a:lnTo>
                    <a:pt x="23" y="0"/>
                  </a:lnTo>
                  <a:lnTo>
                    <a:pt x="9" y="1"/>
                  </a:lnTo>
                  <a:lnTo>
                    <a:pt x="0" y="6"/>
                  </a:lnTo>
                  <a:lnTo>
                    <a:pt x="16" y="10"/>
                  </a:lnTo>
                  <a:lnTo>
                    <a:pt x="33" y="14"/>
                  </a:lnTo>
                  <a:lnTo>
                    <a:pt x="48" y="17"/>
                  </a:lnTo>
                  <a:lnTo>
                    <a:pt x="63" y="22"/>
                  </a:lnTo>
                  <a:lnTo>
                    <a:pt x="77" y="28"/>
                  </a:lnTo>
                  <a:lnTo>
                    <a:pt x="90" y="36"/>
                  </a:lnTo>
                  <a:lnTo>
                    <a:pt x="101" y="46"/>
                  </a:lnTo>
                  <a:lnTo>
                    <a:pt x="108" y="61"/>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30" name="Freeform 997"/>
            <p:cNvSpPr/>
            <p:nvPr/>
          </p:nvSpPr>
          <p:spPr>
            <a:xfrm>
              <a:off x="4309" y="3138"/>
              <a:ext cx="53" cy="63"/>
            </a:xfrm>
            <a:custGeom>
              <a:avLst/>
              <a:gdLst>
                <a:gd name="txL" fmla="*/ 0 w 323"/>
                <a:gd name="txT" fmla="*/ 0 h 379"/>
                <a:gd name="txR" fmla="*/ 323 w 323"/>
                <a:gd name="txB" fmla="*/ 379 h 379"/>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23" h="379">
                  <a:moveTo>
                    <a:pt x="126" y="50"/>
                  </a:moveTo>
                  <a:lnTo>
                    <a:pt x="101" y="70"/>
                  </a:lnTo>
                  <a:lnTo>
                    <a:pt x="76" y="92"/>
                  </a:lnTo>
                  <a:lnTo>
                    <a:pt x="54" y="115"/>
                  </a:lnTo>
                  <a:lnTo>
                    <a:pt x="34" y="140"/>
                  </a:lnTo>
                  <a:lnTo>
                    <a:pt x="18" y="167"/>
                  </a:lnTo>
                  <a:lnTo>
                    <a:pt x="6" y="196"/>
                  </a:lnTo>
                  <a:lnTo>
                    <a:pt x="0" y="227"/>
                  </a:lnTo>
                  <a:lnTo>
                    <a:pt x="1" y="259"/>
                  </a:lnTo>
                  <a:lnTo>
                    <a:pt x="4" y="267"/>
                  </a:lnTo>
                  <a:lnTo>
                    <a:pt x="7" y="277"/>
                  </a:lnTo>
                  <a:lnTo>
                    <a:pt x="11" y="283"/>
                  </a:lnTo>
                  <a:lnTo>
                    <a:pt x="15" y="291"/>
                  </a:lnTo>
                  <a:lnTo>
                    <a:pt x="21" y="298"/>
                  </a:lnTo>
                  <a:lnTo>
                    <a:pt x="27" y="305"/>
                  </a:lnTo>
                  <a:lnTo>
                    <a:pt x="34" y="311"/>
                  </a:lnTo>
                  <a:lnTo>
                    <a:pt x="41" y="316"/>
                  </a:lnTo>
                  <a:lnTo>
                    <a:pt x="57" y="325"/>
                  </a:lnTo>
                  <a:lnTo>
                    <a:pt x="72" y="333"/>
                  </a:lnTo>
                  <a:lnTo>
                    <a:pt x="87" y="340"/>
                  </a:lnTo>
                  <a:lnTo>
                    <a:pt x="103" y="345"/>
                  </a:lnTo>
                  <a:lnTo>
                    <a:pt x="120" y="351"/>
                  </a:lnTo>
                  <a:lnTo>
                    <a:pt x="136" y="356"/>
                  </a:lnTo>
                  <a:lnTo>
                    <a:pt x="153" y="360"/>
                  </a:lnTo>
                  <a:lnTo>
                    <a:pt x="169" y="364"/>
                  </a:lnTo>
                  <a:lnTo>
                    <a:pt x="187" y="367"/>
                  </a:lnTo>
                  <a:lnTo>
                    <a:pt x="204" y="370"/>
                  </a:lnTo>
                  <a:lnTo>
                    <a:pt x="221" y="372"/>
                  </a:lnTo>
                  <a:lnTo>
                    <a:pt x="238" y="374"/>
                  </a:lnTo>
                  <a:lnTo>
                    <a:pt x="256" y="375"/>
                  </a:lnTo>
                  <a:lnTo>
                    <a:pt x="273" y="376"/>
                  </a:lnTo>
                  <a:lnTo>
                    <a:pt x="290" y="378"/>
                  </a:lnTo>
                  <a:lnTo>
                    <a:pt x="307" y="379"/>
                  </a:lnTo>
                  <a:lnTo>
                    <a:pt x="312" y="379"/>
                  </a:lnTo>
                  <a:lnTo>
                    <a:pt x="317" y="375"/>
                  </a:lnTo>
                  <a:lnTo>
                    <a:pt x="320" y="372"/>
                  </a:lnTo>
                  <a:lnTo>
                    <a:pt x="323" y="366"/>
                  </a:lnTo>
                  <a:lnTo>
                    <a:pt x="323" y="360"/>
                  </a:lnTo>
                  <a:lnTo>
                    <a:pt x="320" y="356"/>
                  </a:lnTo>
                  <a:lnTo>
                    <a:pt x="316" y="352"/>
                  </a:lnTo>
                  <a:lnTo>
                    <a:pt x="311" y="351"/>
                  </a:lnTo>
                  <a:lnTo>
                    <a:pt x="295" y="351"/>
                  </a:lnTo>
                  <a:lnTo>
                    <a:pt x="279" y="351"/>
                  </a:lnTo>
                  <a:lnTo>
                    <a:pt x="263" y="350"/>
                  </a:lnTo>
                  <a:lnTo>
                    <a:pt x="248" y="349"/>
                  </a:lnTo>
                  <a:lnTo>
                    <a:pt x="231" y="348"/>
                  </a:lnTo>
                  <a:lnTo>
                    <a:pt x="215" y="345"/>
                  </a:lnTo>
                  <a:lnTo>
                    <a:pt x="200" y="343"/>
                  </a:lnTo>
                  <a:lnTo>
                    <a:pt x="183" y="341"/>
                  </a:lnTo>
                  <a:lnTo>
                    <a:pt x="168" y="337"/>
                  </a:lnTo>
                  <a:lnTo>
                    <a:pt x="151" y="334"/>
                  </a:lnTo>
                  <a:lnTo>
                    <a:pt x="136" y="329"/>
                  </a:lnTo>
                  <a:lnTo>
                    <a:pt x="121" y="325"/>
                  </a:lnTo>
                  <a:lnTo>
                    <a:pt x="106" y="320"/>
                  </a:lnTo>
                  <a:lnTo>
                    <a:pt x="92" y="313"/>
                  </a:lnTo>
                  <a:lnTo>
                    <a:pt x="76" y="306"/>
                  </a:lnTo>
                  <a:lnTo>
                    <a:pt x="62" y="300"/>
                  </a:lnTo>
                  <a:lnTo>
                    <a:pt x="51" y="291"/>
                  </a:lnTo>
                  <a:lnTo>
                    <a:pt x="41" y="280"/>
                  </a:lnTo>
                  <a:lnTo>
                    <a:pt x="35" y="269"/>
                  </a:lnTo>
                  <a:lnTo>
                    <a:pt x="31" y="255"/>
                  </a:lnTo>
                  <a:lnTo>
                    <a:pt x="31" y="239"/>
                  </a:lnTo>
                  <a:lnTo>
                    <a:pt x="33" y="218"/>
                  </a:lnTo>
                  <a:lnTo>
                    <a:pt x="38" y="197"/>
                  </a:lnTo>
                  <a:lnTo>
                    <a:pt x="42" y="182"/>
                  </a:lnTo>
                  <a:lnTo>
                    <a:pt x="51" y="165"/>
                  </a:lnTo>
                  <a:lnTo>
                    <a:pt x="60" y="150"/>
                  </a:lnTo>
                  <a:lnTo>
                    <a:pt x="68" y="136"/>
                  </a:lnTo>
                  <a:lnTo>
                    <a:pt x="79" y="124"/>
                  </a:lnTo>
                  <a:lnTo>
                    <a:pt x="89" y="111"/>
                  </a:lnTo>
                  <a:lnTo>
                    <a:pt x="101" y="100"/>
                  </a:lnTo>
                  <a:lnTo>
                    <a:pt x="114" y="88"/>
                  </a:lnTo>
                  <a:lnTo>
                    <a:pt x="129" y="76"/>
                  </a:lnTo>
                  <a:lnTo>
                    <a:pt x="144" y="64"/>
                  </a:lnTo>
                  <a:lnTo>
                    <a:pt x="162" y="53"/>
                  </a:lnTo>
                  <a:lnTo>
                    <a:pt x="181" y="41"/>
                  </a:lnTo>
                  <a:lnTo>
                    <a:pt x="201" y="31"/>
                  </a:lnTo>
                  <a:lnTo>
                    <a:pt x="219" y="22"/>
                  </a:lnTo>
                  <a:lnTo>
                    <a:pt x="237" y="14"/>
                  </a:lnTo>
                  <a:lnTo>
                    <a:pt x="253" y="7"/>
                  </a:lnTo>
                  <a:lnTo>
                    <a:pt x="268" y="1"/>
                  </a:lnTo>
                  <a:lnTo>
                    <a:pt x="255" y="0"/>
                  </a:lnTo>
                  <a:lnTo>
                    <a:pt x="238" y="1"/>
                  </a:lnTo>
                  <a:lnTo>
                    <a:pt x="221" y="5"/>
                  </a:lnTo>
                  <a:lnTo>
                    <a:pt x="201" y="11"/>
                  </a:lnTo>
                  <a:lnTo>
                    <a:pt x="181" y="19"/>
                  </a:lnTo>
                  <a:lnTo>
                    <a:pt x="161" y="28"/>
                  </a:lnTo>
                  <a:lnTo>
                    <a:pt x="142" y="39"/>
                  </a:lnTo>
                  <a:lnTo>
                    <a:pt x="126" y="50"/>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31" name="Freeform 998"/>
            <p:cNvSpPr/>
            <p:nvPr/>
          </p:nvSpPr>
          <p:spPr>
            <a:xfrm>
              <a:off x="4384" y="3136"/>
              <a:ext cx="47" cy="42"/>
            </a:xfrm>
            <a:custGeom>
              <a:avLst/>
              <a:gdLst>
                <a:gd name="txL" fmla="*/ 0 w 282"/>
                <a:gd name="txT" fmla="*/ 0 h 253"/>
                <a:gd name="txR" fmla="*/ 282 w 282"/>
                <a:gd name="txB" fmla="*/ 253 h 253"/>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82" h="253">
                  <a:moveTo>
                    <a:pt x="235" y="78"/>
                  </a:moveTo>
                  <a:lnTo>
                    <a:pt x="248" y="92"/>
                  </a:lnTo>
                  <a:lnTo>
                    <a:pt x="255" y="108"/>
                  </a:lnTo>
                  <a:lnTo>
                    <a:pt x="259" y="125"/>
                  </a:lnTo>
                  <a:lnTo>
                    <a:pt x="259" y="144"/>
                  </a:lnTo>
                  <a:lnTo>
                    <a:pt x="257" y="159"/>
                  </a:lnTo>
                  <a:lnTo>
                    <a:pt x="252" y="171"/>
                  </a:lnTo>
                  <a:lnTo>
                    <a:pt x="244" y="184"/>
                  </a:lnTo>
                  <a:lnTo>
                    <a:pt x="236" y="194"/>
                  </a:lnTo>
                  <a:lnTo>
                    <a:pt x="225" y="206"/>
                  </a:lnTo>
                  <a:lnTo>
                    <a:pt x="215" y="215"/>
                  </a:lnTo>
                  <a:lnTo>
                    <a:pt x="204" y="225"/>
                  </a:lnTo>
                  <a:lnTo>
                    <a:pt x="194" y="236"/>
                  </a:lnTo>
                  <a:lnTo>
                    <a:pt x="191" y="239"/>
                  </a:lnTo>
                  <a:lnTo>
                    <a:pt x="190" y="242"/>
                  </a:lnTo>
                  <a:lnTo>
                    <a:pt x="191" y="246"/>
                  </a:lnTo>
                  <a:lnTo>
                    <a:pt x="194" y="249"/>
                  </a:lnTo>
                  <a:lnTo>
                    <a:pt x="197" y="252"/>
                  </a:lnTo>
                  <a:lnTo>
                    <a:pt x="201" y="253"/>
                  </a:lnTo>
                  <a:lnTo>
                    <a:pt x="205" y="252"/>
                  </a:lnTo>
                  <a:lnTo>
                    <a:pt x="209" y="249"/>
                  </a:lnTo>
                  <a:lnTo>
                    <a:pt x="232" y="234"/>
                  </a:lnTo>
                  <a:lnTo>
                    <a:pt x="251" y="215"/>
                  </a:lnTo>
                  <a:lnTo>
                    <a:pt x="267" y="192"/>
                  </a:lnTo>
                  <a:lnTo>
                    <a:pt x="278" y="168"/>
                  </a:lnTo>
                  <a:lnTo>
                    <a:pt x="282" y="141"/>
                  </a:lnTo>
                  <a:lnTo>
                    <a:pt x="279" y="116"/>
                  </a:lnTo>
                  <a:lnTo>
                    <a:pt x="270" y="92"/>
                  </a:lnTo>
                  <a:lnTo>
                    <a:pt x="251" y="70"/>
                  </a:lnTo>
                  <a:lnTo>
                    <a:pt x="237" y="59"/>
                  </a:lnTo>
                  <a:lnTo>
                    <a:pt x="221" y="48"/>
                  </a:lnTo>
                  <a:lnTo>
                    <a:pt x="202" y="39"/>
                  </a:lnTo>
                  <a:lnTo>
                    <a:pt x="183" y="31"/>
                  </a:lnTo>
                  <a:lnTo>
                    <a:pt x="163" y="24"/>
                  </a:lnTo>
                  <a:lnTo>
                    <a:pt x="142" y="18"/>
                  </a:lnTo>
                  <a:lnTo>
                    <a:pt x="122" y="13"/>
                  </a:lnTo>
                  <a:lnTo>
                    <a:pt x="101" y="8"/>
                  </a:lnTo>
                  <a:lnTo>
                    <a:pt x="82" y="5"/>
                  </a:lnTo>
                  <a:lnTo>
                    <a:pt x="63" y="2"/>
                  </a:lnTo>
                  <a:lnTo>
                    <a:pt x="47" y="0"/>
                  </a:lnTo>
                  <a:lnTo>
                    <a:pt x="32" y="0"/>
                  </a:lnTo>
                  <a:lnTo>
                    <a:pt x="19" y="0"/>
                  </a:lnTo>
                  <a:lnTo>
                    <a:pt x="10" y="1"/>
                  </a:lnTo>
                  <a:lnTo>
                    <a:pt x="4" y="4"/>
                  </a:lnTo>
                  <a:lnTo>
                    <a:pt x="0" y="6"/>
                  </a:lnTo>
                  <a:lnTo>
                    <a:pt x="12" y="8"/>
                  </a:lnTo>
                  <a:lnTo>
                    <a:pt x="25" y="9"/>
                  </a:lnTo>
                  <a:lnTo>
                    <a:pt x="38" y="12"/>
                  </a:lnTo>
                  <a:lnTo>
                    <a:pt x="52" y="14"/>
                  </a:lnTo>
                  <a:lnTo>
                    <a:pt x="67" y="16"/>
                  </a:lnTo>
                  <a:lnTo>
                    <a:pt x="82" y="18"/>
                  </a:lnTo>
                  <a:lnTo>
                    <a:pt x="97" y="22"/>
                  </a:lnTo>
                  <a:lnTo>
                    <a:pt x="114" y="25"/>
                  </a:lnTo>
                  <a:lnTo>
                    <a:pt x="129" y="30"/>
                  </a:lnTo>
                  <a:lnTo>
                    <a:pt x="146" y="35"/>
                  </a:lnTo>
                  <a:lnTo>
                    <a:pt x="162" y="40"/>
                  </a:lnTo>
                  <a:lnTo>
                    <a:pt x="177" y="46"/>
                  </a:lnTo>
                  <a:lnTo>
                    <a:pt x="192" y="53"/>
                  </a:lnTo>
                  <a:lnTo>
                    <a:pt x="208" y="60"/>
                  </a:lnTo>
                  <a:lnTo>
                    <a:pt x="222" y="69"/>
                  </a:lnTo>
                  <a:lnTo>
                    <a:pt x="235" y="7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32" name="Freeform 999"/>
            <p:cNvSpPr/>
            <p:nvPr/>
          </p:nvSpPr>
          <p:spPr>
            <a:xfrm>
              <a:off x="4290" y="3159"/>
              <a:ext cx="19" cy="39"/>
            </a:xfrm>
            <a:custGeom>
              <a:avLst/>
              <a:gdLst>
                <a:gd name="txL" fmla="*/ 0 w 115"/>
                <a:gd name="txT" fmla="*/ 0 h 236"/>
                <a:gd name="txR" fmla="*/ 115 w 115"/>
                <a:gd name="txB" fmla="*/ 236 h 2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15" h="236">
                  <a:moveTo>
                    <a:pt x="0" y="128"/>
                  </a:moveTo>
                  <a:lnTo>
                    <a:pt x="0" y="148"/>
                  </a:lnTo>
                  <a:lnTo>
                    <a:pt x="5" y="166"/>
                  </a:lnTo>
                  <a:lnTo>
                    <a:pt x="13" y="184"/>
                  </a:lnTo>
                  <a:lnTo>
                    <a:pt x="24" y="198"/>
                  </a:lnTo>
                  <a:lnTo>
                    <a:pt x="39" y="211"/>
                  </a:lnTo>
                  <a:lnTo>
                    <a:pt x="55" y="223"/>
                  </a:lnTo>
                  <a:lnTo>
                    <a:pt x="74" y="231"/>
                  </a:lnTo>
                  <a:lnTo>
                    <a:pt x="92" y="235"/>
                  </a:lnTo>
                  <a:lnTo>
                    <a:pt x="98" y="236"/>
                  </a:lnTo>
                  <a:lnTo>
                    <a:pt x="104" y="234"/>
                  </a:lnTo>
                  <a:lnTo>
                    <a:pt x="109" y="231"/>
                  </a:lnTo>
                  <a:lnTo>
                    <a:pt x="111" y="226"/>
                  </a:lnTo>
                  <a:lnTo>
                    <a:pt x="111" y="220"/>
                  </a:lnTo>
                  <a:lnTo>
                    <a:pt x="110" y="215"/>
                  </a:lnTo>
                  <a:lnTo>
                    <a:pt x="107" y="210"/>
                  </a:lnTo>
                  <a:lnTo>
                    <a:pt x="101" y="208"/>
                  </a:lnTo>
                  <a:lnTo>
                    <a:pt x="82" y="201"/>
                  </a:lnTo>
                  <a:lnTo>
                    <a:pt x="64" y="192"/>
                  </a:lnTo>
                  <a:lnTo>
                    <a:pt x="50" y="179"/>
                  </a:lnTo>
                  <a:lnTo>
                    <a:pt x="40" y="165"/>
                  </a:lnTo>
                  <a:lnTo>
                    <a:pt x="33" y="148"/>
                  </a:lnTo>
                  <a:lnTo>
                    <a:pt x="29" y="130"/>
                  </a:lnTo>
                  <a:lnTo>
                    <a:pt x="29" y="110"/>
                  </a:lnTo>
                  <a:lnTo>
                    <a:pt x="35" y="89"/>
                  </a:lnTo>
                  <a:lnTo>
                    <a:pt x="43" y="74"/>
                  </a:lnTo>
                  <a:lnTo>
                    <a:pt x="56" y="60"/>
                  </a:lnTo>
                  <a:lnTo>
                    <a:pt x="70" y="46"/>
                  </a:lnTo>
                  <a:lnTo>
                    <a:pt x="85" y="33"/>
                  </a:lnTo>
                  <a:lnTo>
                    <a:pt x="98" y="23"/>
                  </a:lnTo>
                  <a:lnTo>
                    <a:pt x="109" y="12"/>
                  </a:lnTo>
                  <a:lnTo>
                    <a:pt x="115" y="6"/>
                  </a:lnTo>
                  <a:lnTo>
                    <a:pt x="115" y="0"/>
                  </a:lnTo>
                  <a:lnTo>
                    <a:pt x="102" y="4"/>
                  </a:lnTo>
                  <a:lnTo>
                    <a:pt x="85" y="12"/>
                  </a:lnTo>
                  <a:lnTo>
                    <a:pt x="68" y="26"/>
                  </a:lnTo>
                  <a:lnTo>
                    <a:pt x="49" y="42"/>
                  </a:lnTo>
                  <a:lnTo>
                    <a:pt x="32" y="61"/>
                  </a:lnTo>
                  <a:lnTo>
                    <a:pt x="17" y="82"/>
                  </a:lnTo>
                  <a:lnTo>
                    <a:pt x="6" y="105"/>
                  </a:lnTo>
                  <a:lnTo>
                    <a:pt x="0" y="12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33" name="Freeform 1000"/>
            <p:cNvSpPr/>
            <p:nvPr/>
          </p:nvSpPr>
          <p:spPr>
            <a:xfrm>
              <a:off x="4423" y="3133"/>
              <a:ext cx="41" cy="52"/>
            </a:xfrm>
            <a:custGeom>
              <a:avLst/>
              <a:gdLst>
                <a:gd name="txL" fmla="*/ 0 w 245"/>
                <a:gd name="txT" fmla="*/ 0 h 310"/>
                <a:gd name="txR" fmla="*/ 245 w 245"/>
                <a:gd name="txB" fmla="*/ 310 h 31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45" h="310">
                  <a:moveTo>
                    <a:pt x="200" y="116"/>
                  </a:moveTo>
                  <a:lnTo>
                    <a:pt x="208" y="124"/>
                  </a:lnTo>
                  <a:lnTo>
                    <a:pt x="214" y="133"/>
                  </a:lnTo>
                  <a:lnTo>
                    <a:pt x="220" y="144"/>
                  </a:lnTo>
                  <a:lnTo>
                    <a:pt x="223" y="154"/>
                  </a:lnTo>
                  <a:lnTo>
                    <a:pt x="226" y="164"/>
                  </a:lnTo>
                  <a:lnTo>
                    <a:pt x="224" y="176"/>
                  </a:lnTo>
                  <a:lnTo>
                    <a:pt x="222" y="187"/>
                  </a:lnTo>
                  <a:lnTo>
                    <a:pt x="216" y="198"/>
                  </a:lnTo>
                  <a:lnTo>
                    <a:pt x="208" y="209"/>
                  </a:lnTo>
                  <a:lnTo>
                    <a:pt x="199" y="219"/>
                  </a:lnTo>
                  <a:lnTo>
                    <a:pt x="188" y="229"/>
                  </a:lnTo>
                  <a:lnTo>
                    <a:pt x="177" y="238"/>
                  </a:lnTo>
                  <a:lnTo>
                    <a:pt x="166" y="246"/>
                  </a:lnTo>
                  <a:lnTo>
                    <a:pt x="154" y="255"/>
                  </a:lnTo>
                  <a:lnTo>
                    <a:pt x="142" y="264"/>
                  </a:lnTo>
                  <a:lnTo>
                    <a:pt x="132" y="275"/>
                  </a:lnTo>
                  <a:lnTo>
                    <a:pt x="128" y="278"/>
                  </a:lnTo>
                  <a:lnTo>
                    <a:pt x="126" y="283"/>
                  </a:lnTo>
                  <a:lnTo>
                    <a:pt x="124" y="287"/>
                  </a:lnTo>
                  <a:lnTo>
                    <a:pt x="121" y="292"/>
                  </a:lnTo>
                  <a:lnTo>
                    <a:pt x="120" y="296"/>
                  </a:lnTo>
                  <a:lnTo>
                    <a:pt x="120" y="301"/>
                  </a:lnTo>
                  <a:lnTo>
                    <a:pt x="122" y="306"/>
                  </a:lnTo>
                  <a:lnTo>
                    <a:pt x="126" y="309"/>
                  </a:lnTo>
                  <a:lnTo>
                    <a:pt x="131" y="310"/>
                  </a:lnTo>
                  <a:lnTo>
                    <a:pt x="135" y="310"/>
                  </a:lnTo>
                  <a:lnTo>
                    <a:pt x="139" y="309"/>
                  </a:lnTo>
                  <a:lnTo>
                    <a:pt x="142" y="306"/>
                  </a:lnTo>
                  <a:lnTo>
                    <a:pt x="154" y="292"/>
                  </a:lnTo>
                  <a:lnTo>
                    <a:pt x="167" y="280"/>
                  </a:lnTo>
                  <a:lnTo>
                    <a:pt x="180" y="269"/>
                  </a:lnTo>
                  <a:lnTo>
                    <a:pt x="194" y="257"/>
                  </a:lnTo>
                  <a:lnTo>
                    <a:pt x="207" y="246"/>
                  </a:lnTo>
                  <a:lnTo>
                    <a:pt x="220" y="233"/>
                  </a:lnTo>
                  <a:lnTo>
                    <a:pt x="230" y="219"/>
                  </a:lnTo>
                  <a:lnTo>
                    <a:pt x="238" y="204"/>
                  </a:lnTo>
                  <a:lnTo>
                    <a:pt x="244" y="186"/>
                  </a:lnTo>
                  <a:lnTo>
                    <a:pt x="245" y="169"/>
                  </a:lnTo>
                  <a:lnTo>
                    <a:pt x="243" y="152"/>
                  </a:lnTo>
                  <a:lnTo>
                    <a:pt x="237" y="134"/>
                  </a:lnTo>
                  <a:lnTo>
                    <a:pt x="228" y="119"/>
                  </a:lnTo>
                  <a:lnTo>
                    <a:pt x="217" y="105"/>
                  </a:lnTo>
                  <a:lnTo>
                    <a:pt x="203" y="93"/>
                  </a:lnTo>
                  <a:lnTo>
                    <a:pt x="188" y="83"/>
                  </a:lnTo>
                  <a:lnTo>
                    <a:pt x="176" y="76"/>
                  </a:lnTo>
                  <a:lnTo>
                    <a:pt x="163" y="69"/>
                  </a:lnTo>
                  <a:lnTo>
                    <a:pt x="151" y="61"/>
                  </a:lnTo>
                  <a:lnTo>
                    <a:pt x="136" y="54"/>
                  </a:lnTo>
                  <a:lnTo>
                    <a:pt x="122" y="46"/>
                  </a:lnTo>
                  <a:lnTo>
                    <a:pt x="107" y="39"/>
                  </a:lnTo>
                  <a:lnTo>
                    <a:pt x="93" y="31"/>
                  </a:lnTo>
                  <a:lnTo>
                    <a:pt x="79" y="24"/>
                  </a:lnTo>
                  <a:lnTo>
                    <a:pt x="66" y="18"/>
                  </a:lnTo>
                  <a:lnTo>
                    <a:pt x="53" y="13"/>
                  </a:lnTo>
                  <a:lnTo>
                    <a:pt x="40" y="8"/>
                  </a:lnTo>
                  <a:lnTo>
                    <a:pt x="30" y="5"/>
                  </a:lnTo>
                  <a:lnTo>
                    <a:pt x="20" y="1"/>
                  </a:lnTo>
                  <a:lnTo>
                    <a:pt x="12" y="0"/>
                  </a:lnTo>
                  <a:lnTo>
                    <a:pt x="5" y="0"/>
                  </a:lnTo>
                  <a:lnTo>
                    <a:pt x="0" y="2"/>
                  </a:lnTo>
                  <a:lnTo>
                    <a:pt x="11" y="8"/>
                  </a:lnTo>
                  <a:lnTo>
                    <a:pt x="23" y="14"/>
                  </a:lnTo>
                  <a:lnTo>
                    <a:pt x="36" y="20"/>
                  </a:lnTo>
                  <a:lnTo>
                    <a:pt x="47" y="25"/>
                  </a:lnTo>
                  <a:lnTo>
                    <a:pt x="60" y="31"/>
                  </a:lnTo>
                  <a:lnTo>
                    <a:pt x="73" y="37"/>
                  </a:lnTo>
                  <a:lnTo>
                    <a:pt x="86" y="44"/>
                  </a:lnTo>
                  <a:lnTo>
                    <a:pt x="99" y="51"/>
                  </a:lnTo>
                  <a:lnTo>
                    <a:pt x="113" y="57"/>
                  </a:lnTo>
                  <a:lnTo>
                    <a:pt x="126" y="64"/>
                  </a:lnTo>
                  <a:lnTo>
                    <a:pt x="139" y="71"/>
                  </a:lnTo>
                  <a:lnTo>
                    <a:pt x="152" y="79"/>
                  </a:lnTo>
                  <a:lnTo>
                    <a:pt x="165" y="88"/>
                  </a:lnTo>
                  <a:lnTo>
                    <a:pt x="176" y="96"/>
                  </a:lnTo>
                  <a:lnTo>
                    <a:pt x="188" y="106"/>
                  </a:lnTo>
                  <a:lnTo>
                    <a:pt x="200" y="11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34" name="Freeform 1001"/>
            <p:cNvSpPr/>
            <p:nvPr/>
          </p:nvSpPr>
          <p:spPr>
            <a:xfrm>
              <a:off x="4338" y="3209"/>
              <a:ext cx="125" cy="175"/>
            </a:xfrm>
            <a:custGeom>
              <a:avLst/>
              <a:gdLst>
                <a:gd name="txL" fmla="*/ 0 w 125"/>
                <a:gd name="txT" fmla="*/ 0 h 175"/>
                <a:gd name="txR" fmla="*/ 125 w 125"/>
                <a:gd name="txB" fmla="*/ 175 h 175"/>
              </a:gdLst>
              <a:ahLst/>
              <a:cxnLst>
                <a:cxn ang="0">
                  <a:pos x="0" y="175"/>
                </a:cxn>
                <a:cxn ang="0">
                  <a:pos x="0" y="144"/>
                </a:cxn>
                <a:cxn ang="0">
                  <a:pos x="11" y="144"/>
                </a:cxn>
                <a:cxn ang="0">
                  <a:pos x="11" y="118"/>
                </a:cxn>
                <a:cxn ang="0">
                  <a:pos x="23" y="114"/>
                </a:cxn>
                <a:cxn ang="0">
                  <a:pos x="20" y="88"/>
                </a:cxn>
                <a:cxn ang="0">
                  <a:pos x="30" y="84"/>
                </a:cxn>
                <a:cxn ang="0">
                  <a:pos x="30" y="58"/>
                </a:cxn>
                <a:cxn ang="0">
                  <a:pos x="39" y="54"/>
                </a:cxn>
                <a:cxn ang="0">
                  <a:pos x="39" y="28"/>
                </a:cxn>
                <a:cxn ang="0">
                  <a:pos x="48" y="28"/>
                </a:cxn>
                <a:cxn ang="0">
                  <a:pos x="56" y="0"/>
                </a:cxn>
                <a:cxn ang="0">
                  <a:pos x="80" y="0"/>
                </a:cxn>
                <a:cxn ang="0">
                  <a:pos x="81" y="25"/>
                </a:cxn>
                <a:cxn ang="0">
                  <a:pos x="92" y="24"/>
                </a:cxn>
                <a:cxn ang="0">
                  <a:pos x="93" y="49"/>
                </a:cxn>
                <a:cxn ang="0">
                  <a:pos x="102" y="54"/>
                </a:cxn>
                <a:cxn ang="0">
                  <a:pos x="99" y="81"/>
                </a:cxn>
                <a:cxn ang="0">
                  <a:pos x="114" y="82"/>
                </a:cxn>
                <a:cxn ang="0">
                  <a:pos x="107" y="81"/>
                </a:cxn>
                <a:cxn ang="0">
                  <a:pos x="108" y="114"/>
                </a:cxn>
                <a:cxn ang="0">
                  <a:pos x="117" y="117"/>
                </a:cxn>
                <a:cxn ang="0">
                  <a:pos x="122" y="142"/>
                </a:cxn>
                <a:cxn ang="0">
                  <a:pos x="125" y="175"/>
                </a:cxn>
                <a:cxn ang="0">
                  <a:pos x="0" y="175"/>
                </a:cxn>
              </a:cxnLst>
              <a:rect l="txL" t="txT" r="txR" b="txB"/>
              <a:pathLst>
                <a:path w="125" h="175">
                  <a:moveTo>
                    <a:pt x="0" y="175"/>
                  </a:moveTo>
                  <a:lnTo>
                    <a:pt x="0" y="144"/>
                  </a:lnTo>
                  <a:lnTo>
                    <a:pt x="11" y="144"/>
                  </a:lnTo>
                  <a:lnTo>
                    <a:pt x="11" y="118"/>
                  </a:lnTo>
                  <a:lnTo>
                    <a:pt x="23" y="114"/>
                  </a:lnTo>
                  <a:lnTo>
                    <a:pt x="20" y="88"/>
                  </a:lnTo>
                  <a:lnTo>
                    <a:pt x="30" y="84"/>
                  </a:lnTo>
                  <a:lnTo>
                    <a:pt x="30" y="58"/>
                  </a:lnTo>
                  <a:lnTo>
                    <a:pt x="39" y="54"/>
                  </a:lnTo>
                  <a:lnTo>
                    <a:pt x="39" y="28"/>
                  </a:lnTo>
                  <a:lnTo>
                    <a:pt x="48" y="28"/>
                  </a:lnTo>
                  <a:lnTo>
                    <a:pt x="56" y="0"/>
                  </a:lnTo>
                  <a:lnTo>
                    <a:pt x="80" y="0"/>
                  </a:lnTo>
                  <a:lnTo>
                    <a:pt x="81" y="25"/>
                  </a:lnTo>
                  <a:lnTo>
                    <a:pt x="92" y="24"/>
                  </a:lnTo>
                  <a:lnTo>
                    <a:pt x="93" y="49"/>
                  </a:lnTo>
                  <a:lnTo>
                    <a:pt x="102" y="54"/>
                  </a:lnTo>
                  <a:lnTo>
                    <a:pt x="99" y="81"/>
                  </a:lnTo>
                  <a:lnTo>
                    <a:pt x="114" y="82"/>
                  </a:lnTo>
                  <a:lnTo>
                    <a:pt x="107" y="81"/>
                  </a:lnTo>
                  <a:lnTo>
                    <a:pt x="108" y="114"/>
                  </a:lnTo>
                  <a:lnTo>
                    <a:pt x="117" y="117"/>
                  </a:lnTo>
                  <a:lnTo>
                    <a:pt x="122" y="142"/>
                  </a:lnTo>
                  <a:lnTo>
                    <a:pt x="125" y="175"/>
                  </a:lnTo>
                  <a:lnTo>
                    <a:pt x="0" y="175"/>
                  </a:lnTo>
                  <a:close/>
                </a:path>
              </a:pathLst>
            </a:custGeom>
            <a:solidFill>
              <a:srgbClr val="DDDDDD">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grpSp>
      <p:grpSp>
        <p:nvGrpSpPr>
          <p:cNvPr id="111730" name="Group 1002"/>
          <p:cNvGrpSpPr/>
          <p:nvPr/>
        </p:nvGrpSpPr>
        <p:grpSpPr>
          <a:xfrm>
            <a:off x="5394325" y="3403600"/>
            <a:ext cx="290513" cy="404813"/>
            <a:chOff x="4290" y="3130"/>
            <a:chExt cx="183" cy="255"/>
          </a:xfrm>
        </p:grpSpPr>
        <p:pic>
          <p:nvPicPr>
            <p:cNvPr id="111999" name="Picture 1003" descr="31u_bnrz[1]"/>
            <p:cNvPicPr>
              <a:picLocks noChangeAspect="1"/>
            </p:cNvPicPr>
            <p:nvPr/>
          </p:nvPicPr>
          <p:blipFill>
            <a:blip r:embed="rId10"/>
            <a:stretch>
              <a:fillRect/>
            </a:stretch>
          </p:blipFill>
          <p:spPr>
            <a:xfrm>
              <a:off x="4343" y="3211"/>
              <a:ext cx="121" cy="174"/>
            </a:xfrm>
            <a:prstGeom prst="rect">
              <a:avLst/>
            </a:prstGeom>
            <a:solidFill>
              <a:srgbClr val="DDDDDD"/>
            </a:solidFill>
            <a:ln w="9525">
              <a:noFill/>
            </a:ln>
          </p:spPr>
        </p:pic>
        <p:sp>
          <p:nvSpPr>
            <p:cNvPr id="112000" name="Freeform 1004"/>
            <p:cNvSpPr/>
            <p:nvPr/>
          </p:nvSpPr>
          <p:spPr>
            <a:xfrm>
              <a:off x="4339" y="3143"/>
              <a:ext cx="33" cy="39"/>
            </a:xfrm>
            <a:custGeom>
              <a:avLst/>
              <a:gdLst>
                <a:gd name="txL" fmla="*/ 0 w 199"/>
                <a:gd name="txT" fmla="*/ 0 h 232"/>
                <a:gd name="txR" fmla="*/ 199 w 199"/>
                <a:gd name="txB" fmla="*/ 232 h 232"/>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99" h="232">
                  <a:moveTo>
                    <a:pt x="70" y="29"/>
                  </a:moveTo>
                  <a:lnTo>
                    <a:pt x="55" y="39"/>
                  </a:lnTo>
                  <a:lnTo>
                    <a:pt x="42" y="50"/>
                  </a:lnTo>
                  <a:lnTo>
                    <a:pt x="30" y="63"/>
                  </a:lnTo>
                  <a:lnTo>
                    <a:pt x="20" y="77"/>
                  </a:lnTo>
                  <a:lnTo>
                    <a:pt x="12" y="91"/>
                  </a:lnTo>
                  <a:lnTo>
                    <a:pt x="6" y="108"/>
                  </a:lnTo>
                  <a:lnTo>
                    <a:pt x="2" y="125"/>
                  </a:lnTo>
                  <a:lnTo>
                    <a:pt x="0" y="142"/>
                  </a:lnTo>
                  <a:lnTo>
                    <a:pt x="2" y="166"/>
                  </a:lnTo>
                  <a:lnTo>
                    <a:pt x="12" y="186"/>
                  </a:lnTo>
                  <a:lnTo>
                    <a:pt x="26" y="203"/>
                  </a:lnTo>
                  <a:lnTo>
                    <a:pt x="45" y="216"/>
                  </a:lnTo>
                  <a:lnTo>
                    <a:pt x="66" y="226"/>
                  </a:lnTo>
                  <a:lnTo>
                    <a:pt x="88" y="230"/>
                  </a:lnTo>
                  <a:lnTo>
                    <a:pt x="111" y="232"/>
                  </a:lnTo>
                  <a:lnTo>
                    <a:pt x="134" y="228"/>
                  </a:lnTo>
                  <a:lnTo>
                    <a:pt x="138" y="228"/>
                  </a:lnTo>
                  <a:lnTo>
                    <a:pt x="143" y="226"/>
                  </a:lnTo>
                  <a:lnTo>
                    <a:pt x="147" y="222"/>
                  </a:lnTo>
                  <a:lnTo>
                    <a:pt x="148" y="218"/>
                  </a:lnTo>
                  <a:lnTo>
                    <a:pt x="145" y="212"/>
                  </a:lnTo>
                  <a:lnTo>
                    <a:pt x="141" y="207"/>
                  </a:lnTo>
                  <a:lnTo>
                    <a:pt x="135" y="203"/>
                  </a:lnTo>
                  <a:lnTo>
                    <a:pt x="129" y="201"/>
                  </a:lnTo>
                  <a:lnTo>
                    <a:pt x="117" y="197"/>
                  </a:lnTo>
                  <a:lnTo>
                    <a:pt x="105" y="195"/>
                  </a:lnTo>
                  <a:lnTo>
                    <a:pt x="94" y="193"/>
                  </a:lnTo>
                  <a:lnTo>
                    <a:pt x="83" y="190"/>
                  </a:lnTo>
                  <a:lnTo>
                    <a:pt x="73" y="187"/>
                  </a:lnTo>
                  <a:lnTo>
                    <a:pt x="62" y="182"/>
                  </a:lnTo>
                  <a:lnTo>
                    <a:pt x="53" y="176"/>
                  </a:lnTo>
                  <a:lnTo>
                    <a:pt x="43" y="167"/>
                  </a:lnTo>
                  <a:lnTo>
                    <a:pt x="40" y="128"/>
                  </a:lnTo>
                  <a:lnTo>
                    <a:pt x="49" y="96"/>
                  </a:lnTo>
                  <a:lnTo>
                    <a:pt x="68" y="71"/>
                  </a:lnTo>
                  <a:lnTo>
                    <a:pt x="94" y="50"/>
                  </a:lnTo>
                  <a:lnTo>
                    <a:pt x="122" y="34"/>
                  </a:lnTo>
                  <a:lnTo>
                    <a:pt x="151" y="21"/>
                  </a:lnTo>
                  <a:lnTo>
                    <a:pt x="178" y="12"/>
                  </a:lnTo>
                  <a:lnTo>
                    <a:pt x="199" y="4"/>
                  </a:lnTo>
                  <a:lnTo>
                    <a:pt x="186" y="1"/>
                  </a:lnTo>
                  <a:lnTo>
                    <a:pt x="172" y="0"/>
                  </a:lnTo>
                  <a:lnTo>
                    <a:pt x="156" y="2"/>
                  </a:lnTo>
                  <a:lnTo>
                    <a:pt x="138" y="4"/>
                  </a:lnTo>
                  <a:lnTo>
                    <a:pt x="121" y="10"/>
                  </a:lnTo>
                  <a:lnTo>
                    <a:pt x="103" y="16"/>
                  </a:lnTo>
                  <a:lnTo>
                    <a:pt x="86" y="23"/>
                  </a:lnTo>
                  <a:lnTo>
                    <a:pt x="70" y="29"/>
                  </a:lnTo>
                  <a:close/>
                </a:path>
              </a:pathLst>
            </a:custGeom>
            <a:solidFill>
              <a:srgbClr val="C9E8FF">
                <a:alpha val="100000"/>
              </a:srgbClr>
            </a:solidFill>
            <a:ln w="9525">
              <a:noFill/>
            </a:ln>
          </p:spPr>
          <p:txBody>
            <a:bodyPr/>
            <a:lstStyle/>
            <a:p>
              <a:endParaRPr lang="zh-CN" altLang="en-US"/>
            </a:p>
          </p:txBody>
        </p:sp>
        <p:sp>
          <p:nvSpPr>
            <p:cNvPr id="112001" name="Freeform 1005"/>
            <p:cNvSpPr/>
            <p:nvPr/>
          </p:nvSpPr>
          <p:spPr>
            <a:xfrm>
              <a:off x="4395" y="3142"/>
              <a:ext cx="22" cy="30"/>
            </a:xfrm>
            <a:custGeom>
              <a:avLst/>
              <a:gdLst>
                <a:gd name="txL" fmla="*/ 0 w 128"/>
                <a:gd name="txT" fmla="*/ 0 h 180"/>
                <a:gd name="txR" fmla="*/ 128 w 128"/>
                <a:gd name="txB" fmla="*/ 180 h 18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28" h="180">
                  <a:moveTo>
                    <a:pt x="108" y="59"/>
                  </a:moveTo>
                  <a:lnTo>
                    <a:pt x="113" y="77"/>
                  </a:lnTo>
                  <a:lnTo>
                    <a:pt x="111" y="94"/>
                  </a:lnTo>
                  <a:lnTo>
                    <a:pt x="103" y="108"/>
                  </a:lnTo>
                  <a:lnTo>
                    <a:pt x="91" y="121"/>
                  </a:lnTo>
                  <a:lnTo>
                    <a:pt x="77" y="132"/>
                  </a:lnTo>
                  <a:lnTo>
                    <a:pt x="61" y="144"/>
                  </a:lnTo>
                  <a:lnTo>
                    <a:pt x="45" y="154"/>
                  </a:lnTo>
                  <a:lnTo>
                    <a:pt x="30" y="164"/>
                  </a:lnTo>
                  <a:lnTo>
                    <a:pt x="28" y="168"/>
                  </a:lnTo>
                  <a:lnTo>
                    <a:pt x="27" y="170"/>
                  </a:lnTo>
                  <a:lnTo>
                    <a:pt x="27" y="174"/>
                  </a:lnTo>
                  <a:lnTo>
                    <a:pt x="28" y="177"/>
                  </a:lnTo>
                  <a:lnTo>
                    <a:pt x="32" y="179"/>
                  </a:lnTo>
                  <a:lnTo>
                    <a:pt x="35" y="180"/>
                  </a:lnTo>
                  <a:lnTo>
                    <a:pt x="37" y="180"/>
                  </a:lnTo>
                  <a:lnTo>
                    <a:pt x="41" y="179"/>
                  </a:lnTo>
                  <a:lnTo>
                    <a:pt x="60" y="169"/>
                  </a:lnTo>
                  <a:lnTo>
                    <a:pt x="77" y="158"/>
                  </a:lnTo>
                  <a:lnTo>
                    <a:pt x="94" y="145"/>
                  </a:lnTo>
                  <a:lnTo>
                    <a:pt x="109" y="130"/>
                  </a:lnTo>
                  <a:lnTo>
                    <a:pt x="120" y="114"/>
                  </a:lnTo>
                  <a:lnTo>
                    <a:pt x="127" y="95"/>
                  </a:lnTo>
                  <a:lnTo>
                    <a:pt x="128" y="76"/>
                  </a:lnTo>
                  <a:lnTo>
                    <a:pt x="123" y="55"/>
                  </a:lnTo>
                  <a:lnTo>
                    <a:pt x="113" y="39"/>
                  </a:lnTo>
                  <a:lnTo>
                    <a:pt x="97" y="25"/>
                  </a:lnTo>
                  <a:lnTo>
                    <a:pt x="79" y="15"/>
                  </a:lnTo>
                  <a:lnTo>
                    <a:pt x="57" y="7"/>
                  </a:lnTo>
                  <a:lnTo>
                    <a:pt x="36" y="2"/>
                  </a:lnTo>
                  <a:lnTo>
                    <a:pt x="19" y="0"/>
                  </a:lnTo>
                  <a:lnTo>
                    <a:pt x="6" y="0"/>
                  </a:lnTo>
                  <a:lnTo>
                    <a:pt x="0" y="4"/>
                  </a:lnTo>
                  <a:lnTo>
                    <a:pt x="14" y="9"/>
                  </a:lnTo>
                  <a:lnTo>
                    <a:pt x="29" y="14"/>
                  </a:lnTo>
                  <a:lnTo>
                    <a:pt x="46" y="19"/>
                  </a:lnTo>
                  <a:lnTo>
                    <a:pt x="61" y="23"/>
                  </a:lnTo>
                  <a:lnTo>
                    <a:pt x="76" y="29"/>
                  </a:lnTo>
                  <a:lnTo>
                    <a:pt x="89" y="37"/>
                  </a:lnTo>
                  <a:lnTo>
                    <a:pt x="100" y="46"/>
                  </a:lnTo>
                  <a:lnTo>
                    <a:pt x="108" y="59"/>
                  </a:lnTo>
                  <a:close/>
                </a:path>
              </a:pathLst>
            </a:custGeom>
            <a:solidFill>
              <a:srgbClr val="C9E8FF">
                <a:alpha val="100000"/>
              </a:srgbClr>
            </a:solidFill>
            <a:ln w="9525">
              <a:noFill/>
            </a:ln>
          </p:spPr>
          <p:txBody>
            <a:bodyPr/>
            <a:lstStyle/>
            <a:p>
              <a:endParaRPr lang="zh-CN" altLang="en-US"/>
            </a:p>
          </p:txBody>
        </p:sp>
        <p:sp>
          <p:nvSpPr>
            <p:cNvPr id="112002" name="Freeform 1006"/>
            <p:cNvSpPr/>
            <p:nvPr/>
          </p:nvSpPr>
          <p:spPr>
            <a:xfrm>
              <a:off x="4318" y="3135"/>
              <a:ext cx="54" cy="63"/>
            </a:xfrm>
            <a:custGeom>
              <a:avLst/>
              <a:gdLst>
                <a:gd name="txL" fmla="*/ 0 w 322"/>
                <a:gd name="txT" fmla="*/ 0 h 378"/>
                <a:gd name="txR" fmla="*/ 322 w 322"/>
                <a:gd name="txB" fmla="*/ 378 h 378"/>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22" h="378">
                  <a:moveTo>
                    <a:pt x="125" y="49"/>
                  </a:moveTo>
                  <a:lnTo>
                    <a:pt x="100" y="70"/>
                  </a:lnTo>
                  <a:lnTo>
                    <a:pt x="76" y="90"/>
                  </a:lnTo>
                  <a:lnTo>
                    <a:pt x="53" y="115"/>
                  </a:lnTo>
                  <a:lnTo>
                    <a:pt x="34" y="140"/>
                  </a:lnTo>
                  <a:lnTo>
                    <a:pt x="17" y="166"/>
                  </a:lnTo>
                  <a:lnTo>
                    <a:pt x="5" y="195"/>
                  </a:lnTo>
                  <a:lnTo>
                    <a:pt x="0" y="226"/>
                  </a:lnTo>
                  <a:lnTo>
                    <a:pt x="1" y="258"/>
                  </a:lnTo>
                  <a:lnTo>
                    <a:pt x="3" y="266"/>
                  </a:lnTo>
                  <a:lnTo>
                    <a:pt x="5" y="275"/>
                  </a:lnTo>
                  <a:lnTo>
                    <a:pt x="9" y="282"/>
                  </a:lnTo>
                  <a:lnTo>
                    <a:pt x="14" y="290"/>
                  </a:lnTo>
                  <a:lnTo>
                    <a:pt x="19" y="297"/>
                  </a:lnTo>
                  <a:lnTo>
                    <a:pt x="26" y="304"/>
                  </a:lnTo>
                  <a:lnTo>
                    <a:pt x="32" y="310"/>
                  </a:lnTo>
                  <a:lnTo>
                    <a:pt x="41" y="314"/>
                  </a:lnTo>
                  <a:lnTo>
                    <a:pt x="56" y="324"/>
                  </a:lnTo>
                  <a:lnTo>
                    <a:pt x="71" y="332"/>
                  </a:lnTo>
                  <a:lnTo>
                    <a:pt x="86" y="338"/>
                  </a:lnTo>
                  <a:lnTo>
                    <a:pt x="103" y="344"/>
                  </a:lnTo>
                  <a:lnTo>
                    <a:pt x="119" y="350"/>
                  </a:lnTo>
                  <a:lnTo>
                    <a:pt x="136" y="355"/>
                  </a:lnTo>
                  <a:lnTo>
                    <a:pt x="152" y="359"/>
                  </a:lnTo>
                  <a:lnTo>
                    <a:pt x="168" y="363"/>
                  </a:lnTo>
                  <a:lnTo>
                    <a:pt x="186" y="366"/>
                  </a:lnTo>
                  <a:lnTo>
                    <a:pt x="202" y="368"/>
                  </a:lnTo>
                  <a:lnTo>
                    <a:pt x="220" y="371"/>
                  </a:lnTo>
                  <a:lnTo>
                    <a:pt x="238" y="373"/>
                  </a:lnTo>
                  <a:lnTo>
                    <a:pt x="254" y="374"/>
                  </a:lnTo>
                  <a:lnTo>
                    <a:pt x="272" y="375"/>
                  </a:lnTo>
                  <a:lnTo>
                    <a:pt x="289" y="376"/>
                  </a:lnTo>
                  <a:lnTo>
                    <a:pt x="306" y="378"/>
                  </a:lnTo>
                  <a:lnTo>
                    <a:pt x="311" y="378"/>
                  </a:lnTo>
                  <a:lnTo>
                    <a:pt x="316" y="375"/>
                  </a:lnTo>
                  <a:lnTo>
                    <a:pt x="320" y="371"/>
                  </a:lnTo>
                  <a:lnTo>
                    <a:pt x="322" y="366"/>
                  </a:lnTo>
                  <a:lnTo>
                    <a:pt x="322" y="360"/>
                  </a:lnTo>
                  <a:lnTo>
                    <a:pt x="320" y="356"/>
                  </a:lnTo>
                  <a:lnTo>
                    <a:pt x="315" y="352"/>
                  </a:lnTo>
                  <a:lnTo>
                    <a:pt x="309" y="350"/>
                  </a:lnTo>
                  <a:lnTo>
                    <a:pt x="294" y="347"/>
                  </a:lnTo>
                  <a:lnTo>
                    <a:pt x="279" y="344"/>
                  </a:lnTo>
                  <a:lnTo>
                    <a:pt x="263" y="341"/>
                  </a:lnTo>
                  <a:lnTo>
                    <a:pt x="247" y="338"/>
                  </a:lnTo>
                  <a:lnTo>
                    <a:pt x="232" y="336"/>
                  </a:lnTo>
                  <a:lnTo>
                    <a:pt x="216" y="334"/>
                  </a:lnTo>
                  <a:lnTo>
                    <a:pt x="200" y="332"/>
                  </a:lnTo>
                  <a:lnTo>
                    <a:pt x="185" y="328"/>
                  </a:lnTo>
                  <a:lnTo>
                    <a:pt x="170" y="326"/>
                  </a:lnTo>
                  <a:lnTo>
                    <a:pt x="154" y="322"/>
                  </a:lnTo>
                  <a:lnTo>
                    <a:pt x="139" y="318"/>
                  </a:lnTo>
                  <a:lnTo>
                    <a:pt x="124" y="314"/>
                  </a:lnTo>
                  <a:lnTo>
                    <a:pt x="110" y="309"/>
                  </a:lnTo>
                  <a:lnTo>
                    <a:pt x="94" y="303"/>
                  </a:lnTo>
                  <a:lnTo>
                    <a:pt x="80" y="297"/>
                  </a:lnTo>
                  <a:lnTo>
                    <a:pt x="66" y="289"/>
                  </a:lnTo>
                  <a:lnTo>
                    <a:pt x="55" y="281"/>
                  </a:lnTo>
                  <a:lnTo>
                    <a:pt x="45" y="271"/>
                  </a:lnTo>
                  <a:lnTo>
                    <a:pt x="38" y="259"/>
                  </a:lnTo>
                  <a:lnTo>
                    <a:pt x="35" y="245"/>
                  </a:lnTo>
                  <a:lnTo>
                    <a:pt x="34" y="232"/>
                  </a:lnTo>
                  <a:lnTo>
                    <a:pt x="35" y="216"/>
                  </a:lnTo>
                  <a:lnTo>
                    <a:pt x="38" y="200"/>
                  </a:lnTo>
                  <a:lnTo>
                    <a:pt x="43" y="187"/>
                  </a:lnTo>
                  <a:lnTo>
                    <a:pt x="51" y="170"/>
                  </a:lnTo>
                  <a:lnTo>
                    <a:pt x="60" y="152"/>
                  </a:lnTo>
                  <a:lnTo>
                    <a:pt x="71" y="137"/>
                  </a:lnTo>
                  <a:lnTo>
                    <a:pt x="83" y="124"/>
                  </a:lnTo>
                  <a:lnTo>
                    <a:pt x="94" y="110"/>
                  </a:lnTo>
                  <a:lnTo>
                    <a:pt x="107" y="96"/>
                  </a:lnTo>
                  <a:lnTo>
                    <a:pt x="123" y="82"/>
                  </a:lnTo>
                  <a:lnTo>
                    <a:pt x="138" y="69"/>
                  </a:lnTo>
                  <a:lnTo>
                    <a:pt x="153" y="57"/>
                  </a:lnTo>
                  <a:lnTo>
                    <a:pt x="173" y="47"/>
                  </a:lnTo>
                  <a:lnTo>
                    <a:pt x="195" y="38"/>
                  </a:lnTo>
                  <a:lnTo>
                    <a:pt x="218" y="28"/>
                  </a:lnTo>
                  <a:lnTo>
                    <a:pt x="238" y="20"/>
                  </a:lnTo>
                  <a:lnTo>
                    <a:pt x="254" y="13"/>
                  </a:lnTo>
                  <a:lnTo>
                    <a:pt x="264" y="7"/>
                  </a:lnTo>
                  <a:lnTo>
                    <a:pt x="268" y="2"/>
                  </a:lnTo>
                  <a:lnTo>
                    <a:pt x="256" y="0"/>
                  </a:lnTo>
                  <a:lnTo>
                    <a:pt x="240" y="1"/>
                  </a:lnTo>
                  <a:lnTo>
                    <a:pt x="221" y="4"/>
                  </a:lnTo>
                  <a:lnTo>
                    <a:pt x="201" y="10"/>
                  </a:lnTo>
                  <a:lnTo>
                    <a:pt x="180" y="18"/>
                  </a:lnTo>
                  <a:lnTo>
                    <a:pt x="160" y="27"/>
                  </a:lnTo>
                  <a:lnTo>
                    <a:pt x="141" y="38"/>
                  </a:lnTo>
                  <a:lnTo>
                    <a:pt x="125" y="49"/>
                  </a:lnTo>
                  <a:close/>
                </a:path>
              </a:pathLst>
            </a:custGeom>
            <a:solidFill>
              <a:srgbClr val="C9E8FF">
                <a:alpha val="100000"/>
              </a:srgbClr>
            </a:solidFill>
            <a:ln w="9525">
              <a:noFill/>
            </a:ln>
          </p:spPr>
          <p:txBody>
            <a:bodyPr/>
            <a:lstStyle/>
            <a:p>
              <a:endParaRPr lang="zh-CN" altLang="en-US"/>
            </a:p>
          </p:txBody>
        </p:sp>
        <p:sp>
          <p:nvSpPr>
            <p:cNvPr id="112003" name="Freeform 1007"/>
            <p:cNvSpPr/>
            <p:nvPr/>
          </p:nvSpPr>
          <p:spPr>
            <a:xfrm>
              <a:off x="4394" y="3133"/>
              <a:ext cx="47" cy="42"/>
            </a:xfrm>
            <a:custGeom>
              <a:avLst/>
              <a:gdLst>
                <a:gd name="txL" fmla="*/ 0 w 283"/>
                <a:gd name="txT" fmla="*/ 0 h 252"/>
                <a:gd name="txR" fmla="*/ 283 w 283"/>
                <a:gd name="txB" fmla="*/ 252 h 252"/>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83" h="252">
                  <a:moveTo>
                    <a:pt x="235" y="77"/>
                  </a:moveTo>
                  <a:lnTo>
                    <a:pt x="248" y="91"/>
                  </a:lnTo>
                  <a:lnTo>
                    <a:pt x="256" y="107"/>
                  </a:lnTo>
                  <a:lnTo>
                    <a:pt x="259" y="124"/>
                  </a:lnTo>
                  <a:lnTo>
                    <a:pt x="259" y="142"/>
                  </a:lnTo>
                  <a:lnTo>
                    <a:pt x="257" y="157"/>
                  </a:lnTo>
                  <a:lnTo>
                    <a:pt x="252" y="170"/>
                  </a:lnTo>
                  <a:lnTo>
                    <a:pt x="244" y="183"/>
                  </a:lnTo>
                  <a:lnTo>
                    <a:pt x="236" y="193"/>
                  </a:lnTo>
                  <a:lnTo>
                    <a:pt x="225" y="204"/>
                  </a:lnTo>
                  <a:lnTo>
                    <a:pt x="215" y="214"/>
                  </a:lnTo>
                  <a:lnTo>
                    <a:pt x="204" y="224"/>
                  </a:lnTo>
                  <a:lnTo>
                    <a:pt x="194" y="234"/>
                  </a:lnTo>
                  <a:lnTo>
                    <a:pt x="191" y="238"/>
                  </a:lnTo>
                  <a:lnTo>
                    <a:pt x="191" y="241"/>
                  </a:lnTo>
                  <a:lnTo>
                    <a:pt x="191" y="245"/>
                  </a:lnTo>
                  <a:lnTo>
                    <a:pt x="194" y="248"/>
                  </a:lnTo>
                  <a:lnTo>
                    <a:pt x="197" y="250"/>
                  </a:lnTo>
                  <a:lnTo>
                    <a:pt x="202" y="252"/>
                  </a:lnTo>
                  <a:lnTo>
                    <a:pt x="205" y="250"/>
                  </a:lnTo>
                  <a:lnTo>
                    <a:pt x="209" y="248"/>
                  </a:lnTo>
                  <a:lnTo>
                    <a:pt x="232" y="233"/>
                  </a:lnTo>
                  <a:lnTo>
                    <a:pt x="252" y="214"/>
                  </a:lnTo>
                  <a:lnTo>
                    <a:pt x="268" y="192"/>
                  </a:lnTo>
                  <a:lnTo>
                    <a:pt x="278" y="167"/>
                  </a:lnTo>
                  <a:lnTo>
                    <a:pt x="283" y="141"/>
                  </a:lnTo>
                  <a:lnTo>
                    <a:pt x="280" y="115"/>
                  </a:lnTo>
                  <a:lnTo>
                    <a:pt x="271" y="91"/>
                  </a:lnTo>
                  <a:lnTo>
                    <a:pt x="252" y="69"/>
                  </a:lnTo>
                  <a:lnTo>
                    <a:pt x="238" y="57"/>
                  </a:lnTo>
                  <a:lnTo>
                    <a:pt x="222" y="48"/>
                  </a:lnTo>
                  <a:lnTo>
                    <a:pt x="204" y="39"/>
                  </a:lnTo>
                  <a:lnTo>
                    <a:pt x="184" y="31"/>
                  </a:lnTo>
                  <a:lnTo>
                    <a:pt x="164" y="23"/>
                  </a:lnTo>
                  <a:lnTo>
                    <a:pt x="144" y="17"/>
                  </a:lnTo>
                  <a:lnTo>
                    <a:pt x="123" y="13"/>
                  </a:lnTo>
                  <a:lnTo>
                    <a:pt x="103" y="8"/>
                  </a:lnTo>
                  <a:lnTo>
                    <a:pt x="83" y="5"/>
                  </a:lnTo>
                  <a:lnTo>
                    <a:pt x="66" y="2"/>
                  </a:lnTo>
                  <a:lnTo>
                    <a:pt x="48" y="0"/>
                  </a:lnTo>
                  <a:lnTo>
                    <a:pt x="34" y="0"/>
                  </a:lnTo>
                  <a:lnTo>
                    <a:pt x="21" y="0"/>
                  </a:lnTo>
                  <a:lnTo>
                    <a:pt x="11" y="0"/>
                  </a:lnTo>
                  <a:lnTo>
                    <a:pt x="4" y="2"/>
                  </a:lnTo>
                  <a:lnTo>
                    <a:pt x="0" y="5"/>
                  </a:lnTo>
                  <a:lnTo>
                    <a:pt x="12" y="7"/>
                  </a:lnTo>
                  <a:lnTo>
                    <a:pt x="24" y="8"/>
                  </a:lnTo>
                  <a:lnTo>
                    <a:pt x="38" y="10"/>
                  </a:lnTo>
                  <a:lnTo>
                    <a:pt x="52" y="13"/>
                  </a:lnTo>
                  <a:lnTo>
                    <a:pt x="66" y="16"/>
                  </a:lnTo>
                  <a:lnTo>
                    <a:pt x="82" y="18"/>
                  </a:lnTo>
                  <a:lnTo>
                    <a:pt x="98" y="22"/>
                  </a:lnTo>
                  <a:lnTo>
                    <a:pt x="114" y="25"/>
                  </a:lnTo>
                  <a:lnTo>
                    <a:pt x="129" y="30"/>
                  </a:lnTo>
                  <a:lnTo>
                    <a:pt x="146" y="34"/>
                  </a:lnTo>
                  <a:lnTo>
                    <a:pt x="162" y="39"/>
                  </a:lnTo>
                  <a:lnTo>
                    <a:pt x="177" y="45"/>
                  </a:lnTo>
                  <a:lnTo>
                    <a:pt x="193" y="52"/>
                  </a:lnTo>
                  <a:lnTo>
                    <a:pt x="208" y="60"/>
                  </a:lnTo>
                  <a:lnTo>
                    <a:pt x="222" y="68"/>
                  </a:lnTo>
                  <a:lnTo>
                    <a:pt x="235" y="77"/>
                  </a:lnTo>
                  <a:close/>
                </a:path>
              </a:pathLst>
            </a:custGeom>
            <a:solidFill>
              <a:srgbClr val="C9E8FF">
                <a:alpha val="100000"/>
              </a:srgbClr>
            </a:solidFill>
            <a:ln w="9525">
              <a:noFill/>
            </a:ln>
          </p:spPr>
          <p:txBody>
            <a:bodyPr/>
            <a:lstStyle/>
            <a:p>
              <a:endParaRPr lang="zh-CN" altLang="en-US"/>
            </a:p>
          </p:txBody>
        </p:sp>
        <p:sp>
          <p:nvSpPr>
            <p:cNvPr id="112004" name="Freeform 1008"/>
            <p:cNvSpPr/>
            <p:nvPr/>
          </p:nvSpPr>
          <p:spPr>
            <a:xfrm>
              <a:off x="4298" y="3153"/>
              <a:ext cx="19" cy="39"/>
            </a:xfrm>
            <a:custGeom>
              <a:avLst/>
              <a:gdLst>
                <a:gd name="txL" fmla="*/ 0 w 114"/>
                <a:gd name="txT" fmla="*/ 0 h 238"/>
                <a:gd name="txR" fmla="*/ 114 w 114"/>
                <a:gd name="txB" fmla="*/ 238 h 238"/>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14" h="238">
                  <a:moveTo>
                    <a:pt x="0" y="130"/>
                  </a:moveTo>
                  <a:lnTo>
                    <a:pt x="0" y="149"/>
                  </a:lnTo>
                  <a:lnTo>
                    <a:pt x="4" y="168"/>
                  </a:lnTo>
                  <a:lnTo>
                    <a:pt x="12" y="185"/>
                  </a:lnTo>
                  <a:lnTo>
                    <a:pt x="24" y="200"/>
                  </a:lnTo>
                  <a:lnTo>
                    <a:pt x="38" y="213"/>
                  </a:lnTo>
                  <a:lnTo>
                    <a:pt x="55" y="224"/>
                  </a:lnTo>
                  <a:lnTo>
                    <a:pt x="73" y="232"/>
                  </a:lnTo>
                  <a:lnTo>
                    <a:pt x="92" y="237"/>
                  </a:lnTo>
                  <a:lnTo>
                    <a:pt x="98" y="238"/>
                  </a:lnTo>
                  <a:lnTo>
                    <a:pt x="104" y="235"/>
                  </a:lnTo>
                  <a:lnTo>
                    <a:pt x="109" y="232"/>
                  </a:lnTo>
                  <a:lnTo>
                    <a:pt x="111" y="227"/>
                  </a:lnTo>
                  <a:lnTo>
                    <a:pt x="111" y="222"/>
                  </a:lnTo>
                  <a:lnTo>
                    <a:pt x="110" y="216"/>
                  </a:lnTo>
                  <a:lnTo>
                    <a:pt x="106" y="211"/>
                  </a:lnTo>
                  <a:lnTo>
                    <a:pt x="100" y="209"/>
                  </a:lnTo>
                  <a:lnTo>
                    <a:pt x="82" y="202"/>
                  </a:lnTo>
                  <a:lnTo>
                    <a:pt x="64" y="193"/>
                  </a:lnTo>
                  <a:lnTo>
                    <a:pt x="50" y="180"/>
                  </a:lnTo>
                  <a:lnTo>
                    <a:pt x="39" y="167"/>
                  </a:lnTo>
                  <a:lnTo>
                    <a:pt x="32" y="149"/>
                  </a:lnTo>
                  <a:lnTo>
                    <a:pt x="29" y="131"/>
                  </a:lnTo>
                  <a:lnTo>
                    <a:pt x="29" y="111"/>
                  </a:lnTo>
                  <a:lnTo>
                    <a:pt x="35" y="91"/>
                  </a:lnTo>
                  <a:lnTo>
                    <a:pt x="42" y="76"/>
                  </a:lnTo>
                  <a:lnTo>
                    <a:pt x="51" y="62"/>
                  </a:lnTo>
                  <a:lnTo>
                    <a:pt x="62" y="49"/>
                  </a:lnTo>
                  <a:lnTo>
                    <a:pt x="73" y="38"/>
                  </a:lnTo>
                  <a:lnTo>
                    <a:pt x="84" y="28"/>
                  </a:lnTo>
                  <a:lnTo>
                    <a:pt x="96" y="18"/>
                  </a:lnTo>
                  <a:lnTo>
                    <a:pt x="106" y="9"/>
                  </a:lnTo>
                  <a:lnTo>
                    <a:pt x="114" y="1"/>
                  </a:lnTo>
                  <a:lnTo>
                    <a:pt x="106" y="0"/>
                  </a:lnTo>
                  <a:lnTo>
                    <a:pt x="93" y="6"/>
                  </a:lnTo>
                  <a:lnTo>
                    <a:pt x="76" y="18"/>
                  </a:lnTo>
                  <a:lnTo>
                    <a:pt x="56" y="36"/>
                  </a:lnTo>
                  <a:lnTo>
                    <a:pt x="37" y="57"/>
                  </a:lnTo>
                  <a:lnTo>
                    <a:pt x="20" y="80"/>
                  </a:lnTo>
                  <a:lnTo>
                    <a:pt x="7" y="106"/>
                  </a:lnTo>
                  <a:lnTo>
                    <a:pt x="0" y="130"/>
                  </a:lnTo>
                  <a:close/>
                </a:path>
              </a:pathLst>
            </a:custGeom>
            <a:solidFill>
              <a:srgbClr val="C9E8FF">
                <a:alpha val="100000"/>
              </a:srgbClr>
            </a:solidFill>
            <a:ln w="9525">
              <a:noFill/>
            </a:ln>
          </p:spPr>
          <p:txBody>
            <a:bodyPr/>
            <a:lstStyle/>
            <a:p>
              <a:endParaRPr lang="zh-CN" altLang="en-US"/>
            </a:p>
          </p:txBody>
        </p:sp>
        <p:sp>
          <p:nvSpPr>
            <p:cNvPr id="112005" name="Freeform 1009"/>
            <p:cNvSpPr/>
            <p:nvPr/>
          </p:nvSpPr>
          <p:spPr>
            <a:xfrm>
              <a:off x="4432" y="3130"/>
              <a:ext cx="41" cy="52"/>
            </a:xfrm>
            <a:custGeom>
              <a:avLst/>
              <a:gdLst>
                <a:gd name="txL" fmla="*/ 0 w 246"/>
                <a:gd name="txT" fmla="*/ 0 h 310"/>
                <a:gd name="txR" fmla="*/ 246 w 246"/>
                <a:gd name="txB" fmla="*/ 310 h 31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46" h="310">
                  <a:moveTo>
                    <a:pt x="199" y="116"/>
                  </a:moveTo>
                  <a:lnTo>
                    <a:pt x="207" y="124"/>
                  </a:lnTo>
                  <a:lnTo>
                    <a:pt x="214" y="133"/>
                  </a:lnTo>
                  <a:lnTo>
                    <a:pt x="219" y="143"/>
                  </a:lnTo>
                  <a:lnTo>
                    <a:pt x="223" y="154"/>
                  </a:lnTo>
                  <a:lnTo>
                    <a:pt x="225" y="164"/>
                  </a:lnTo>
                  <a:lnTo>
                    <a:pt x="225" y="176"/>
                  </a:lnTo>
                  <a:lnTo>
                    <a:pt x="221" y="187"/>
                  </a:lnTo>
                  <a:lnTo>
                    <a:pt x="216" y="197"/>
                  </a:lnTo>
                  <a:lnTo>
                    <a:pt x="208" y="209"/>
                  </a:lnTo>
                  <a:lnTo>
                    <a:pt x="199" y="219"/>
                  </a:lnTo>
                  <a:lnTo>
                    <a:pt x="188" y="228"/>
                  </a:lnTo>
                  <a:lnTo>
                    <a:pt x="177" y="238"/>
                  </a:lnTo>
                  <a:lnTo>
                    <a:pt x="166" y="246"/>
                  </a:lnTo>
                  <a:lnTo>
                    <a:pt x="154" y="255"/>
                  </a:lnTo>
                  <a:lnTo>
                    <a:pt x="143" y="264"/>
                  </a:lnTo>
                  <a:lnTo>
                    <a:pt x="132" y="274"/>
                  </a:lnTo>
                  <a:lnTo>
                    <a:pt x="129" y="278"/>
                  </a:lnTo>
                  <a:lnTo>
                    <a:pt x="126" y="282"/>
                  </a:lnTo>
                  <a:lnTo>
                    <a:pt x="124" y="287"/>
                  </a:lnTo>
                  <a:lnTo>
                    <a:pt x="121" y="292"/>
                  </a:lnTo>
                  <a:lnTo>
                    <a:pt x="120" y="296"/>
                  </a:lnTo>
                  <a:lnTo>
                    <a:pt x="120" y="301"/>
                  </a:lnTo>
                  <a:lnTo>
                    <a:pt x="121" y="305"/>
                  </a:lnTo>
                  <a:lnTo>
                    <a:pt x="125" y="309"/>
                  </a:lnTo>
                  <a:lnTo>
                    <a:pt x="130" y="310"/>
                  </a:lnTo>
                  <a:lnTo>
                    <a:pt x="134" y="310"/>
                  </a:lnTo>
                  <a:lnTo>
                    <a:pt x="139" y="309"/>
                  </a:lnTo>
                  <a:lnTo>
                    <a:pt x="143" y="305"/>
                  </a:lnTo>
                  <a:lnTo>
                    <a:pt x="154" y="293"/>
                  </a:lnTo>
                  <a:lnTo>
                    <a:pt x="167" y="280"/>
                  </a:lnTo>
                  <a:lnTo>
                    <a:pt x="180" y="269"/>
                  </a:lnTo>
                  <a:lnTo>
                    <a:pt x="194" y="257"/>
                  </a:lnTo>
                  <a:lnTo>
                    <a:pt x="207" y="246"/>
                  </a:lnTo>
                  <a:lnTo>
                    <a:pt x="219" y="233"/>
                  </a:lnTo>
                  <a:lnTo>
                    <a:pt x="231" y="219"/>
                  </a:lnTo>
                  <a:lnTo>
                    <a:pt x="239" y="204"/>
                  </a:lnTo>
                  <a:lnTo>
                    <a:pt x="245" y="187"/>
                  </a:lnTo>
                  <a:lnTo>
                    <a:pt x="246" y="170"/>
                  </a:lnTo>
                  <a:lnTo>
                    <a:pt x="242" y="153"/>
                  </a:lnTo>
                  <a:lnTo>
                    <a:pt x="236" y="136"/>
                  </a:lnTo>
                  <a:lnTo>
                    <a:pt x="227" y="120"/>
                  </a:lnTo>
                  <a:lnTo>
                    <a:pt x="215" y="107"/>
                  </a:lnTo>
                  <a:lnTo>
                    <a:pt x="201" y="94"/>
                  </a:lnTo>
                  <a:lnTo>
                    <a:pt x="187" y="82"/>
                  </a:lnTo>
                  <a:lnTo>
                    <a:pt x="177" y="74"/>
                  </a:lnTo>
                  <a:lnTo>
                    <a:pt x="165" y="68"/>
                  </a:lnTo>
                  <a:lnTo>
                    <a:pt x="152" y="60"/>
                  </a:lnTo>
                  <a:lnTo>
                    <a:pt x="139" y="51"/>
                  </a:lnTo>
                  <a:lnTo>
                    <a:pt x="126" y="43"/>
                  </a:lnTo>
                  <a:lnTo>
                    <a:pt x="112" y="35"/>
                  </a:lnTo>
                  <a:lnTo>
                    <a:pt x="98" y="28"/>
                  </a:lnTo>
                  <a:lnTo>
                    <a:pt x="85" y="22"/>
                  </a:lnTo>
                  <a:lnTo>
                    <a:pt x="72" y="16"/>
                  </a:lnTo>
                  <a:lnTo>
                    <a:pt x="59" y="10"/>
                  </a:lnTo>
                  <a:lnTo>
                    <a:pt x="46" y="7"/>
                  </a:lnTo>
                  <a:lnTo>
                    <a:pt x="35" y="3"/>
                  </a:lnTo>
                  <a:lnTo>
                    <a:pt x="24" y="1"/>
                  </a:lnTo>
                  <a:lnTo>
                    <a:pt x="15" y="0"/>
                  </a:lnTo>
                  <a:lnTo>
                    <a:pt x="7" y="1"/>
                  </a:lnTo>
                  <a:lnTo>
                    <a:pt x="0" y="3"/>
                  </a:lnTo>
                  <a:lnTo>
                    <a:pt x="8" y="6"/>
                  </a:lnTo>
                  <a:lnTo>
                    <a:pt x="17" y="9"/>
                  </a:lnTo>
                  <a:lnTo>
                    <a:pt x="28" y="14"/>
                  </a:lnTo>
                  <a:lnTo>
                    <a:pt x="38" y="18"/>
                  </a:lnTo>
                  <a:lnTo>
                    <a:pt x="51" y="24"/>
                  </a:lnTo>
                  <a:lnTo>
                    <a:pt x="64" y="30"/>
                  </a:lnTo>
                  <a:lnTo>
                    <a:pt x="78" y="37"/>
                  </a:lnTo>
                  <a:lnTo>
                    <a:pt x="92" y="43"/>
                  </a:lnTo>
                  <a:lnTo>
                    <a:pt x="106" y="51"/>
                  </a:lnTo>
                  <a:lnTo>
                    <a:pt x="120" y="60"/>
                  </a:lnTo>
                  <a:lnTo>
                    <a:pt x="134" y="69"/>
                  </a:lnTo>
                  <a:lnTo>
                    <a:pt x="148" y="78"/>
                  </a:lnTo>
                  <a:lnTo>
                    <a:pt x="163" y="87"/>
                  </a:lnTo>
                  <a:lnTo>
                    <a:pt x="175" y="96"/>
                  </a:lnTo>
                  <a:lnTo>
                    <a:pt x="187" y="105"/>
                  </a:lnTo>
                  <a:lnTo>
                    <a:pt x="199" y="116"/>
                  </a:lnTo>
                  <a:close/>
                </a:path>
              </a:pathLst>
            </a:custGeom>
            <a:solidFill>
              <a:srgbClr val="C9E8FF">
                <a:alpha val="100000"/>
              </a:srgbClr>
            </a:solidFill>
            <a:ln w="9525">
              <a:noFill/>
            </a:ln>
          </p:spPr>
          <p:txBody>
            <a:bodyPr/>
            <a:lstStyle/>
            <a:p>
              <a:endParaRPr lang="zh-CN" altLang="en-US"/>
            </a:p>
          </p:txBody>
        </p:sp>
        <p:sp>
          <p:nvSpPr>
            <p:cNvPr id="112006" name="Freeform 1010"/>
            <p:cNvSpPr/>
            <p:nvPr/>
          </p:nvSpPr>
          <p:spPr>
            <a:xfrm>
              <a:off x="4387" y="3191"/>
              <a:ext cx="14" cy="31"/>
            </a:xfrm>
            <a:custGeom>
              <a:avLst/>
              <a:gdLst>
                <a:gd name="txL" fmla="*/ 0 w 83"/>
                <a:gd name="txT" fmla="*/ 0 h 187"/>
                <a:gd name="txR" fmla="*/ 83 w 83"/>
                <a:gd name="txB" fmla="*/ 187 h 187"/>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83" h="187">
                  <a:moveTo>
                    <a:pt x="31" y="14"/>
                  </a:moveTo>
                  <a:lnTo>
                    <a:pt x="29" y="8"/>
                  </a:lnTo>
                  <a:lnTo>
                    <a:pt x="25" y="3"/>
                  </a:lnTo>
                  <a:lnTo>
                    <a:pt x="19" y="1"/>
                  </a:lnTo>
                  <a:lnTo>
                    <a:pt x="14" y="0"/>
                  </a:lnTo>
                  <a:lnTo>
                    <a:pt x="8" y="2"/>
                  </a:lnTo>
                  <a:lnTo>
                    <a:pt x="3" y="5"/>
                  </a:lnTo>
                  <a:lnTo>
                    <a:pt x="0" y="11"/>
                  </a:lnTo>
                  <a:lnTo>
                    <a:pt x="0" y="17"/>
                  </a:lnTo>
                  <a:lnTo>
                    <a:pt x="5" y="42"/>
                  </a:lnTo>
                  <a:lnTo>
                    <a:pt x="15" y="71"/>
                  </a:lnTo>
                  <a:lnTo>
                    <a:pt x="27" y="100"/>
                  </a:lnTo>
                  <a:lnTo>
                    <a:pt x="41" y="127"/>
                  </a:lnTo>
                  <a:lnTo>
                    <a:pt x="55" y="151"/>
                  </a:lnTo>
                  <a:lnTo>
                    <a:pt x="68" y="171"/>
                  </a:lnTo>
                  <a:lnTo>
                    <a:pt x="77" y="184"/>
                  </a:lnTo>
                  <a:lnTo>
                    <a:pt x="83" y="187"/>
                  </a:lnTo>
                  <a:lnTo>
                    <a:pt x="80" y="174"/>
                  </a:lnTo>
                  <a:lnTo>
                    <a:pt x="75" y="158"/>
                  </a:lnTo>
                  <a:lnTo>
                    <a:pt x="68" y="138"/>
                  </a:lnTo>
                  <a:lnTo>
                    <a:pt x="59" y="113"/>
                  </a:lnTo>
                  <a:lnTo>
                    <a:pt x="51" y="88"/>
                  </a:lnTo>
                  <a:lnTo>
                    <a:pt x="43" y="63"/>
                  </a:lnTo>
                  <a:lnTo>
                    <a:pt x="36" y="38"/>
                  </a:lnTo>
                  <a:lnTo>
                    <a:pt x="31" y="14"/>
                  </a:lnTo>
                  <a:close/>
                </a:path>
              </a:pathLst>
            </a:custGeom>
            <a:solidFill>
              <a:srgbClr val="000000">
                <a:alpha val="100000"/>
              </a:srgbClr>
            </a:solidFill>
            <a:ln w="9525">
              <a:noFill/>
            </a:ln>
          </p:spPr>
          <p:txBody>
            <a:bodyPr/>
            <a:lstStyle/>
            <a:p>
              <a:endParaRPr lang="zh-CN" altLang="en-US"/>
            </a:p>
          </p:txBody>
        </p:sp>
        <p:sp>
          <p:nvSpPr>
            <p:cNvPr id="112007" name="Freeform 1011"/>
            <p:cNvSpPr/>
            <p:nvPr/>
          </p:nvSpPr>
          <p:spPr>
            <a:xfrm>
              <a:off x="4381" y="3174"/>
              <a:ext cx="7" cy="16"/>
            </a:xfrm>
            <a:custGeom>
              <a:avLst/>
              <a:gdLst>
                <a:gd name="txL" fmla="*/ 0 w 44"/>
                <a:gd name="txT" fmla="*/ 0 h 94"/>
                <a:gd name="txR" fmla="*/ 44 w 44"/>
                <a:gd name="txB" fmla="*/ 94 h 94"/>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44" h="94">
                  <a:moveTo>
                    <a:pt x="22" y="10"/>
                  </a:moveTo>
                  <a:lnTo>
                    <a:pt x="21" y="6"/>
                  </a:lnTo>
                  <a:lnTo>
                    <a:pt x="18" y="2"/>
                  </a:lnTo>
                  <a:lnTo>
                    <a:pt x="14" y="0"/>
                  </a:lnTo>
                  <a:lnTo>
                    <a:pt x="10" y="0"/>
                  </a:lnTo>
                  <a:lnTo>
                    <a:pt x="6" y="1"/>
                  </a:lnTo>
                  <a:lnTo>
                    <a:pt x="3" y="3"/>
                  </a:lnTo>
                  <a:lnTo>
                    <a:pt x="0" y="7"/>
                  </a:lnTo>
                  <a:lnTo>
                    <a:pt x="0" y="11"/>
                  </a:lnTo>
                  <a:lnTo>
                    <a:pt x="0" y="24"/>
                  </a:lnTo>
                  <a:lnTo>
                    <a:pt x="4" y="38"/>
                  </a:lnTo>
                  <a:lnTo>
                    <a:pt x="8" y="52"/>
                  </a:lnTo>
                  <a:lnTo>
                    <a:pt x="14" y="65"/>
                  </a:lnTo>
                  <a:lnTo>
                    <a:pt x="21" y="78"/>
                  </a:lnTo>
                  <a:lnTo>
                    <a:pt x="28" y="87"/>
                  </a:lnTo>
                  <a:lnTo>
                    <a:pt x="37" y="93"/>
                  </a:lnTo>
                  <a:lnTo>
                    <a:pt x="42" y="94"/>
                  </a:lnTo>
                  <a:lnTo>
                    <a:pt x="44" y="76"/>
                  </a:lnTo>
                  <a:lnTo>
                    <a:pt x="38" y="54"/>
                  </a:lnTo>
                  <a:lnTo>
                    <a:pt x="31" y="32"/>
                  </a:lnTo>
                  <a:lnTo>
                    <a:pt x="22" y="10"/>
                  </a:lnTo>
                  <a:close/>
                </a:path>
              </a:pathLst>
            </a:custGeom>
            <a:solidFill>
              <a:srgbClr val="000000">
                <a:alpha val="100000"/>
              </a:srgbClr>
            </a:solidFill>
            <a:ln w="9525">
              <a:noFill/>
            </a:ln>
          </p:spPr>
          <p:txBody>
            <a:bodyPr/>
            <a:lstStyle/>
            <a:p>
              <a:endParaRPr lang="zh-CN" altLang="en-US"/>
            </a:p>
          </p:txBody>
        </p:sp>
        <p:sp>
          <p:nvSpPr>
            <p:cNvPr id="112008" name="Freeform 1012"/>
            <p:cNvSpPr/>
            <p:nvPr/>
          </p:nvSpPr>
          <p:spPr>
            <a:xfrm>
              <a:off x="4375" y="3163"/>
              <a:ext cx="6" cy="9"/>
            </a:xfrm>
            <a:custGeom>
              <a:avLst/>
              <a:gdLst>
                <a:gd name="txL" fmla="*/ 0 w 38"/>
                <a:gd name="txT" fmla="*/ 0 h 54"/>
                <a:gd name="txR" fmla="*/ 38 w 38"/>
                <a:gd name="txB" fmla="*/ 54 h 54"/>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8" h="54">
                  <a:moveTo>
                    <a:pt x="20" y="7"/>
                  </a:moveTo>
                  <a:lnTo>
                    <a:pt x="20" y="8"/>
                  </a:lnTo>
                  <a:lnTo>
                    <a:pt x="19" y="4"/>
                  </a:lnTo>
                  <a:lnTo>
                    <a:pt x="15" y="1"/>
                  </a:lnTo>
                  <a:lnTo>
                    <a:pt x="12" y="0"/>
                  </a:lnTo>
                  <a:lnTo>
                    <a:pt x="7" y="0"/>
                  </a:lnTo>
                  <a:lnTo>
                    <a:pt x="4" y="1"/>
                  </a:lnTo>
                  <a:lnTo>
                    <a:pt x="1" y="4"/>
                  </a:lnTo>
                  <a:lnTo>
                    <a:pt x="0" y="8"/>
                  </a:lnTo>
                  <a:lnTo>
                    <a:pt x="0" y="11"/>
                  </a:lnTo>
                  <a:lnTo>
                    <a:pt x="1" y="17"/>
                  </a:lnTo>
                  <a:lnTo>
                    <a:pt x="4" y="24"/>
                  </a:lnTo>
                  <a:lnTo>
                    <a:pt x="8" y="32"/>
                  </a:lnTo>
                  <a:lnTo>
                    <a:pt x="14" y="39"/>
                  </a:lnTo>
                  <a:lnTo>
                    <a:pt x="20" y="46"/>
                  </a:lnTo>
                  <a:lnTo>
                    <a:pt x="27" y="50"/>
                  </a:lnTo>
                  <a:lnTo>
                    <a:pt x="33" y="54"/>
                  </a:lnTo>
                  <a:lnTo>
                    <a:pt x="38" y="54"/>
                  </a:lnTo>
                  <a:lnTo>
                    <a:pt x="36" y="42"/>
                  </a:lnTo>
                  <a:lnTo>
                    <a:pt x="32" y="29"/>
                  </a:lnTo>
                  <a:lnTo>
                    <a:pt x="25" y="16"/>
                  </a:lnTo>
                  <a:lnTo>
                    <a:pt x="20" y="7"/>
                  </a:lnTo>
                  <a:close/>
                </a:path>
              </a:pathLst>
            </a:custGeom>
            <a:solidFill>
              <a:srgbClr val="000000">
                <a:alpha val="100000"/>
              </a:srgbClr>
            </a:solidFill>
            <a:ln w="9525">
              <a:noFill/>
            </a:ln>
          </p:spPr>
          <p:txBody>
            <a:bodyPr/>
            <a:lstStyle/>
            <a:p>
              <a:endParaRPr lang="zh-CN" altLang="en-US"/>
            </a:p>
          </p:txBody>
        </p:sp>
        <p:sp>
          <p:nvSpPr>
            <p:cNvPr id="112009" name="Freeform 1013"/>
            <p:cNvSpPr/>
            <p:nvPr/>
          </p:nvSpPr>
          <p:spPr>
            <a:xfrm>
              <a:off x="4370" y="3155"/>
              <a:ext cx="8" cy="6"/>
            </a:xfrm>
            <a:custGeom>
              <a:avLst/>
              <a:gdLst>
                <a:gd name="txL" fmla="*/ 0 w 52"/>
                <a:gd name="txT" fmla="*/ 0 h 36"/>
                <a:gd name="txR" fmla="*/ 52 w 52"/>
                <a:gd name="txB" fmla="*/ 36 h 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52" h="36">
                  <a:moveTo>
                    <a:pt x="41" y="27"/>
                  </a:moveTo>
                  <a:lnTo>
                    <a:pt x="46" y="24"/>
                  </a:lnTo>
                  <a:lnTo>
                    <a:pt x="51" y="21"/>
                  </a:lnTo>
                  <a:lnTo>
                    <a:pt x="52" y="16"/>
                  </a:lnTo>
                  <a:lnTo>
                    <a:pt x="52" y="12"/>
                  </a:lnTo>
                  <a:lnTo>
                    <a:pt x="50" y="6"/>
                  </a:lnTo>
                  <a:lnTo>
                    <a:pt x="46" y="2"/>
                  </a:lnTo>
                  <a:lnTo>
                    <a:pt x="41" y="0"/>
                  </a:lnTo>
                  <a:lnTo>
                    <a:pt x="36" y="0"/>
                  </a:lnTo>
                  <a:lnTo>
                    <a:pt x="33" y="0"/>
                  </a:lnTo>
                  <a:lnTo>
                    <a:pt x="29" y="1"/>
                  </a:lnTo>
                  <a:lnTo>
                    <a:pt x="21" y="4"/>
                  </a:lnTo>
                  <a:lnTo>
                    <a:pt x="13" y="8"/>
                  </a:lnTo>
                  <a:lnTo>
                    <a:pt x="6" y="15"/>
                  </a:lnTo>
                  <a:lnTo>
                    <a:pt x="3" y="22"/>
                  </a:lnTo>
                  <a:lnTo>
                    <a:pt x="0" y="29"/>
                  </a:lnTo>
                  <a:lnTo>
                    <a:pt x="0" y="31"/>
                  </a:lnTo>
                  <a:lnTo>
                    <a:pt x="4" y="33"/>
                  </a:lnTo>
                  <a:lnTo>
                    <a:pt x="9" y="36"/>
                  </a:lnTo>
                  <a:lnTo>
                    <a:pt x="13" y="36"/>
                  </a:lnTo>
                  <a:lnTo>
                    <a:pt x="18" y="36"/>
                  </a:lnTo>
                  <a:lnTo>
                    <a:pt x="24" y="33"/>
                  </a:lnTo>
                  <a:lnTo>
                    <a:pt x="30" y="32"/>
                  </a:lnTo>
                  <a:lnTo>
                    <a:pt x="36" y="30"/>
                  </a:lnTo>
                  <a:lnTo>
                    <a:pt x="41" y="27"/>
                  </a:lnTo>
                  <a:close/>
                </a:path>
              </a:pathLst>
            </a:custGeom>
            <a:solidFill>
              <a:srgbClr val="000000">
                <a:alpha val="100000"/>
              </a:srgbClr>
            </a:solidFill>
            <a:ln w="9525">
              <a:noFill/>
            </a:ln>
          </p:spPr>
          <p:txBody>
            <a:bodyPr/>
            <a:lstStyle/>
            <a:p>
              <a:endParaRPr lang="zh-CN" altLang="en-US"/>
            </a:p>
          </p:txBody>
        </p:sp>
        <p:sp>
          <p:nvSpPr>
            <p:cNvPr id="112010" name="Freeform 1014"/>
            <p:cNvSpPr/>
            <p:nvPr/>
          </p:nvSpPr>
          <p:spPr>
            <a:xfrm>
              <a:off x="4330" y="3145"/>
              <a:ext cx="33" cy="39"/>
            </a:xfrm>
            <a:custGeom>
              <a:avLst/>
              <a:gdLst>
                <a:gd name="txL" fmla="*/ 0 w 198"/>
                <a:gd name="txT" fmla="*/ 0 h 236"/>
                <a:gd name="txR" fmla="*/ 198 w 198"/>
                <a:gd name="txB" fmla="*/ 236 h 2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98" h="236">
                  <a:moveTo>
                    <a:pt x="73" y="36"/>
                  </a:moveTo>
                  <a:lnTo>
                    <a:pt x="58" y="46"/>
                  </a:lnTo>
                  <a:lnTo>
                    <a:pt x="46" y="58"/>
                  </a:lnTo>
                  <a:lnTo>
                    <a:pt x="33" y="72"/>
                  </a:lnTo>
                  <a:lnTo>
                    <a:pt x="22" y="85"/>
                  </a:lnTo>
                  <a:lnTo>
                    <a:pt x="14" y="100"/>
                  </a:lnTo>
                  <a:lnTo>
                    <a:pt x="7" y="115"/>
                  </a:lnTo>
                  <a:lnTo>
                    <a:pt x="2" y="130"/>
                  </a:lnTo>
                  <a:lnTo>
                    <a:pt x="0" y="146"/>
                  </a:lnTo>
                  <a:lnTo>
                    <a:pt x="2" y="170"/>
                  </a:lnTo>
                  <a:lnTo>
                    <a:pt x="12" y="190"/>
                  </a:lnTo>
                  <a:lnTo>
                    <a:pt x="26" y="207"/>
                  </a:lnTo>
                  <a:lnTo>
                    <a:pt x="43" y="220"/>
                  </a:lnTo>
                  <a:lnTo>
                    <a:pt x="64" y="229"/>
                  </a:lnTo>
                  <a:lnTo>
                    <a:pt x="88" y="235"/>
                  </a:lnTo>
                  <a:lnTo>
                    <a:pt x="110" y="236"/>
                  </a:lnTo>
                  <a:lnTo>
                    <a:pt x="132" y="232"/>
                  </a:lnTo>
                  <a:lnTo>
                    <a:pt x="137" y="232"/>
                  </a:lnTo>
                  <a:lnTo>
                    <a:pt x="142" y="230"/>
                  </a:lnTo>
                  <a:lnTo>
                    <a:pt x="145" y="226"/>
                  </a:lnTo>
                  <a:lnTo>
                    <a:pt x="146" y="221"/>
                  </a:lnTo>
                  <a:lnTo>
                    <a:pt x="145" y="219"/>
                  </a:lnTo>
                  <a:lnTo>
                    <a:pt x="142" y="219"/>
                  </a:lnTo>
                  <a:lnTo>
                    <a:pt x="137" y="217"/>
                  </a:lnTo>
                  <a:lnTo>
                    <a:pt x="131" y="217"/>
                  </a:lnTo>
                  <a:lnTo>
                    <a:pt x="124" y="217"/>
                  </a:lnTo>
                  <a:lnTo>
                    <a:pt x="118" y="217"/>
                  </a:lnTo>
                  <a:lnTo>
                    <a:pt x="112" y="217"/>
                  </a:lnTo>
                  <a:lnTo>
                    <a:pt x="109" y="217"/>
                  </a:lnTo>
                  <a:lnTo>
                    <a:pt x="97" y="216"/>
                  </a:lnTo>
                  <a:lnTo>
                    <a:pt x="87" y="215"/>
                  </a:lnTo>
                  <a:lnTo>
                    <a:pt x="75" y="214"/>
                  </a:lnTo>
                  <a:lnTo>
                    <a:pt x="63" y="211"/>
                  </a:lnTo>
                  <a:lnTo>
                    <a:pt x="51" y="207"/>
                  </a:lnTo>
                  <a:lnTo>
                    <a:pt x="40" y="199"/>
                  </a:lnTo>
                  <a:lnTo>
                    <a:pt x="29" y="189"/>
                  </a:lnTo>
                  <a:lnTo>
                    <a:pt x="17" y="174"/>
                  </a:lnTo>
                  <a:lnTo>
                    <a:pt x="15" y="157"/>
                  </a:lnTo>
                  <a:lnTo>
                    <a:pt x="16" y="141"/>
                  </a:lnTo>
                  <a:lnTo>
                    <a:pt x="21" y="124"/>
                  </a:lnTo>
                  <a:lnTo>
                    <a:pt x="28" y="109"/>
                  </a:lnTo>
                  <a:lnTo>
                    <a:pt x="39" y="96"/>
                  </a:lnTo>
                  <a:lnTo>
                    <a:pt x="50" y="82"/>
                  </a:lnTo>
                  <a:lnTo>
                    <a:pt x="63" y="70"/>
                  </a:lnTo>
                  <a:lnTo>
                    <a:pt x="78" y="59"/>
                  </a:lnTo>
                  <a:lnTo>
                    <a:pt x="94" y="49"/>
                  </a:lnTo>
                  <a:lnTo>
                    <a:pt x="110" y="39"/>
                  </a:lnTo>
                  <a:lnTo>
                    <a:pt x="126" y="31"/>
                  </a:lnTo>
                  <a:lnTo>
                    <a:pt x="142" y="24"/>
                  </a:lnTo>
                  <a:lnTo>
                    <a:pt x="158" y="19"/>
                  </a:lnTo>
                  <a:lnTo>
                    <a:pt x="172" y="13"/>
                  </a:lnTo>
                  <a:lnTo>
                    <a:pt x="186" y="10"/>
                  </a:lnTo>
                  <a:lnTo>
                    <a:pt x="198" y="7"/>
                  </a:lnTo>
                  <a:lnTo>
                    <a:pt x="190" y="3"/>
                  </a:lnTo>
                  <a:lnTo>
                    <a:pt x="177" y="0"/>
                  </a:lnTo>
                  <a:lnTo>
                    <a:pt x="162" y="3"/>
                  </a:lnTo>
                  <a:lnTo>
                    <a:pt x="144" y="6"/>
                  </a:lnTo>
                  <a:lnTo>
                    <a:pt x="124" y="12"/>
                  </a:lnTo>
                  <a:lnTo>
                    <a:pt x="105" y="19"/>
                  </a:lnTo>
                  <a:lnTo>
                    <a:pt x="88" y="28"/>
                  </a:lnTo>
                  <a:lnTo>
                    <a:pt x="73" y="3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11" name="Freeform 1015"/>
            <p:cNvSpPr/>
            <p:nvPr/>
          </p:nvSpPr>
          <p:spPr>
            <a:xfrm>
              <a:off x="4386" y="3145"/>
              <a:ext cx="22" cy="30"/>
            </a:xfrm>
            <a:custGeom>
              <a:avLst/>
              <a:gdLst>
                <a:gd name="txL" fmla="*/ 0 w 128"/>
                <a:gd name="txT" fmla="*/ 0 h 183"/>
                <a:gd name="txR" fmla="*/ 128 w 128"/>
                <a:gd name="txB" fmla="*/ 183 h 183"/>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28" h="183">
                  <a:moveTo>
                    <a:pt x="108" y="61"/>
                  </a:moveTo>
                  <a:lnTo>
                    <a:pt x="111" y="80"/>
                  </a:lnTo>
                  <a:lnTo>
                    <a:pt x="109" y="97"/>
                  </a:lnTo>
                  <a:lnTo>
                    <a:pt x="101" y="110"/>
                  </a:lnTo>
                  <a:lnTo>
                    <a:pt x="89" y="123"/>
                  </a:lnTo>
                  <a:lnTo>
                    <a:pt x="75" y="134"/>
                  </a:lnTo>
                  <a:lnTo>
                    <a:pt x="60" y="145"/>
                  </a:lnTo>
                  <a:lnTo>
                    <a:pt x="43" y="156"/>
                  </a:lnTo>
                  <a:lnTo>
                    <a:pt x="29" y="167"/>
                  </a:lnTo>
                  <a:lnTo>
                    <a:pt x="27" y="170"/>
                  </a:lnTo>
                  <a:lnTo>
                    <a:pt x="26" y="172"/>
                  </a:lnTo>
                  <a:lnTo>
                    <a:pt x="26" y="176"/>
                  </a:lnTo>
                  <a:lnTo>
                    <a:pt x="28" y="179"/>
                  </a:lnTo>
                  <a:lnTo>
                    <a:pt x="30" y="182"/>
                  </a:lnTo>
                  <a:lnTo>
                    <a:pt x="34" y="183"/>
                  </a:lnTo>
                  <a:lnTo>
                    <a:pt x="37" y="183"/>
                  </a:lnTo>
                  <a:lnTo>
                    <a:pt x="41" y="182"/>
                  </a:lnTo>
                  <a:lnTo>
                    <a:pt x="58" y="171"/>
                  </a:lnTo>
                  <a:lnTo>
                    <a:pt x="76" y="160"/>
                  </a:lnTo>
                  <a:lnTo>
                    <a:pt x="92" y="147"/>
                  </a:lnTo>
                  <a:lnTo>
                    <a:pt x="108" y="132"/>
                  </a:lnTo>
                  <a:lnTo>
                    <a:pt x="118" y="116"/>
                  </a:lnTo>
                  <a:lnTo>
                    <a:pt x="125" y="98"/>
                  </a:lnTo>
                  <a:lnTo>
                    <a:pt x="128" y="78"/>
                  </a:lnTo>
                  <a:lnTo>
                    <a:pt x="123" y="58"/>
                  </a:lnTo>
                  <a:lnTo>
                    <a:pt x="112" y="41"/>
                  </a:lnTo>
                  <a:lnTo>
                    <a:pt x="98" y="28"/>
                  </a:lnTo>
                  <a:lnTo>
                    <a:pt x="80" y="16"/>
                  </a:lnTo>
                  <a:lnTo>
                    <a:pt x="61" y="8"/>
                  </a:lnTo>
                  <a:lnTo>
                    <a:pt x="41" y="2"/>
                  </a:lnTo>
                  <a:lnTo>
                    <a:pt x="23" y="0"/>
                  </a:lnTo>
                  <a:lnTo>
                    <a:pt x="9" y="1"/>
                  </a:lnTo>
                  <a:lnTo>
                    <a:pt x="0" y="6"/>
                  </a:lnTo>
                  <a:lnTo>
                    <a:pt x="16" y="10"/>
                  </a:lnTo>
                  <a:lnTo>
                    <a:pt x="33" y="14"/>
                  </a:lnTo>
                  <a:lnTo>
                    <a:pt x="48" y="17"/>
                  </a:lnTo>
                  <a:lnTo>
                    <a:pt x="63" y="22"/>
                  </a:lnTo>
                  <a:lnTo>
                    <a:pt x="77" y="28"/>
                  </a:lnTo>
                  <a:lnTo>
                    <a:pt x="90" y="36"/>
                  </a:lnTo>
                  <a:lnTo>
                    <a:pt x="101" y="46"/>
                  </a:lnTo>
                  <a:lnTo>
                    <a:pt x="108" y="61"/>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12" name="Freeform 1016"/>
            <p:cNvSpPr/>
            <p:nvPr/>
          </p:nvSpPr>
          <p:spPr>
            <a:xfrm>
              <a:off x="4309" y="3138"/>
              <a:ext cx="53" cy="63"/>
            </a:xfrm>
            <a:custGeom>
              <a:avLst/>
              <a:gdLst>
                <a:gd name="txL" fmla="*/ 0 w 323"/>
                <a:gd name="txT" fmla="*/ 0 h 379"/>
                <a:gd name="txR" fmla="*/ 323 w 323"/>
                <a:gd name="txB" fmla="*/ 379 h 379"/>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23" h="379">
                  <a:moveTo>
                    <a:pt x="126" y="50"/>
                  </a:moveTo>
                  <a:lnTo>
                    <a:pt x="101" y="70"/>
                  </a:lnTo>
                  <a:lnTo>
                    <a:pt x="76" y="92"/>
                  </a:lnTo>
                  <a:lnTo>
                    <a:pt x="54" y="115"/>
                  </a:lnTo>
                  <a:lnTo>
                    <a:pt x="34" y="140"/>
                  </a:lnTo>
                  <a:lnTo>
                    <a:pt x="18" y="167"/>
                  </a:lnTo>
                  <a:lnTo>
                    <a:pt x="6" y="196"/>
                  </a:lnTo>
                  <a:lnTo>
                    <a:pt x="0" y="227"/>
                  </a:lnTo>
                  <a:lnTo>
                    <a:pt x="1" y="259"/>
                  </a:lnTo>
                  <a:lnTo>
                    <a:pt x="4" y="267"/>
                  </a:lnTo>
                  <a:lnTo>
                    <a:pt x="7" y="277"/>
                  </a:lnTo>
                  <a:lnTo>
                    <a:pt x="11" y="283"/>
                  </a:lnTo>
                  <a:lnTo>
                    <a:pt x="15" y="291"/>
                  </a:lnTo>
                  <a:lnTo>
                    <a:pt x="21" y="298"/>
                  </a:lnTo>
                  <a:lnTo>
                    <a:pt x="27" y="305"/>
                  </a:lnTo>
                  <a:lnTo>
                    <a:pt x="34" y="311"/>
                  </a:lnTo>
                  <a:lnTo>
                    <a:pt x="41" y="316"/>
                  </a:lnTo>
                  <a:lnTo>
                    <a:pt x="57" y="325"/>
                  </a:lnTo>
                  <a:lnTo>
                    <a:pt x="72" y="333"/>
                  </a:lnTo>
                  <a:lnTo>
                    <a:pt x="87" y="340"/>
                  </a:lnTo>
                  <a:lnTo>
                    <a:pt x="103" y="345"/>
                  </a:lnTo>
                  <a:lnTo>
                    <a:pt x="120" y="351"/>
                  </a:lnTo>
                  <a:lnTo>
                    <a:pt x="136" y="356"/>
                  </a:lnTo>
                  <a:lnTo>
                    <a:pt x="153" y="360"/>
                  </a:lnTo>
                  <a:lnTo>
                    <a:pt x="169" y="364"/>
                  </a:lnTo>
                  <a:lnTo>
                    <a:pt x="187" y="367"/>
                  </a:lnTo>
                  <a:lnTo>
                    <a:pt x="204" y="370"/>
                  </a:lnTo>
                  <a:lnTo>
                    <a:pt x="221" y="372"/>
                  </a:lnTo>
                  <a:lnTo>
                    <a:pt x="238" y="374"/>
                  </a:lnTo>
                  <a:lnTo>
                    <a:pt x="256" y="375"/>
                  </a:lnTo>
                  <a:lnTo>
                    <a:pt x="273" y="376"/>
                  </a:lnTo>
                  <a:lnTo>
                    <a:pt x="290" y="378"/>
                  </a:lnTo>
                  <a:lnTo>
                    <a:pt x="307" y="379"/>
                  </a:lnTo>
                  <a:lnTo>
                    <a:pt x="312" y="379"/>
                  </a:lnTo>
                  <a:lnTo>
                    <a:pt x="317" y="375"/>
                  </a:lnTo>
                  <a:lnTo>
                    <a:pt x="320" y="372"/>
                  </a:lnTo>
                  <a:lnTo>
                    <a:pt x="323" y="366"/>
                  </a:lnTo>
                  <a:lnTo>
                    <a:pt x="323" y="360"/>
                  </a:lnTo>
                  <a:lnTo>
                    <a:pt x="320" y="356"/>
                  </a:lnTo>
                  <a:lnTo>
                    <a:pt x="316" y="352"/>
                  </a:lnTo>
                  <a:lnTo>
                    <a:pt x="311" y="351"/>
                  </a:lnTo>
                  <a:lnTo>
                    <a:pt x="295" y="351"/>
                  </a:lnTo>
                  <a:lnTo>
                    <a:pt x="279" y="351"/>
                  </a:lnTo>
                  <a:lnTo>
                    <a:pt x="263" y="350"/>
                  </a:lnTo>
                  <a:lnTo>
                    <a:pt x="248" y="349"/>
                  </a:lnTo>
                  <a:lnTo>
                    <a:pt x="231" y="348"/>
                  </a:lnTo>
                  <a:lnTo>
                    <a:pt x="215" y="345"/>
                  </a:lnTo>
                  <a:lnTo>
                    <a:pt x="200" y="343"/>
                  </a:lnTo>
                  <a:lnTo>
                    <a:pt x="183" y="341"/>
                  </a:lnTo>
                  <a:lnTo>
                    <a:pt x="168" y="337"/>
                  </a:lnTo>
                  <a:lnTo>
                    <a:pt x="151" y="334"/>
                  </a:lnTo>
                  <a:lnTo>
                    <a:pt x="136" y="329"/>
                  </a:lnTo>
                  <a:lnTo>
                    <a:pt x="121" y="325"/>
                  </a:lnTo>
                  <a:lnTo>
                    <a:pt x="106" y="320"/>
                  </a:lnTo>
                  <a:lnTo>
                    <a:pt x="92" y="313"/>
                  </a:lnTo>
                  <a:lnTo>
                    <a:pt x="76" y="306"/>
                  </a:lnTo>
                  <a:lnTo>
                    <a:pt x="62" y="300"/>
                  </a:lnTo>
                  <a:lnTo>
                    <a:pt x="51" y="291"/>
                  </a:lnTo>
                  <a:lnTo>
                    <a:pt x="41" y="280"/>
                  </a:lnTo>
                  <a:lnTo>
                    <a:pt x="35" y="269"/>
                  </a:lnTo>
                  <a:lnTo>
                    <a:pt x="31" y="255"/>
                  </a:lnTo>
                  <a:lnTo>
                    <a:pt x="31" y="239"/>
                  </a:lnTo>
                  <a:lnTo>
                    <a:pt x="33" y="218"/>
                  </a:lnTo>
                  <a:lnTo>
                    <a:pt x="38" y="197"/>
                  </a:lnTo>
                  <a:lnTo>
                    <a:pt x="42" y="182"/>
                  </a:lnTo>
                  <a:lnTo>
                    <a:pt x="51" y="165"/>
                  </a:lnTo>
                  <a:lnTo>
                    <a:pt x="60" y="150"/>
                  </a:lnTo>
                  <a:lnTo>
                    <a:pt x="68" y="136"/>
                  </a:lnTo>
                  <a:lnTo>
                    <a:pt x="79" y="124"/>
                  </a:lnTo>
                  <a:lnTo>
                    <a:pt x="89" y="111"/>
                  </a:lnTo>
                  <a:lnTo>
                    <a:pt x="101" y="100"/>
                  </a:lnTo>
                  <a:lnTo>
                    <a:pt x="114" y="88"/>
                  </a:lnTo>
                  <a:lnTo>
                    <a:pt x="129" y="76"/>
                  </a:lnTo>
                  <a:lnTo>
                    <a:pt x="144" y="64"/>
                  </a:lnTo>
                  <a:lnTo>
                    <a:pt x="162" y="53"/>
                  </a:lnTo>
                  <a:lnTo>
                    <a:pt x="181" y="41"/>
                  </a:lnTo>
                  <a:lnTo>
                    <a:pt x="201" y="31"/>
                  </a:lnTo>
                  <a:lnTo>
                    <a:pt x="219" y="22"/>
                  </a:lnTo>
                  <a:lnTo>
                    <a:pt x="237" y="14"/>
                  </a:lnTo>
                  <a:lnTo>
                    <a:pt x="253" y="7"/>
                  </a:lnTo>
                  <a:lnTo>
                    <a:pt x="268" y="1"/>
                  </a:lnTo>
                  <a:lnTo>
                    <a:pt x="255" y="0"/>
                  </a:lnTo>
                  <a:lnTo>
                    <a:pt x="238" y="1"/>
                  </a:lnTo>
                  <a:lnTo>
                    <a:pt x="221" y="5"/>
                  </a:lnTo>
                  <a:lnTo>
                    <a:pt x="201" y="11"/>
                  </a:lnTo>
                  <a:lnTo>
                    <a:pt x="181" y="19"/>
                  </a:lnTo>
                  <a:lnTo>
                    <a:pt x="161" y="28"/>
                  </a:lnTo>
                  <a:lnTo>
                    <a:pt x="142" y="39"/>
                  </a:lnTo>
                  <a:lnTo>
                    <a:pt x="126" y="50"/>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13" name="Freeform 1017"/>
            <p:cNvSpPr/>
            <p:nvPr/>
          </p:nvSpPr>
          <p:spPr>
            <a:xfrm>
              <a:off x="4384" y="3136"/>
              <a:ext cx="47" cy="42"/>
            </a:xfrm>
            <a:custGeom>
              <a:avLst/>
              <a:gdLst>
                <a:gd name="txL" fmla="*/ 0 w 282"/>
                <a:gd name="txT" fmla="*/ 0 h 253"/>
                <a:gd name="txR" fmla="*/ 282 w 282"/>
                <a:gd name="txB" fmla="*/ 253 h 253"/>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82" h="253">
                  <a:moveTo>
                    <a:pt x="235" y="78"/>
                  </a:moveTo>
                  <a:lnTo>
                    <a:pt x="248" y="92"/>
                  </a:lnTo>
                  <a:lnTo>
                    <a:pt x="255" y="108"/>
                  </a:lnTo>
                  <a:lnTo>
                    <a:pt x="259" y="125"/>
                  </a:lnTo>
                  <a:lnTo>
                    <a:pt x="259" y="144"/>
                  </a:lnTo>
                  <a:lnTo>
                    <a:pt x="257" y="159"/>
                  </a:lnTo>
                  <a:lnTo>
                    <a:pt x="252" y="171"/>
                  </a:lnTo>
                  <a:lnTo>
                    <a:pt x="244" y="184"/>
                  </a:lnTo>
                  <a:lnTo>
                    <a:pt x="236" y="194"/>
                  </a:lnTo>
                  <a:lnTo>
                    <a:pt x="225" y="206"/>
                  </a:lnTo>
                  <a:lnTo>
                    <a:pt x="215" y="215"/>
                  </a:lnTo>
                  <a:lnTo>
                    <a:pt x="204" y="225"/>
                  </a:lnTo>
                  <a:lnTo>
                    <a:pt x="194" y="236"/>
                  </a:lnTo>
                  <a:lnTo>
                    <a:pt x="191" y="239"/>
                  </a:lnTo>
                  <a:lnTo>
                    <a:pt x="190" y="242"/>
                  </a:lnTo>
                  <a:lnTo>
                    <a:pt x="191" y="246"/>
                  </a:lnTo>
                  <a:lnTo>
                    <a:pt x="194" y="249"/>
                  </a:lnTo>
                  <a:lnTo>
                    <a:pt x="197" y="252"/>
                  </a:lnTo>
                  <a:lnTo>
                    <a:pt x="201" y="253"/>
                  </a:lnTo>
                  <a:lnTo>
                    <a:pt x="205" y="252"/>
                  </a:lnTo>
                  <a:lnTo>
                    <a:pt x="209" y="249"/>
                  </a:lnTo>
                  <a:lnTo>
                    <a:pt x="232" y="234"/>
                  </a:lnTo>
                  <a:lnTo>
                    <a:pt x="251" y="215"/>
                  </a:lnTo>
                  <a:lnTo>
                    <a:pt x="267" y="192"/>
                  </a:lnTo>
                  <a:lnTo>
                    <a:pt x="278" y="168"/>
                  </a:lnTo>
                  <a:lnTo>
                    <a:pt x="282" y="141"/>
                  </a:lnTo>
                  <a:lnTo>
                    <a:pt x="279" y="116"/>
                  </a:lnTo>
                  <a:lnTo>
                    <a:pt x="270" y="92"/>
                  </a:lnTo>
                  <a:lnTo>
                    <a:pt x="251" y="70"/>
                  </a:lnTo>
                  <a:lnTo>
                    <a:pt x="237" y="59"/>
                  </a:lnTo>
                  <a:lnTo>
                    <a:pt x="221" y="48"/>
                  </a:lnTo>
                  <a:lnTo>
                    <a:pt x="202" y="39"/>
                  </a:lnTo>
                  <a:lnTo>
                    <a:pt x="183" y="31"/>
                  </a:lnTo>
                  <a:lnTo>
                    <a:pt x="163" y="24"/>
                  </a:lnTo>
                  <a:lnTo>
                    <a:pt x="142" y="18"/>
                  </a:lnTo>
                  <a:lnTo>
                    <a:pt x="122" y="13"/>
                  </a:lnTo>
                  <a:lnTo>
                    <a:pt x="101" y="8"/>
                  </a:lnTo>
                  <a:lnTo>
                    <a:pt x="82" y="5"/>
                  </a:lnTo>
                  <a:lnTo>
                    <a:pt x="63" y="2"/>
                  </a:lnTo>
                  <a:lnTo>
                    <a:pt x="47" y="0"/>
                  </a:lnTo>
                  <a:lnTo>
                    <a:pt x="32" y="0"/>
                  </a:lnTo>
                  <a:lnTo>
                    <a:pt x="19" y="0"/>
                  </a:lnTo>
                  <a:lnTo>
                    <a:pt x="10" y="1"/>
                  </a:lnTo>
                  <a:lnTo>
                    <a:pt x="4" y="4"/>
                  </a:lnTo>
                  <a:lnTo>
                    <a:pt x="0" y="6"/>
                  </a:lnTo>
                  <a:lnTo>
                    <a:pt x="12" y="8"/>
                  </a:lnTo>
                  <a:lnTo>
                    <a:pt x="25" y="9"/>
                  </a:lnTo>
                  <a:lnTo>
                    <a:pt x="38" y="12"/>
                  </a:lnTo>
                  <a:lnTo>
                    <a:pt x="52" y="14"/>
                  </a:lnTo>
                  <a:lnTo>
                    <a:pt x="67" y="16"/>
                  </a:lnTo>
                  <a:lnTo>
                    <a:pt x="82" y="18"/>
                  </a:lnTo>
                  <a:lnTo>
                    <a:pt x="97" y="22"/>
                  </a:lnTo>
                  <a:lnTo>
                    <a:pt x="114" y="25"/>
                  </a:lnTo>
                  <a:lnTo>
                    <a:pt x="129" y="30"/>
                  </a:lnTo>
                  <a:lnTo>
                    <a:pt x="146" y="35"/>
                  </a:lnTo>
                  <a:lnTo>
                    <a:pt x="162" y="40"/>
                  </a:lnTo>
                  <a:lnTo>
                    <a:pt x="177" y="46"/>
                  </a:lnTo>
                  <a:lnTo>
                    <a:pt x="192" y="53"/>
                  </a:lnTo>
                  <a:lnTo>
                    <a:pt x="208" y="60"/>
                  </a:lnTo>
                  <a:lnTo>
                    <a:pt x="222" y="69"/>
                  </a:lnTo>
                  <a:lnTo>
                    <a:pt x="235" y="7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14" name="Freeform 1018"/>
            <p:cNvSpPr/>
            <p:nvPr/>
          </p:nvSpPr>
          <p:spPr>
            <a:xfrm>
              <a:off x="4290" y="3159"/>
              <a:ext cx="19" cy="39"/>
            </a:xfrm>
            <a:custGeom>
              <a:avLst/>
              <a:gdLst>
                <a:gd name="txL" fmla="*/ 0 w 115"/>
                <a:gd name="txT" fmla="*/ 0 h 236"/>
                <a:gd name="txR" fmla="*/ 115 w 115"/>
                <a:gd name="txB" fmla="*/ 236 h 2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15" h="236">
                  <a:moveTo>
                    <a:pt x="0" y="128"/>
                  </a:moveTo>
                  <a:lnTo>
                    <a:pt x="0" y="148"/>
                  </a:lnTo>
                  <a:lnTo>
                    <a:pt x="5" y="166"/>
                  </a:lnTo>
                  <a:lnTo>
                    <a:pt x="13" y="184"/>
                  </a:lnTo>
                  <a:lnTo>
                    <a:pt x="24" y="198"/>
                  </a:lnTo>
                  <a:lnTo>
                    <a:pt x="39" y="211"/>
                  </a:lnTo>
                  <a:lnTo>
                    <a:pt x="55" y="223"/>
                  </a:lnTo>
                  <a:lnTo>
                    <a:pt x="74" y="231"/>
                  </a:lnTo>
                  <a:lnTo>
                    <a:pt x="92" y="235"/>
                  </a:lnTo>
                  <a:lnTo>
                    <a:pt x="98" y="236"/>
                  </a:lnTo>
                  <a:lnTo>
                    <a:pt x="104" y="234"/>
                  </a:lnTo>
                  <a:lnTo>
                    <a:pt x="109" y="231"/>
                  </a:lnTo>
                  <a:lnTo>
                    <a:pt x="111" y="226"/>
                  </a:lnTo>
                  <a:lnTo>
                    <a:pt x="111" y="220"/>
                  </a:lnTo>
                  <a:lnTo>
                    <a:pt x="110" y="215"/>
                  </a:lnTo>
                  <a:lnTo>
                    <a:pt x="107" y="210"/>
                  </a:lnTo>
                  <a:lnTo>
                    <a:pt x="101" y="208"/>
                  </a:lnTo>
                  <a:lnTo>
                    <a:pt x="82" y="201"/>
                  </a:lnTo>
                  <a:lnTo>
                    <a:pt x="64" y="192"/>
                  </a:lnTo>
                  <a:lnTo>
                    <a:pt x="50" y="179"/>
                  </a:lnTo>
                  <a:lnTo>
                    <a:pt x="40" y="165"/>
                  </a:lnTo>
                  <a:lnTo>
                    <a:pt x="33" y="148"/>
                  </a:lnTo>
                  <a:lnTo>
                    <a:pt x="29" y="130"/>
                  </a:lnTo>
                  <a:lnTo>
                    <a:pt x="29" y="110"/>
                  </a:lnTo>
                  <a:lnTo>
                    <a:pt x="35" y="89"/>
                  </a:lnTo>
                  <a:lnTo>
                    <a:pt x="43" y="74"/>
                  </a:lnTo>
                  <a:lnTo>
                    <a:pt x="56" y="60"/>
                  </a:lnTo>
                  <a:lnTo>
                    <a:pt x="70" y="46"/>
                  </a:lnTo>
                  <a:lnTo>
                    <a:pt x="85" y="33"/>
                  </a:lnTo>
                  <a:lnTo>
                    <a:pt x="98" y="23"/>
                  </a:lnTo>
                  <a:lnTo>
                    <a:pt x="109" y="12"/>
                  </a:lnTo>
                  <a:lnTo>
                    <a:pt x="115" y="6"/>
                  </a:lnTo>
                  <a:lnTo>
                    <a:pt x="115" y="0"/>
                  </a:lnTo>
                  <a:lnTo>
                    <a:pt x="102" y="4"/>
                  </a:lnTo>
                  <a:lnTo>
                    <a:pt x="85" y="12"/>
                  </a:lnTo>
                  <a:lnTo>
                    <a:pt x="68" y="26"/>
                  </a:lnTo>
                  <a:lnTo>
                    <a:pt x="49" y="42"/>
                  </a:lnTo>
                  <a:lnTo>
                    <a:pt x="32" y="61"/>
                  </a:lnTo>
                  <a:lnTo>
                    <a:pt x="17" y="82"/>
                  </a:lnTo>
                  <a:lnTo>
                    <a:pt x="6" y="105"/>
                  </a:lnTo>
                  <a:lnTo>
                    <a:pt x="0" y="12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15" name="Freeform 1019"/>
            <p:cNvSpPr/>
            <p:nvPr/>
          </p:nvSpPr>
          <p:spPr>
            <a:xfrm>
              <a:off x="4423" y="3133"/>
              <a:ext cx="41" cy="52"/>
            </a:xfrm>
            <a:custGeom>
              <a:avLst/>
              <a:gdLst>
                <a:gd name="txL" fmla="*/ 0 w 245"/>
                <a:gd name="txT" fmla="*/ 0 h 310"/>
                <a:gd name="txR" fmla="*/ 245 w 245"/>
                <a:gd name="txB" fmla="*/ 310 h 31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45" h="310">
                  <a:moveTo>
                    <a:pt x="200" y="116"/>
                  </a:moveTo>
                  <a:lnTo>
                    <a:pt x="208" y="124"/>
                  </a:lnTo>
                  <a:lnTo>
                    <a:pt x="214" y="133"/>
                  </a:lnTo>
                  <a:lnTo>
                    <a:pt x="220" y="144"/>
                  </a:lnTo>
                  <a:lnTo>
                    <a:pt x="223" y="154"/>
                  </a:lnTo>
                  <a:lnTo>
                    <a:pt x="226" y="164"/>
                  </a:lnTo>
                  <a:lnTo>
                    <a:pt x="224" y="176"/>
                  </a:lnTo>
                  <a:lnTo>
                    <a:pt x="222" y="187"/>
                  </a:lnTo>
                  <a:lnTo>
                    <a:pt x="216" y="198"/>
                  </a:lnTo>
                  <a:lnTo>
                    <a:pt x="208" y="209"/>
                  </a:lnTo>
                  <a:lnTo>
                    <a:pt x="199" y="219"/>
                  </a:lnTo>
                  <a:lnTo>
                    <a:pt x="188" y="229"/>
                  </a:lnTo>
                  <a:lnTo>
                    <a:pt x="177" y="238"/>
                  </a:lnTo>
                  <a:lnTo>
                    <a:pt x="166" y="246"/>
                  </a:lnTo>
                  <a:lnTo>
                    <a:pt x="154" y="255"/>
                  </a:lnTo>
                  <a:lnTo>
                    <a:pt x="142" y="264"/>
                  </a:lnTo>
                  <a:lnTo>
                    <a:pt x="132" y="275"/>
                  </a:lnTo>
                  <a:lnTo>
                    <a:pt x="128" y="278"/>
                  </a:lnTo>
                  <a:lnTo>
                    <a:pt x="126" y="283"/>
                  </a:lnTo>
                  <a:lnTo>
                    <a:pt x="124" y="287"/>
                  </a:lnTo>
                  <a:lnTo>
                    <a:pt x="121" y="292"/>
                  </a:lnTo>
                  <a:lnTo>
                    <a:pt x="120" y="296"/>
                  </a:lnTo>
                  <a:lnTo>
                    <a:pt x="120" y="301"/>
                  </a:lnTo>
                  <a:lnTo>
                    <a:pt x="122" y="306"/>
                  </a:lnTo>
                  <a:lnTo>
                    <a:pt x="126" y="309"/>
                  </a:lnTo>
                  <a:lnTo>
                    <a:pt x="131" y="310"/>
                  </a:lnTo>
                  <a:lnTo>
                    <a:pt x="135" y="310"/>
                  </a:lnTo>
                  <a:lnTo>
                    <a:pt x="139" y="309"/>
                  </a:lnTo>
                  <a:lnTo>
                    <a:pt x="142" y="306"/>
                  </a:lnTo>
                  <a:lnTo>
                    <a:pt x="154" y="292"/>
                  </a:lnTo>
                  <a:lnTo>
                    <a:pt x="167" y="280"/>
                  </a:lnTo>
                  <a:lnTo>
                    <a:pt x="180" y="269"/>
                  </a:lnTo>
                  <a:lnTo>
                    <a:pt x="194" y="257"/>
                  </a:lnTo>
                  <a:lnTo>
                    <a:pt x="207" y="246"/>
                  </a:lnTo>
                  <a:lnTo>
                    <a:pt x="220" y="233"/>
                  </a:lnTo>
                  <a:lnTo>
                    <a:pt x="230" y="219"/>
                  </a:lnTo>
                  <a:lnTo>
                    <a:pt x="238" y="204"/>
                  </a:lnTo>
                  <a:lnTo>
                    <a:pt x="244" y="186"/>
                  </a:lnTo>
                  <a:lnTo>
                    <a:pt x="245" y="169"/>
                  </a:lnTo>
                  <a:lnTo>
                    <a:pt x="243" y="152"/>
                  </a:lnTo>
                  <a:lnTo>
                    <a:pt x="237" y="134"/>
                  </a:lnTo>
                  <a:lnTo>
                    <a:pt x="228" y="119"/>
                  </a:lnTo>
                  <a:lnTo>
                    <a:pt x="217" y="105"/>
                  </a:lnTo>
                  <a:lnTo>
                    <a:pt x="203" y="93"/>
                  </a:lnTo>
                  <a:lnTo>
                    <a:pt x="188" y="83"/>
                  </a:lnTo>
                  <a:lnTo>
                    <a:pt x="176" y="76"/>
                  </a:lnTo>
                  <a:lnTo>
                    <a:pt x="163" y="69"/>
                  </a:lnTo>
                  <a:lnTo>
                    <a:pt x="151" y="61"/>
                  </a:lnTo>
                  <a:lnTo>
                    <a:pt x="136" y="54"/>
                  </a:lnTo>
                  <a:lnTo>
                    <a:pt x="122" y="46"/>
                  </a:lnTo>
                  <a:lnTo>
                    <a:pt x="107" y="39"/>
                  </a:lnTo>
                  <a:lnTo>
                    <a:pt x="93" y="31"/>
                  </a:lnTo>
                  <a:lnTo>
                    <a:pt x="79" y="24"/>
                  </a:lnTo>
                  <a:lnTo>
                    <a:pt x="66" y="18"/>
                  </a:lnTo>
                  <a:lnTo>
                    <a:pt x="53" y="13"/>
                  </a:lnTo>
                  <a:lnTo>
                    <a:pt x="40" y="8"/>
                  </a:lnTo>
                  <a:lnTo>
                    <a:pt x="30" y="5"/>
                  </a:lnTo>
                  <a:lnTo>
                    <a:pt x="20" y="1"/>
                  </a:lnTo>
                  <a:lnTo>
                    <a:pt x="12" y="0"/>
                  </a:lnTo>
                  <a:lnTo>
                    <a:pt x="5" y="0"/>
                  </a:lnTo>
                  <a:lnTo>
                    <a:pt x="0" y="2"/>
                  </a:lnTo>
                  <a:lnTo>
                    <a:pt x="11" y="8"/>
                  </a:lnTo>
                  <a:lnTo>
                    <a:pt x="23" y="14"/>
                  </a:lnTo>
                  <a:lnTo>
                    <a:pt x="36" y="20"/>
                  </a:lnTo>
                  <a:lnTo>
                    <a:pt x="47" y="25"/>
                  </a:lnTo>
                  <a:lnTo>
                    <a:pt x="60" y="31"/>
                  </a:lnTo>
                  <a:lnTo>
                    <a:pt x="73" y="37"/>
                  </a:lnTo>
                  <a:lnTo>
                    <a:pt x="86" y="44"/>
                  </a:lnTo>
                  <a:lnTo>
                    <a:pt x="99" y="51"/>
                  </a:lnTo>
                  <a:lnTo>
                    <a:pt x="113" y="57"/>
                  </a:lnTo>
                  <a:lnTo>
                    <a:pt x="126" y="64"/>
                  </a:lnTo>
                  <a:lnTo>
                    <a:pt x="139" y="71"/>
                  </a:lnTo>
                  <a:lnTo>
                    <a:pt x="152" y="79"/>
                  </a:lnTo>
                  <a:lnTo>
                    <a:pt x="165" y="88"/>
                  </a:lnTo>
                  <a:lnTo>
                    <a:pt x="176" y="96"/>
                  </a:lnTo>
                  <a:lnTo>
                    <a:pt x="188" y="106"/>
                  </a:lnTo>
                  <a:lnTo>
                    <a:pt x="200" y="11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12016" name="Freeform 1020"/>
            <p:cNvSpPr/>
            <p:nvPr/>
          </p:nvSpPr>
          <p:spPr>
            <a:xfrm>
              <a:off x="4338" y="3209"/>
              <a:ext cx="125" cy="175"/>
            </a:xfrm>
            <a:custGeom>
              <a:avLst/>
              <a:gdLst>
                <a:gd name="txL" fmla="*/ 0 w 125"/>
                <a:gd name="txT" fmla="*/ 0 h 175"/>
                <a:gd name="txR" fmla="*/ 125 w 125"/>
                <a:gd name="txB" fmla="*/ 175 h 175"/>
              </a:gdLst>
              <a:ahLst/>
              <a:cxnLst>
                <a:cxn ang="0">
                  <a:pos x="0" y="175"/>
                </a:cxn>
                <a:cxn ang="0">
                  <a:pos x="0" y="144"/>
                </a:cxn>
                <a:cxn ang="0">
                  <a:pos x="11" y="144"/>
                </a:cxn>
                <a:cxn ang="0">
                  <a:pos x="11" y="118"/>
                </a:cxn>
                <a:cxn ang="0">
                  <a:pos x="23" y="114"/>
                </a:cxn>
                <a:cxn ang="0">
                  <a:pos x="20" y="88"/>
                </a:cxn>
                <a:cxn ang="0">
                  <a:pos x="30" y="84"/>
                </a:cxn>
                <a:cxn ang="0">
                  <a:pos x="30" y="58"/>
                </a:cxn>
                <a:cxn ang="0">
                  <a:pos x="39" y="54"/>
                </a:cxn>
                <a:cxn ang="0">
                  <a:pos x="39" y="28"/>
                </a:cxn>
                <a:cxn ang="0">
                  <a:pos x="48" y="28"/>
                </a:cxn>
                <a:cxn ang="0">
                  <a:pos x="56" y="0"/>
                </a:cxn>
                <a:cxn ang="0">
                  <a:pos x="80" y="0"/>
                </a:cxn>
                <a:cxn ang="0">
                  <a:pos x="81" y="25"/>
                </a:cxn>
                <a:cxn ang="0">
                  <a:pos x="92" y="24"/>
                </a:cxn>
                <a:cxn ang="0">
                  <a:pos x="93" y="49"/>
                </a:cxn>
                <a:cxn ang="0">
                  <a:pos x="102" y="54"/>
                </a:cxn>
                <a:cxn ang="0">
                  <a:pos x="99" y="81"/>
                </a:cxn>
                <a:cxn ang="0">
                  <a:pos x="114" y="82"/>
                </a:cxn>
                <a:cxn ang="0">
                  <a:pos x="107" y="81"/>
                </a:cxn>
                <a:cxn ang="0">
                  <a:pos x="108" y="114"/>
                </a:cxn>
                <a:cxn ang="0">
                  <a:pos x="117" y="117"/>
                </a:cxn>
                <a:cxn ang="0">
                  <a:pos x="122" y="142"/>
                </a:cxn>
                <a:cxn ang="0">
                  <a:pos x="125" y="175"/>
                </a:cxn>
                <a:cxn ang="0">
                  <a:pos x="0" y="175"/>
                </a:cxn>
              </a:cxnLst>
              <a:rect l="txL" t="txT" r="txR" b="txB"/>
              <a:pathLst>
                <a:path w="125" h="175">
                  <a:moveTo>
                    <a:pt x="0" y="175"/>
                  </a:moveTo>
                  <a:lnTo>
                    <a:pt x="0" y="144"/>
                  </a:lnTo>
                  <a:lnTo>
                    <a:pt x="11" y="144"/>
                  </a:lnTo>
                  <a:lnTo>
                    <a:pt x="11" y="118"/>
                  </a:lnTo>
                  <a:lnTo>
                    <a:pt x="23" y="114"/>
                  </a:lnTo>
                  <a:lnTo>
                    <a:pt x="20" y="88"/>
                  </a:lnTo>
                  <a:lnTo>
                    <a:pt x="30" y="84"/>
                  </a:lnTo>
                  <a:lnTo>
                    <a:pt x="30" y="58"/>
                  </a:lnTo>
                  <a:lnTo>
                    <a:pt x="39" y="54"/>
                  </a:lnTo>
                  <a:lnTo>
                    <a:pt x="39" y="28"/>
                  </a:lnTo>
                  <a:lnTo>
                    <a:pt x="48" y="28"/>
                  </a:lnTo>
                  <a:lnTo>
                    <a:pt x="56" y="0"/>
                  </a:lnTo>
                  <a:lnTo>
                    <a:pt x="80" y="0"/>
                  </a:lnTo>
                  <a:lnTo>
                    <a:pt x="81" y="25"/>
                  </a:lnTo>
                  <a:lnTo>
                    <a:pt x="92" y="24"/>
                  </a:lnTo>
                  <a:lnTo>
                    <a:pt x="93" y="49"/>
                  </a:lnTo>
                  <a:lnTo>
                    <a:pt x="102" y="54"/>
                  </a:lnTo>
                  <a:lnTo>
                    <a:pt x="99" y="81"/>
                  </a:lnTo>
                  <a:lnTo>
                    <a:pt x="114" y="82"/>
                  </a:lnTo>
                  <a:lnTo>
                    <a:pt x="107" y="81"/>
                  </a:lnTo>
                  <a:lnTo>
                    <a:pt x="108" y="114"/>
                  </a:lnTo>
                  <a:lnTo>
                    <a:pt x="117" y="117"/>
                  </a:lnTo>
                  <a:lnTo>
                    <a:pt x="122" y="142"/>
                  </a:lnTo>
                  <a:lnTo>
                    <a:pt x="125" y="175"/>
                  </a:lnTo>
                  <a:lnTo>
                    <a:pt x="0" y="175"/>
                  </a:lnTo>
                  <a:close/>
                </a:path>
              </a:pathLst>
            </a:custGeom>
            <a:solidFill>
              <a:srgbClr val="DDDDDD">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grpSp>
      <p:grpSp>
        <p:nvGrpSpPr>
          <p:cNvPr id="1635" name="Group 1046"/>
          <p:cNvGrpSpPr/>
          <p:nvPr/>
        </p:nvGrpSpPr>
        <p:grpSpPr>
          <a:xfrm>
            <a:off x="5400675" y="1141413"/>
            <a:ext cx="1047750" cy="996950"/>
            <a:chOff x="3402" y="719"/>
            <a:chExt cx="660" cy="628"/>
          </a:xfrm>
        </p:grpSpPr>
        <p:sp>
          <p:nvSpPr>
            <p:cNvPr id="111989" name="Freeform 1030"/>
            <p:cNvSpPr/>
            <p:nvPr/>
          </p:nvSpPr>
          <p:spPr>
            <a:xfrm>
              <a:off x="3402" y="753"/>
              <a:ext cx="192" cy="594"/>
            </a:xfrm>
            <a:custGeom>
              <a:avLst/>
              <a:gdLst>
                <a:gd name="txL" fmla="*/ 0 w 192"/>
                <a:gd name="txT" fmla="*/ 0 h 594"/>
                <a:gd name="txR" fmla="*/ 192 w 192"/>
                <a:gd name="txB" fmla="*/ 594 h 594"/>
              </a:gdLst>
              <a:ahLst/>
              <a:cxnLst>
                <a:cxn ang="0">
                  <a:pos x="0" y="594"/>
                </a:cxn>
                <a:cxn ang="0">
                  <a:pos x="192" y="0"/>
                </a:cxn>
                <a:cxn ang="0">
                  <a:pos x="192" y="515"/>
                </a:cxn>
                <a:cxn ang="0">
                  <a:pos x="0" y="594"/>
                </a:cxn>
              </a:cxnLst>
              <a:rect l="txL" t="txT" r="txR" b="txB"/>
              <a:pathLst>
                <a:path w="192" h="594">
                  <a:moveTo>
                    <a:pt x="0" y="594"/>
                  </a:moveTo>
                  <a:lnTo>
                    <a:pt x="192" y="0"/>
                  </a:lnTo>
                  <a:lnTo>
                    <a:pt x="192" y="515"/>
                  </a:lnTo>
                  <a:lnTo>
                    <a:pt x="0" y="594"/>
                  </a:lnTo>
                  <a:close/>
                </a:path>
              </a:pathLst>
            </a:custGeom>
            <a:gradFill rotWithShape="1">
              <a:gsLst>
                <a:gs pos="0">
                  <a:schemeClr val="bg1">
                    <a:alpha val="100000"/>
                  </a:schemeClr>
                </a:gs>
                <a:gs pos="100000">
                  <a:srgbClr val="FF0000">
                    <a:alpha val="100000"/>
                  </a:srgbClr>
                </a:gs>
              </a:gsLst>
              <a:lin ang="0" scaled="1"/>
              <a:tileRect/>
            </a:gradFill>
            <a:ln w="9525" cap="flat" cmpd="sng">
              <a:solidFill>
                <a:srgbClr val="FF0000">
                  <a:alpha val="100000"/>
                </a:srgbClr>
              </a:solidFill>
              <a:prstDash val="solid"/>
              <a:round/>
              <a:headEnd type="none" w="med" len="med"/>
              <a:tailEnd type="none" w="med" len="med"/>
            </a:ln>
          </p:spPr>
          <p:txBody>
            <a:bodyPr/>
            <a:lstStyle/>
            <a:p>
              <a:endParaRPr lang="zh-CN" altLang="en-US"/>
            </a:p>
          </p:txBody>
        </p:sp>
        <p:grpSp>
          <p:nvGrpSpPr>
            <p:cNvPr id="111990" name="Group 310"/>
            <p:cNvGrpSpPr/>
            <p:nvPr/>
          </p:nvGrpSpPr>
          <p:grpSpPr>
            <a:xfrm>
              <a:off x="3549" y="719"/>
              <a:ext cx="513" cy="547"/>
              <a:chOff x="2956" y="969"/>
              <a:chExt cx="513" cy="547"/>
            </a:xfrm>
          </p:grpSpPr>
          <p:sp>
            <p:nvSpPr>
              <p:cNvPr id="111991" name="Rectangle 311"/>
              <p:cNvSpPr/>
              <p:nvPr/>
            </p:nvSpPr>
            <p:spPr>
              <a:xfrm>
                <a:off x="3018" y="969"/>
                <a:ext cx="426" cy="489"/>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92" name="Rectangle 312"/>
              <p:cNvSpPr/>
              <p:nvPr/>
            </p:nvSpPr>
            <p:spPr>
              <a:xfrm>
                <a:off x="2997" y="984"/>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93" name="Rectangle 313"/>
              <p:cNvSpPr/>
              <p:nvPr/>
            </p:nvSpPr>
            <p:spPr>
              <a:xfrm>
                <a:off x="3000" y="1185"/>
                <a:ext cx="432" cy="108"/>
              </a:xfrm>
              <a:prstGeom prst="rect">
                <a:avLst/>
              </a:prstGeom>
              <a:solidFill>
                <a:srgbClr val="FF0000"/>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94" name="Text Box 314"/>
              <p:cNvSpPr txBox="1"/>
              <p:nvPr/>
            </p:nvSpPr>
            <p:spPr>
              <a:xfrm>
                <a:off x="2956" y="978"/>
                <a:ext cx="513" cy="538"/>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000"/>
                  <a:t>application</a:t>
                </a:r>
              </a:p>
              <a:p>
                <a:pPr marL="0" lvl="0" indent="0" algn="ctr">
                  <a:spcBef>
                    <a:spcPct val="0"/>
                  </a:spcBef>
                  <a:buClrTx/>
                  <a:buSzTx/>
                  <a:buFontTx/>
                  <a:buNone/>
                </a:pPr>
                <a:r>
                  <a:rPr lang="en-US" altLang="zh-CN" sz="1000"/>
                  <a:t>transport</a:t>
                </a:r>
              </a:p>
              <a:p>
                <a:pPr marL="0" lvl="0" indent="0" algn="ctr">
                  <a:spcBef>
                    <a:spcPct val="0"/>
                  </a:spcBef>
                  <a:buClrTx/>
                  <a:buSzTx/>
                  <a:buFontTx/>
                  <a:buNone/>
                </a:pPr>
                <a:r>
                  <a:rPr lang="en-US" altLang="zh-CN" sz="1000">
                    <a:solidFill>
                      <a:schemeClr val="bg1"/>
                    </a:solidFill>
                  </a:rPr>
                  <a:t>network</a:t>
                </a:r>
                <a:endParaRPr lang="en-US" altLang="zh-CN" sz="1000"/>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sp>
            <p:nvSpPr>
              <p:cNvPr id="111995" name="Line 315"/>
              <p:cNvSpPr/>
              <p:nvPr/>
            </p:nvSpPr>
            <p:spPr>
              <a:xfrm>
                <a:off x="2997" y="1194"/>
                <a:ext cx="435" cy="3"/>
              </a:xfrm>
              <a:prstGeom prst="line">
                <a:avLst/>
              </a:prstGeom>
              <a:ln w="12700" cap="flat" cmpd="sng">
                <a:solidFill>
                  <a:schemeClr val="tx1"/>
                </a:solidFill>
                <a:prstDash val="solid"/>
                <a:headEnd type="none" w="med" len="med"/>
                <a:tailEnd type="none" w="med" len="med"/>
              </a:ln>
            </p:spPr>
          </p:sp>
          <p:sp>
            <p:nvSpPr>
              <p:cNvPr id="111996" name="Line 316"/>
              <p:cNvSpPr/>
              <p:nvPr/>
            </p:nvSpPr>
            <p:spPr>
              <a:xfrm>
                <a:off x="3003" y="1290"/>
                <a:ext cx="435" cy="3"/>
              </a:xfrm>
              <a:prstGeom prst="line">
                <a:avLst/>
              </a:prstGeom>
              <a:ln w="12700" cap="flat" cmpd="sng">
                <a:solidFill>
                  <a:schemeClr val="tx1"/>
                </a:solidFill>
                <a:prstDash val="solid"/>
                <a:headEnd type="none" w="med" len="med"/>
                <a:tailEnd type="none" w="med" len="med"/>
              </a:ln>
            </p:spPr>
          </p:sp>
          <p:sp>
            <p:nvSpPr>
              <p:cNvPr id="111997" name="Line 317"/>
              <p:cNvSpPr/>
              <p:nvPr/>
            </p:nvSpPr>
            <p:spPr>
              <a:xfrm>
                <a:off x="3003" y="1374"/>
                <a:ext cx="435" cy="3"/>
              </a:xfrm>
              <a:prstGeom prst="line">
                <a:avLst/>
              </a:prstGeom>
              <a:ln w="12700" cap="flat" cmpd="sng">
                <a:solidFill>
                  <a:schemeClr val="tx1"/>
                </a:solidFill>
                <a:prstDash val="solid"/>
                <a:headEnd type="none" w="med" len="med"/>
                <a:tailEnd type="none" w="med" len="med"/>
              </a:ln>
            </p:spPr>
          </p:sp>
          <p:sp>
            <p:nvSpPr>
              <p:cNvPr id="111998" name="Line 318"/>
              <p:cNvSpPr/>
              <p:nvPr/>
            </p:nvSpPr>
            <p:spPr>
              <a:xfrm>
                <a:off x="3003" y="1092"/>
                <a:ext cx="435" cy="3"/>
              </a:xfrm>
              <a:prstGeom prst="line">
                <a:avLst/>
              </a:prstGeom>
              <a:ln w="12700" cap="flat" cmpd="sng">
                <a:solidFill>
                  <a:schemeClr val="tx1"/>
                </a:solidFill>
                <a:prstDash val="solid"/>
                <a:headEnd type="none" w="med" len="med"/>
                <a:tailEnd type="none" w="med" len="med"/>
              </a:ln>
            </p:spPr>
          </p:sp>
        </p:grpSp>
      </p:grpSp>
      <p:grpSp>
        <p:nvGrpSpPr>
          <p:cNvPr id="1637" name="Group 1047"/>
          <p:cNvGrpSpPr/>
          <p:nvPr/>
        </p:nvGrpSpPr>
        <p:grpSpPr>
          <a:xfrm>
            <a:off x="8096250" y="4148138"/>
            <a:ext cx="1047750" cy="996950"/>
            <a:chOff x="3402" y="719"/>
            <a:chExt cx="660" cy="628"/>
          </a:xfrm>
        </p:grpSpPr>
        <p:sp>
          <p:nvSpPr>
            <p:cNvPr id="111979" name="Freeform 1048"/>
            <p:cNvSpPr/>
            <p:nvPr/>
          </p:nvSpPr>
          <p:spPr>
            <a:xfrm>
              <a:off x="3402" y="753"/>
              <a:ext cx="192" cy="594"/>
            </a:xfrm>
            <a:custGeom>
              <a:avLst/>
              <a:gdLst>
                <a:gd name="txL" fmla="*/ 0 w 192"/>
                <a:gd name="txT" fmla="*/ 0 h 594"/>
                <a:gd name="txR" fmla="*/ 192 w 192"/>
                <a:gd name="txB" fmla="*/ 594 h 594"/>
              </a:gdLst>
              <a:ahLst/>
              <a:cxnLst>
                <a:cxn ang="0">
                  <a:pos x="0" y="594"/>
                </a:cxn>
                <a:cxn ang="0">
                  <a:pos x="192" y="0"/>
                </a:cxn>
                <a:cxn ang="0">
                  <a:pos x="192" y="515"/>
                </a:cxn>
                <a:cxn ang="0">
                  <a:pos x="0" y="594"/>
                </a:cxn>
              </a:cxnLst>
              <a:rect l="txL" t="txT" r="txR" b="txB"/>
              <a:pathLst>
                <a:path w="192" h="594">
                  <a:moveTo>
                    <a:pt x="0" y="594"/>
                  </a:moveTo>
                  <a:lnTo>
                    <a:pt x="192" y="0"/>
                  </a:lnTo>
                  <a:lnTo>
                    <a:pt x="192" y="515"/>
                  </a:lnTo>
                  <a:lnTo>
                    <a:pt x="0" y="594"/>
                  </a:lnTo>
                  <a:close/>
                </a:path>
              </a:pathLst>
            </a:custGeom>
            <a:gradFill rotWithShape="1">
              <a:gsLst>
                <a:gs pos="0">
                  <a:schemeClr val="bg1">
                    <a:alpha val="100000"/>
                  </a:schemeClr>
                </a:gs>
                <a:gs pos="100000">
                  <a:srgbClr val="FF0000">
                    <a:alpha val="100000"/>
                  </a:srgbClr>
                </a:gs>
              </a:gsLst>
              <a:lin ang="0" scaled="1"/>
              <a:tileRect/>
            </a:gradFill>
            <a:ln w="9525" cap="flat" cmpd="sng">
              <a:solidFill>
                <a:srgbClr val="FF0000">
                  <a:alpha val="100000"/>
                </a:srgbClr>
              </a:solidFill>
              <a:prstDash val="solid"/>
              <a:round/>
              <a:headEnd type="none" w="med" len="med"/>
              <a:tailEnd type="none" w="med" len="med"/>
            </a:ln>
          </p:spPr>
          <p:txBody>
            <a:bodyPr/>
            <a:lstStyle/>
            <a:p>
              <a:endParaRPr lang="zh-CN" altLang="en-US"/>
            </a:p>
          </p:txBody>
        </p:sp>
        <p:grpSp>
          <p:nvGrpSpPr>
            <p:cNvPr id="111980" name="Group 1049"/>
            <p:cNvGrpSpPr/>
            <p:nvPr/>
          </p:nvGrpSpPr>
          <p:grpSpPr>
            <a:xfrm>
              <a:off x="3549" y="719"/>
              <a:ext cx="513" cy="547"/>
              <a:chOff x="2956" y="969"/>
              <a:chExt cx="513" cy="547"/>
            </a:xfrm>
          </p:grpSpPr>
          <p:sp>
            <p:nvSpPr>
              <p:cNvPr id="111981" name="Rectangle 1050"/>
              <p:cNvSpPr/>
              <p:nvPr/>
            </p:nvSpPr>
            <p:spPr>
              <a:xfrm>
                <a:off x="3018" y="969"/>
                <a:ext cx="426" cy="489"/>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82" name="Rectangle 1051"/>
              <p:cNvSpPr/>
              <p:nvPr/>
            </p:nvSpPr>
            <p:spPr>
              <a:xfrm>
                <a:off x="2997" y="984"/>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83" name="Rectangle 1052"/>
              <p:cNvSpPr/>
              <p:nvPr/>
            </p:nvSpPr>
            <p:spPr>
              <a:xfrm>
                <a:off x="3000" y="1185"/>
                <a:ext cx="432" cy="108"/>
              </a:xfrm>
              <a:prstGeom prst="rect">
                <a:avLst/>
              </a:prstGeom>
              <a:solidFill>
                <a:srgbClr val="FF0000"/>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84" name="Text Box 1053"/>
              <p:cNvSpPr txBox="1"/>
              <p:nvPr/>
            </p:nvSpPr>
            <p:spPr>
              <a:xfrm>
                <a:off x="2956" y="978"/>
                <a:ext cx="513" cy="538"/>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000"/>
                  <a:t>application</a:t>
                </a:r>
              </a:p>
              <a:p>
                <a:pPr marL="0" lvl="0" indent="0" algn="ctr">
                  <a:spcBef>
                    <a:spcPct val="0"/>
                  </a:spcBef>
                  <a:buClrTx/>
                  <a:buSzTx/>
                  <a:buFontTx/>
                  <a:buNone/>
                </a:pPr>
                <a:r>
                  <a:rPr lang="en-US" altLang="zh-CN" sz="1000"/>
                  <a:t>transport</a:t>
                </a:r>
              </a:p>
              <a:p>
                <a:pPr marL="0" lvl="0" indent="0" algn="ctr">
                  <a:spcBef>
                    <a:spcPct val="0"/>
                  </a:spcBef>
                  <a:buClrTx/>
                  <a:buSzTx/>
                  <a:buFontTx/>
                  <a:buNone/>
                </a:pPr>
                <a:r>
                  <a:rPr lang="en-US" altLang="zh-CN" sz="1000">
                    <a:solidFill>
                      <a:schemeClr val="bg1"/>
                    </a:solidFill>
                  </a:rPr>
                  <a:t>network</a:t>
                </a:r>
                <a:endParaRPr lang="en-US" altLang="zh-CN" sz="1000"/>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sp>
            <p:nvSpPr>
              <p:cNvPr id="111985" name="Line 1054"/>
              <p:cNvSpPr/>
              <p:nvPr/>
            </p:nvSpPr>
            <p:spPr>
              <a:xfrm>
                <a:off x="2997" y="1194"/>
                <a:ext cx="435" cy="3"/>
              </a:xfrm>
              <a:prstGeom prst="line">
                <a:avLst/>
              </a:prstGeom>
              <a:ln w="12700" cap="flat" cmpd="sng">
                <a:solidFill>
                  <a:schemeClr val="tx1"/>
                </a:solidFill>
                <a:prstDash val="solid"/>
                <a:headEnd type="none" w="med" len="med"/>
                <a:tailEnd type="none" w="med" len="med"/>
              </a:ln>
            </p:spPr>
          </p:sp>
          <p:sp>
            <p:nvSpPr>
              <p:cNvPr id="111986" name="Line 1055"/>
              <p:cNvSpPr/>
              <p:nvPr/>
            </p:nvSpPr>
            <p:spPr>
              <a:xfrm>
                <a:off x="3003" y="1290"/>
                <a:ext cx="435" cy="3"/>
              </a:xfrm>
              <a:prstGeom prst="line">
                <a:avLst/>
              </a:prstGeom>
              <a:ln w="12700" cap="flat" cmpd="sng">
                <a:solidFill>
                  <a:schemeClr val="tx1"/>
                </a:solidFill>
                <a:prstDash val="solid"/>
                <a:headEnd type="none" w="med" len="med"/>
                <a:tailEnd type="none" w="med" len="med"/>
              </a:ln>
            </p:spPr>
          </p:sp>
          <p:sp>
            <p:nvSpPr>
              <p:cNvPr id="111987" name="Line 1056"/>
              <p:cNvSpPr/>
              <p:nvPr/>
            </p:nvSpPr>
            <p:spPr>
              <a:xfrm>
                <a:off x="3003" y="1374"/>
                <a:ext cx="435" cy="3"/>
              </a:xfrm>
              <a:prstGeom prst="line">
                <a:avLst/>
              </a:prstGeom>
              <a:ln w="12700" cap="flat" cmpd="sng">
                <a:solidFill>
                  <a:schemeClr val="tx1"/>
                </a:solidFill>
                <a:prstDash val="solid"/>
                <a:headEnd type="none" w="med" len="med"/>
                <a:tailEnd type="none" w="med" len="med"/>
              </a:ln>
            </p:spPr>
          </p:sp>
          <p:sp>
            <p:nvSpPr>
              <p:cNvPr id="111988" name="Line 1057"/>
              <p:cNvSpPr/>
              <p:nvPr/>
            </p:nvSpPr>
            <p:spPr>
              <a:xfrm>
                <a:off x="3003" y="1092"/>
                <a:ext cx="435" cy="3"/>
              </a:xfrm>
              <a:prstGeom prst="line">
                <a:avLst/>
              </a:prstGeom>
              <a:ln w="12700" cap="flat" cmpd="sng">
                <a:solidFill>
                  <a:schemeClr val="tx1"/>
                </a:solidFill>
                <a:prstDash val="solid"/>
                <a:headEnd type="none" w="med" len="med"/>
                <a:tailEnd type="none" w="med" len="med"/>
              </a:ln>
            </p:spPr>
          </p:sp>
        </p:grpSp>
      </p:grpSp>
      <p:grpSp>
        <p:nvGrpSpPr>
          <p:cNvPr id="1639" name="Group 1278"/>
          <p:cNvGrpSpPr/>
          <p:nvPr/>
        </p:nvGrpSpPr>
        <p:grpSpPr>
          <a:xfrm>
            <a:off x="5832475" y="1822450"/>
            <a:ext cx="2546350" cy="3429000"/>
            <a:chOff x="3674" y="1148"/>
            <a:chExt cx="1604" cy="2160"/>
          </a:xfrm>
        </p:grpSpPr>
        <p:grpSp>
          <p:nvGrpSpPr>
            <p:cNvPr id="111737" name="Group 433"/>
            <p:cNvGrpSpPr/>
            <p:nvPr/>
          </p:nvGrpSpPr>
          <p:grpSpPr>
            <a:xfrm>
              <a:off x="3701" y="1305"/>
              <a:ext cx="513" cy="442"/>
              <a:chOff x="3937" y="633"/>
              <a:chExt cx="513" cy="442"/>
            </a:xfrm>
          </p:grpSpPr>
          <p:sp>
            <p:nvSpPr>
              <p:cNvPr id="111958" name="Line 434"/>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959" name="Line 435"/>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960" name="Oval 436"/>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61" name="Line 437"/>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962" name="Line 438"/>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963" name="Rectangle 439"/>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964" name="Oval 440"/>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965" name="Group 441"/>
              <p:cNvGrpSpPr/>
              <p:nvPr/>
            </p:nvGrpSpPr>
            <p:grpSpPr>
              <a:xfrm>
                <a:off x="4120" y="809"/>
                <a:ext cx="156" cy="55"/>
                <a:chOff x="2848" y="848"/>
                <a:chExt cx="140" cy="98"/>
              </a:xfrm>
            </p:grpSpPr>
            <p:sp>
              <p:nvSpPr>
                <p:cNvPr id="111976" name="Line 44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977" name="Line 44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978" name="Line 44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966" name="Group 445"/>
              <p:cNvGrpSpPr/>
              <p:nvPr/>
            </p:nvGrpSpPr>
            <p:grpSpPr>
              <a:xfrm flipV="1">
                <a:off x="4120" y="808"/>
                <a:ext cx="156" cy="56"/>
                <a:chOff x="2848" y="848"/>
                <a:chExt cx="140" cy="98"/>
              </a:xfrm>
            </p:grpSpPr>
            <p:sp>
              <p:nvSpPr>
                <p:cNvPr id="111973" name="Line 44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974" name="Line 44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975" name="Line 448"/>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967" name="Rectangle 449"/>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68" name="Rectangle 450"/>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69" name="Line 451"/>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970" name="Line 452"/>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971" name="Rectangle 453"/>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72" name="Text Box 454"/>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38" name="Group 1058"/>
            <p:cNvGrpSpPr/>
            <p:nvPr/>
          </p:nvGrpSpPr>
          <p:grpSpPr>
            <a:xfrm>
              <a:off x="4207" y="1532"/>
              <a:ext cx="513" cy="442"/>
              <a:chOff x="3937" y="633"/>
              <a:chExt cx="513" cy="442"/>
            </a:xfrm>
          </p:grpSpPr>
          <p:sp>
            <p:nvSpPr>
              <p:cNvPr id="111937" name="Line 1059"/>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938" name="Line 1060"/>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939" name="Oval 1061"/>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40" name="Line 1062"/>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941" name="Line 1063"/>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942" name="Rectangle 1064"/>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943" name="Oval 1065"/>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944" name="Group 1066"/>
              <p:cNvGrpSpPr/>
              <p:nvPr/>
            </p:nvGrpSpPr>
            <p:grpSpPr>
              <a:xfrm>
                <a:off x="4120" y="809"/>
                <a:ext cx="156" cy="55"/>
                <a:chOff x="2848" y="848"/>
                <a:chExt cx="140" cy="98"/>
              </a:xfrm>
            </p:grpSpPr>
            <p:sp>
              <p:nvSpPr>
                <p:cNvPr id="111955" name="Line 106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956" name="Line 106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957" name="Line 1069"/>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945" name="Group 1070"/>
              <p:cNvGrpSpPr/>
              <p:nvPr/>
            </p:nvGrpSpPr>
            <p:grpSpPr>
              <a:xfrm flipV="1">
                <a:off x="4120" y="808"/>
                <a:ext cx="156" cy="56"/>
                <a:chOff x="2848" y="848"/>
                <a:chExt cx="140" cy="98"/>
              </a:xfrm>
            </p:grpSpPr>
            <p:sp>
              <p:nvSpPr>
                <p:cNvPr id="111952" name="Line 1071"/>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953" name="Line 1072"/>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954" name="Line 1073"/>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946" name="Rectangle 1074"/>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47" name="Rectangle 1075"/>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48" name="Line 1076"/>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949" name="Line 1077"/>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950" name="Rectangle 1078"/>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51" name="Text Box 1079"/>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39" name="Group 1080"/>
            <p:cNvGrpSpPr/>
            <p:nvPr/>
          </p:nvGrpSpPr>
          <p:grpSpPr>
            <a:xfrm>
              <a:off x="4661" y="1148"/>
              <a:ext cx="513" cy="442"/>
              <a:chOff x="3937" y="633"/>
              <a:chExt cx="513" cy="442"/>
            </a:xfrm>
          </p:grpSpPr>
          <p:sp>
            <p:nvSpPr>
              <p:cNvPr id="111916" name="Line 1081"/>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917" name="Line 1082"/>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918" name="Oval 1083"/>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19" name="Line 1084"/>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920" name="Line 1085"/>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921" name="Rectangle 1086"/>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922" name="Oval 1087"/>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923" name="Group 1088"/>
              <p:cNvGrpSpPr/>
              <p:nvPr/>
            </p:nvGrpSpPr>
            <p:grpSpPr>
              <a:xfrm>
                <a:off x="4120" y="809"/>
                <a:ext cx="156" cy="55"/>
                <a:chOff x="2848" y="848"/>
                <a:chExt cx="140" cy="98"/>
              </a:xfrm>
            </p:grpSpPr>
            <p:sp>
              <p:nvSpPr>
                <p:cNvPr id="111934" name="Line 108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935" name="Line 109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936" name="Line 1091"/>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924" name="Group 1092"/>
              <p:cNvGrpSpPr/>
              <p:nvPr/>
            </p:nvGrpSpPr>
            <p:grpSpPr>
              <a:xfrm flipV="1">
                <a:off x="4120" y="808"/>
                <a:ext cx="156" cy="56"/>
                <a:chOff x="2848" y="848"/>
                <a:chExt cx="140" cy="98"/>
              </a:xfrm>
            </p:grpSpPr>
            <p:sp>
              <p:nvSpPr>
                <p:cNvPr id="111931" name="Line 109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932" name="Line 109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933" name="Line 1095"/>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925" name="Rectangle 1096"/>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26" name="Rectangle 1097"/>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27" name="Line 1098"/>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928" name="Line 1099"/>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929" name="Rectangle 1100"/>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30" name="Text Box 1101"/>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40" name="Group 1102"/>
            <p:cNvGrpSpPr/>
            <p:nvPr/>
          </p:nvGrpSpPr>
          <p:grpSpPr>
            <a:xfrm>
              <a:off x="4702" y="1523"/>
              <a:ext cx="513" cy="442"/>
              <a:chOff x="3937" y="633"/>
              <a:chExt cx="513" cy="442"/>
            </a:xfrm>
          </p:grpSpPr>
          <p:sp>
            <p:nvSpPr>
              <p:cNvPr id="111895" name="Line 1103"/>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896" name="Line 1104"/>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897" name="Oval 1105"/>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98" name="Line 1106"/>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899" name="Line 1107"/>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900" name="Rectangle 1108"/>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901" name="Oval 1109"/>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902" name="Group 1110"/>
              <p:cNvGrpSpPr/>
              <p:nvPr/>
            </p:nvGrpSpPr>
            <p:grpSpPr>
              <a:xfrm>
                <a:off x="4120" y="809"/>
                <a:ext cx="156" cy="55"/>
                <a:chOff x="2848" y="848"/>
                <a:chExt cx="140" cy="98"/>
              </a:xfrm>
            </p:grpSpPr>
            <p:sp>
              <p:nvSpPr>
                <p:cNvPr id="111913" name="Line 1111"/>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914" name="Line 1112"/>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915" name="Line 1113"/>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903" name="Group 1114"/>
              <p:cNvGrpSpPr/>
              <p:nvPr/>
            </p:nvGrpSpPr>
            <p:grpSpPr>
              <a:xfrm flipV="1">
                <a:off x="4120" y="808"/>
                <a:ext cx="156" cy="56"/>
                <a:chOff x="2848" y="848"/>
                <a:chExt cx="140" cy="98"/>
              </a:xfrm>
            </p:grpSpPr>
            <p:sp>
              <p:nvSpPr>
                <p:cNvPr id="111910" name="Line 1115"/>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911" name="Line 1116"/>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912" name="Line 1117"/>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904" name="Rectangle 1118"/>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05" name="Rectangle 1119"/>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06" name="Line 1120"/>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907" name="Line 1121"/>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908" name="Rectangle 1122"/>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909" name="Text Box 1123"/>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41" name="Group 1124"/>
            <p:cNvGrpSpPr/>
            <p:nvPr/>
          </p:nvGrpSpPr>
          <p:grpSpPr>
            <a:xfrm>
              <a:off x="4197" y="1157"/>
              <a:ext cx="513" cy="442"/>
              <a:chOff x="3937" y="633"/>
              <a:chExt cx="513" cy="442"/>
            </a:xfrm>
          </p:grpSpPr>
          <p:sp>
            <p:nvSpPr>
              <p:cNvPr id="111874" name="Line 1125"/>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875" name="Line 1126"/>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876" name="Oval 1127"/>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77" name="Line 1128"/>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878" name="Line 1129"/>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879" name="Rectangle 1130"/>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880" name="Oval 1131"/>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881" name="Group 1132"/>
              <p:cNvGrpSpPr/>
              <p:nvPr/>
            </p:nvGrpSpPr>
            <p:grpSpPr>
              <a:xfrm>
                <a:off x="4120" y="809"/>
                <a:ext cx="156" cy="55"/>
                <a:chOff x="2848" y="848"/>
                <a:chExt cx="140" cy="98"/>
              </a:xfrm>
            </p:grpSpPr>
            <p:sp>
              <p:nvSpPr>
                <p:cNvPr id="111892" name="Line 113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93" name="Line 113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94" name="Line 1135"/>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882" name="Group 1136"/>
              <p:cNvGrpSpPr/>
              <p:nvPr/>
            </p:nvGrpSpPr>
            <p:grpSpPr>
              <a:xfrm flipV="1">
                <a:off x="4120" y="808"/>
                <a:ext cx="156" cy="56"/>
                <a:chOff x="2848" y="848"/>
                <a:chExt cx="140" cy="98"/>
              </a:xfrm>
            </p:grpSpPr>
            <p:sp>
              <p:nvSpPr>
                <p:cNvPr id="111889" name="Line 113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90" name="Line 113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91" name="Line 1139"/>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883" name="Rectangle 1140"/>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84" name="Rectangle 1141"/>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85" name="Line 1142"/>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886" name="Line 1143"/>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887" name="Rectangle 1144"/>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88" name="Text Box 1145"/>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42" name="Group 1146"/>
            <p:cNvGrpSpPr/>
            <p:nvPr/>
          </p:nvGrpSpPr>
          <p:grpSpPr>
            <a:xfrm>
              <a:off x="4389" y="2239"/>
              <a:ext cx="513" cy="442"/>
              <a:chOff x="3937" y="633"/>
              <a:chExt cx="513" cy="442"/>
            </a:xfrm>
          </p:grpSpPr>
          <p:sp>
            <p:nvSpPr>
              <p:cNvPr id="111853" name="Line 1147"/>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854" name="Line 1148"/>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855" name="Oval 1149"/>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56" name="Line 1150"/>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857" name="Line 1151"/>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858" name="Rectangle 1152"/>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859" name="Oval 1153"/>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860" name="Group 1154"/>
              <p:cNvGrpSpPr/>
              <p:nvPr/>
            </p:nvGrpSpPr>
            <p:grpSpPr>
              <a:xfrm>
                <a:off x="4120" y="809"/>
                <a:ext cx="156" cy="55"/>
                <a:chOff x="2848" y="848"/>
                <a:chExt cx="140" cy="98"/>
              </a:xfrm>
            </p:grpSpPr>
            <p:sp>
              <p:nvSpPr>
                <p:cNvPr id="111871" name="Line 1155"/>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72" name="Line 1156"/>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73" name="Line 1157"/>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861" name="Group 1158"/>
              <p:cNvGrpSpPr/>
              <p:nvPr/>
            </p:nvGrpSpPr>
            <p:grpSpPr>
              <a:xfrm flipV="1">
                <a:off x="4120" y="808"/>
                <a:ext cx="156" cy="56"/>
                <a:chOff x="2848" y="848"/>
                <a:chExt cx="140" cy="98"/>
              </a:xfrm>
            </p:grpSpPr>
            <p:sp>
              <p:nvSpPr>
                <p:cNvPr id="111868" name="Line 115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69" name="Line 116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70" name="Line 1161"/>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862" name="Rectangle 1162"/>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63" name="Rectangle 1163"/>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64" name="Line 1164"/>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865" name="Line 1165"/>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866" name="Rectangle 1166"/>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67" name="Text Box 1167"/>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43" name="Group 1168"/>
            <p:cNvGrpSpPr/>
            <p:nvPr/>
          </p:nvGrpSpPr>
          <p:grpSpPr>
            <a:xfrm>
              <a:off x="4765" y="1995"/>
              <a:ext cx="513" cy="442"/>
              <a:chOff x="3937" y="633"/>
              <a:chExt cx="513" cy="442"/>
            </a:xfrm>
          </p:grpSpPr>
          <p:sp>
            <p:nvSpPr>
              <p:cNvPr id="111832" name="Line 1169"/>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833" name="Line 1170"/>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834" name="Oval 1171"/>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35" name="Line 1172"/>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836" name="Line 1173"/>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837" name="Rectangle 1174"/>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838" name="Oval 1175"/>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839" name="Group 1176"/>
              <p:cNvGrpSpPr/>
              <p:nvPr/>
            </p:nvGrpSpPr>
            <p:grpSpPr>
              <a:xfrm>
                <a:off x="4120" y="809"/>
                <a:ext cx="156" cy="55"/>
                <a:chOff x="2848" y="848"/>
                <a:chExt cx="140" cy="98"/>
              </a:xfrm>
            </p:grpSpPr>
            <p:sp>
              <p:nvSpPr>
                <p:cNvPr id="111850" name="Line 117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51" name="Line 117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52" name="Line 1179"/>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840" name="Group 1180"/>
              <p:cNvGrpSpPr/>
              <p:nvPr/>
            </p:nvGrpSpPr>
            <p:grpSpPr>
              <a:xfrm flipV="1">
                <a:off x="4120" y="808"/>
                <a:ext cx="156" cy="56"/>
                <a:chOff x="2848" y="848"/>
                <a:chExt cx="140" cy="98"/>
              </a:xfrm>
            </p:grpSpPr>
            <p:sp>
              <p:nvSpPr>
                <p:cNvPr id="111847" name="Line 1181"/>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48" name="Line 1182"/>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49" name="Line 1183"/>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841" name="Rectangle 1184"/>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42" name="Rectangle 1185"/>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43" name="Line 1186"/>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844" name="Line 1187"/>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845" name="Rectangle 1188"/>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46" name="Text Box 1189"/>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44" name="Group 1190"/>
            <p:cNvGrpSpPr/>
            <p:nvPr/>
          </p:nvGrpSpPr>
          <p:grpSpPr>
            <a:xfrm>
              <a:off x="4128" y="2003"/>
              <a:ext cx="513" cy="442"/>
              <a:chOff x="3937" y="633"/>
              <a:chExt cx="513" cy="442"/>
            </a:xfrm>
          </p:grpSpPr>
          <p:sp>
            <p:nvSpPr>
              <p:cNvPr id="111811" name="Line 1191"/>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812" name="Line 1192"/>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813" name="Oval 1193"/>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14" name="Line 1194"/>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815" name="Line 1195"/>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816" name="Rectangle 1196"/>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817" name="Oval 1197"/>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818" name="Group 1198"/>
              <p:cNvGrpSpPr/>
              <p:nvPr/>
            </p:nvGrpSpPr>
            <p:grpSpPr>
              <a:xfrm>
                <a:off x="4120" y="809"/>
                <a:ext cx="156" cy="55"/>
                <a:chOff x="2848" y="848"/>
                <a:chExt cx="140" cy="98"/>
              </a:xfrm>
            </p:grpSpPr>
            <p:sp>
              <p:nvSpPr>
                <p:cNvPr id="111829" name="Line 119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30" name="Line 120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31" name="Line 1201"/>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819" name="Group 1202"/>
              <p:cNvGrpSpPr/>
              <p:nvPr/>
            </p:nvGrpSpPr>
            <p:grpSpPr>
              <a:xfrm flipV="1">
                <a:off x="4120" y="808"/>
                <a:ext cx="156" cy="56"/>
                <a:chOff x="2848" y="848"/>
                <a:chExt cx="140" cy="98"/>
              </a:xfrm>
            </p:grpSpPr>
            <p:sp>
              <p:nvSpPr>
                <p:cNvPr id="111826" name="Line 120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27" name="Line 120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28" name="Line 1205"/>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820" name="Rectangle 1206"/>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21" name="Rectangle 1207"/>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22" name="Line 1208"/>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823" name="Line 1209"/>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824" name="Rectangle 1210"/>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25" name="Text Box 1211"/>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45" name="Group 1212"/>
            <p:cNvGrpSpPr/>
            <p:nvPr/>
          </p:nvGrpSpPr>
          <p:grpSpPr>
            <a:xfrm>
              <a:off x="4608" y="2771"/>
              <a:ext cx="513" cy="442"/>
              <a:chOff x="3937" y="633"/>
              <a:chExt cx="513" cy="442"/>
            </a:xfrm>
          </p:grpSpPr>
          <p:sp>
            <p:nvSpPr>
              <p:cNvPr id="111790" name="Line 1213"/>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791" name="Line 1214"/>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792" name="Oval 1215"/>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93" name="Line 1216"/>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794" name="Line 1217"/>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795" name="Rectangle 1218"/>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796" name="Oval 1219"/>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797" name="Group 1220"/>
              <p:cNvGrpSpPr/>
              <p:nvPr/>
            </p:nvGrpSpPr>
            <p:grpSpPr>
              <a:xfrm>
                <a:off x="4120" y="809"/>
                <a:ext cx="156" cy="55"/>
                <a:chOff x="2848" y="848"/>
                <a:chExt cx="140" cy="98"/>
              </a:xfrm>
            </p:grpSpPr>
            <p:sp>
              <p:nvSpPr>
                <p:cNvPr id="111808" name="Line 1221"/>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09" name="Line 1222"/>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10" name="Line 1223"/>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798" name="Group 1224"/>
              <p:cNvGrpSpPr/>
              <p:nvPr/>
            </p:nvGrpSpPr>
            <p:grpSpPr>
              <a:xfrm flipV="1">
                <a:off x="4120" y="808"/>
                <a:ext cx="156" cy="56"/>
                <a:chOff x="2848" y="848"/>
                <a:chExt cx="140" cy="98"/>
              </a:xfrm>
            </p:grpSpPr>
            <p:sp>
              <p:nvSpPr>
                <p:cNvPr id="111805" name="Line 1225"/>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806" name="Line 1226"/>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807" name="Line 1227"/>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799" name="Rectangle 1228"/>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00" name="Rectangle 1229"/>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01" name="Line 1230"/>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802" name="Line 1231"/>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803" name="Rectangle 1232"/>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804" name="Text Box 1233"/>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46" name="Group 1234"/>
            <p:cNvGrpSpPr/>
            <p:nvPr/>
          </p:nvGrpSpPr>
          <p:grpSpPr>
            <a:xfrm>
              <a:off x="4119" y="2640"/>
              <a:ext cx="513" cy="442"/>
              <a:chOff x="3937" y="633"/>
              <a:chExt cx="513" cy="442"/>
            </a:xfrm>
          </p:grpSpPr>
          <p:sp>
            <p:nvSpPr>
              <p:cNvPr id="111769" name="Line 1235"/>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770" name="Line 1236"/>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771" name="Oval 1237"/>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72" name="Line 1238"/>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773" name="Line 1239"/>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774" name="Rectangle 1240"/>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775" name="Oval 1241"/>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776" name="Group 1242"/>
              <p:cNvGrpSpPr/>
              <p:nvPr/>
            </p:nvGrpSpPr>
            <p:grpSpPr>
              <a:xfrm>
                <a:off x="4120" y="809"/>
                <a:ext cx="156" cy="55"/>
                <a:chOff x="2848" y="848"/>
                <a:chExt cx="140" cy="98"/>
              </a:xfrm>
            </p:grpSpPr>
            <p:sp>
              <p:nvSpPr>
                <p:cNvPr id="111787" name="Line 124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788" name="Line 124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789" name="Line 1245"/>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777" name="Group 1246"/>
              <p:cNvGrpSpPr/>
              <p:nvPr/>
            </p:nvGrpSpPr>
            <p:grpSpPr>
              <a:xfrm flipV="1">
                <a:off x="4120" y="808"/>
                <a:ext cx="156" cy="56"/>
                <a:chOff x="2848" y="848"/>
                <a:chExt cx="140" cy="98"/>
              </a:xfrm>
            </p:grpSpPr>
            <p:sp>
              <p:nvSpPr>
                <p:cNvPr id="111784" name="Line 124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785" name="Line 124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786" name="Line 1249"/>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778" name="Rectangle 1250"/>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79" name="Rectangle 1251"/>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80" name="Line 1252"/>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781" name="Line 1253"/>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782" name="Rectangle 1254"/>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83" name="Text Box 1255"/>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nvGrpSpPr>
            <p:cNvPr id="111747" name="Group 1256"/>
            <p:cNvGrpSpPr/>
            <p:nvPr/>
          </p:nvGrpSpPr>
          <p:grpSpPr>
            <a:xfrm>
              <a:off x="3674" y="2866"/>
              <a:ext cx="513" cy="442"/>
              <a:chOff x="3937" y="633"/>
              <a:chExt cx="513" cy="442"/>
            </a:xfrm>
          </p:grpSpPr>
          <p:sp>
            <p:nvSpPr>
              <p:cNvPr id="111748" name="Line 1257"/>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111749" name="Line 1258"/>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111750" name="Oval 1259"/>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51" name="Line 1260"/>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111752" name="Line 1261"/>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111753" name="Rectangle 1262"/>
              <p:cNvSpPr/>
              <p:nvPr/>
            </p:nvSpPr>
            <p:spPr>
              <a:xfrm>
                <a:off x="4048" y="847"/>
                <a:ext cx="310" cy="4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1754" name="Oval 1263"/>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1755" name="Group 1264"/>
              <p:cNvGrpSpPr/>
              <p:nvPr/>
            </p:nvGrpSpPr>
            <p:grpSpPr>
              <a:xfrm>
                <a:off x="4120" y="809"/>
                <a:ext cx="156" cy="55"/>
                <a:chOff x="2848" y="848"/>
                <a:chExt cx="140" cy="98"/>
              </a:xfrm>
            </p:grpSpPr>
            <p:sp>
              <p:nvSpPr>
                <p:cNvPr id="111766" name="Line 1265"/>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767" name="Line 1266"/>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768" name="Line 1267"/>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1756" name="Group 1268"/>
              <p:cNvGrpSpPr/>
              <p:nvPr/>
            </p:nvGrpSpPr>
            <p:grpSpPr>
              <a:xfrm flipV="1">
                <a:off x="4120" y="808"/>
                <a:ext cx="156" cy="56"/>
                <a:chOff x="2848" y="848"/>
                <a:chExt cx="140" cy="98"/>
              </a:xfrm>
            </p:grpSpPr>
            <p:sp>
              <p:nvSpPr>
                <p:cNvPr id="111763" name="Line 126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1764" name="Line 127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1765" name="Line 1271"/>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111757" name="Rectangle 1272"/>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58" name="Rectangle 1273"/>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59" name="Line 1274"/>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111760" name="Line 1275"/>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111761" name="Rectangle 1276"/>
              <p:cNvSpPr/>
              <p:nvPr/>
            </p:nvSpPr>
            <p:spPr>
              <a:xfrm>
                <a:off x="3966" y="756"/>
                <a:ext cx="435" cy="9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1762" name="Text Box 1277"/>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en-US" altLang="zh-CN" sz="1000"/>
              </a:p>
              <a:p>
                <a:pPr marL="0" lvl="0" indent="0" algn="ctr">
                  <a:spcBef>
                    <a:spcPct val="0"/>
                  </a:spcBef>
                  <a:buClrTx/>
                  <a:buSzTx/>
                  <a:buFontTx/>
                  <a:buNone/>
                </a:pPr>
                <a:r>
                  <a:rPr lang="en-US" altLang="zh-CN" sz="1000">
                    <a:solidFill>
                      <a:schemeClr val="bg1"/>
                    </a:solidFill>
                  </a:rPr>
                  <a:t>network</a:t>
                </a:r>
              </a:p>
              <a:p>
                <a:pPr marL="0" lvl="0" indent="0" algn="ctr">
                  <a:spcBef>
                    <a:spcPct val="0"/>
                  </a:spcBef>
                  <a:buClrTx/>
                  <a:buSzTx/>
                  <a:buFontTx/>
                  <a:buNone/>
                </a:pPr>
                <a:r>
                  <a:rPr lang="en-US" altLang="zh-CN" sz="1000"/>
                  <a:t>data link</a:t>
                </a:r>
              </a:p>
              <a:p>
                <a:pPr marL="0" lvl="0" indent="0" algn="ctr">
                  <a:spcBef>
                    <a:spcPct val="0"/>
                  </a:spcBef>
                  <a:buClrTx/>
                  <a:buSzTx/>
                  <a:buFontTx/>
                  <a:buNone/>
                </a:pPr>
                <a:r>
                  <a:rPr lang="en-US" altLang="zh-CN" sz="1000"/>
                  <a:t>physical</a:t>
                </a:r>
                <a:endParaRPr lang="en-US" altLang="zh-CN" sz="2400">
                  <a:latin typeface="Times New Roman" panose="02020503050405090304" charset="0"/>
                </a:endParaRPr>
              </a:p>
            </p:txBody>
          </p:sp>
        </p:grpSp>
      </p:grpSp>
      <p:sp>
        <p:nvSpPr>
          <p:cNvPr id="632064" name="Rectangle 1280"/>
          <p:cNvSpPr/>
          <p:nvPr/>
        </p:nvSpPr>
        <p:spPr>
          <a:xfrm>
            <a:off x="5721350" y="858838"/>
            <a:ext cx="388938" cy="13811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632065" name="Rectangle 1281"/>
          <p:cNvSpPr/>
          <p:nvPr/>
        </p:nvSpPr>
        <p:spPr>
          <a:xfrm>
            <a:off x="5651500" y="1509713"/>
            <a:ext cx="596900" cy="13811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632066" name="Rectangle 1282"/>
          <p:cNvSpPr/>
          <p:nvPr/>
        </p:nvSpPr>
        <p:spPr>
          <a:xfrm>
            <a:off x="8477250" y="4487863"/>
            <a:ext cx="388938" cy="13811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35"/>
                                        </p:tgtEl>
                                        <p:attrNameLst>
                                          <p:attrName>style.visibility</p:attrName>
                                        </p:attrNameLst>
                                      </p:cBhvr>
                                      <p:to>
                                        <p:strVal val="visible"/>
                                      </p:to>
                                    </p:set>
                                    <p:animEffect transition="in" filter="wipe(left)">
                                      <p:cBhvr>
                                        <p:cTn id="7" dur="500"/>
                                        <p:tgtEl>
                                          <p:spTgt spid="1635"/>
                                        </p:tgtEl>
                                      </p:cBhvr>
                                    </p:animEffect>
                                  </p:childTnLst>
                                </p:cTn>
                              </p:par>
                              <p:par>
                                <p:cTn id="8" presetID="22" presetClass="entr" presetSubtype="8" fill="hold" nodeType="withEffect">
                                  <p:stCondLst>
                                    <p:cond delay="0"/>
                                  </p:stCondLst>
                                  <p:childTnLst>
                                    <p:set>
                                      <p:cBhvr>
                                        <p:cTn id="9" dur="1" fill="hold">
                                          <p:stCondLst>
                                            <p:cond delay="0"/>
                                          </p:stCondLst>
                                        </p:cTn>
                                        <p:tgtEl>
                                          <p:spTgt spid="1637"/>
                                        </p:tgtEl>
                                        <p:attrNameLst>
                                          <p:attrName>style.visibility</p:attrName>
                                        </p:attrNameLst>
                                      </p:cBhvr>
                                      <p:to>
                                        <p:strVal val="visible"/>
                                      </p:to>
                                    </p:set>
                                    <p:animEffect transition="in" filter="wipe(left)">
                                      <p:cBhvr>
                                        <p:cTn id="10" dur="500"/>
                                        <p:tgtEl>
                                          <p:spTgt spid="163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639"/>
                                        </p:tgtEl>
                                        <p:attrNameLst>
                                          <p:attrName>style.visibility</p:attrName>
                                        </p:attrNameLst>
                                      </p:cBhvr>
                                      <p:to>
                                        <p:strVal val="visible"/>
                                      </p:to>
                                    </p:set>
                                    <p:animEffect transition="in" filter="dissolve">
                                      <p:cBhvr>
                                        <p:cTn id="15" dur="1000"/>
                                        <p:tgtEl>
                                          <p:spTgt spid="1639"/>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632064"/>
                                        </p:tgtEl>
                                        <p:attrNameLst>
                                          <p:attrName>style.visibility</p:attrName>
                                        </p:attrNameLst>
                                      </p:cBhvr>
                                      <p:to>
                                        <p:strVal val="visible"/>
                                      </p:to>
                                    </p:set>
                                  </p:childTnLst>
                                </p:cTn>
                              </p:par>
                            </p:childTnLst>
                          </p:cTn>
                        </p:par>
                        <p:par>
                          <p:cTn id="20" fill="hold">
                            <p:stCondLst>
                              <p:cond delay="0"/>
                            </p:stCondLst>
                            <p:childTnLst>
                              <p:par>
                                <p:cTn id="21" presetID="42" presetClass="path" presetSubtype="0" accel="50000" decel="50000" fill="hold" nodeType="afterEffect">
                                  <p:stCondLst>
                                    <p:cond delay="0"/>
                                  </p:stCondLst>
                                  <p:childTnLst>
                                    <p:animMotion origin="layout" path="M 0.00244 0.01227 L 0.00382 0.0949 " pathEditMode="relative" rAng="0" ptsTypes="AA">
                                      <p:cBhvr>
                                        <p:cTn id="22" dur="2000" fill="hold"/>
                                        <p:tgtEl>
                                          <p:spTgt spid="632064"/>
                                        </p:tgtEl>
                                        <p:attrNameLst>
                                          <p:attrName>ppt_x</p:attrName>
                                          <p:attrName>ppt_y</p:attrName>
                                        </p:attrNameLst>
                                      </p:cBhvr>
                                      <p:rCtr x="100" y="4100"/>
                                    </p:animMotion>
                                  </p:childTnLst>
                                </p:cTn>
                              </p:par>
                            </p:childTnLst>
                          </p:cTn>
                        </p:par>
                        <p:par>
                          <p:cTn id="23" fill="hold">
                            <p:stCondLst>
                              <p:cond delay="2000"/>
                            </p:stCondLst>
                            <p:childTnLst>
                              <p:par>
                                <p:cTn id="24" presetID="1" presetClass="exit" presetSubtype="0" fill="hold" nodeType="afterEffect">
                                  <p:stCondLst>
                                    <p:cond delay="0"/>
                                  </p:stCondLst>
                                  <p:childTnLst>
                                    <p:set>
                                      <p:cBhvr>
                                        <p:cTn id="25" dur="1" fill="hold">
                                          <p:stCondLst>
                                            <p:cond delay="0"/>
                                          </p:stCondLst>
                                        </p:cTn>
                                        <p:tgtEl>
                                          <p:spTgt spid="632064"/>
                                        </p:tgtEl>
                                        <p:attrNameLst>
                                          <p:attrName>style.visibility</p:attrName>
                                        </p:attrNameLst>
                                      </p:cBhvr>
                                      <p:to>
                                        <p:strVal val="hidden"/>
                                      </p:to>
                                    </p:set>
                                  </p:childTnLst>
                                </p:cTn>
                              </p:par>
                            </p:childTnLst>
                          </p:cTn>
                        </p:par>
                        <p:par>
                          <p:cTn id="26" fill="hold">
                            <p:stCondLst>
                              <p:cond delay="2000"/>
                            </p:stCondLst>
                            <p:childTnLst>
                              <p:par>
                                <p:cTn id="27" presetID="1" presetClass="entr" presetSubtype="0" fill="hold" nodeType="afterEffect">
                                  <p:stCondLst>
                                    <p:cond delay="0"/>
                                  </p:stCondLst>
                                  <p:childTnLst>
                                    <p:set>
                                      <p:cBhvr>
                                        <p:cTn id="28" dur="1" fill="hold">
                                          <p:stCondLst>
                                            <p:cond delay="0"/>
                                          </p:stCondLst>
                                        </p:cTn>
                                        <p:tgtEl>
                                          <p:spTgt spid="632065"/>
                                        </p:tgtEl>
                                        <p:attrNameLst>
                                          <p:attrName>style.visibility</p:attrName>
                                        </p:attrNameLst>
                                      </p:cBhvr>
                                      <p:to>
                                        <p:strVal val="visible"/>
                                      </p:to>
                                    </p:set>
                                  </p:childTnLst>
                                </p:cTn>
                              </p:par>
                            </p:childTnLst>
                          </p:cTn>
                        </p:par>
                        <p:par>
                          <p:cTn id="29" fill="hold">
                            <p:stCondLst>
                              <p:cond delay="2000"/>
                            </p:stCondLst>
                            <p:childTnLst>
                              <p:par>
                                <p:cTn id="30" presetID="0" presetClass="path" presetSubtype="0" accel="50000" decel="50000" fill="hold" nodeType="afterEffect">
                                  <p:stCondLst>
                                    <p:cond delay="0"/>
                                  </p:stCondLst>
                                  <p:childTnLst>
                                    <p:animMotion origin="layout" path="M 2.5E-6 -1.48148E-6 L 2.5E-6 0.07269 L 0.02726 0.18982 L 0.02726 0.1132 L 0.07118 0.11112 L 0.07257 0.18982 L 0.11667 0.14144 L 0.11667 0.07871 L 0.16059 0.07686 L 0.10903 0.23426 L 0.11511 0.15949 L 0.1559 0.15949 L 0.15747 0.23635 L 0.1059 0.34537 L 0.10295 0.27061 L 0.14236 0.26875 L 0.14688 0.39584 L 0.1559 0.3213 L 0.19236 0.31922 L 0.19688 0.39792 L 0.1059 0.49908 L 0.1059 0.41621 L 0.14236 0.41621 L 0.14236 0.49699 L 0.18785 0.53542 L 0.18785 0.44653 L 0.2257 0.44653 L 0.22865 0.52732 L 0.31198 0.50301 L 0.31198 0.43843 " pathEditMode="relative" ptsTypes="AAAAAAAAAAAAAAAAAAAAAAAAAAAAAA">
                                      <p:cBhvr>
                                        <p:cTn id="31" dur="5000" fill="hold"/>
                                        <p:tgtEl>
                                          <p:spTgt spid="632065"/>
                                        </p:tgtEl>
                                        <p:attrNameLst>
                                          <p:attrName>ppt_x</p:attrName>
                                          <p:attrName>ppt_y</p:attrName>
                                        </p:attrNameLst>
                                      </p:cBhvr>
                                    </p:animMotion>
                                  </p:childTnLst>
                                </p:cTn>
                              </p:par>
                            </p:childTnLst>
                          </p:cTn>
                        </p:par>
                        <p:par>
                          <p:cTn id="32" fill="hold">
                            <p:stCondLst>
                              <p:cond delay="7000"/>
                            </p:stCondLst>
                            <p:childTnLst>
                              <p:par>
                                <p:cTn id="33" presetID="1" presetClass="exit" presetSubtype="0" fill="hold" nodeType="afterEffect">
                                  <p:stCondLst>
                                    <p:cond delay="0"/>
                                  </p:stCondLst>
                                  <p:childTnLst>
                                    <p:set>
                                      <p:cBhvr>
                                        <p:cTn id="34" dur="1" fill="hold">
                                          <p:stCondLst>
                                            <p:cond delay="0"/>
                                          </p:stCondLst>
                                        </p:cTn>
                                        <p:tgtEl>
                                          <p:spTgt spid="632065"/>
                                        </p:tgtEl>
                                        <p:attrNameLst>
                                          <p:attrName>style.visibility</p:attrName>
                                        </p:attrNameLst>
                                      </p:cBhvr>
                                      <p:to>
                                        <p:strVal val="hidden"/>
                                      </p:to>
                                    </p:set>
                                  </p:childTnLst>
                                </p:cTn>
                              </p:par>
                            </p:childTnLst>
                          </p:cTn>
                        </p:par>
                        <p:par>
                          <p:cTn id="35" fill="hold">
                            <p:stCondLst>
                              <p:cond delay="7000"/>
                            </p:stCondLst>
                            <p:childTnLst>
                              <p:par>
                                <p:cTn id="36" presetID="1" presetClass="entr" presetSubtype="0" fill="hold" nodeType="afterEffect">
                                  <p:stCondLst>
                                    <p:cond delay="0"/>
                                  </p:stCondLst>
                                  <p:childTnLst>
                                    <p:set>
                                      <p:cBhvr>
                                        <p:cTn id="37" dur="1" fill="hold">
                                          <p:stCondLst>
                                            <p:cond delay="0"/>
                                          </p:stCondLst>
                                        </p:cTn>
                                        <p:tgtEl>
                                          <p:spTgt spid="632066"/>
                                        </p:tgtEl>
                                        <p:attrNameLst>
                                          <p:attrName>style.visibility</p:attrName>
                                        </p:attrNameLst>
                                      </p:cBhvr>
                                      <p:to>
                                        <p:strVal val="visible"/>
                                      </p:to>
                                    </p:set>
                                  </p:childTnLst>
                                </p:cTn>
                              </p:par>
                            </p:childTnLst>
                          </p:cTn>
                        </p:par>
                        <p:par>
                          <p:cTn id="38" fill="hold">
                            <p:stCondLst>
                              <p:cond delay="7000"/>
                            </p:stCondLst>
                            <p:childTnLst>
                              <p:par>
                                <p:cTn id="39" presetID="1" presetClass="entr" presetSubtype="0" fill="hold" nodeType="afterEffect">
                                  <p:stCondLst>
                                    <p:cond delay="0"/>
                                  </p:stCondLst>
                                  <p:childTnLst>
                                    <p:set>
                                      <p:cBhvr>
                                        <p:cTn id="40" dur="1" fill="hold">
                                          <p:stCondLst>
                                            <p:cond delay="0"/>
                                          </p:stCondLst>
                                        </p:cTn>
                                        <p:tgtEl>
                                          <p:spTgt spid="632066"/>
                                        </p:tgtEl>
                                        <p:attrNameLst>
                                          <p:attrName>style.visibility</p:attrName>
                                        </p:attrNameLst>
                                      </p:cBhvr>
                                      <p:to>
                                        <p:strVal val="visible"/>
                                      </p:to>
                                    </p:set>
                                  </p:childTnLst>
                                </p:cTn>
                              </p:par>
                            </p:childTnLst>
                          </p:cTn>
                        </p:par>
                        <p:par>
                          <p:cTn id="41" fill="hold">
                            <p:stCondLst>
                              <p:cond delay="7000"/>
                            </p:stCondLst>
                            <p:childTnLst>
                              <p:par>
                                <p:cTn id="42" presetID="42" presetClass="path" presetSubtype="0" accel="50000" decel="50000" fill="hold" nodeType="afterEffect">
                                  <p:stCondLst>
                                    <p:cond delay="0"/>
                                  </p:stCondLst>
                                  <p:childTnLst>
                                    <p:animMotion origin="layout" path="M -3.05556E-6 0 L -0.00156 -0.07106 " pathEditMode="relative" rAng="0" ptsTypes="AA">
                                      <p:cBhvr>
                                        <p:cTn id="43" dur="2000" fill="hold"/>
                                        <p:tgtEl>
                                          <p:spTgt spid="632066"/>
                                        </p:tgtEl>
                                        <p:attrNameLst>
                                          <p:attrName>ppt_x</p:attrName>
                                          <p:attrName>ppt_y</p:attrName>
                                        </p:attrNameLst>
                                      </p:cBhvr>
                                      <p:rCtr x="-100" y="-36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2064" grpId="0" animBg="1"/>
      <p:bldP spid="632064" grpId="1" animBg="1"/>
      <p:bldP spid="632064" grpId="2" animBg="1"/>
      <p:bldP spid="632065" grpId="0" animBg="1"/>
      <p:bldP spid="632065" grpId="1" animBg="1"/>
      <p:bldP spid="632065" grpId="2" animBg="1"/>
      <p:bldP spid="632066" grpId="0" animBg="1"/>
      <p:bldP spid="632066" grpId="1" animBg="1"/>
      <p:bldP spid="632066" grpId="2"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Freeform 1285"/>
          <p:cNvSpPr/>
          <p:nvPr/>
        </p:nvSpPr>
        <p:spPr>
          <a:xfrm>
            <a:off x="6748463" y="3516313"/>
            <a:ext cx="1314450" cy="674687"/>
          </a:xfrm>
          <a:custGeom>
            <a:avLst/>
            <a:gdLst>
              <a:gd name="txL" fmla="*/ 0 w 828"/>
              <a:gd name="txT" fmla="*/ 0 h 425"/>
              <a:gd name="txR" fmla="*/ 828 w 828"/>
              <a:gd name="txB" fmla="*/ 425 h 425"/>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828" h="425">
                <a:moveTo>
                  <a:pt x="382" y="30"/>
                </a:moveTo>
                <a:cubicBezTo>
                  <a:pt x="350" y="29"/>
                  <a:pt x="413" y="30"/>
                  <a:pt x="370" y="30"/>
                </a:cubicBezTo>
                <a:cubicBezTo>
                  <a:pt x="327" y="30"/>
                  <a:pt x="187" y="16"/>
                  <a:pt x="126" y="32"/>
                </a:cubicBezTo>
                <a:cubicBezTo>
                  <a:pt x="65" y="48"/>
                  <a:pt x="12" y="86"/>
                  <a:pt x="6" y="126"/>
                </a:cubicBezTo>
                <a:cubicBezTo>
                  <a:pt x="0" y="166"/>
                  <a:pt x="44" y="231"/>
                  <a:pt x="92" y="274"/>
                </a:cubicBezTo>
                <a:cubicBezTo>
                  <a:pt x="140" y="317"/>
                  <a:pt x="217" y="360"/>
                  <a:pt x="292" y="384"/>
                </a:cubicBezTo>
                <a:cubicBezTo>
                  <a:pt x="367" y="408"/>
                  <a:pt x="472" y="425"/>
                  <a:pt x="540" y="416"/>
                </a:cubicBezTo>
                <a:cubicBezTo>
                  <a:pt x="608" y="407"/>
                  <a:pt x="659" y="371"/>
                  <a:pt x="698" y="330"/>
                </a:cubicBezTo>
                <a:cubicBezTo>
                  <a:pt x="737" y="289"/>
                  <a:pt x="760" y="221"/>
                  <a:pt x="776" y="170"/>
                </a:cubicBezTo>
                <a:cubicBezTo>
                  <a:pt x="792" y="119"/>
                  <a:pt x="828" y="44"/>
                  <a:pt x="792" y="22"/>
                </a:cubicBezTo>
                <a:cubicBezTo>
                  <a:pt x="756" y="0"/>
                  <a:pt x="630" y="37"/>
                  <a:pt x="560" y="38"/>
                </a:cubicBezTo>
                <a:cubicBezTo>
                  <a:pt x="490" y="39"/>
                  <a:pt x="414" y="31"/>
                  <a:pt x="382" y="30"/>
                </a:cubicBezTo>
                <a:close/>
              </a:path>
            </a:pathLst>
          </a:custGeom>
          <a:solidFill>
            <a:srgbClr val="00CCFF">
              <a:alpha val="100000"/>
            </a:srgbClr>
          </a:solidFill>
          <a:ln w="9525">
            <a:noFill/>
          </a:ln>
        </p:spPr>
        <p:txBody>
          <a:bodyPr/>
          <a:lstStyle/>
          <a:p>
            <a:endParaRPr lang="zh-CN" altLang="en-US"/>
          </a:p>
        </p:txBody>
      </p:sp>
      <p:sp>
        <p:nvSpPr>
          <p:cNvPr id="44034" name="Freeform 1286"/>
          <p:cNvSpPr/>
          <p:nvPr/>
        </p:nvSpPr>
        <p:spPr>
          <a:xfrm>
            <a:off x="6767513" y="1990725"/>
            <a:ext cx="1730375" cy="1125538"/>
          </a:xfrm>
          <a:custGeom>
            <a:avLst/>
            <a:gdLst>
              <a:gd name="txL" fmla="*/ 0 w 765"/>
              <a:gd name="txT" fmla="*/ 0 h 459"/>
              <a:gd name="txR" fmla="*/ 765 w 765"/>
              <a:gd name="txB" fmla="*/ 459 h 459"/>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00CCFF">
                  <a:alpha val="100000"/>
                </a:srgbClr>
              </a:gs>
              <a:gs pos="100000">
                <a:schemeClr val="bg1">
                  <a:alpha val="100000"/>
                </a:schemeClr>
              </a:gs>
            </a:gsLst>
            <a:lin ang="0" scaled="1"/>
            <a:tileRect/>
          </a:gradFill>
          <a:ln w="9525">
            <a:noFill/>
          </a:ln>
        </p:spPr>
        <p:txBody>
          <a:bodyPr/>
          <a:lstStyle/>
          <a:p>
            <a:endParaRPr lang="zh-CN" altLang="en-US"/>
          </a:p>
        </p:txBody>
      </p:sp>
      <p:sp>
        <p:nvSpPr>
          <p:cNvPr id="44035" name="Freeform 1287"/>
          <p:cNvSpPr/>
          <p:nvPr/>
        </p:nvSpPr>
        <p:spPr>
          <a:xfrm>
            <a:off x="4946650" y="1698625"/>
            <a:ext cx="1736725" cy="1071563"/>
          </a:xfrm>
          <a:custGeom>
            <a:avLst/>
            <a:gdLst>
              <a:gd name="txL" fmla="*/ 0 w 1036"/>
              <a:gd name="txT" fmla="*/ 0 h 675"/>
              <a:gd name="txR" fmla="*/ 1036 w 1036"/>
              <a:gd name="txB" fmla="*/ 675 h 675"/>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alpha val="100000"/>
            </a:srgbClr>
          </a:solidFill>
          <a:ln w="9525">
            <a:noFill/>
          </a:ln>
        </p:spPr>
        <p:txBody>
          <a:bodyPr/>
          <a:lstStyle/>
          <a:p>
            <a:endParaRPr lang="zh-CN" altLang="en-US"/>
          </a:p>
        </p:txBody>
      </p:sp>
      <p:grpSp>
        <p:nvGrpSpPr>
          <p:cNvPr id="44036" name="Group 1288"/>
          <p:cNvGrpSpPr/>
          <p:nvPr/>
        </p:nvGrpSpPr>
        <p:grpSpPr>
          <a:xfrm>
            <a:off x="5022850" y="2963863"/>
            <a:ext cx="1458913" cy="933450"/>
            <a:chOff x="2889" y="1631"/>
            <a:chExt cx="980" cy="743"/>
          </a:xfrm>
        </p:grpSpPr>
        <p:sp>
          <p:nvSpPr>
            <p:cNvPr id="44654" name="Rectangle 1289"/>
            <p:cNvSpPr/>
            <p:nvPr/>
          </p:nvSpPr>
          <p:spPr>
            <a:xfrm>
              <a:off x="3046" y="1841"/>
              <a:ext cx="663" cy="533"/>
            </a:xfrm>
            <a:prstGeom prst="rect">
              <a:avLst/>
            </a:prstGeom>
            <a:solidFill>
              <a:srgbClr val="00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655" name="AutoShape 1290"/>
            <p:cNvSpPr/>
            <p:nvPr/>
          </p:nvSpPr>
          <p:spPr>
            <a:xfrm>
              <a:off x="2889" y="1631"/>
              <a:ext cx="980" cy="253"/>
            </a:xfrm>
            <a:prstGeom prst="triangle">
              <a:avLst>
                <a:gd name="adj" fmla="val 50000"/>
              </a:avLst>
            </a:prstGeom>
            <a:solidFill>
              <a:srgbClr val="00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solidFill>
                  <a:srgbClr val="00CCFF"/>
                </a:solidFill>
                <a:latin typeface="Arial" panose="020B0604020202090204" pitchFamily="34" charset="0"/>
              </a:endParaRPr>
            </a:p>
          </p:txBody>
        </p:sp>
      </p:grpSp>
      <p:sp>
        <p:nvSpPr>
          <p:cNvPr id="44037" name="Line 1291"/>
          <p:cNvSpPr/>
          <p:nvPr/>
        </p:nvSpPr>
        <p:spPr>
          <a:xfrm>
            <a:off x="7140575" y="3802063"/>
            <a:ext cx="163513" cy="120650"/>
          </a:xfrm>
          <a:prstGeom prst="line">
            <a:avLst/>
          </a:prstGeom>
          <a:ln w="9525" cap="flat" cmpd="sng">
            <a:solidFill>
              <a:schemeClr val="tx1"/>
            </a:solidFill>
            <a:prstDash val="solid"/>
            <a:headEnd type="none" w="med" len="med"/>
            <a:tailEnd type="none" w="med" len="med"/>
          </a:ln>
        </p:spPr>
      </p:sp>
      <p:sp>
        <p:nvSpPr>
          <p:cNvPr id="44038" name="Line 1292"/>
          <p:cNvSpPr/>
          <p:nvPr/>
        </p:nvSpPr>
        <p:spPr>
          <a:xfrm>
            <a:off x="7237413" y="3722688"/>
            <a:ext cx="279400" cy="0"/>
          </a:xfrm>
          <a:prstGeom prst="line">
            <a:avLst/>
          </a:prstGeom>
          <a:ln w="9525" cap="flat" cmpd="sng">
            <a:solidFill>
              <a:schemeClr val="tx1"/>
            </a:solidFill>
            <a:prstDash val="solid"/>
            <a:headEnd type="none" w="med" len="med"/>
            <a:tailEnd type="none" w="med" len="med"/>
          </a:ln>
        </p:spPr>
      </p:sp>
      <p:sp>
        <p:nvSpPr>
          <p:cNvPr id="44039" name="Line 1293"/>
          <p:cNvSpPr/>
          <p:nvPr/>
        </p:nvSpPr>
        <p:spPr>
          <a:xfrm flipV="1">
            <a:off x="7473950" y="3808413"/>
            <a:ext cx="134938" cy="104775"/>
          </a:xfrm>
          <a:prstGeom prst="line">
            <a:avLst/>
          </a:prstGeom>
          <a:ln w="9525" cap="flat" cmpd="sng">
            <a:solidFill>
              <a:schemeClr val="tx1"/>
            </a:solidFill>
            <a:prstDash val="solid"/>
            <a:headEnd type="none" w="med" len="med"/>
            <a:tailEnd type="none" w="med" len="med"/>
          </a:ln>
        </p:spPr>
      </p:sp>
      <p:sp>
        <p:nvSpPr>
          <p:cNvPr id="44040" name="Line 1294"/>
          <p:cNvSpPr/>
          <p:nvPr/>
        </p:nvSpPr>
        <p:spPr>
          <a:xfrm>
            <a:off x="6172200" y="3729038"/>
            <a:ext cx="679450" cy="0"/>
          </a:xfrm>
          <a:prstGeom prst="line">
            <a:avLst/>
          </a:prstGeom>
          <a:ln w="9525" cap="flat" cmpd="sng">
            <a:solidFill>
              <a:schemeClr val="tx1"/>
            </a:solidFill>
            <a:prstDash val="solid"/>
            <a:headEnd type="none" w="med" len="med"/>
            <a:tailEnd type="none" w="med" len="med"/>
          </a:ln>
        </p:spPr>
      </p:sp>
      <p:sp>
        <p:nvSpPr>
          <p:cNvPr id="44041" name="Line 1295"/>
          <p:cNvSpPr/>
          <p:nvPr/>
        </p:nvSpPr>
        <p:spPr>
          <a:xfrm>
            <a:off x="6467475" y="2576513"/>
            <a:ext cx="509588" cy="3175"/>
          </a:xfrm>
          <a:prstGeom prst="line">
            <a:avLst/>
          </a:prstGeom>
          <a:ln w="9525" cap="flat" cmpd="sng">
            <a:solidFill>
              <a:schemeClr val="tx1"/>
            </a:solidFill>
            <a:prstDash val="solid"/>
            <a:headEnd type="none" w="med" len="med"/>
            <a:tailEnd type="none" w="med" len="med"/>
          </a:ln>
        </p:spPr>
      </p:sp>
      <p:sp>
        <p:nvSpPr>
          <p:cNvPr id="44042" name="Line 1296"/>
          <p:cNvSpPr/>
          <p:nvPr/>
        </p:nvSpPr>
        <p:spPr>
          <a:xfrm>
            <a:off x="6034088" y="2392363"/>
            <a:ext cx="152400" cy="95250"/>
          </a:xfrm>
          <a:prstGeom prst="line">
            <a:avLst/>
          </a:prstGeom>
          <a:ln w="9525" cap="flat" cmpd="sng">
            <a:solidFill>
              <a:schemeClr val="tx1"/>
            </a:solidFill>
            <a:prstDash val="solid"/>
            <a:headEnd type="none" w="med" len="med"/>
            <a:tailEnd type="none" w="med" len="med"/>
          </a:ln>
        </p:spPr>
      </p:sp>
      <p:sp>
        <p:nvSpPr>
          <p:cNvPr id="44043" name="Freeform 1297"/>
          <p:cNvSpPr/>
          <p:nvPr/>
        </p:nvSpPr>
        <p:spPr>
          <a:xfrm>
            <a:off x="5241925" y="4367213"/>
            <a:ext cx="3079750" cy="1665287"/>
          </a:xfrm>
          <a:custGeom>
            <a:avLst/>
            <a:gdLst>
              <a:gd name="txL" fmla="*/ 0 w 1940"/>
              <a:gd name="txT" fmla="*/ 0 h 1049"/>
              <a:gd name="txR" fmla="*/ 1940 w 1940"/>
              <a:gd name="txB" fmla="*/ 1049 h 1049"/>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00CCFF">
              <a:alpha val="100000"/>
            </a:srgbClr>
          </a:solidFill>
          <a:ln w="9525">
            <a:noFill/>
          </a:ln>
        </p:spPr>
        <p:txBody>
          <a:bodyPr/>
          <a:lstStyle/>
          <a:p>
            <a:endParaRPr lang="zh-CN" altLang="en-US"/>
          </a:p>
        </p:txBody>
      </p:sp>
      <p:sp>
        <p:nvSpPr>
          <p:cNvPr id="44044" name="Line 1298"/>
          <p:cNvSpPr/>
          <p:nvPr/>
        </p:nvSpPr>
        <p:spPr>
          <a:xfrm rot="-5400000" flipV="1">
            <a:off x="7540625" y="5238750"/>
            <a:ext cx="474663" cy="6350"/>
          </a:xfrm>
          <a:prstGeom prst="line">
            <a:avLst/>
          </a:prstGeom>
          <a:ln w="12700" cap="flat" cmpd="sng">
            <a:solidFill>
              <a:schemeClr val="tx1"/>
            </a:solidFill>
            <a:prstDash val="solid"/>
            <a:headEnd type="none" w="med" len="med"/>
            <a:tailEnd type="none" w="med" len="med"/>
          </a:ln>
        </p:spPr>
      </p:sp>
      <p:sp>
        <p:nvSpPr>
          <p:cNvPr id="44045" name="Line 1299"/>
          <p:cNvSpPr/>
          <p:nvPr/>
        </p:nvSpPr>
        <p:spPr>
          <a:xfrm rot="5400000" flipV="1">
            <a:off x="7735888" y="5429250"/>
            <a:ext cx="3175" cy="85725"/>
          </a:xfrm>
          <a:prstGeom prst="line">
            <a:avLst/>
          </a:prstGeom>
          <a:ln w="12700" cap="flat" cmpd="sng">
            <a:solidFill>
              <a:schemeClr val="bg2"/>
            </a:solidFill>
            <a:prstDash val="solid"/>
            <a:headEnd type="none" w="med" len="med"/>
            <a:tailEnd type="none" w="med" len="med"/>
          </a:ln>
        </p:spPr>
      </p:sp>
      <p:sp>
        <p:nvSpPr>
          <p:cNvPr id="44046" name="Line 1300"/>
          <p:cNvSpPr/>
          <p:nvPr/>
        </p:nvSpPr>
        <p:spPr>
          <a:xfrm rot="-5400000" flipH="1">
            <a:off x="7843838" y="5027613"/>
            <a:ext cx="193675" cy="76200"/>
          </a:xfrm>
          <a:prstGeom prst="line">
            <a:avLst/>
          </a:prstGeom>
          <a:ln w="12700" cap="flat" cmpd="sng">
            <a:solidFill>
              <a:schemeClr val="tx1"/>
            </a:solidFill>
            <a:prstDash val="solid"/>
            <a:headEnd type="none" w="med" len="med"/>
            <a:tailEnd type="none" w="med" len="med"/>
          </a:ln>
        </p:spPr>
      </p:sp>
      <p:sp>
        <p:nvSpPr>
          <p:cNvPr id="44047" name="Line 1301"/>
          <p:cNvSpPr/>
          <p:nvPr/>
        </p:nvSpPr>
        <p:spPr>
          <a:xfrm>
            <a:off x="7102475" y="4686300"/>
            <a:ext cx="390525" cy="184150"/>
          </a:xfrm>
          <a:prstGeom prst="line">
            <a:avLst/>
          </a:prstGeom>
          <a:ln w="9525" cap="flat" cmpd="sng">
            <a:solidFill>
              <a:schemeClr val="tx1"/>
            </a:solidFill>
            <a:prstDash val="solid"/>
            <a:headEnd type="none" w="med" len="med"/>
            <a:tailEnd type="none" w="med" len="med"/>
          </a:ln>
        </p:spPr>
      </p:sp>
      <p:sp>
        <p:nvSpPr>
          <p:cNvPr id="44048" name="Line 1302"/>
          <p:cNvSpPr/>
          <p:nvPr/>
        </p:nvSpPr>
        <p:spPr>
          <a:xfrm flipV="1">
            <a:off x="6481763" y="4673600"/>
            <a:ext cx="322262" cy="198438"/>
          </a:xfrm>
          <a:prstGeom prst="line">
            <a:avLst/>
          </a:prstGeom>
          <a:ln w="9525" cap="flat" cmpd="sng">
            <a:solidFill>
              <a:schemeClr val="tx1"/>
            </a:solidFill>
            <a:prstDash val="solid"/>
            <a:headEnd type="none" w="med" len="med"/>
            <a:tailEnd type="none" w="med" len="med"/>
          </a:ln>
        </p:spPr>
      </p:sp>
      <p:sp>
        <p:nvSpPr>
          <p:cNvPr id="44049" name="Line 1303"/>
          <p:cNvSpPr/>
          <p:nvPr/>
        </p:nvSpPr>
        <p:spPr>
          <a:xfrm flipV="1">
            <a:off x="6524625" y="4965700"/>
            <a:ext cx="971550" cy="0"/>
          </a:xfrm>
          <a:prstGeom prst="line">
            <a:avLst/>
          </a:prstGeom>
          <a:ln w="9525" cap="flat" cmpd="sng">
            <a:solidFill>
              <a:schemeClr val="tx1"/>
            </a:solidFill>
            <a:prstDash val="solid"/>
            <a:headEnd type="none" w="med" len="med"/>
            <a:tailEnd type="none" w="med" len="med"/>
          </a:ln>
        </p:spPr>
      </p:sp>
      <p:sp>
        <p:nvSpPr>
          <p:cNvPr id="44050" name="Line 1305"/>
          <p:cNvSpPr/>
          <p:nvPr/>
        </p:nvSpPr>
        <p:spPr>
          <a:xfrm>
            <a:off x="5845175" y="4762500"/>
            <a:ext cx="233363" cy="95250"/>
          </a:xfrm>
          <a:prstGeom prst="line">
            <a:avLst/>
          </a:prstGeom>
          <a:ln w="9525" cap="flat" cmpd="sng">
            <a:solidFill>
              <a:schemeClr val="tx1"/>
            </a:solidFill>
            <a:prstDash val="solid"/>
            <a:headEnd type="none" w="med" len="med"/>
            <a:tailEnd type="none" w="med" len="med"/>
          </a:ln>
        </p:spPr>
      </p:sp>
      <p:sp>
        <p:nvSpPr>
          <p:cNvPr id="44051" name="Line 1306"/>
          <p:cNvSpPr/>
          <p:nvPr/>
        </p:nvSpPr>
        <p:spPr>
          <a:xfrm flipV="1">
            <a:off x="5586413" y="4999038"/>
            <a:ext cx="403225" cy="100012"/>
          </a:xfrm>
          <a:prstGeom prst="line">
            <a:avLst/>
          </a:prstGeom>
          <a:ln w="9525" cap="flat" cmpd="sng">
            <a:solidFill>
              <a:schemeClr val="tx1"/>
            </a:solidFill>
            <a:prstDash val="solid"/>
            <a:headEnd type="none" w="med" len="med"/>
            <a:tailEnd type="none" w="med" len="med"/>
          </a:ln>
        </p:spPr>
      </p:sp>
      <p:sp>
        <p:nvSpPr>
          <p:cNvPr id="44052" name="Line 1309"/>
          <p:cNvSpPr/>
          <p:nvPr/>
        </p:nvSpPr>
        <p:spPr>
          <a:xfrm flipH="1">
            <a:off x="6011863" y="5054600"/>
            <a:ext cx="177800" cy="203200"/>
          </a:xfrm>
          <a:prstGeom prst="line">
            <a:avLst/>
          </a:prstGeom>
          <a:ln w="9525" cap="flat" cmpd="sng">
            <a:solidFill>
              <a:schemeClr val="tx1"/>
            </a:solidFill>
            <a:prstDash val="solid"/>
            <a:headEnd type="none" w="med" len="med"/>
            <a:tailEnd type="none" w="med" len="med"/>
          </a:ln>
        </p:spPr>
      </p:sp>
      <p:sp>
        <p:nvSpPr>
          <p:cNvPr id="44053" name="Line 1310"/>
          <p:cNvSpPr/>
          <p:nvPr/>
        </p:nvSpPr>
        <p:spPr>
          <a:xfrm flipH="1" flipV="1">
            <a:off x="6405563" y="5038725"/>
            <a:ext cx="1587" cy="220663"/>
          </a:xfrm>
          <a:prstGeom prst="line">
            <a:avLst/>
          </a:prstGeom>
          <a:ln w="9525" cap="flat" cmpd="sng">
            <a:solidFill>
              <a:schemeClr val="tx1"/>
            </a:solidFill>
            <a:prstDash val="solid"/>
            <a:headEnd type="none" w="med" len="med"/>
            <a:tailEnd type="none" w="med" len="med"/>
          </a:ln>
        </p:spPr>
      </p:sp>
      <p:sp>
        <p:nvSpPr>
          <p:cNvPr id="44054" name="Line 1311"/>
          <p:cNvSpPr/>
          <p:nvPr/>
        </p:nvSpPr>
        <p:spPr>
          <a:xfrm>
            <a:off x="6488113" y="5041900"/>
            <a:ext cx="503237" cy="269875"/>
          </a:xfrm>
          <a:prstGeom prst="line">
            <a:avLst/>
          </a:prstGeom>
          <a:ln w="9525" cap="flat" cmpd="sng">
            <a:solidFill>
              <a:schemeClr val="tx1"/>
            </a:solidFill>
            <a:prstDash val="solid"/>
            <a:headEnd type="none" w="med" len="med"/>
            <a:tailEnd type="none" w="med" len="med"/>
          </a:ln>
        </p:spPr>
      </p:sp>
      <p:sp>
        <p:nvSpPr>
          <p:cNvPr id="44055" name="Line 1313"/>
          <p:cNvSpPr/>
          <p:nvPr/>
        </p:nvSpPr>
        <p:spPr>
          <a:xfrm>
            <a:off x="6026150" y="3511550"/>
            <a:ext cx="0" cy="131763"/>
          </a:xfrm>
          <a:prstGeom prst="line">
            <a:avLst/>
          </a:prstGeom>
          <a:ln w="9525" cap="flat" cmpd="sng">
            <a:solidFill>
              <a:schemeClr val="tx1"/>
            </a:solidFill>
            <a:prstDash val="solid"/>
            <a:headEnd type="none" w="med" len="med"/>
            <a:tailEnd type="none" w="med" len="med"/>
          </a:ln>
        </p:spPr>
      </p:sp>
      <p:sp>
        <p:nvSpPr>
          <p:cNvPr id="44056" name="Line 1314"/>
          <p:cNvSpPr/>
          <p:nvPr/>
        </p:nvSpPr>
        <p:spPr>
          <a:xfrm flipV="1">
            <a:off x="7321550" y="2481263"/>
            <a:ext cx="123825" cy="87312"/>
          </a:xfrm>
          <a:prstGeom prst="line">
            <a:avLst/>
          </a:prstGeom>
          <a:ln w="9525" cap="flat" cmpd="sng">
            <a:solidFill>
              <a:schemeClr val="tx1"/>
            </a:solidFill>
            <a:prstDash val="solid"/>
            <a:headEnd type="none" w="med" len="med"/>
            <a:tailEnd type="none" w="med" len="med"/>
          </a:ln>
        </p:spPr>
      </p:sp>
      <p:sp>
        <p:nvSpPr>
          <p:cNvPr id="44057" name="Line 1315"/>
          <p:cNvSpPr/>
          <p:nvPr/>
        </p:nvSpPr>
        <p:spPr>
          <a:xfrm>
            <a:off x="7150100" y="2654300"/>
            <a:ext cx="0" cy="82550"/>
          </a:xfrm>
          <a:prstGeom prst="line">
            <a:avLst/>
          </a:prstGeom>
          <a:ln w="9525" cap="flat" cmpd="sng">
            <a:solidFill>
              <a:schemeClr val="tx1"/>
            </a:solidFill>
            <a:prstDash val="solid"/>
            <a:headEnd type="none" w="med" len="med"/>
            <a:tailEnd type="none" w="med" len="med"/>
          </a:ln>
        </p:spPr>
      </p:sp>
      <p:sp>
        <p:nvSpPr>
          <p:cNvPr id="44058" name="Line 1316"/>
          <p:cNvSpPr/>
          <p:nvPr/>
        </p:nvSpPr>
        <p:spPr>
          <a:xfrm flipV="1">
            <a:off x="7321550" y="2551113"/>
            <a:ext cx="263525" cy="288925"/>
          </a:xfrm>
          <a:prstGeom prst="line">
            <a:avLst/>
          </a:prstGeom>
          <a:ln w="9525" cap="flat" cmpd="sng">
            <a:solidFill>
              <a:schemeClr val="tx1"/>
            </a:solidFill>
            <a:prstDash val="solid"/>
            <a:headEnd type="none" w="med" len="med"/>
            <a:tailEnd type="none" w="med" len="med"/>
          </a:ln>
        </p:spPr>
      </p:sp>
      <p:sp>
        <p:nvSpPr>
          <p:cNvPr id="44059" name="Line 1317"/>
          <p:cNvSpPr/>
          <p:nvPr/>
        </p:nvSpPr>
        <p:spPr>
          <a:xfrm>
            <a:off x="7686675" y="2549525"/>
            <a:ext cx="0" cy="196850"/>
          </a:xfrm>
          <a:prstGeom prst="line">
            <a:avLst/>
          </a:prstGeom>
          <a:ln w="9525" cap="flat" cmpd="sng">
            <a:solidFill>
              <a:schemeClr val="tx1"/>
            </a:solidFill>
            <a:prstDash val="solid"/>
            <a:headEnd type="none" w="med" len="med"/>
            <a:tailEnd type="none" w="med" len="med"/>
          </a:ln>
        </p:spPr>
      </p:sp>
      <p:sp>
        <p:nvSpPr>
          <p:cNvPr id="44060" name="Line 1318"/>
          <p:cNvSpPr/>
          <p:nvPr/>
        </p:nvSpPr>
        <p:spPr>
          <a:xfrm>
            <a:off x="7340600" y="2855913"/>
            <a:ext cx="188913" cy="0"/>
          </a:xfrm>
          <a:prstGeom prst="line">
            <a:avLst/>
          </a:prstGeom>
          <a:ln w="9525" cap="flat" cmpd="sng">
            <a:solidFill>
              <a:schemeClr val="tx1"/>
            </a:solidFill>
            <a:prstDash val="solid"/>
            <a:headEnd type="none" w="med" len="med"/>
            <a:tailEnd type="none" w="med" len="med"/>
          </a:ln>
        </p:spPr>
      </p:sp>
      <p:sp>
        <p:nvSpPr>
          <p:cNvPr id="44061" name="Line 1319"/>
          <p:cNvSpPr/>
          <p:nvPr/>
        </p:nvSpPr>
        <p:spPr>
          <a:xfrm flipV="1">
            <a:off x="5635625" y="3722688"/>
            <a:ext cx="168275" cy="3175"/>
          </a:xfrm>
          <a:prstGeom prst="line">
            <a:avLst/>
          </a:prstGeom>
          <a:ln w="9525" cap="flat" cmpd="sng">
            <a:solidFill>
              <a:schemeClr val="tx1"/>
            </a:solidFill>
            <a:prstDash val="solid"/>
            <a:headEnd type="none" w="med" len="med"/>
            <a:tailEnd type="none" w="med" len="med"/>
          </a:ln>
        </p:spPr>
      </p:sp>
      <p:sp>
        <p:nvSpPr>
          <p:cNvPr id="44062" name="Line 1320"/>
          <p:cNvSpPr/>
          <p:nvPr/>
        </p:nvSpPr>
        <p:spPr>
          <a:xfrm>
            <a:off x="7894638" y="2846388"/>
            <a:ext cx="177800" cy="0"/>
          </a:xfrm>
          <a:prstGeom prst="line">
            <a:avLst/>
          </a:prstGeom>
          <a:ln w="9525" cap="flat" cmpd="sng">
            <a:solidFill>
              <a:schemeClr val="tx1"/>
            </a:solidFill>
            <a:prstDash val="solid"/>
            <a:headEnd type="none" w="med" len="med"/>
            <a:tailEnd type="none" w="med" len="med"/>
          </a:ln>
        </p:spPr>
      </p:sp>
      <p:sp>
        <p:nvSpPr>
          <p:cNvPr id="44063" name="Line 1321"/>
          <p:cNvSpPr/>
          <p:nvPr/>
        </p:nvSpPr>
        <p:spPr>
          <a:xfrm flipH="1">
            <a:off x="7040563" y="2922588"/>
            <a:ext cx="98425" cy="704850"/>
          </a:xfrm>
          <a:prstGeom prst="line">
            <a:avLst/>
          </a:prstGeom>
          <a:ln w="9525" cap="flat" cmpd="sng">
            <a:solidFill>
              <a:schemeClr val="tx1"/>
            </a:solidFill>
            <a:prstDash val="solid"/>
            <a:headEnd type="none" w="med" len="med"/>
            <a:tailEnd type="none" w="med" len="med"/>
          </a:ln>
        </p:spPr>
      </p:sp>
      <p:sp>
        <p:nvSpPr>
          <p:cNvPr id="44064" name="Line 1322"/>
          <p:cNvSpPr/>
          <p:nvPr/>
        </p:nvSpPr>
        <p:spPr>
          <a:xfrm flipH="1">
            <a:off x="7632700" y="2922588"/>
            <a:ext cx="111125" cy="727075"/>
          </a:xfrm>
          <a:prstGeom prst="line">
            <a:avLst/>
          </a:prstGeom>
          <a:ln w="9525" cap="flat" cmpd="sng">
            <a:solidFill>
              <a:schemeClr val="tx1"/>
            </a:solidFill>
            <a:prstDash val="solid"/>
            <a:headEnd type="none" w="med" len="med"/>
            <a:tailEnd type="none" w="med" len="med"/>
          </a:ln>
        </p:spPr>
      </p:sp>
      <p:sp>
        <p:nvSpPr>
          <p:cNvPr id="44065" name="Line 1323"/>
          <p:cNvSpPr/>
          <p:nvPr/>
        </p:nvSpPr>
        <p:spPr>
          <a:xfrm flipV="1">
            <a:off x="7016750" y="4064000"/>
            <a:ext cx="227013" cy="436563"/>
          </a:xfrm>
          <a:prstGeom prst="line">
            <a:avLst/>
          </a:prstGeom>
          <a:ln w="9525" cap="flat" cmpd="sng">
            <a:solidFill>
              <a:schemeClr val="tx1"/>
            </a:solidFill>
            <a:prstDash val="solid"/>
            <a:headEnd type="none" w="med" len="med"/>
            <a:tailEnd type="none" w="med" len="med"/>
          </a:ln>
        </p:spPr>
      </p:sp>
      <p:grpSp>
        <p:nvGrpSpPr>
          <p:cNvPr id="44066" name="Group 1324"/>
          <p:cNvGrpSpPr/>
          <p:nvPr/>
        </p:nvGrpSpPr>
        <p:grpSpPr>
          <a:xfrm flipH="1">
            <a:off x="5519738" y="4522788"/>
            <a:ext cx="414337" cy="373062"/>
            <a:chOff x="2839" y="3501"/>
            <a:chExt cx="755" cy="803"/>
          </a:xfrm>
        </p:grpSpPr>
        <p:pic>
          <p:nvPicPr>
            <p:cNvPr id="44652" name="Picture 1325" descr="desktop_computer_stylized_medium"/>
            <p:cNvPicPr>
              <a:picLocks noChangeAspect="1"/>
            </p:cNvPicPr>
            <p:nvPr/>
          </p:nvPicPr>
          <p:blipFill>
            <a:blip r:embed="rId2"/>
            <a:stretch>
              <a:fillRect/>
            </a:stretch>
          </p:blipFill>
          <p:spPr>
            <a:xfrm>
              <a:off x="2839" y="3501"/>
              <a:ext cx="755" cy="803"/>
            </a:xfrm>
            <a:prstGeom prst="rect">
              <a:avLst/>
            </a:prstGeom>
            <a:noFill/>
            <a:ln w="9525">
              <a:noFill/>
            </a:ln>
          </p:spPr>
        </p:pic>
        <p:sp>
          <p:nvSpPr>
            <p:cNvPr id="44653" name="Freeform 1326"/>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44067" name="Group 1327"/>
          <p:cNvGrpSpPr/>
          <p:nvPr/>
        </p:nvGrpSpPr>
        <p:grpSpPr>
          <a:xfrm flipH="1">
            <a:off x="5202238" y="4943475"/>
            <a:ext cx="482600" cy="406400"/>
            <a:chOff x="2839" y="3501"/>
            <a:chExt cx="755" cy="803"/>
          </a:xfrm>
        </p:grpSpPr>
        <p:pic>
          <p:nvPicPr>
            <p:cNvPr id="44650" name="Picture 1328" descr="desktop_computer_stylized_medium"/>
            <p:cNvPicPr>
              <a:picLocks noChangeAspect="1"/>
            </p:cNvPicPr>
            <p:nvPr/>
          </p:nvPicPr>
          <p:blipFill>
            <a:blip r:embed="rId3"/>
            <a:stretch>
              <a:fillRect/>
            </a:stretch>
          </p:blipFill>
          <p:spPr>
            <a:xfrm>
              <a:off x="2839" y="3501"/>
              <a:ext cx="755" cy="803"/>
            </a:xfrm>
            <a:prstGeom prst="rect">
              <a:avLst/>
            </a:prstGeom>
            <a:noFill/>
            <a:ln w="9525">
              <a:noFill/>
            </a:ln>
          </p:spPr>
        </p:pic>
        <p:sp>
          <p:nvSpPr>
            <p:cNvPr id="44651" name="Freeform 1329"/>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44068" name="Group 1330"/>
          <p:cNvGrpSpPr/>
          <p:nvPr/>
        </p:nvGrpSpPr>
        <p:grpSpPr>
          <a:xfrm flipH="1">
            <a:off x="5680075" y="5245100"/>
            <a:ext cx="427038" cy="349250"/>
            <a:chOff x="2839" y="3501"/>
            <a:chExt cx="755" cy="803"/>
          </a:xfrm>
        </p:grpSpPr>
        <p:pic>
          <p:nvPicPr>
            <p:cNvPr id="44648" name="Picture 1331" descr="desktop_computer_stylized_medium"/>
            <p:cNvPicPr>
              <a:picLocks noChangeAspect="1"/>
            </p:cNvPicPr>
            <p:nvPr/>
          </p:nvPicPr>
          <p:blipFill>
            <a:blip r:embed="rId4"/>
            <a:stretch>
              <a:fillRect/>
            </a:stretch>
          </p:blipFill>
          <p:spPr>
            <a:xfrm>
              <a:off x="2839" y="3501"/>
              <a:ext cx="755" cy="803"/>
            </a:xfrm>
            <a:prstGeom prst="rect">
              <a:avLst/>
            </a:prstGeom>
            <a:noFill/>
            <a:ln w="9525">
              <a:noFill/>
            </a:ln>
          </p:spPr>
        </p:pic>
        <p:sp>
          <p:nvSpPr>
            <p:cNvPr id="44649" name="Freeform 1332"/>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44069" name="Group 1333"/>
          <p:cNvGrpSpPr/>
          <p:nvPr/>
        </p:nvGrpSpPr>
        <p:grpSpPr>
          <a:xfrm>
            <a:off x="6294438" y="5227638"/>
            <a:ext cx="427037" cy="350837"/>
            <a:chOff x="2839" y="3501"/>
            <a:chExt cx="755" cy="803"/>
          </a:xfrm>
        </p:grpSpPr>
        <p:pic>
          <p:nvPicPr>
            <p:cNvPr id="44646" name="Picture 1334" descr="desktop_computer_stylized_medium"/>
            <p:cNvPicPr>
              <a:picLocks noChangeAspect="1"/>
            </p:cNvPicPr>
            <p:nvPr/>
          </p:nvPicPr>
          <p:blipFill>
            <a:blip r:embed="rId4"/>
            <a:stretch>
              <a:fillRect/>
            </a:stretch>
          </p:blipFill>
          <p:spPr>
            <a:xfrm>
              <a:off x="2839" y="3501"/>
              <a:ext cx="755" cy="803"/>
            </a:xfrm>
            <a:prstGeom prst="rect">
              <a:avLst/>
            </a:prstGeom>
            <a:noFill/>
            <a:ln w="9525">
              <a:noFill/>
            </a:ln>
          </p:spPr>
        </p:pic>
        <p:sp>
          <p:nvSpPr>
            <p:cNvPr id="44647" name="Freeform 1335"/>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pic>
        <p:nvPicPr>
          <p:cNvPr id="44070" name="Picture 1336" descr="car_icon_small"/>
          <p:cNvPicPr>
            <a:picLocks noChangeAspect="1"/>
          </p:cNvPicPr>
          <p:nvPr/>
        </p:nvPicPr>
        <p:blipFill>
          <a:blip r:embed="rId5"/>
          <a:stretch>
            <a:fillRect/>
          </a:stretch>
        </p:blipFill>
        <p:spPr>
          <a:xfrm>
            <a:off x="6086475" y="1709738"/>
            <a:ext cx="849313" cy="168275"/>
          </a:xfrm>
          <a:prstGeom prst="rect">
            <a:avLst/>
          </a:prstGeom>
          <a:noFill/>
          <a:ln w="9525">
            <a:noFill/>
          </a:ln>
        </p:spPr>
      </p:pic>
      <p:grpSp>
        <p:nvGrpSpPr>
          <p:cNvPr id="44071" name="Group 1337"/>
          <p:cNvGrpSpPr/>
          <p:nvPr/>
        </p:nvGrpSpPr>
        <p:grpSpPr>
          <a:xfrm>
            <a:off x="5357813" y="1535113"/>
            <a:ext cx="415925" cy="385762"/>
            <a:chOff x="2751" y="1851"/>
            <a:chExt cx="462" cy="478"/>
          </a:xfrm>
        </p:grpSpPr>
        <p:pic>
          <p:nvPicPr>
            <p:cNvPr id="44644" name="Picture 1338" descr="iphone_stylized_small"/>
            <p:cNvPicPr>
              <a:picLocks noChangeAspect="1"/>
            </p:cNvPicPr>
            <p:nvPr/>
          </p:nvPicPr>
          <p:blipFill>
            <a:blip r:embed="rId6"/>
            <a:stretch>
              <a:fillRect/>
            </a:stretch>
          </p:blipFill>
          <p:spPr>
            <a:xfrm>
              <a:off x="2928" y="1922"/>
              <a:ext cx="152" cy="407"/>
            </a:xfrm>
            <a:prstGeom prst="rect">
              <a:avLst/>
            </a:prstGeom>
            <a:noFill/>
            <a:ln w="9525">
              <a:noFill/>
            </a:ln>
          </p:spPr>
        </p:pic>
        <p:pic>
          <p:nvPicPr>
            <p:cNvPr id="44645" name="Picture 1339" descr="antenna_radiation_stylized"/>
            <p:cNvPicPr>
              <a:picLocks noChangeAspect="1"/>
            </p:cNvPicPr>
            <p:nvPr/>
          </p:nvPicPr>
          <p:blipFill>
            <a:blip r:embed="rId7"/>
            <a:stretch>
              <a:fillRect/>
            </a:stretch>
          </p:blipFill>
          <p:spPr>
            <a:xfrm>
              <a:off x="2751" y="1851"/>
              <a:ext cx="462" cy="110"/>
            </a:xfrm>
            <a:prstGeom prst="rect">
              <a:avLst/>
            </a:prstGeom>
            <a:noFill/>
            <a:ln w="9525">
              <a:noFill/>
            </a:ln>
          </p:spPr>
        </p:pic>
      </p:grpSp>
      <p:grpSp>
        <p:nvGrpSpPr>
          <p:cNvPr id="44072" name="Group 1340"/>
          <p:cNvGrpSpPr/>
          <p:nvPr/>
        </p:nvGrpSpPr>
        <p:grpSpPr>
          <a:xfrm>
            <a:off x="7434263" y="2384425"/>
            <a:ext cx="390525" cy="169863"/>
            <a:chOff x="4650" y="1129"/>
            <a:chExt cx="246" cy="95"/>
          </a:xfrm>
        </p:grpSpPr>
        <p:sp>
          <p:nvSpPr>
            <p:cNvPr id="44636"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37"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38"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639" name="Group 1344"/>
            <p:cNvGrpSpPr/>
            <p:nvPr/>
          </p:nvGrpSpPr>
          <p:grpSpPr>
            <a:xfrm>
              <a:off x="4699" y="1145"/>
              <a:ext cx="138" cy="29"/>
              <a:chOff x="2468" y="1332"/>
              <a:chExt cx="310" cy="60"/>
            </a:xfrm>
          </p:grpSpPr>
          <p:sp>
            <p:nvSpPr>
              <p:cNvPr id="44642" name="Freeform 134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643" name="Freeform 134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640" name="Line 1347"/>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641" name="Line 1348"/>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73" name="Group 1349"/>
          <p:cNvGrpSpPr/>
          <p:nvPr/>
        </p:nvGrpSpPr>
        <p:grpSpPr>
          <a:xfrm>
            <a:off x="7507288" y="2746375"/>
            <a:ext cx="390525" cy="176213"/>
            <a:chOff x="4650" y="1129"/>
            <a:chExt cx="246" cy="95"/>
          </a:xfrm>
        </p:grpSpPr>
        <p:sp>
          <p:nvSpPr>
            <p:cNvPr id="44628"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29"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30"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631" name="Group 1353"/>
            <p:cNvGrpSpPr/>
            <p:nvPr/>
          </p:nvGrpSpPr>
          <p:grpSpPr>
            <a:xfrm>
              <a:off x="4699" y="1145"/>
              <a:ext cx="138" cy="29"/>
              <a:chOff x="2468" y="1332"/>
              <a:chExt cx="310" cy="60"/>
            </a:xfrm>
          </p:grpSpPr>
          <p:sp>
            <p:nvSpPr>
              <p:cNvPr id="44634" name="Freeform 1354"/>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635" name="Freeform 1355"/>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632" name="Line 1356"/>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633" name="Line 1357"/>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74" name="Group 1358"/>
          <p:cNvGrpSpPr/>
          <p:nvPr/>
        </p:nvGrpSpPr>
        <p:grpSpPr>
          <a:xfrm>
            <a:off x="6948488" y="2482850"/>
            <a:ext cx="390525" cy="169863"/>
            <a:chOff x="4650" y="1129"/>
            <a:chExt cx="246" cy="95"/>
          </a:xfrm>
        </p:grpSpPr>
        <p:sp>
          <p:nvSpPr>
            <p:cNvPr id="44620"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21"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22"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623" name="Group 1362"/>
            <p:cNvGrpSpPr/>
            <p:nvPr/>
          </p:nvGrpSpPr>
          <p:grpSpPr>
            <a:xfrm>
              <a:off x="4699" y="1145"/>
              <a:ext cx="138" cy="29"/>
              <a:chOff x="2468" y="1332"/>
              <a:chExt cx="310" cy="60"/>
            </a:xfrm>
          </p:grpSpPr>
          <p:sp>
            <p:nvSpPr>
              <p:cNvPr id="44626" name="Freeform 1363"/>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627" name="Freeform 1364"/>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624" name="Line 1365"/>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625" name="Line 1366"/>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75" name="Group 1367"/>
          <p:cNvGrpSpPr/>
          <p:nvPr/>
        </p:nvGrpSpPr>
        <p:grpSpPr>
          <a:xfrm>
            <a:off x="6959600" y="2746375"/>
            <a:ext cx="390525" cy="169863"/>
            <a:chOff x="4650" y="1129"/>
            <a:chExt cx="246" cy="95"/>
          </a:xfrm>
        </p:grpSpPr>
        <p:sp>
          <p:nvSpPr>
            <p:cNvPr id="44612"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13"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14"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615" name="Group 1371"/>
            <p:cNvGrpSpPr/>
            <p:nvPr/>
          </p:nvGrpSpPr>
          <p:grpSpPr>
            <a:xfrm>
              <a:off x="4699" y="1145"/>
              <a:ext cx="138" cy="29"/>
              <a:chOff x="2468" y="1332"/>
              <a:chExt cx="310" cy="60"/>
            </a:xfrm>
          </p:grpSpPr>
          <p:sp>
            <p:nvSpPr>
              <p:cNvPr id="44618" name="Freeform 1372"/>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619" name="Freeform 1373"/>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616" name="Line 1374"/>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617" name="Line 1375"/>
            <p:cNvSpPr/>
            <p:nvPr/>
          </p:nvSpPr>
          <p:spPr>
            <a:xfrm>
              <a:off x="4894" y="1160"/>
              <a:ext cx="0" cy="41"/>
            </a:xfrm>
            <a:prstGeom prst="line">
              <a:avLst/>
            </a:prstGeom>
            <a:ln w="9525" cap="flat" cmpd="sng">
              <a:solidFill>
                <a:schemeClr val="tx1"/>
              </a:solidFill>
              <a:prstDash val="solid"/>
              <a:headEnd type="none" w="med" len="med"/>
              <a:tailEnd type="none" w="med" len="med"/>
            </a:ln>
          </p:spPr>
        </p:sp>
      </p:grpSp>
      <p:sp>
        <p:nvSpPr>
          <p:cNvPr id="44076" name="Line 1376"/>
          <p:cNvSpPr/>
          <p:nvPr/>
        </p:nvSpPr>
        <p:spPr>
          <a:xfrm>
            <a:off x="8089900" y="2844800"/>
            <a:ext cx="177800" cy="0"/>
          </a:xfrm>
          <a:prstGeom prst="line">
            <a:avLst/>
          </a:prstGeom>
          <a:ln w="9525" cap="flat" cmpd="sng">
            <a:solidFill>
              <a:schemeClr val="bg2"/>
            </a:solidFill>
            <a:prstDash val="dash"/>
            <a:headEnd type="none" w="med" len="med"/>
            <a:tailEnd type="none" w="med" len="med"/>
          </a:ln>
        </p:spPr>
      </p:sp>
      <p:grpSp>
        <p:nvGrpSpPr>
          <p:cNvPr id="44077" name="Group 1377"/>
          <p:cNvGrpSpPr/>
          <p:nvPr/>
        </p:nvGrpSpPr>
        <p:grpSpPr>
          <a:xfrm>
            <a:off x="7145338" y="3900488"/>
            <a:ext cx="485775" cy="203200"/>
            <a:chOff x="4650" y="1129"/>
            <a:chExt cx="246" cy="95"/>
          </a:xfrm>
        </p:grpSpPr>
        <p:sp>
          <p:nvSpPr>
            <p:cNvPr id="44604"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05"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606"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607" name="Group 1381"/>
            <p:cNvGrpSpPr/>
            <p:nvPr/>
          </p:nvGrpSpPr>
          <p:grpSpPr>
            <a:xfrm>
              <a:off x="4699" y="1145"/>
              <a:ext cx="138" cy="29"/>
              <a:chOff x="2468" y="1332"/>
              <a:chExt cx="310" cy="60"/>
            </a:xfrm>
          </p:grpSpPr>
          <p:sp>
            <p:nvSpPr>
              <p:cNvPr id="44610" name="Freeform 1382"/>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611" name="Freeform 1383"/>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608" name="Line 1384"/>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609" name="Line 1385"/>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78" name="Group 1386"/>
          <p:cNvGrpSpPr/>
          <p:nvPr/>
        </p:nvGrpSpPr>
        <p:grpSpPr>
          <a:xfrm>
            <a:off x="6826250" y="3619500"/>
            <a:ext cx="485775" cy="203200"/>
            <a:chOff x="4650" y="1129"/>
            <a:chExt cx="246" cy="95"/>
          </a:xfrm>
        </p:grpSpPr>
        <p:sp>
          <p:nvSpPr>
            <p:cNvPr id="44596"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97"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98"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599" name="Group 1390"/>
            <p:cNvGrpSpPr/>
            <p:nvPr/>
          </p:nvGrpSpPr>
          <p:grpSpPr>
            <a:xfrm>
              <a:off x="4699" y="1145"/>
              <a:ext cx="138" cy="29"/>
              <a:chOff x="2468" y="1332"/>
              <a:chExt cx="310" cy="60"/>
            </a:xfrm>
          </p:grpSpPr>
          <p:sp>
            <p:nvSpPr>
              <p:cNvPr id="44602" name="Freeform 1391"/>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603" name="Freeform 1392"/>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600" name="Line 1393"/>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601" name="Line 1394"/>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79" name="Group 1395"/>
          <p:cNvGrpSpPr/>
          <p:nvPr/>
        </p:nvGrpSpPr>
        <p:grpSpPr>
          <a:xfrm>
            <a:off x="7488238" y="3632200"/>
            <a:ext cx="485775" cy="203200"/>
            <a:chOff x="4650" y="1129"/>
            <a:chExt cx="246" cy="95"/>
          </a:xfrm>
        </p:grpSpPr>
        <p:sp>
          <p:nvSpPr>
            <p:cNvPr id="44588"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89"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90"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591" name="Group 1399"/>
            <p:cNvGrpSpPr/>
            <p:nvPr/>
          </p:nvGrpSpPr>
          <p:grpSpPr>
            <a:xfrm>
              <a:off x="4699" y="1145"/>
              <a:ext cx="138" cy="29"/>
              <a:chOff x="2468" y="1332"/>
              <a:chExt cx="310" cy="60"/>
            </a:xfrm>
          </p:grpSpPr>
          <p:sp>
            <p:nvSpPr>
              <p:cNvPr id="44594" name="Freeform 1400"/>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595" name="Freeform 1401"/>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592" name="Line 1402"/>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593" name="Line 1403"/>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80" name="Group 1404"/>
          <p:cNvGrpSpPr/>
          <p:nvPr/>
        </p:nvGrpSpPr>
        <p:grpSpPr>
          <a:xfrm>
            <a:off x="6707188" y="4494213"/>
            <a:ext cx="619125" cy="242887"/>
            <a:chOff x="4650" y="1129"/>
            <a:chExt cx="246" cy="95"/>
          </a:xfrm>
        </p:grpSpPr>
        <p:sp>
          <p:nvSpPr>
            <p:cNvPr id="44580"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81"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82"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583" name="Group 1408"/>
            <p:cNvGrpSpPr/>
            <p:nvPr/>
          </p:nvGrpSpPr>
          <p:grpSpPr>
            <a:xfrm>
              <a:off x="4699" y="1145"/>
              <a:ext cx="138" cy="29"/>
              <a:chOff x="2468" y="1332"/>
              <a:chExt cx="310" cy="60"/>
            </a:xfrm>
          </p:grpSpPr>
          <p:sp>
            <p:nvSpPr>
              <p:cNvPr id="44586" name="Freeform 1409"/>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587" name="Freeform 1410"/>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584" name="Line 1411"/>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585" name="Line 1412"/>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81" name="Group 1413"/>
          <p:cNvGrpSpPr/>
          <p:nvPr/>
        </p:nvGrpSpPr>
        <p:grpSpPr>
          <a:xfrm>
            <a:off x="7340600" y="4792663"/>
            <a:ext cx="619125" cy="242887"/>
            <a:chOff x="4650" y="1129"/>
            <a:chExt cx="246" cy="95"/>
          </a:xfrm>
        </p:grpSpPr>
        <p:sp>
          <p:nvSpPr>
            <p:cNvPr id="44572"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73"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74"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575" name="Group 1417"/>
            <p:cNvGrpSpPr/>
            <p:nvPr/>
          </p:nvGrpSpPr>
          <p:grpSpPr>
            <a:xfrm>
              <a:off x="4699" y="1145"/>
              <a:ext cx="138" cy="29"/>
              <a:chOff x="2468" y="1332"/>
              <a:chExt cx="310" cy="60"/>
            </a:xfrm>
          </p:grpSpPr>
          <p:sp>
            <p:nvSpPr>
              <p:cNvPr id="44578" name="Freeform 1418"/>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579" name="Freeform 1419"/>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576" name="Line 1420"/>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577" name="Line 1421"/>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82" name="Group 1422"/>
          <p:cNvGrpSpPr/>
          <p:nvPr/>
        </p:nvGrpSpPr>
        <p:grpSpPr>
          <a:xfrm>
            <a:off x="5991225" y="4837113"/>
            <a:ext cx="619125" cy="242887"/>
            <a:chOff x="4650" y="1129"/>
            <a:chExt cx="246" cy="95"/>
          </a:xfrm>
        </p:grpSpPr>
        <p:sp>
          <p:nvSpPr>
            <p:cNvPr id="44564"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65"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66"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567" name="Group 1426"/>
            <p:cNvGrpSpPr/>
            <p:nvPr/>
          </p:nvGrpSpPr>
          <p:grpSpPr>
            <a:xfrm>
              <a:off x="4699" y="1145"/>
              <a:ext cx="138" cy="29"/>
              <a:chOff x="2468" y="1332"/>
              <a:chExt cx="310" cy="60"/>
            </a:xfrm>
          </p:grpSpPr>
          <p:sp>
            <p:nvSpPr>
              <p:cNvPr id="44570" name="Freeform 1427"/>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571" name="Freeform 1428"/>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568" name="Line 1429"/>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569" name="Line 1430"/>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83" name="Group 1431"/>
          <p:cNvGrpSpPr/>
          <p:nvPr/>
        </p:nvGrpSpPr>
        <p:grpSpPr>
          <a:xfrm>
            <a:off x="5797550" y="3629025"/>
            <a:ext cx="390525" cy="169863"/>
            <a:chOff x="4650" y="1129"/>
            <a:chExt cx="246" cy="95"/>
          </a:xfrm>
        </p:grpSpPr>
        <p:sp>
          <p:nvSpPr>
            <p:cNvPr id="44556"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57"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58"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559" name="Group 1435"/>
            <p:cNvGrpSpPr/>
            <p:nvPr/>
          </p:nvGrpSpPr>
          <p:grpSpPr>
            <a:xfrm>
              <a:off x="4699" y="1145"/>
              <a:ext cx="138" cy="29"/>
              <a:chOff x="2468" y="1332"/>
              <a:chExt cx="310" cy="60"/>
            </a:xfrm>
          </p:grpSpPr>
          <p:sp>
            <p:nvSpPr>
              <p:cNvPr id="44562" name="Freeform 1436"/>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563" name="Freeform 1437"/>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560" name="Line 1438"/>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561" name="Line 1439"/>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84" name="Group 1440"/>
          <p:cNvGrpSpPr/>
          <p:nvPr/>
        </p:nvGrpSpPr>
        <p:grpSpPr>
          <a:xfrm>
            <a:off x="6097588" y="2476500"/>
            <a:ext cx="390525" cy="169863"/>
            <a:chOff x="4650" y="1129"/>
            <a:chExt cx="246" cy="95"/>
          </a:xfrm>
        </p:grpSpPr>
        <p:sp>
          <p:nvSpPr>
            <p:cNvPr id="44548" name="Oval 407"/>
            <p:cNvSpPr/>
            <p:nvPr/>
          </p:nvSpPr>
          <p:spPr>
            <a:xfrm>
              <a:off x="4651" y="1171"/>
              <a:ext cx="244" cy="53"/>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49" name="Rectangle 410"/>
            <p:cNvSpPr/>
            <p:nvPr/>
          </p:nvSpPr>
          <p:spPr>
            <a:xfrm>
              <a:off x="4651" y="1165"/>
              <a:ext cx="245" cy="33"/>
            </a:xfrm>
            <a:prstGeom prst="rect">
              <a:avLst/>
            </a:prstGeom>
            <a:gradFill rotWithShape="1">
              <a:gsLst>
                <a:gs pos="0">
                  <a:schemeClr val="hlink"/>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44550" name="Oval 411"/>
            <p:cNvSpPr/>
            <p:nvPr/>
          </p:nvSpPr>
          <p:spPr>
            <a:xfrm>
              <a:off x="4650" y="1129"/>
              <a:ext cx="244" cy="62"/>
            </a:xfrm>
            <a:prstGeom prst="ellipse">
              <a:avLst/>
            </a:prstGeom>
            <a:gradFill rotWithShape="1">
              <a:gsLst>
                <a:gs pos="0">
                  <a:schemeClr val="hlink"/>
                </a:gs>
                <a:gs pos="100000">
                  <a:srgbClr val="FFFFFF"/>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44551" name="Group 1444"/>
            <p:cNvGrpSpPr/>
            <p:nvPr/>
          </p:nvGrpSpPr>
          <p:grpSpPr>
            <a:xfrm>
              <a:off x="4699" y="1145"/>
              <a:ext cx="138" cy="29"/>
              <a:chOff x="2468" y="1332"/>
              <a:chExt cx="310" cy="60"/>
            </a:xfrm>
          </p:grpSpPr>
          <p:sp>
            <p:nvSpPr>
              <p:cNvPr id="44554" name="Freeform 144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44555" name="Freeform 144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44552" name="Line 1447"/>
            <p:cNvSpPr/>
            <p:nvPr/>
          </p:nvSpPr>
          <p:spPr>
            <a:xfrm>
              <a:off x="4651" y="1158"/>
              <a:ext cx="0" cy="42"/>
            </a:xfrm>
            <a:prstGeom prst="line">
              <a:avLst/>
            </a:prstGeom>
            <a:ln w="9525" cap="flat" cmpd="sng">
              <a:solidFill>
                <a:schemeClr val="tx1"/>
              </a:solidFill>
              <a:prstDash val="solid"/>
              <a:headEnd type="none" w="med" len="med"/>
              <a:tailEnd type="none" w="med" len="med"/>
            </a:ln>
          </p:spPr>
        </p:sp>
        <p:sp>
          <p:nvSpPr>
            <p:cNvPr id="44553" name="Line 1448"/>
            <p:cNvSpPr/>
            <p:nvPr/>
          </p:nvSpPr>
          <p:spPr>
            <a:xfrm>
              <a:off x="4894" y="1160"/>
              <a:ext cx="0" cy="41"/>
            </a:xfrm>
            <a:prstGeom prst="line">
              <a:avLst/>
            </a:prstGeom>
            <a:ln w="9525" cap="flat" cmpd="sng">
              <a:solidFill>
                <a:schemeClr val="tx1"/>
              </a:solidFill>
              <a:prstDash val="solid"/>
              <a:headEnd type="none" w="med" len="med"/>
              <a:tailEnd type="none" w="med" len="med"/>
            </a:ln>
          </p:spPr>
        </p:sp>
      </p:grpSp>
      <p:grpSp>
        <p:nvGrpSpPr>
          <p:cNvPr id="44085" name="Group 1449"/>
          <p:cNvGrpSpPr/>
          <p:nvPr/>
        </p:nvGrpSpPr>
        <p:grpSpPr>
          <a:xfrm>
            <a:off x="5356225" y="3489325"/>
            <a:ext cx="506413" cy="352425"/>
            <a:chOff x="2967" y="478"/>
            <a:chExt cx="788" cy="625"/>
          </a:xfrm>
        </p:grpSpPr>
        <p:pic>
          <p:nvPicPr>
            <p:cNvPr id="44546" name="Picture 1450" descr="access_point_stylized_small"/>
            <p:cNvPicPr>
              <a:picLocks noChangeAspect="1"/>
            </p:cNvPicPr>
            <p:nvPr/>
          </p:nvPicPr>
          <p:blipFill>
            <a:blip r:embed="rId8"/>
            <a:stretch>
              <a:fillRect/>
            </a:stretch>
          </p:blipFill>
          <p:spPr>
            <a:xfrm>
              <a:off x="3012" y="559"/>
              <a:ext cx="576" cy="544"/>
            </a:xfrm>
            <a:prstGeom prst="rect">
              <a:avLst/>
            </a:prstGeom>
            <a:noFill/>
            <a:ln w="9525">
              <a:noFill/>
            </a:ln>
          </p:spPr>
        </p:pic>
        <p:pic>
          <p:nvPicPr>
            <p:cNvPr id="44547" name="Picture 1451" descr="antenna_radiation_stylized"/>
            <p:cNvPicPr>
              <a:picLocks noChangeAspect="1"/>
            </p:cNvPicPr>
            <p:nvPr/>
          </p:nvPicPr>
          <p:blipFill>
            <a:blip r:embed="rId9"/>
            <a:stretch>
              <a:fillRect/>
            </a:stretch>
          </p:blipFill>
          <p:spPr>
            <a:xfrm>
              <a:off x="2967" y="478"/>
              <a:ext cx="788" cy="188"/>
            </a:xfrm>
            <a:prstGeom prst="rect">
              <a:avLst/>
            </a:prstGeom>
            <a:noFill/>
            <a:ln w="9525">
              <a:noFill/>
            </a:ln>
          </p:spPr>
        </p:pic>
      </p:grpSp>
      <p:grpSp>
        <p:nvGrpSpPr>
          <p:cNvPr id="44086" name="Group 1452"/>
          <p:cNvGrpSpPr/>
          <p:nvPr/>
        </p:nvGrpSpPr>
        <p:grpSpPr>
          <a:xfrm>
            <a:off x="6877050" y="4992688"/>
            <a:ext cx="563563" cy="420687"/>
            <a:chOff x="2967" y="478"/>
            <a:chExt cx="788" cy="625"/>
          </a:xfrm>
        </p:grpSpPr>
        <p:pic>
          <p:nvPicPr>
            <p:cNvPr id="44544" name="Picture 1453" descr="access_point_stylized_small"/>
            <p:cNvPicPr>
              <a:picLocks noChangeAspect="1"/>
            </p:cNvPicPr>
            <p:nvPr/>
          </p:nvPicPr>
          <p:blipFill>
            <a:blip r:embed="rId8"/>
            <a:stretch>
              <a:fillRect/>
            </a:stretch>
          </p:blipFill>
          <p:spPr>
            <a:xfrm>
              <a:off x="3012" y="559"/>
              <a:ext cx="576" cy="544"/>
            </a:xfrm>
            <a:prstGeom prst="rect">
              <a:avLst/>
            </a:prstGeom>
            <a:noFill/>
            <a:ln w="9525">
              <a:noFill/>
            </a:ln>
          </p:spPr>
        </p:pic>
        <p:pic>
          <p:nvPicPr>
            <p:cNvPr id="44545" name="Picture 1454" descr="antenna_radiation_stylized"/>
            <p:cNvPicPr>
              <a:picLocks noChangeAspect="1"/>
            </p:cNvPicPr>
            <p:nvPr/>
          </p:nvPicPr>
          <p:blipFill>
            <a:blip r:embed="rId10"/>
            <a:stretch>
              <a:fillRect/>
            </a:stretch>
          </p:blipFill>
          <p:spPr>
            <a:xfrm>
              <a:off x="2967" y="478"/>
              <a:ext cx="788" cy="188"/>
            </a:xfrm>
            <a:prstGeom prst="rect">
              <a:avLst/>
            </a:prstGeom>
            <a:noFill/>
            <a:ln w="9525">
              <a:noFill/>
            </a:ln>
          </p:spPr>
        </p:pic>
      </p:grpSp>
      <p:grpSp>
        <p:nvGrpSpPr>
          <p:cNvPr id="44087" name="Group 1455"/>
          <p:cNvGrpSpPr/>
          <p:nvPr/>
        </p:nvGrpSpPr>
        <p:grpSpPr>
          <a:xfrm>
            <a:off x="5805488" y="1833563"/>
            <a:ext cx="457200" cy="631825"/>
            <a:chOff x="742" y="2409"/>
            <a:chExt cx="576" cy="881"/>
          </a:xfrm>
        </p:grpSpPr>
        <p:grpSp>
          <p:nvGrpSpPr>
            <p:cNvPr id="44526" name="Group 1456"/>
            <p:cNvGrpSpPr/>
            <p:nvPr/>
          </p:nvGrpSpPr>
          <p:grpSpPr>
            <a:xfrm>
              <a:off x="832" y="2643"/>
              <a:ext cx="376" cy="647"/>
              <a:chOff x="3130" y="3288"/>
              <a:chExt cx="410" cy="742"/>
            </a:xfrm>
          </p:grpSpPr>
          <p:sp>
            <p:nvSpPr>
              <p:cNvPr id="44529" name="Line 270"/>
              <p:cNvSpPr/>
              <p:nvPr/>
            </p:nvSpPr>
            <p:spPr>
              <a:xfrm flipH="1">
                <a:off x="3130" y="3288"/>
                <a:ext cx="205" cy="672"/>
              </a:xfrm>
              <a:prstGeom prst="line">
                <a:avLst/>
              </a:prstGeom>
              <a:ln w="19050" cap="flat" cmpd="sng">
                <a:solidFill>
                  <a:schemeClr val="tx1"/>
                </a:solidFill>
                <a:prstDash val="solid"/>
                <a:headEnd type="none" w="med" len="med"/>
                <a:tailEnd type="none" w="med" len="med"/>
              </a:ln>
            </p:spPr>
          </p:sp>
          <p:sp>
            <p:nvSpPr>
              <p:cNvPr id="44530" name="Line 271"/>
              <p:cNvSpPr/>
              <p:nvPr/>
            </p:nvSpPr>
            <p:spPr>
              <a:xfrm>
                <a:off x="3335" y="3288"/>
                <a:ext cx="205" cy="669"/>
              </a:xfrm>
              <a:prstGeom prst="line">
                <a:avLst/>
              </a:prstGeom>
              <a:ln w="19050" cap="flat" cmpd="sng">
                <a:solidFill>
                  <a:schemeClr val="tx1"/>
                </a:solidFill>
                <a:prstDash val="solid"/>
                <a:headEnd type="none" w="med" len="med"/>
                <a:tailEnd type="none" w="med" len="med"/>
              </a:ln>
            </p:spPr>
          </p:sp>
          <p:sp>
            <p:nvSpPr>
              <p:cNvPr id="44531" name="Line 272"/>
              <p:cNvSpPr/>
              <p:nvPr/>
            </p:nvSpPr>
            <p:spPr>
              <a:xfrm>
                <a:off x="3130" y="3957"/>
                <a:ext cx="205" cy="73"/>
              </a:xfrm>
              <a:prstGeom prst="line">
                <a:avLst/>
              </a:prstGeom>
              <a:ln w="19050" cap="flat" cmpd="sng">
                <a:solidFill>
                  <a:schemeClr val="tx1"/>
                </a:solidFill>
                <a:prstDash val="solid"/>
                <a:headEnd type="none" w="med" len="med"/>
                <a:tailEnd type="none" w="med" len="med"/>
              </a:ln>
            </p:spPr>
          </p:sp>
          <p:sp>
            <p:nvSpPr>
              <p:cNvPr id="44532" name="Line 273"/>
              <p:cNvSpPr/>
              <p:nvPr/>
            </p:nvSpPr>
            <p:spPr>
              <a:xfrm flipH="1">
                <a:off x="3335" y="3957"/>
                <a:ext cx="205" cy="73"/>
              </a:xfrm>
              <a:prstGeom prst="line">
                <a:avLst/>
              </a:prstGeom>
              <a:ln w="19050" cap="flat" cmpd="sng">
                <a:solidFill>
                  <a:schemeClr val="tx1"/>
                </a:solidFill>
                <a:prstDash val="solid"/>
                <a:headEnd type="none" w="med" len="med"/>
                <a:tailEnd type="none" w="med" len="med"/>
              </a:ln>
            </p:spPr>
          </p:sp>
          <p:sp>
            <p:nvSpPr>
              <p:cNvPr id="44533" name="Line 274"/>
              <p:cNvSpPr/>
              <p:nvPr/>
            </p:nvSpPr>
            <p:spPr>
              <a:xfrm>
                <a:off x="3335" y="3303"/>
                <a:ext cx="0" cy="727"/>
              </a:xfrm>
              <a:prstGeom prst="line">
                <a:avLst/>
              </a:prstGeom>
              <a:ln w="19050" cap="flat" cmpd="sng">
                <a:solidFill>
                  <a:schemeClr val="tx1"/>
                </a:solidFill>
                <a:prstDash val="solid"/>
                <a:headEnd type="none" w="med" len="med"/>
                <a:tailEnd type="none" w="med" len="med"/>
              </a:ln>
            </p:spPr>
          </p:sp>
          <p:sp>
            <p:nvSpPr>
              <p:cNvPr id="44534" name="Line 275"/>
              <p:cNvSpPr/>
              <p:nvPr/>
            </p:nvSpPr>
            <p:spPr>
              <a:xfrm flipV="1">
                <a:off x="3130" y="3888"/>
                <a:ext cx="205" cy="72"/>
              </a:xfrm>
              <a:prstGeom prst="line">
                <a:avLst/>
              </a:prstGeom>
              <a:ln w="19050" cap="flat" cmpd="sng">
                <a:solidFill>
                  <a:schemeClr val="tx1"/>
                </a:solidFill>
                <a:prstDash val="solid"/>
                <a:headEnd type="none" w="med" len="med"/>
                <a:tailEnd type="none" w="med" len="med"/>
              </a:ln>
            </p:spPr>
          </p:sp>
          <p:sp>
            <p:nvSpPr>
              <p:cNvPr id="44535" name="Line 276"/>
              <p:cNvSpPr/>
              <p:nvPr/>
            </p:nvSpPr>
            <p:spPr>
              <a:xfrm flipH="1" flipV="1">
                <a:off x="3335" y="3888"/>
                <a:ext cx="205" cy="69"/>
              </a:xfrm>
              <a:prstGeom prst="line">
                <a:avLst/>
              </a:prstGeom>
              <a:ln w="19050" cap="flat" cmpd="sng">
                <a:solidFill>
                  <a:schemeClr val="tx1"/>
                </a:solidFill>
                <a:prstDash val="solid"/>
                <a:headEnd type="none" w="med" len="med"/>
                <a:tailEnd type="none" w="med" len="med"/>
              </a:ln>
            </p:spPr>
          </p:sp>
          <p:sp>
            <p:nvSpPr>
              <p:cNvPr id="44536" name="Line 277"/>
              <p:cNvSpPr/>
              <p:nvPr/>
            </p:nvSpPr>
            <p:spPr>
              <a:xfrm>
                <a:off x="3217" y="3668"/>
                <a:ext cx="118" cy="55"/>
              </a:xfrm>
              <a:prstGeom prst="line">
                <a:avLst/>
              </a:prstGeom>
              <a:ln w="19050" cap="flat" cmpd="sng">
                <a:solidFill>
                  <a:schemeClr val="tx1"/>
                </a:solidFill>
                <a:prstDash val="solid"/>
                <a:headEnd type="none" w="med" len="med"/>
                <a:tailEnd type="none" w="med" len="med"/>
              </a:ln>
            </p:spPr>
          </p:sp>
          <p:sp>
            <p:nvSpPr>
              <p:cNvPr id="44537" name="Line 278"/>
              <p:cNvSpPr/>
              <p:nvPr/>
            </p:nvSpPr>
            <p:spPr>
              <a:xfrm flipV="1">
                <a:off x="3335" y="3668"/>
                <a:ext cx="124" cy="55"/>
              </a:xfrm>
              <a:prstGeom prst="line">
                <a:avLst/>
              </a:prstGeom>
              <a:ln w="19050" cap="flat" cmpd="sng">
                <a:solidFill>
                  <a:schemeClr val="tx1"/>
                </a:solidFill>
                <a:prstDash val="solid"/>
                <a:headEnd type="none" w="med" len="med"/>
                <a:tailEnd type="none" w="med" len="med"/>
              </a:ln>
            </p:spPr>
          </p:sp>
          <p:sp>
            <p:nvSpPr>
              <p:cNvPr id="44538" name="Line 279"/>
              <p:cNvSpPr/>
              <p:nvPr/>
            </p:nvSpPr>
            <p:spPr>
              <a:xfrm>
                <a:off x="3178" y="3766"/>
                <a:ext cx="152" cy="75"/>
              </a:xfrm>
              <a:prstGeom prst="line">
                <a:avLst/>
              </a:prstGeom>
              <a:ln w="19050" cap="flat" cmpd="sng">
                <a:solidFill>
                  <a:schemeClr val="tx1"/>
                </a:solidFill>
                <a:prstDash val="solid"/>
                <a:headEnd type="none" w="med" len="med"/>
                <a:tailEnd type="none" w="med" len="med"/>
              </a:ln>
            </p:spPr>
          </p:sp>
          <p:sp>
            <p:nvSpPr>
              <p:cNvPr id="44539" name="Line 280"/>
              <p:cNvSpPr/>
              <p:nvPr/>
            </p:nvSpPr>
            <p:spPr>
              <a:xfrm flipV="1">
                <a:off x="3335" y="3781"/>
                <a:ext cx="153" cy="66"/>
              </a:xfrm>
              <a:prstGeom prst="line">
                <a:avLst/>
              </a:prstGeom>
              <a:ln w="19050" cap="flat" cmpd="sng">
                <a:solidFill>
                  <a:schemeClr val="tx1"/>
                </a:solidFill>
                <a:prstDash val="solid"/>
                <a:headEnd type="none" w="med" len="med"/>
                <a:tailEnd type="none" w="med" len="med"/>
              </a:ln>
            </p:spPr>
          </p:sp>
          <p:sp>
            <p:nvSpPr>
              <p:cNvPr id="44540" name="Line 281"/>
              <p:cNvSpPr/>
              <p:nvPr/>
            </p:nvSpPr>
            <p:spPr>
              <a:xfrm flipV="1">
                <a:off x="3335" y="3567"/>
                <a:ext cx="78" cy="27"/>
              </a:xfrm>
              <a:prstGeom prst="line">
                <a:avLst/>
              </a:prstGeom>
              <a:ln w="19050" cap="flat" cmpd="sng">
                <a:solidFill>
                  <a:schemeClr val="tx1"/>
                </a:solidFill>
                <a:prstDash val="solid"/>
                <a:headEnd type="none" w="med" len="med"/>
                <a:tailEnd type="none" w="med" len="med"/>
              </a:ln>
            </p:spPr>
          </p:sp>
          <p:sp>
            <p:nvSpPr>
              <p:cNvPr id="44541" name="Line 282"/>
              <p:cNvSpPr/>
              <p:nvPr/>
            </p:nvSpPr>
            <p:spPr>
              <a:xfrm flipV="1">
                <a:off x="3335" y="3428"/>
                <a:ext cx="49" cy="21"/>
              </a:xfrm>
              <a:prstGeom prst="line">
                <a:avLst/>
              </a:prstGeom>
              <a:ln w="19050" cap="flat" cmpd="sng">
                <a:solidFill>
                  <a:schemeClr val="tx1"/>
                </a:solidFill>
                <a:prstDash val="solid"/>
                <a:headEnd type="none" w="med" len="med"/>
                <a:tailEnd type="none" w="med" len="med"/>
              </a:ln>
            </p:spPr>
          </p:sp>
          <p:sp>
            <p:nvSpPr>
              <p:cNvPr id="44542" name="Line 283"/>
              <p:cNvSpPr/>
              <p:nvPr/>
            </p:nvSpPr>
            <p:spPr>
              <a:xfrm>
                <a:off x="3247" y="3558"/>
                <a:ext cx="95" cy="36"/>
              </a:xfrm>
              <a:prstGeom prst="line">
                <a:avLst/>
              </a:prstGeom>
              <a:ln w="19050" cap="flat" cmpd="sng">
                <a:solidFill>
                  <a:schemeClr val="tx1"/>
                </a:solidFill>
                <a:prstDash val="solid"/>
                <a:headEnd type="none" w="med" len="med"/>
                <a:tailEnd type="none" w="med" len="med"/>
              </a:ln>
            </p:spPr>
          </p:sp>
          <p:sp>
            <p:nvSpPr>
              <p:cNvPr id="44543" name="Line 284"/>
              <p:cNvSpPr/>
              <p:nvPr/>
            </p:nvSpPr>
            <p:spPr>
              <a:xfrm>
                <a:off x="3289" y="3422"/>
                <a:ext cx="55" cy="36"/>
              </a:xfrm>
              <a:prstGeom prst="line">
                <a:avLst/>
              </a:prstGeom>
              <a:ln w="19050" cap="flat" cmpd="sng">
                <a:solidFill>
                  <a:schemeClr val="tx1"/>
                </a:solidFill>
                <a:prstDash val="solid"/>
                <a:headEnd type="none" w="med" len="med"/>
                <a:tailEnd type="none" w="med" len="med"/>
              </a:ln>
            </p:spPr>
          </p:sp>
        </p:grpSp>
        <p:pic>
          <p:nvPicPr>
            <p:cNvPr id="44527" name="Picture 1472" descr="cell_tower_radiation copy"/>
            <p:cNvPicPr>
              <a:picLocks noChangeAspect="1"/>
            </p:cNvPicPr>
            <p:nvPr/>
          </p:nvPicPr>
          <p:blipFill>
            <a:blip r:embed="rId11"/>
            <a:stretch>
              <a:fillRect/>
            </a:stretch>
          </p:blipFill>
          <p:spPr>
            <a:xfrm>
              <a:off x="742" y="2409"/>
              <a:ext cx="576" cy="464"/>
            </a:xfrm>
            <a:prstGeom prst="rect">
              <a:avLst/>
            </a:prstGeom>
            <a:noFill/>
            <a:ln w="9525">
              <a:noFill/>
            </a:ln>
          </p:spPr>
        </p:pic>
        <p:sp>
          <p:nvSpPr>
            <p:cNvPr id="44528" name="Oval 1473"/>
            <p:cNvSpPr/>
            <p:nvPr/>
          </p:nvSpPr>
          <p:spPr>
            <a:xfrm>
              <a:off x="986" y="2597"/>
              <a:ext cx="66" cy="69"/>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44088" name="Group 1474"/>
          <p:cNvGrpSpPr/>
          <p:nvPr/>
        </p:nvGrpSpPr>
        <p:grpSpPr>
          <a:xfrm>
            <a:off x="7985125" y="4991100"/>
            <a:ext cx="227013" cy="481013"/>
            <a:chOff x="4140" y="429"/>
            <a:chExt cx="1425" cy="2396"/>
          </a:xfrm>
        </p:grpSpPr>
        <p:sp>
          <p:nvSpPr>
            <p:cNvPr id="44494" name="Freeform 1475"/>
            <p:cNvSpPr/>
            <p:nvPr/>
          </p:nvSpPr>
          <p:spPr>
            <a:xfrm>
              <a:off x="5268" y="433"/>
              <a:ext cx="283" cy="2286"/>
            </a:xfrm>
            <a:custGeom>
              <a:avLst/>
              <a:gdLst>
                <a:gd name="txL" fmla="*/ 0 w 354"/>
                <a:gd name="txT" fmla="*/ 0 h 2742"/>
                <a:gd name="txR" fmla="*/ 354 w 354"/>
                <a:gd name="txB" fmla="*/ 2742 h 2742"/>
              </a:gdLst>
              <a:ahLst/>
              <a:cxnLst>
                <a:cxn ang="0">
                  <a:pos x="2" y="0"/>
                </a:cxn>
                <a:cxn ang="0">
                  <a:pos x="10" y="19"/>
                </a:cxn>
                <a:cxn ang="0">
                  <a:pos x="10" y="143"/>
                </a:cxn>
                <a:cxn ang="0">
                  <a:pos x="0" y="149"/>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44495" name="Rectangle 1476"/>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96" name="Freeform 1477"/>
            <p:cNvSpPr/>
            <p:nvPr/>
          </p:nvSpPr>
          <p:spPr>
            <a:xfrm>
              <a:off x="5321" y="570"/>
              <a:ext cx="169" cy="2115"/>
            </a:xfrm>
            <a:custGeom>
              <a:avLst/>
              <a:gdLst>
                <a:gd name="txL" fmla="*/ 0 w 211"/>
                <a:gd name="txT" fmla="*/ 0 h 2537"/>
                <a:gd name="txR" fmla="*/ 211 w 211"/>
                <a:gd name="txB" fmla="*/ 2537 h 2537"/>
              </a:gdLst>
              <a:ahLst/>
              <a:cxnLst>
                <a:cxn ang="0">
                  <a:pos x="2" y="0"/>
                </a:cxn>
                <a:cxn ang="0">
                  <a:pos x="6" y="13"/>
                </a:cxn>
                <a:cxn ang="0">
                  <a:pos x="2" y="136"/>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44497" name="Freeform 1478"/>
            <p:cNvSpPr/>
            <p:nvPr/>
          </p:nvSpPr>
          <p:spPr>
            <a:xfrm>
              <a:off x="5284" y="1640"/>
              <a:ext cx="263" cy="189"/>
            </a:xfrm>
            <a:custGeom>
              <a:avLst/>
              <a:gdLst>
                <a:gd name="txL" fmla="*/ 0 w 328"/>
                <a:gd name="txT" fmla="*/ 0 h 226"/>
                <a:gd name="txR" fmla="*/ 328 w 328"/>
                <a:gd name="txB" fmla="*/ 226 h 226"/>
              </a:gdLst>
              <a:ahLst/>
              <a:cxnLst>
                <a:cxn ang="0">
                  <a:pos x="2" y="0"/>
                </a:cxn>
                <a:cxn ang="0">
                  <a:pos x="9" y="8"/>
                </a:cxn>
                <a:cxn ang="0">
                  <a:pos x="9" y="13"/>
                </a:cxn>
                <a:cxn ang="0">
                  <a:pos x="0" y="6"/>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4498" name="Rectangle 1479"/>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499" name="Group 1480"/>
            <p:cNvGrpSpPr/>
            <p:nvPr/>
          </p:nvGrpSpPr>
          <p:grpSpPr>
            <a:xfrm>
              <a:off x="4749" y="668"/>
              <a:ext cx="581" cy="145"/>
              <a:chOff x="614" y="2568"/>
              <a:chExt cx="725" cy="139"/>
            </a:xfrm>
          </p:grpSpPr>
          <p:sp>
            <p:nvSpPr>
              <p:cNvPr id="44524" name="AutoShape 1481"/>
              <p:cNvSpPr/>
              <p:nvPr/>
            </p:nvSpPr>
            <p:spPr>
              <a:xfrm>
                <a:off x="613" y="2566"/>
                <a:ext cx="721" cy="14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25" name="AutoShape 1482"/>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4500" name="Rectangle 1483"/>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501" name="Group 1484"/>
            <p:cNvGrpSpPr/>
            <p:nvPr/>
          </p:nvGrpSpPr>
          <p:grpSpPr>
            <a:xfrm>
              <a:off x="4747" y="994"/>
              <a:ext cx="581" cy="134"/>
              <a:chOff x="614" y="2568"/>
              <a:chExt cx="725" cy="139"/>
            </a:xfrm>
          </p:grpSpPr>
          <p:sp>
            <p:nvSpPr>
              <p:cNvPr id="44522" name="AutoShape 1485"/>
              <p:cNvSpPr/>
              <p:nvPr/>
            </p:nvSpPr>
            <p:spPr>
              <a:xfrm>
                <a:off x="615" y="2564"/>
                <a:ext cx="721"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23" name="AutoShape 1486"/>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4502" name="Rectangle 1487"/>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03" name="Rectangle 1488"/>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504" name="Group 1489"/>
            <p:cNvGrpSpPr/>
            <p:nvPr/>
          </p:nvGrpSpPr>
          <p:grpSpPr>
            <a:xfrm>
              <a:off x="4735" y="1627"/>
              <a:ext cx="582" cy="151"/>
              <a:chOff x="614" y="2568"/>
              <a:chExt cx="725" cy="139"/>
            </a:xfrm>
          </p:grpSpPr>
          <p:sp>
            <p:nvSpPr>
              <p:cNvPr id="44520" name="AutoShape 1490"/>
              <p:cNvSpPr/>
              <p:nvPr/>
            </p:nvSpPr>
            <p:spPr>
              <a:xfrm>
                <a:off x="618" y="2579"/>
                <a:ext cx="720" cy="131"/>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21" name="AutoShape 1491"/>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4505" name="Freeform 1492"/>
            <p:cNvSpPr/>
            <p:nvPr/>
          </p:nvSpPr>
          <p:spPr>
            <a:xfrm>
              <a:off x="5288" y="1354"/>
              <a:ext cx="263" cy="188"/>
            </a:xfrm>
            <a:custGeom>
              <a:avLst/>
              <a:gdLst>
                <a:gd name="txL" fmla="*/ 0 w 328"/>
                <a:gd name="txT" fmla="*/ 0 h 226"/>
                <a:gd name="txR" fmla="*/ 328 w 328"/>
                <a:gd name="txB" fmla="*/ 226 h 226"/>
              </a:gdLst>
              <a:ahLst/>
              <a:cxnLst>
                <a:cxn ang="0">
                  <a:pos x="2" y="0"/>
                </a:cxn>
                <a:cxn ang="0">
                  <a:pos x="9" y="7"/>
                </a:cxn>
                <a:cxn ang="0">
                  <a:pos x="9" y="12"/>
                </a:cxn>
                <a:cxn ang="0">
                  <a:pos x="0" y="5"/>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44506" name="Group 1493"/>
            <p:cNvGrpSpPr/>
            <p:nvPr/>
          </p:nvGrpSpPr>
          <p:grpSpPr>
            <a:xfrm>
              <a:off x="4739" y="1327"/>
              <a:ext cx="582" cy="139"/>
              <a:chOff x="614" y="2568"/>
              <a:chExt cx="725" cy="139"/>
            </a:xfrm>
          </p:grpSpPr>
          <p:sp>
            <p:nvSpPr>
              <p:cNvPr id="44518" name="AutoShape 1494"/>
              <p:cNvSpPr/>
              <p:nvPr/>
            </p:nvSpPr>
            <p:spPr>
              <a:xfrm>
                <a:off x="613" y="2571"/>
                <a:ext cx="732" cy="13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19" name="AutoShape 1495"/>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4507" name="Rectangle 1496"/>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08" name="Freeform 1497"/>
            <p:cNvSpPr/>
            <p:nvPr/>
          </p:nvSpPr>
          <p:spPr>
            <a:xfrm>
              <a:off x="5312" y="1007"/>
              <a:ext cx="237" cy="213"/>
            </a:xfrm>
            <a:custGeom>
              <a:avLst/>
              <a:gdLst>
                <a:gd name="txL" fmla="*/ 0 w 296"/>
                <a:gd name="txT" fmla="*/ 0 h 256"/>
                <a:gd name="txR" fmla="*/ 296 w 296"/>
                <a:gd name="txB" fmla="*/ 256 h 256"/>
              </a:gdLst>
              <a:ahLst/>
              <a:cxnLst>
                <a:cxn ang="0">
                  <a:pos x="2" y="0"/>
                </a:cxn>
                <a:cxn ang="0">
                  <a:pos x="9" y="7"/>
                </a:cxn>
                <a:cxn ang="0">
                  <a:pos x="9" y="13"/>
                </a:cxn>
                <a:cxn ang="0">
                  <a:pos x="0" y="5"/>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4509" name="Freeform 1498"/>
            <p:cNvSpPr/>
            <p:nvPr/>
          </p:nvSpPr>
          <p:spPr>
            <a:xfrm>
              <a:off x="5315" y="680"/>
              <a:ext cx="244" cy="240"/>
            </a:xfrm>
            <a:custGeom>
              <a:avLst/>
              <a:gdLst>
                <a:gd name="txL" fmla="*/ 0 w 304"/>
                <a:gd name="txT" fmla="*/ 0 h 288"/>
                <a:gd name="txR" fmla="*/ 304 w 304"/>
                <a:gd name="txB" fmla="*/ 288 h 288"/>
              </a:gdLst>
              <a:ahLst/>
              <a:cxnLst>
                <a:cxn ang="0">
                  <a:pos x="0" y="0"/>
                </a:cxn>
                <a:cxn ang="0">
                  <a:pos x="9" y="9"/>
                </a:cxn>
                <a:cxn ang="0">
                  <a:pos x="8" y="16"/>
                </a:cxn>
                <a:cxn ang="0">
                  <a:pos x="2" y="7"/>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4510" name="Oval 1499"/>
            <p:cNvSpPr/>
            <p:nvPr/>
          </p:nvSpPr>
          <p:spPr>
            <a:xfrm>
              <a:off x="5515" y="2611"/>
              <a:ext cx="50" cy="95"/>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11" name="Freeform 1500"/>
            <p:cNvSpPr/>
            <p:nvPr/>
          </p:nvSpPr>
          <p:spPr>
            <a:xfrm>
              <a:off x="5302" y="2614"/>
              <a:ext cx="245" cy="200"/>
            </a:xfrm>
            <a:custGeom>
              <a:avLst/>
              <a:gdLst>
                <a:gd name="txL" fmla="*/ 0 w 306"/>
                <a:gd name="txT" fmla="*/ 0 h 240"/>
                <a:gd name="txR" fmla="*/ 306 w 306"/>
                <a:gd name="txB" fmla="*/ 240 h 240"/>
              </a:gdLst>
              <a:ahLst/>
              <a:cxnLst>
                <a:cxn ang="0">
                  <a:pos x="0" y="7"/>
                </a:cxn>
                <a:cxn ang="0">
                  <a:pos x="2" y="13"/>
                </a:cxn>
                <a:cxn ang="0">
                  <a:pos x="9" y="7"/>
                </a:cxn>
                <a:cxn ang="0">
                  <a:pos x="9" y="0"/>
                </a:cxn>
                <a:cxn ang="0">
                  <a:pos x="0" y="7"/>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44512" name="AutoShape 1501"/>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13" name="AutoShape 1502"/>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14" name="Oval 1503"/>
            <p:cNvSpPr/>
            <p:nvPr/>
          </p:nvSpPr>
          <p:spPr>
            <a:xfrm>
              <a:off x="4309"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15" name="Oval 1504"/>
            <p:cNvSpPr/>
            <p:nvPr/>
          </p:nvSpPr>
          <p:spPr>
            <a:xfrm>
              <a:off x="4489" y="2382"/>
              <a:ext cx="159" cy="142"/>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a typeface="Arial" panose="020B0604020202090204" pitchFamily="34" charset="0"/>
              </a:endParaRPr>
            </a:p>
          </p:txBody>
        </p:sp>
        <p:sp>
          <p:nvSpPr>
            <p:cNvPr id="44516" name="Oval 1505"/>
            <p:cNvSpPr/>
            <p:nvPr/>
          </p:nvSpPr>
          <p:spPr>
            <a:xfrm>
              <a:off x="4658"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517" name="Rectangle 1506"/>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44089" name="Group 1507"/>
          <p:cNvGrpSpPr/>
          <p:nvPr/>
        </p:nvGrpSpPr>
        <p:grpSpPr>
          <a:xfrm>
            <a:off x="7669213" y="5292725"/>
            <a:ext cx="227012" cy="481013"/>
            <a:chOff x="4140" y="429"/>
            <a:chExt cx="1425" cy="2396"/>
          </a:xfrm>
        </p:grpSpPr>
        <p:sp>
          <p:nvSpPr>
            <p:cNvPr id="44462" name="Freeform 1508"/>
            <p:cNvSpPr/>
            <p:nvPr/>
          </p:nvSpPr>
          <p:spPr>
            <a:xfrm>
              <a:off x="5268" y="433"/>
              <a:ext cx="283" cy="2286"/>
            </a:xfrm>
            <a:custGeom>
              <a:avLst/>
              <a:gdLst>
                <a:gd name="txL" fmla="*/ 0 w 354"/>
                <a:gd name="txT" fmla="*/ 0 h 2742"/>
                <a:gd name="txR" fmla="*/ 354 w 354"/>
                <a:gd name="txB" fmla="*/ 2742 h 2742"/>
              </a:gdLst>
              <a:ahLst/>
              <a:cxnLst>
                <a:cxn ang="0">
                  <a:pos x="2" y="0"/>
                </a:cxn>
                <a:cxn ang="0">
                  <a:pos x="10" y="19"/>
                </a:cxn>
                <a:cxn ang="0">
                  <a:pos x="10" y="143"/>
                </a:cxn>
                <a:cxn ang="0">
                  <a:pos x="0" y="149"/>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44463" name="Rectangle 1509"/>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64" name="Freeform 1510"/>
            <p:cNvSpPr/>
            <p:nvPr/>
          </p:nvSpPr>
          <p:spPr>
            <a:xfrm>
              <a:off x="5321" y="570"/>
              <a:ext cx="169" cy="2115"/>
            </a:xfrm>
            <a:custGeom>
              <a:avLst/>
              <a:gdLst>
                <a:gd name="txL" fmla="*/ 0 w 211"/>
                <a:gd name="txT" fmla="*/ 0 h 2537"/>
                <a:gd name="txR" fmla="*/ 211 w 211"/>
                <a:gd name="txB" fmla="*/ 2537 h 2537"/>
              </a:gdLst>
              <a:ahLst/>
              <a:cxnLst>
                <a:cxn ang="0">
                  <a:pos x="2" y="0"/>
                </a:cxn>
                <a:cxn ang="0">
                  <a:pos x="6" y="13"/>
                </a:cxn>
                <a:cxn ang="0">
                  <a:pos x="2" y="136"/>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44465" name="Freeform 1511"/>
            <p:cNvSpPr/>
            <p:nvPr/>
          </p:nvSpPr>
          <p:spPr>
            <a:xfrm>
              <a:off x="5284" y="1640"/>
              <a:ext cx="263" cy="189"/>
            </a:xfrm>
            <a:custGeom>
              <a:avLst/>
              <a:gdLst>
                <a:gd name="txL" fmla="*/ 0 w 328"/>
                <a:gd name="txT" fmla="*/ 0 h 226"/>
                <a:gd name="txR" fmla="*/ 328 w 328"/>
                <a:gd name="txB" fmla="*/ 226 h 226"/>
              </a:gdLst>
              <a:ahLst/>
              <a:cxnLst>
                <a:cxn ang="0">
                  <a:pos x="2" y="0"/>
                </a:cxn>
                <a:cxn ang="0">
                  <a:pos x="9" y="8"/>
                </a:cxn>
                <a:cxn ang="0">
                  <a:pos x="9" y="13"/>
                </a:cxn>
                <a:cxn ang="0">
                  <a:pos x="0" y="6"/>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4466" name="Rectangle 1512"/>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467" name="Group 1513"/>
            <p:cNvGrpSpPr/>
            <p:nvPr/>
          </p:nvGrpSpPr>
          <p:grpSpPr>
            <a:xfrm>
              <a:off x="4749" y="668"/>
              <a:ext cx="581" cy="145"/>
              <a:chOff x="614" y="2568"/>
              <a:chExt cx="725" cy="139"/>
            </a:xfrm>
          </p:grpSpPr>
          <p:sp>
            <p:nvSpPr>
              <p:cNvPr id="44492" name="AutoShape 1514"/>
              <p:cNvSpPr/>
              <p:nvPr/>
            </p:nvSpPr>
            <p:spPr>
              <a:xfrm>
                <a:off x="613" y="2566"/>
                <a:ext cx="721" cy="14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93" name="AutoShape 1515"/>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4468" name="Rectangle 1516"/>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469" name="Group 1517"/>
            <p:cNvGrpSpPr/>
            <p:nvPr/>
          </p:nvGrpSpPr>
          <p:grpSpPr>
            <a:xfrm>
              <a:off x="4747" y="994"/>
              <a:ext cx="581" cy="134"/>
              <a:chOff x="614" y="2568"/>
              <a:chExt cx="725" cy="139"/>
            </a:xfrm>
          </p:grpSpPr>
          <p:sp>
            <p:nvSpPr>
              <p:cNvPr id="44490" name="AutoShape 1518"/>
              <p:cNvSpPr/>
              <p:nvPr/>
            </p:nvSpPr>
            <p:spPr>
              <a:xfrm>
                <a:off x="615" y="2564"/>
                <a:ext cx="721"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91" name="AutoShape 1519"/>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4470" name="Rectangle 1520"/>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71" name="Rectangle 1521"/>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472" name="Group 1522"/>
            <p:cNvGrpSpPr/>
            <p:nvPr/>
          </p:nvGrpSpPr>
          <p:grpSpPr>
            <a:xfrm>
              <a:off x="4735" y="1627"/>
              <a:ext cx="582" cy="151"/>
              <a:chOff x="614" y="2568"/>
              <a:chExt cx="725" cy="139"/>
            </a:xfrm>
          </p:grpSpPr>
          <p:sp>
            <p:nvSpPr>
              <p:cNvPr id="44488" name="AutoShape 1523"/>
              <p:cNvSpPr/>
              <p:nvPr/>
            </p:nvSpPr>
            <p:spPr>
              <a:xfrm>
                <a:off x="618" y="2579"/>
                <a:ext cx="720" cy="131"/>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89" name="AutoShape 1524"/>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4473" name="Freeform 1525"/>
            <p:cNvSpPr/>
            <p:nvPr/>
          </p:nvSpPr>
          <p:spPr>
            <a:xfrm>
              <a:off x="5288" y="1354"/>
              <a:ext cx="263" cy="188"/>
            </a:xfrm>
            <a:custGeom>
              <a:avLst/>
              <a:gdLst>
                <a:gd name="txL" fmla="*/ 0 w 328"/>
                <a:gd name="txT" fmla="*/ 0 h 226"/>
                <a:gd name="txR" fmla="*/ 328 w 328"/>
                <a:gd name="txB" fmla="*/ 226 h 226"/>
              </a:gdLst>
              <a:ahLst/>
              <a:cxnLst>
                <a:cxn ang="0">
                  <a:pos x="2" y="0"/>
                </a:cxn>
                <a:cxn ang="0">
                  <a:pos x="9" y="7"/>
                </a:cxn>
                <a:cxn ang="0">
                  <a:pos x="9" y="12"/>
                </a:cxn>
                <a:cxn ang="0">
                  <a:pos x="0" y="5"/>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44474" name="Group 1526"/>
            <p:cNvGrpSpPr/>
            <p:nvPr/>
          </p:nvGrpSpPr>
          <p:grpSpPr>
            <a:xfrm>
              <a:off x="4739" y="1327"/>
              <a:ext cx="582" cy="139"/>
              <a:chOff x="614" y="2568"/>
              <a:chExt cx="725" cy="139"/>
            </a:xfrm>
          </p:grpSpPr>
          <p:sp>
            <p:nvSpPr>
              <p:cNvPr id="44486" name="AutoShape 1527"/>
              <p:cNvSpPr/>
              <p:nvPr/>
            </p:nvSpPr>
            <p:spPr>
              <a:xfrm>
                <a:off x="613" y="2571"/>
                <a:ext cx="732" cy="13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87" name="AutoShape 1528"/>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4475" name="Rectangle 1529"/>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76" name="Freeform 1530"/>
            <p:cNvSpPr/>
            <p:nvPr/>
          </p:nvSpPr>
          <p:spPr>
            <a:xfrm>
              <a:off x="5312" y="1007"/>
              <a:ext cx="237" cy="213"/>
            </a:xfrm>
            <a:custGeom>
              <a:avLst/>
              <a:gdLst>
                <a:gd name="txL" fmla="*/ 0 w 296"/>
                <a:gd name="txT" fmla="*/ 0 h 256"/>
                <a:gd name="txR" fmla="*/ 296 w 296"/>
                <a:gd name="txB" fmla="*/ 256 h 256"/>
              </a:gdLst>
              <a:ahLst/>
              <a:cxnLst>
                <a:cxn ang="0">
                  <a:pos x="2" y="0"/>
                </a:cxn>
                <a:cxn ang="0">
                  <a:pos x="9" y="7"/>
                </a:cxn>
                <a:cxn ang="0">
                  <a:pos x="9" y="13"/>
                </a:cxn>
                <a:cxn ang="0">
                  <a:pos x="0" y="5"/>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4477" name="Freeform 1531"/>
            <p:cNvSpPr/>
            <p:nvPr/>
          </p:nvSpPr>
          <p:spPr>
            <a:xfrm>
              <a:off x="5315" y="680"/>
              <a:ext cx="244" cy="240"/>
            </a:xfrm>
            <a:custGeom>
              <a:avLst/>
              <a:gdLst>
                <a:gd name="txL" fmla="*/ 0 w 304"/>
                <a:gd name="txT" fmla="*/ 0 h 288"/>
                <a:gd name="txR" fmla="*/ 304 w 304"/>
                <a:gd name="txB" fmla="*/ 288 h 288"/>
              </a:gdLst>
              <a:ahLst/>
              <a:cxnLst>
                <a:cxn ang="0">
                  <a:pos x="0" y="0"/>
                </a:cxn>
                <a:cxn ang="0">
                  <a:pos x="9" y="9"/>
                </a:cxn>
                <a:cxn ang="0">
                  <a:pos x="8" y="16"/>
                </a:cxn>
                <a:cxn ang="0">
                  <a:pos x="2" y="7"/>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4478" name="Oval 1532"/>
            <p:cNvSpPr/>
            <p:nvPr/>
          </p:nvSpPr>
          <p:spPr>
            <a:xfrm>
              <a:off x="5515" y="2611"/>
              <a:ext cx="50" cy="95"/>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79" name="Freeform 1533"/>
            <p:cNvSpPr/>
            <p:nvPr/>
          </p:nvSpPr>
          <p:spPr>
            <a:xfrm>
              <a:off x="5302" y="2614"/>
              <a:ext cx="245" cy="200"/>
            </a:xfrm>
            <a:custGeom>
              <a:avLst/>
              <a:gdLst>
                <a:gd name="txL" fmla="*/ 0 w 306"/>
                <a:gd name="txT" fmla="*/ 0 h 240"/>
                <a:gd name="txR" fmla="*/ 306 w 306"/>
                <a:gd name="txB" fmla="*/ 240 h 240"/>
              </a:gdLst>
              <a:ahLst/>
              <a:cxnLst>
                <a:cxn ang="0">
                  <a:pos x="0" y="7"/>
                </a:cxn>
                <a:cxn ang="0">
                  <a:pos x="2" y="13"/>
                </a:cxn>
                <a:cxn ang="0">
                  <a:pos x="9" y="7"/>
                </a:cxn>
                <a:cxn ang="0">
                  <a:pos x="9" y="0"/>
                </a:cxn>
                <a:cxn ang="0">
                  <a:pos x="0" y="7"/>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44480" name="AutoShape 1534"/>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81" name="AutoShape 1535"/>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82" name="Oval 1536"/>
            <p:cNvSpPr/>
            <p:nvPr/>
          </p:nvSpPr>
          <p:spPr>
            <a:xfrm>
              <a:off x="4309"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83" name="Oval 1537"/>
            <p:cNvSpPr/>
            <p:nvPr/>
          </p:nvSpPr>
          <p:spPr>
            <a:xfrm>
              <a:off x="4489" y="2382"/>
              <a:ext cx="159" cy="142"/>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a typeface="Arial" panose="020B0604020202090204" pitchFamily="34" charset="0"/>
              </a:endParaRPr>
            </a:p>
          </p:txBody>
        </p:sp>
        <p:sp>
          <p:nvSpPr>
            <p:cNvPr id="44484" name="Oval 1538"/>
            <p:cNvSpPr/>
            <p:nvPr/>
          </p:nvSpPr>
          <p:spPr>
            <a:xfrm>
              <a:off x="4658"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485" name="Rectangle 1539"/>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44090" name="Group 1540"/>
          <p:cNvGrpSpPr/>
          <p:nvPr/>
        </p:nvGrpSpPr>
        <p:grpSpPr>
          <a:xfrm>
            <a:off x="5046663" y="2032000"/>
            <a:ext cx="534987" cy="407988"/>
            <a:chOff x="877" y="1008"/>
            <a:chExt cx="2747" cy="2591"/>
          </a:xfrm>
        </p:grpSpPr>
        <p:pic>
          <p:nvPicPr>
            <p:cNvPr id="44439" name="Picture 1541" descr="antenna_stylized"/>
            <p:cNvPicPr>
              <a:picLocks noChangeAspect="1"/>
            </p:cNvPicPr>
            <p:nvPr/>
          </p:nvPicPr>
          <p:blipFill>
            <a:blip r:embed="rId12"/>
            <a:stretch>
              <a:fillRect/>
            </a:stretch>
          </p:blipFill>
          <p:spPr>
            <a:xfrm>
              <a:off x="877" y="1008"/>
              <a:ext cx="2725" cy="1421"/>
            </a:xfrm>
            <a:prstGeom prst="rect">
              <a:avLst/>
            </a:prstGeom>
            <a:noFill/>
            <a:ln w="9525">
              <a:noFill/>
            </a:ln>
          </p:spPr>
        </p:pic>
        <p:pic>
          <p:nvPicPr>
            <p:cNvPr id="44440" name="Picture 1542" descr="laptop_keyboard"/>
            <p:cNvPicPr>
              <a:picLocks noChangeAspect="1"/>
            </p:cNvPicPr>
            <p:nvPr/>
          </p:nvPicPr>
          <p:blipFill>
            <a:blip r:embed="rId13"/>
            <a:stretch>
              <a:fillRect/>
            </a:stretch>
          </p:blipFill>
          <p:spPr>
            <a:xfrm rot="109064" flipH="1">
              <a:off x="1009" y="2586"/>
              <a:ext cx="2245" cy="1013"/>
            </a:xfrm>
            <a:prstGeom prst="rect">
              <a:avLst/>
            </a:prstGeom>
            <a:noFill/>
            <a:ln w="9525">
              <a:noFill/>
            </a:ln>
          </p:spPr>
        </p:pic>
        <p:sp>
          <p:nvSpPr>
            <p:cNvPr id="44441" name="Freeform 1543"/>
            <p:cNvSpPr/>
            <p:nvPr/>
          </p:nvSpPr>
          <p:spPr>
            <a:xfrm>
              <a:off x="1753" y="1603"/>
              <a:ext cx="1807" cy="1322"/>
            </a:xfrm>
            <a:custGeom>
              <a:avLst/>
              <a:gdLst>
                <a:gd name="txL" fmla="*/ 0 w 2982"/>
                <a:gd name="txT" fmla="*/ 0 h 2442"/>
                <a:gd name="txR" fmla="*/ 2982 w 2982"/>
                <a:gd name="txB" fmla="*/ 2442 h 2442"/>
              </a:gdLst>
              <a:ahLst/>
              <a:cxnLst>
                <a:cxn ang="0">
                  <a:pos x="1" y="0"/>
                </a:cxn>
                <a:cxn ang="0">
                  <a:pos x="0" y="1"/>
                </a:cxn>
                <a:cxn ang="0">
                  <a:pos x="1" y="1"/>
                </a:cxn>
                <a:cxn ang="0">
                  <a:pos x="1" y="1"/>
                </a:cxn>
                <a:cxn ang="0">
                  <a:pos x="1"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44442" name="Picture 1544" descr="screen"/>
            <p:cNvPicPr>
              <a:picLocks noChangeAspect="1"/>
            </p:cNvPicPr>
            <p:nvPr/>
          </p:nvPicPr>
          <p:blipFill>
            <a:blip r:embed="rId14"/>
            <a:stretch>
              <a:fillRect/>
            </a:stretch>
          </p:blipFill>
          <p:spPr>
            <a:xfrm>
              <a:off x="1842" y="1637"/>
              <a:ext cx="1642" cy="1203"/>
            </a:xfrm>
            <a:prstGeom prst="rect">
              <a:avLst/>
            </a:prstGeom>
            <a:noFill/>
            <a:ln w="9525">
              <a:noFill/>
            </a:ln>
          </p:spPr>
        </p:pic>
        <p:sp>
          <p:nvSpPr>
            <p:cNvPr id="44443" name="Freeform 1545"/>
            <p:cNvSpPr/>
            <p:nvPr/>
          </p:nvSpPr>
          <p:spPr>
            <a:xfrm>
              <a:off x="2082" y="1564"/>
              <a:ext cx="1531" cy="246"/>
            </a:xfrm>
            <a:custGeom>
              <a:avLst/>
              <a:gdLst>
                <a:gd name="txL" fmla="*/ 0 w 2528"/>
                <a:gd name="txT" fmla="*/ 0 h 455"/>
                <a:gd name="txR" fmla="*/ 2528 w 2528"/>
                <a:gd name="txB" fmla="*/ 455 h 455"/>
              </a:gdLst>
              <a:ahLst/>
              <a:cxnLst>
                <a:cxn ang="0">
                  <a:pos x="1" y="0"/>
                </a:cxn>
                <a:cxn ang="0">
                  <a:pos x="1" y="1"/>
                </a:cxn>
                <a:cxn ang="0">
                  <a:pos x="1" y="1"/>
                </a:cxn>
                <a:cxn ang="0">
                  <a:pos x="0" y="1"/>
                </a:cxn>
                <a:cxn ang="0">
                  <a:pos x="1"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44444" name="Freeform 1546"/>
            <p:cNvSpPr/>
            <p:nvPr/>
          </p:nvSpPr>
          <p:spPr>
            <a:xfrm>
              <a:off x="1737" y="1562"/>
              <a:ext cx="425" cy="1024"/>
            </a:xfrm>
            <a:custGeom>
              <a:avLst/>
              <a:gdLst>
                <a:gd name="txL" fmla="*/ 0 w 702"/>
                <a:gd name="txT" fmla="*/ 0 h 1893"/>
                <a:gd name="txR" fmla="*/ 702 w 702"/>
                <a:gd name="txB" fmla="*/ 1893 h 1893"/>
              </a:gdLst>
              <a:ahLst/>
              <a:cxnLst>
                <a:cxn ang="0">
                  <a:pos x="1" y="0"/>
                </a:cxn>
                <a:cxn ang="0">
                  <a:pos x="0" y="1"/>
                </a:cxn>
                <a:cxn ang="0">
                  <a:pos x="1" y="1"/>
                </a:cxn>
                <a:cxn ang="0">
                  <a:pos x="1" y="1"/>
                </a:cxn>
                <a:cxn ang="0">
                  <a:pos x="1"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44445" name="Freeform 1547"/>
            <p:cNvSpPr/>
            <p:nvPr/>
          </p:nvSpPr>
          <p:spPr>
            <a:xfrm>
              <a:off x="3144" y="1745"/>
              <a:ext cx="458" cy="1182"/>
            </a:xfrm>
            <a:custGeom>
              <a:avLst/>
              <a:gdLst>
                <a:gd name="txL" fmla="*/ 0 w 756"/>
                <a:gd name="txT" fmla="*/ 0 h 2184"/>
                <a:gd name="txR" fmla="*/ 756 w 756"/>
                <a:gd name="txB" fmla="*/ 2184 h 2184"/>
              </a:gdLst>
              <a:ahLst/>
              <a:cxnLst>
                <a:cxn ang="0">
                  <a:pos x="1" y="0"/>
                </a:cxn>
                <a:cxn ang="0">
                  <a:pos x="1" y="1"/>
                </a:cxn>
                <a:cxn ang="0">
                  <a:pos x="0" y="1"/>
                </a:cxn>
                <a:cxn ang="0">
                  <a:pos x="1" y="1"/>
                </a:cxn>
                <a:cxn ang="0">
                  <a:pos x="1"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44446" name="Freeform 1548"/>
            <p:cNvSpPr/>
            <p:nvPr/>
          </p:nvSpPr>
          <p:spPr>
            <a:xfrm>
              <a:off x="1732" y="2534"/>
              <a:ext cx="1680" cy="399"/>
            </a:xfrm>
            <a:custGeom>
              <a:avLst/>
              <a:gdLst>
                <a:gd name="txL" fmla="*/ 0 w 2773"/>
                <a:gd name="txT" fmla="*/ 0 h 738"/>
                <a:gd name="txR" fmla="*/ 2773 w 2773"/>
                <a:gd name="txB" fmla="*/ 738 h 738"/>
              </a:gdLst>
              <a:ahLst/>
              <a:cxnLst>
                <a:cxn ang="0">
                  <a:pos x="1" y="0"/>
                </a:cxn>
                <a:cxn ang="0">
                  <a:pos x="0" y="1"/>
                </a:cxn>
                <a:cxn ang="0">
                  <a:pos x="1" y="1"/>
                </a:cxn>
                <a:cxn ang="0">
                  <a:pos x="1" y="1"/>
                </a:cxn>
                <a:cxn ang="0">
                  <a:pos x="1"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44447" name="Freeform 1549"/>
            <p:cNvSpPr/>
            <p:nvPr/>
          </p:nvSpPr>
          <p:spPr>
            <a:xfrm>
              <a:off x="3195" y="1755"/>
              <a:ext cx="429" cy="1187"/>
            </a:xfrm>
            <a:custGeom>
              <a:avLst/>
              <a:gdLst>
                <a:gd name="txL" fmla="*/ 0 w 637"/>
                <a:gd name="txT" fmla="*/ 0 h 1659"/>
                <a:gd name="txR" fmla="*/ 637 w 637"/>
                <a:gd name="txB" fmla="*/ 1659 h 1659"/>
              </a:gdLst>
              <a:ahLst/>
              <a:cxnLst>
                <a:cxn ang="0">
                  <a:pos x="1" y="0"/>
                </a:cxn>
                <a:cxn ang="0">
                  <a:pos x="1" y="0"/>
                </a:cxn>
                <a:cxn ang="0">
                  <a:pos x="1" y="8"/>
                </a:cxn>
                <a:cxn ang="0">
                  <a:pos x="0" y="8"/>
                </a:cxn>
                <a:cxn ang="0">
                  <a:pos x="1"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44448" name="Freeform 1550"/>
            <p:cNvSpPr/>
            <p:nvPr/>
          </p:nvSpPr>
          <p:spPr>
            <a:xfrm>
              <a:off x="1734" y="2587"/>
              <a:ext cx="1494" cy="394"/>
            </a:xfrm>
            <a:custGeom>
              <a:avLst/>
              <a:gdLst>
                <a:gd name="txL" fmla="*/ 0 w 2216"/>
                <a:gd name="txT" fmla="*/ 0 h 550"/>
                <a:gd name="txR" fmla="*/ 2216 w 2216"/>
                <a:gd name="txB" fmla="*/ 550 h 550"/>
              </a:gdLst>
              <a:ahLst/>
              <a:cxnLst>
                <a:cxn ang="0">
                  <a:pos x="0" y="0"/>
                </a:cxn>
                <a:cxn ang="0">
                  <a:pos x="1" y="1"/>
                </a:cxn>
                <a:cxn ang="0">
                  <a:pos x="4" y="3"/>
                </a:cxn>
                <a:cxn ang="0">
                  <a:pos x="4" y="2"/>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44449" name="Group 1551"/>
            <p:cNvGrpSpPr/>
            <p:nvPr/>
          </p:nvGrpSpPr>
          <p:grpSpPr>
            <a:xfrm>
              <a:off x="1709" y="3008"/>
              <a:ext cx="507" cy="234"/>
              <a:chOff x="1740" y="2642"/>
              <a:chExt cx="752" cy="327"/>
            </a:xfrm>
          </p:grpSpPr>
          <p:sp>
            <p:nvSpPr>
              <p:cNvPr id="44456" name="Freeform 1552"/>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44457" name="Freeform 1553"/>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44458" name="Freeform 1554"/>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44459" name="Freeform 1555"/>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44460" name="Freeform 1556"/>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44461" name="Freeform 1557"/>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44450" name="Freeform 1558"/>
            <p:cNvSpPr/>
            <p:nvPr/>
          </p:nvSpPr>
          <p:spPr>
            <a:xfrm>
              <a:off x="2577" y="3043"/>
              <a:ext cx="614" cy="514"/>
            </a:xfrm>
            <a:custGeom>
              <a:avLst/>
              <a:gdLst>
                <a:gd name="txL" fmla="*/ 0 w 990"/>
                <a:gd name="txT" fmla="*/ 0 h 792"/>
                <a:gd name="txR" fmla="*/ 990 w 990"/>
                <a:gd name="txB" fmla="*/ 792 h 792"/>
              </a:gdLst>
              <a:ahLst/>
              <a:cxnLst>
                <a:cxn ang="0">
                  <a:pos x="1" y="1"/>
                </a:cxn>
                <a:cxn ang="0">
                  <a:pos x="1" y="0"/>
                </a:cxn>
                <a:cxn ang="0">
                  <a:pos x="1" y="1"/>
                </a:cxn>
                <a:cxn ang="0">
                  <a:pos x="0" y="1"/>
                </a:cxn>
                <a:cxn ang="0">
                  <a:pos x="1" y="1"/>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44451" name="Freeform 1559"/>
            <p:cNvSpPr/>
            <p:nvPr/>
          </p:nvSpPr>
          <p:spPr>
            <a:xfrm>
              <a:off x="1010" y="3084"/>
              <a:ext cx="1571" cy="469"/>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4452" name="Freeform 1560"/>
            <p:cNvSpPr/>
            <p:nvPr/>
          </p:nvSpPr>
          <p:spPr>
            <a:xfrm>
              <a:off x="1011" y="2998"/>
              <a:ext cx="17" cy="95"/>
            </a:xfrm>
            <a:custGeom>
              <a:avLst/>
              <a:gdLst>
                <a:gd name="txL" fmla="*/ 0 w 26"/>
                <a:gd name="txT" fmla="*/ 0 h 147"/>
                <a:gd name="txR" fmla="*/ 26 w 26"/>
                <a:gd name="txB" fmla="*/ 147 h 147"/>
              </a:gdLst>
              <a:ahLst/>
              <a:cxnLst>
                <a:cxn ang="0">
                  <a:pos x="1" y="1"/>
                </a:cxn>
                <a:cxn ang="0">
                  <a:pos x="1" y="1"/>
                </a:cxn>
                <a:cxn ang="0">
                  <a:pos x="0" y="1"/>
                </a:cxn>
                <a:cxn ang="0">
                  <a:pos x="1" y="0"/>
                </a:cxn>
                <a:cxn ang="0">
                  <a:pos x="1" y="1"/>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44453" name="Freeform 1561"/>
            <p:cNvSpPr/>
            <p:nvPr/>
          </p:nvSpPr>
          <p:spPr>
            <a:xfrm>
              <a:off x="1012" y="2611"/>
              <a:ext cx="730" cy="393"/>
            </a:xfrm>
            <a:custGeom>
              <a:avLst/>
              <a:gdLst>
                <a:gd name="txL" fmla="*/ 0 w 1176"/>
                <a:gd name="txT" fmla="*/ 0 h 606"/>
                <a:gd name="txR" fmla="*/ 1176 w 1176"/>
                <a:gd name="txB" fmla="*/ 606 h 606"/>
              </a:gdLst>
              <a:ahLst/>
              <a:cxnLst>
                <a:cxn ang="0">
                  <a:pos x="1" y="0"/>
                </a:cxn>
                <a:cxn ang="0">
                  <a:pos x="0" y="1"/>
                </a:cxn>
                <a:cxn ang="0">
                  <a:pos x="1" y="1"/>
                </a:cxn>
                <a:cxn ang="0">
                  <a:pos x="1" y="1"/>
                </a:cxn>
                <a:cxn ang="0">
                  <a:pos x="1"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44454" name="Freeform 1562"/>
            <p:cNvSpPr/>
            <p:nvPr/>
          </p:nvSpPr>
          <p:spPr>
            <a:xfrm>
              <a:off x="1061" y="3018"/>
              <a:ext cx="1490" cy="451"/>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4455" name="Freeform 1563"/>
            <p:cNvSpPr/>
            <p:nvPr/>
          </p:nvSpPr>
          <p:spPr>
            <a:xfrm flipV="1">
              <a:off x="2549" y="2986"/>
              <a:ext cx="608" cy="467"/>
            </a:xfrm>
            <a:custGeom>
              <a:avLst/>
              <a:gdLst>
                <a:gd name="txL" fmla="*/ 0 w 2532"/>
                <a:gd name="txT" fmla="*/ 0 h 723"/>
                <a:gd name="txR" fmla="*/ 2532 w 2532"/>
                <a:gd name="txB" fmla="*/ 723 h 723"/>
              </a:gdLst>
              <a:ahLst/>
              <a:cxnLst>
                <a:cxn ang="0">
                  <a:pos x="0" y="0"/>
                </a:cxn>
                <a:cxn ang="0">
                  <a:pos x="0" y="0"/>
                </a:cxn>
                <a:cxn ang="0">
                  <a:pos x="0" y="1"/>
                </a:cxn>
                <a:cxn ang="0">
                  <a:pos x="0" y="1"/>
                </a:cxn>
                <a:cxn ang="0">
                  <a:pos x="0" y="1"/>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44091" name="Group 1564"/>
          <p:cNvGrpSpPr/>
          <p:nvPr/>
        </p:nvGrpSpPr>
        <p:grpSpPr>
          <a:xfrm>
            <a:off x="6616700" y="5475288"/>
            <a:ext cx="474663" cy="407987"/>
            <a:chOff x="877" y="1008"/>
            <a:chExt cx="2747" cy="2591"/>
          </a:xfrm>
        </p:grpSpPr>
        <p:pic>
          <p:nvPicPr>
            <p:cNvPr id="44416" name="Picture 1565" descr="antenna_stylized"/>
            <p:cNvPicPr>
              <a:picLocks noChangeAspect="1"/>
            </p:cNvPicPr>
            <p:nvPr/>
          </p:nvPicPr>
          <p:blipFill>
            <a:blip r:embed="rId15"/>
            <a:stretch>
              <a:fillRect/>
            </a:stretch>
          </p:blipFill>
          <p:spPr>
            <a:xfrm>
              <a:off x="877" y="1008"/>
              <a:ext cx="2725" cy="1421"/>
            </a:xfrm>
            <a:prstGeom prst="rect">
              <a:avLst/>
            </a:prstGeom>
            <a:noFill/>
            <a:ln w="9525">
              <a:noFill/>
            </a:ln>
          </p:spPr>
        </p:pic>
        <p:pic>
          <p:nvPicPr>
            <p:cNvPr id="44417" name="Picture 1566" descr="laptop_keyboard"/>
            <p:cNvPicPr>
              <a:picLocks noChangeAspect="1"/>
            </p:cNvPicPr>
            <p:nvPr/>
          </p:nvPicPr>
          <p:blipFill>
            <a:blip r:embed="rId16"/>
            <a:stretch>
              <a:fillRect/>
            </a:stretch>
          </p:blipFill>
          <p:spPr>
            <a:xfrm rot="109064" flipH="1">
              <a:off x="1009" y="2586"/>
              <a:ext cx="2245" cy="1013"/>
            </a:xfrm>
            <a:prstGeom prst="rect">
              <a:avLst/>
            </a:prstGeom>
            <a:noFill/>
            <a:ln w="9525">
              <a:noFill/>
            </a:ln>
          </p:spPr>
        </p:pic>
        <p:sp>
          <p:nvSpPr>
            <p:cNvPr id="44418" name="Freeform 1567"/>
            <p:cNvSpPr/>
            <p:nvPr/>
          </p:nvSpPr>
          <p:spPr>
            <a:xfrm>
              <a:off x="1753" y="1603"/>
              <a:ext cx="1807" cy="1322"/>
            </a:xfrm>
            <a:custGeom>
              <a:avLst/>
              <a:gdLst>
                <a:gd name="txL" fmla="*/ 0 w 2982"/>
                <a:gd name="txT" fmla="*/ 0 h 2442"/>
                <a:gd name="txR" fmla="*/ 2982 w 2982"/>
                <a:gd name="txB" fmla="*/ 2442 h 2442"/>
              </a:gdLst>
              <a:ahLst/>
              <a:cxnLst>
                <a:cxn ang="0">
                  <a:pos x="1" y="0"/>
                </a:cxn>
                <a:cxn ang="0">
                  <a:pos x="0" y="1"/>
                </a:cxn>
                <a:cxn ang="0">
                  <a:pos x="1" y="1"/>
                </a:cxn>
                <a:cxn ang="0">
                  <a:pos x="1" y="1"/>
                </a:cxn>
                <a:cxn ang="0">
                  <a:pos x="1"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44419" name="Picture 1568" descr="screen"/>
            <p:cNvPicPr>
              <a:picLocks noChangeAspect="1"/>
            </p:cNvPicPr>
            <p:nvPr/>
          </p:nvPicPr>
          <p:blipFill>
            <a:blip r:embed="rId17"/>
            <a:stretch>
              <a:fillRect/>
            </a:stretch>
          </p:blipFill>
          <p:spPr>
            <a:xfrm>
              <a:off x="1842" y="1637"/>
              <a:ext cx="1642" cy="1203"/>
            </a:xfrm>
            <a:prstGeom prst="rect">
              <a:avLst/>
            </a:prstGeom>
            <a:noFill/>
            <a:ln w="9525">
              <a:noFill/>
            </a:ln>
          </p:spPr>
        </p:pic>
        <p:sp>
          <p:nvSpPr>
            <p:cNvPr id="44420" name="Freeform 1569"/>
            <p:cNvSpPr/>
            <p:nvPr/>
          </p:nvSpPr>
          <p:spPr>
            <a:xfrm>
              <a:off x="2082" y="1564"/>
              <a:ext cx="1531" cy="246"/>
            </a:xfrm>
            <a:custGeom>
              <a:avLst/>
              <a:gdLst>
                <a:gd name="txL" fmla="*/ 0 w 2528"/>
                <a:gd name="txT" fmla="*/ 0 h 455"/>
                <a:gd name="txR" fmla="*/ 2528 w 2528"/>
                <a:gd name="txB" fmla="*/ 455 h 455"/>
              </a:gdLst>
              <a:ahLst/>
              <a:cxnLst>
                <a:cxn ang="0">
                  <a:pos x="1" y="0"/>
                </a:cxn>
                <a:cxn ang="0">
                  <a:pos x="1" y="1"/>
                </a:cxn>
                <a:cxn ang="0">
                  <a:pos x="1" y="1"/>
                </a:cxn>
                <a:cxn ang="0">
                  <a:pos x="0" y="1"/>
                </a:cxn>
                <a:cxn ang="0">
                  <a:pos x="1"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44421" name="Freeform 1570"/>
            <p:cNvSpPr/>
            <p:nvPr/>
          </p:nvSpPr>
          <p:spPr>
            <a:xfrm>
              <a:off x="1737" y="1562"/>
              <a:ext cx="425" cy="1024"/>
            </a:xfrm>
            <a:custGeom>
              <a:avLst/>
              <a:gdLst>
                <a:gd name="txL" fmla="*/ 0 w 702"/>
                <a:gd name="txT" fmla="*/ 0 h 1893"/>
                <a:gd name="txR" fmla="*/ 702 w 702"/>
                <a:gd name="txB" fmla="*/ 1893 h 1893"/>
              </a:gdLst>
              <a:ahLst/>
              <a:cxnLst>
                <a:cxn ang="0">
                  <a:pos x="1" y="0"/>
                </a:cxn>
                <a:cxn ang="0">
                  <a:pos x="0" y="1"/>
                </a:cxn>
                <a:cxn ang="0">
                  <a:pos x="1" y="1"/>
                </a:cxn>
                <a:cxn ang="0">
                  <a:pos x="1" y="1"/>
                </a:cxn>
                <a:cxn ang="0">
                  <a:pos x="1"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44422" name="Freeform 1571"/>
            <p:cNvSpPr/>
            <p:nvPr/>
          </p:nvSpPr>
          <p:spPr>
            <a:xfrm>
              <a:off x="3144" y="1745"/>
              <a:ext cx="458" cy="1182"/>
            </a:xfrm>
            <a:custGeom>
              <a:avLst/>
              <a:gdLst>
                <a:gd name="txL" fmla="*/ 0 w 756"/>
                <a:gd name="txT" fmla="*/ 0 h 2184"/>
                <a:gd name="txR" fmla="*/ 756 w 756"/>
                <a:gd name="txB" fmla="*/ 2184 h 2184"/>
              </a:gdLst>
              <a:ahLst/>
              <a:cxnLst>
                <a:cxn ang="0">
                  <a:pos x="1" y="0"/>
                </a:cxn>
                <a:cxn ang="0">
                  <a:pos x="1" y="1"/>
                </a:cxn>
                <a:cxn ang="0">
                  <a:pos x="0" y="1"/>
                </a:cxn>
                <a:cxn ang="0">
                  <a:pos x="1" y="1"/>
                </a:cxn>
                <a:cxn ang="0">
                  <a:pos x="1"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44423" name="Freeform 1572"/>
            <p:cNvSpPr/>
            <p:nvPr/>
          </p:nvSpPr>
          <p:spPr>
            <a:xfrm>
              <a:off x="1732" y="2534"/>
              <a:ext cx="1680" cy="399"/>
            </a:xfrm>
            <a:custGeom>
              <a:avLst/>
              <a:gdLst>
                <a:gd name="txL" fmla="*/ 0 w 2773"/>
                <a:gd name="txT" fmla="*/ 0 h 738"/>
                <a:gd name="txR" fmla="*/ 2773 w 2773"/>
                <a:gd name="txB" fmla="*/ 738 h 738"/>
              </a:gdLst>
              <a:ahLst/>
              <a:cxnLst>
                <a:cxn ang="0">
                  <a:pos x="1" y="0"/>
                </a:cxn>
                <a:cxn ang="0">
                  <a:pos x="0" y="1"/>
                </a:cxn>
                <a:cxn ang="0">
                  <a:pos x="1" y="1"/>
                </a:cxn>
                <a:cxn ang="0">
                  <a:pos x="1" y="1"/>
                </a:cxn>
                <a:cxn ang="0">
                  <a:pos x="1"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44424" name="Freeform 1573"/>
            <p:cNvSpPr/>
            <p:nvPr/>
          </p:nvSpPr>
          <p:spPr>
            <a:xfrm>
              <a:off x="3195" y="1755"/>
              <a:ext cx="429" cy="1187"/>
            </a:xfrm>
            <a:custGeom>
              <a:avLst/>
              <a:gdLst>
                <a:gd name="txL" fmla="*/ 0 w 637"/>
                <a:gd name="txT" fmla="*/ 0 h 1659"/>
                <a:gd name="txR" fmla="*/ 637 w 637"/>
                <a:gd name="txB" fmla="*/ 1659 h 1659"/>
              </a:gdLst>
              <a:ahLst/>
              <a:cxnLst>
                <a:cxn ang="0">
                  <a:pos x="1" y="0"/>
                </a:cxn>
                <a:cxn ang="0">
                  <a:pos x="1" y="0"/>
                </a:cxn>
                <a:cxn ang="0">
                  <a:pos x="1" y="8"/>
                </a:cxn>
                <a:cxn ang="0">
                  <a:pos x="0" y="8"/>
                </a:cxn>
                <a:cxn ang="0">
                  <a:pos x="1"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44425" name="Freeform 1574"/>
            <p:cNvSpPr/>
            <p:nvPr/>
          </p:nvSpPr>
          <p:spPr>
            <a:xfrm>
              <a:off x="1734" y="2587"/>
              <a:ext cx="1494" cy="394"/>
            </a:xfrm>
            <a:custGeom>
              <a:avLst/>
              <a:gdLst>
                <a:gd name="txL" fmla="*/ 0 w 2216"/>
                <a:gd name="txT" fmla="*/ 0 h 550"/>
                <a:gd name="txR" fmla="*/ 2216 w 2216"/>
                <a:gd name="txB" fmla="*/ 550 h 550"/>
              </a:gdLst>
              <a:ahLst/>
              <a:cxnLst>
                <a:cxn ang="0">
                  <a:pos x="0" y="0"/>
                </a:cxn>
                <a:cxn ang="0">
                  <a:pos x="1" y="1"/>
                </a:cxn>
                <a:cxn ang="0">
                  <a:pos x="4" y="3"/>
                </a:cxn>
                <a:cxn ang="0">
                  <a:pos x="4" y="2"/>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44426" name="Group 1575"/>
            <p:cNvGrpSpPr/>
            <p:nvPr/>
          </p:nvGrpSpPr>
          <p:grpSpPr>
            <a:xfrm>
              <a:off x="1709" y="3008"/>
              <a:ext cx="507" cy="234"/>
              <a:chOff x="1740" y="2642"/>
              <a:chExt cx="752" cy="327"/>
            </a:xfrm>
          </p:grpSpPr>
          <p:sp>
            <p:nvSpPr>
              <p:cNvPr id="44433" name="Freeform 1576"/>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44434" name="Freeform 1577"/>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44435" name="Freeform 1578"/>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44436" name="Freeform 1579"/>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44437" name="Freeform 1580"/>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44438" name="Freeform 1581"/>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44427" name="Freeform 1582"/>
            <p:cNvSpPr/>
            <p:nvPr/>
          </p:nvSpPr>
          <p:spPr>
            <a:xfrm>
              <a:off x="2577" y="3043"/>
              <a:ext cx="614" cy="514"/>
            </a:xfrm>
            <a:custGeom>
              <a:avLst/>
              <a:gdLst>
                <a:gd name="txL" fmla="*/ 0 w 990"/>
                <a:gd name="txT" fmla="*/ 0 h 792"/>
                <a:gd name="txR" fmla="*/ 990 w 990"/>
                <a:gd name="txB" fmla="*/ 792 h 792"/>
              </a:gdLst>
              <a:ahLst/>
              <a:cxnLst>
                <a:cxn ang="0">
                  <a:pos x="1" y="1"/>
                </a:cxn>
                <a:cxn ang="0">
                  <a:pos x="1" y="0"/>
                </a:cxn>
                <a:cxn ang="0">
                  <a:pos x="1" y="1"/>
                </a:cxn>
                <a:cxn ang="0">
                  <a:pos x="0" y="1"/>
                </a:cxn>
                <a:cxn ang="0">
                  <a:pos x="1" y="1"/>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44428" name="Freeform 1583"/>
            <p:cNvSpPr/>
            <p:nvPr/>
          </p:nvSpPr>
          <p:spPr>
            <a:xfrm>
              <a:off x="1010" y="3084"/>
              <a:ext cx="1571" cy="469"/>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4429" name="Freeform 1584"/>
            <p:cNvSpPr/>
            <p:nvPr/>
          </p:nvSpPr>
          <p:spPr>
            <a:xfrm>
              <a:off x="1011" y="2998"/>
              <a:ext cx="17" cy="95"/>
            </a:xfrm>
            <a:custGeom>
              <a:avLst/>
              <a:gdLst>
                <a:gd name="txL" fmla="*/ 0 w 26"/>
                <a:gd name="txT" fmla="*/ 0 h 147"/>
                <a:gd name="txR" fmla="*/ 26 w 26"/>
                <a:gd name="txB" fmla="*/ 147 h 147"/>
              </a:gdLst>
              <a:ahLst/>
              <a:cxnLst>
                <a:cxn ang="0">
                  <a:pos x="1" y="1"/>
                </a:cxn>
                <a:cxn ang="0">
                  <a:pos x="1" y="1"/>
                </a:cxn>
                <a:cxn ang="0">
                  <a:pos x="0" y="1"/>
                </a:cxn>
                <a:cxn ang="0">
                  <a:pos x="1" y="0"/>
                </a:cxn>
                <a:cxn ang="0">
                  <a:pos x="1" y="1"/>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44430" name="Freeform 1585"/>
            <p:cNvSpPr/>
            <p:nvPr/>
          </p:nvSpPr>
          <p:spPr>
            <a:xfrm>
              <a:off x="1012" y="2611"/>
              <a:ext cx="730" cy="393"/>
            </a:xfrm>
            <a:custGeom>
              <a:avLst/>
              <a:gdLst>
                <a:gd name="txL" fmla="*/ 0 w 1176"/>
                <a:gd name="txT" fmla="*/ 0 h 606"/>
                <a:gd name="txR" fmla="*/ 1176 w 1176"/>
                <a:gd name="txB" fmla="*/ 606 h 606"/>
              </a:gdLst>
              <a:ahLst/>
              <a:cxnLst>
                <a:cxn ang="0">
                  <a:pos x="1" y="0"/>
                </a:cxn>
                <a:cxn ang="0">
                  <a:pos x="0" y="1"/>
                </a:cxn>
                <a:cxn ang="0">
                  <a:pos x="1" y="1"/>
                </a:cxn>
                <a:cxn ang="0">
                  <a:pos x="1" y="1"/>
                </a:cxn>
                <a:cxn ang="0">
                  <a:pos x="1"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44431" name="Freeform 1586"/>
            <p:cNvSpPr/>
            <p:nvPr/>
          </p:nvSpPr>
          <p:spPr>
            <a:xfrm>
              <a:off x="1061" y="3018"/>
              <a:ext cx="1490" cy="451"/>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4432" name="Freeform 1587"/>
            <p:cNvSpPr/>
            <p:nvPr/>
          </p:nvSpPr>
          <p:spPr>
            <a:xfrm flipV="1">
              <a:off x="2549" y="2986"/>
              <a:ext cx="608" cy="467"/>
            </a:xfrm>
            <a:custGeom>
              <a:avLst/>
              <a:gdLst>
                <a:gd name="txL" fmla="*/ 0 w 2532"/>
                <a:gd name="txT" fmla="*/ 0 h 723"/>
                <a:gd name="txR" fmla="*/ 2532 w 2532"/>
                <a:gd name="txB" fmla="*/ 723 h 723"/>
              </a:gdLst>
              <a:ahLst/>
              <a:cxnLst>
                <a:cxn ang="0">
                  <a:pos x="0" y="0"/>
                </a:cxn>
                <a:cxn ang="0">
                  <a:pos x="0" y="0"/>
                </a:cxn>
                <a:cxn ang="0">
                  <a:pos x="0" y="1"/>
                </a:cxn>
                <a:cxn ang="0">
                  <a:pos x="0" y="1"/>
                </a:cxn>
                <a:cxn ang="0">
                  <a:pos x="0" y="1"/>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44092" name="Group 1588"/>
          <p:cNvGrpSpPr/>
          <p:nvPr/>
        </p:nvGrpSpPr>
        <p:grpSpPr>
          <a:xfrm>
            <a:off x="5305425" y="3030538"/>
            <a:ext cx="444500" cy="407987"/>
            <a:chOff x="877" y="1008"/>
            <a:chExt cx="2747" cy="2591"/>
          </a:xfrm>
        </p:grpSpPr>
        <p:pic>
          <p:nvPicPr>
            <p:cNvPr id="44393" name="Picture 1589" descr="antenna_stylized"/>
            <p:cNvPicPr>
              <a:picLocks noChangeAspect="1"/>
            </p:cNvPicPr>
            <p:nvPr/>
          </p:nvPicPr>
          <p:blipFill>
            <a:blip r:embed="rId18"/>
            <a:stretch>
              <a:fillRect/>
            </a:stretch>
          </p:blipFill>
          <p:spPr>
            <a:xfrm>
              <a:off x="877" y="1008"/>
              <a:ext cx="2725" cy="1421"/>
            </a:xfrm>
            <a:prstGeom prst="rect">
              <a:avLst/>
            </a:prstGeom>
            <a:noFill/>
            <a:ln w="9525">
              <a:noFill/>
            </a:ln>
          </p:spPr>
        </p:pic>
        <p:pic>
          <p:nvPicPr>
            <p:cNvPr id="44394" name="Picture 1590" descr="laptop_keyboard"/>
            <p:cNvPicPr>
              <a:picLocks noChangeAspect="1"/>
            </p:cNvPicPr>
            <p:nvPr/>
          </p:nvPicPr>
          <p:blipFill>
            <a:blip r:embed="rId19"/>
            <a:stretch>
              <a:fillRect/>
            </a:stretch>
          </p:blipFill>
          <p:spPr>
            <a:xfrm rot="109064" flipH="1">
              <a:off x="1009" y="2586"/>
              <a:ext cx="2245" cy="1013"/>
            </a:xfrm>
            <a:prstGeom prst="rect">
              <a:avLst/>
            </a:prstGeom>
            <a:noFill/>
            <a:ln w="9525">
              <a:noFill/>
            </a:ln>
          </p:spPr>
        </p:pic>
        <p:sp>
          <p:nvSpPr>
            <p:cNvPr id="44395" name="Freeform 1591"/>
            <p:cNvSpPr/>
            <p:nvPr/>
          </p:nvSpPr>
          <p:spPr>
            <a:xfrm>
              <a:off x="1753" y="1603"/>
              <a:ext cx="1807" cy="1322"/>
            </a:xfrm>
            <a:custGeom>
              <a:avLst/>
              <a:gdLst>
                <a:gd name="txL" fmla="*/ 0 w 2982"/>
                <a:gd name="txT" fmla="*/ 0 h 2442"/>
                <a:gd name="txR" fmla="*/ 2982 w 2982"/>
                <a:gd name="txB" fmla="*/ 2442 h 2442"/>
              </a:gdLst>
              <a:ahLst/>
              <a:cxnLst>
                <a:cxn ang="0">
                  <a:pos x="1" y="0"/>
                </a:cxn>
                <a:cxn ang="0">
                  <a:pos x="0" y="1"/>
                </a:cxn>
                <a:cxn ang="0">
                  <a:pos x="1" y="1"/>
                </a:cxn>
                <a:cxn ang="0">
                  <a:pos x="1" y="1"/>
                </a:cxn>
                <a:cxn ang="0">
                  <a:pos x="1"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44396" name="Picture 1592" descr="screen"/>
            <p:cNvPicPr>
              <a:picLocks noChangeAspect="1"/>
            </p:cNvPicPr>
            <p:nvPr/>
          </p:nvPicPr>
          <p:blipFill>
            <a:blip r:embed="rId20"/>
            <a:stretch>
              <a:fillRect/>
            </a:stretch>
          </p:blipFill>
          <p:spPr>
            <a:xfrm>
              <a:off x="1842" y="1637"/>
              <a:ext cx="1642" cy="1203"/>
            </a:xfrm>
            <a:prstGeom prst="rect">
              <a:avLst/>
            </a:prstGeom>
            <a:noFill/>
            <a:ln w="9525">
              <a:noFill/>
            </a:ln>
          </p:spPr>
        </p:pic>
        <p:sp>
          <p:nvSpPr>
            <p:cNvPr id="44397" name="Freeform 1593"/>
            <p:cNvSpPr/>
            <p:nvPr/>
          </p:nvSpPr>
          <p:spPr>
            <a:xfrm>
              <a:off x="2082" y="1564"/>
              <a:ext cx="1531" cy="246"/>
            </a:xfrm>
            <a:custGeom>
              <a:avLst/>
              <a:gdLst>
                <a:gd name="txL" fmla="*/ 0 w 2528"/>
                <a:gd name="txT" fmla="*/ 0 h 455"/>
                <a:gd name="txR" fmla="*/ 2528 w 2528"/>
                <a:gd name="txB" fmla="*/ 455 h 455"/>
              </a:gdLst>
              <a:ahLst/>
              <a:cxnLst>
                <a:cxn ang="0">
                  <a:pos x="1" y="0"/>
                </a:cxn>
                <a:cxn ang="0">
                  <a:pos x="1" y="1"/>
                </a:cxn>
                <a:cxn ang="0">
                  <a:pos x="1" y="1"/>
                </a:cxn>
                <a:cxn ang="0">
                  <a:pos x="0" y="1"/>
                </a:cxn>
                <a:cxn ang="0">
                  <a:pos x="1"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44398" name="Freeform 1594"/>
            <p:cNvSpPr/>
            <p:nvPr/>
          </p:nvSpPr>
          <p:spPr>
            <a:xfrm>
              <a:off x="1737" y="1562"/>
              <a:ext cx="425" cy="1024"/>
            </a:xfrm>
            <a:custGeom>
              <a:avLst/>
              <a:gdLst>
                <a:gd name="txL" fmla="*/ 0 w 702"/>
                <a:gd name="txT" fmla="*/ 0 h 1893"/>
                <a:gd name="txR" fmla="*/ 702 w 702"/>
                <a:gd name="txB" fmla="*/ 1893 h 1893"/>
              </a:gdLst>
              <a:ahLst/>
              <a:cxnLst>
                <a:cxn ang="0">
                  <a:pos x="1" y="0"/>
                </a:cxn>
                <a:cxn ang="0">
                  <a:pos x="0" y="1"/>
                </a:cxn>
                <a:cxn ang="0">
                  <a:pos x="1" y="1"/>
                </a:cxn>
                <a:cxn ang="0">
                  <a:pos x="1" y="1"/>
                </a:cxn>
                <a:cxn ang="0">
                  <a:pos x="1"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44399" name="Freeform 1595"/>
            <p:cNvSpPr/>
            <p:nvPr/>
          </p:nvSpPr>
          <p:spPr>
            <a:xfrm>
              <a:off x="3144" y="1745"/>
              <a:ext cx="458" cy="1182"/>
            </a:xfrm>
            <a:custGeom>
              <a:avLst/>
              <a:gdLst>
                <a:gd name="txL" fmla="*/ 0 w 756"/>
                <a:gd name="txT" fmla="*/ 0 h 2184"/>
                <a:gd name="txR" fmla="*/ 756 w 756"/>
                <a:gd name="txB" fmla="*/ 2184 h 2184"/>
              </a:gdLst>
              <a:ahLst/>
              <a:cxnLst>
                <a:cxn ang="0">
                  <a:pos x="1" y="0"/>
                </a:cxn>
                <a:cxn ang="0">
                  <a:pos x="1" y="1"/>
                </a:cxn>
                <a:cxn ang="0">
                  <a:pos x="0" y="1"/>
                </a:cxn>
                <a:cxn ang="0">
                  <a:pos x="1" y="1"/>
                </a:cxn>
                <a:cxn ang="0">
                  <a:pos x="1"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44400" name="Freeform 1596"/>
            <p:cNvSpPr/>
            <p:nvPr/>
          </p:nvSpPr>
          <p:spPr>
            <a:xfrm>
              <a:off x="1732" y="2534"/>
              <a:ext cx="1680" cy="399"/>
            </a:xfrm>
            <a:custGeom>
              <a:avLst/>
              <a:gdLst>
                <a:gd name="txL" fmla="*/ 0 w 2773"/>
                <a:gd name="txT" fmla="*/ 0 h 738"/>
                <a:gd name="txR" fmla="*/ 2773 w 2773"/>
                <a:gd name="txB" fmla="*/ 738 h 738"/>
              </a:gdLst>
              <a:ahLst/>
              <a:cxnLst>
                <a:cxn ang="0">
                  <a:pos x="1" y="0"/>
                </a:cxn>
                <a:cxn ang="0">
                  <a:pos x="0" y="1"/>
                </a:cxn>
                <a:cxn ang="0">
                  <a:pos x="1" y="1"/>
                </a:cxn>
                <a:cxn ang="0">
                  <a:pos x="1" y="1"/>
                </a:cxn>
                <a:cxn ang="0">
                  <a:pos x="1"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44401" name="Freeform 1597"/>
            <p:cNvSpPr/>
            <p:nvPr/>
          </p:nvSpPr>
          <p:spPr>
            <a:xfrm>
              <a:off x="3195" y="1755"/>
              <a:ext cx="429" cy="1187"/>
            </a:xfrm>
            <a:custGeom>
              <a:avLst/>
              <a:gdLst>
                <a:gd name="txL" fmla="*/ 0 w 637"/>
                <a:gd name="txT" fmla="*/ 0 h 1659"/>
                <a:gd name="txR" fmla="*/ 637 w 637"/>
                <a:gd name="txB" fmla="*/ 1659 h 1659"/>
              </a:gdLst>
              <a:ahLst/>
              <a:cxnLst>
                <a:cxn ang="0">
                  <a:pos x="1" y="0"/>
                </a:cxn>
                <a:cxn ang="0">
                  <a:pos x="1" y="0"/>
                </a:cxn>
                <a:cxn ang="0">
                  <a:pos x="1" y="8"/>
                </a:cxn>
                <a:cxn ang="0">
                  <a:pos x="0" y="8"/>
                </a:cxn>
                <a:cxn ang="0">
                  <a:pos x="1"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44402" name="Freeform 1598"/>
            <p:cNvSpPr/>
            <p:nvPr/>
          </p:nvSpPr>
          <p:spPr>
            <a:xfrm>
              <a:off x="1734" y="2587"/>
              <a:ext cx="1494" cy="394"/>
            </a:xfrm>
            <a:custGeom>
              <a:avLst/>
              <a:gdLst>
                <a:gd name="txL" fmla="*/ 0 w 2216"/>
                <a:gd name="txT" fmla="*/ 0 h 550"/>
                <a:gd name="txR" fmla="*/ 2216 w 2216"/>
                <a:gd name="txB" fmla="*/ 550 h 550"/>
              </a:gdLst>
              <a:ahLst/>
              <a:cxnLst>
                <a:cxn ang="0">
                  <a:pos x="0" y="0"/>
                </a:cxn>
                <a:cxn ang="0">
                  <a:pos x="1" y="1"/>
                </a:cxn>
                <a:cxn ang="0">
                  <a:pos x="4" y="3"/>
                </a:cxn>
                <a:cxn ang="0">
                  <a:pos x="4" y="2"/>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44403" name="Group 1599"/>
            <p:cNvGrpSpPr/>
            <p:nvPr/>
          </p:nvGrpSpPr>
          <p:grpSpPr>
            <a:xfrm>
              <a:off x="1709" y="3008"/>
              <a:ext cx="507" cy="234"/>
              <a:chOff x="1740" y="2642"/>
              <a:chExt cx="752" cy="327"/>
            </a:xfrm>
          </p:grpSpPr>
          <p:sp>
            <p:nvSpPr>
              <p:cNvPr id="44410" name="Freeform 1600"/>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44411" name="Freeform 1601"/>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44412" name="Freeform 1602"/>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44413" name="Freeform 1603"/>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44414" name="Freeform 1604"/>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44415" name="Freeform 1605"/>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44404" name="Freeform 1606"/>
            <p:cNvSpPr/>
            <p:nvPr/>
          </p:nvSpPr>
          <p:spPr>
            <a:xfrm>
              <a:off x="2577" y="3043"/>
              <a:ext cx="614" cy="514"/>
            </a:xfrm>
            <a:custGeom>
              <a:avLst/>
              <a:gdLst>
                <a:gd name="txL" fmla="*/ 0 w 990"/>
                <a:gd name="txT" fmla="*/ 0 h 792"/>
                <a:gd name="txR" fmla="*/ 990 w 990"/>
                <a:gd name="txB" fmla="*/ 792 h 792"/>
              </a:gdLst>
              <a:ahLst/>
              <a:cxnLst>
                <a:cxn ang="0">
                  <a:pos x="1" y="1"/>
                </a:cxn>
                <a:cxn ang="0">
                  <a:pos x="1" y="0"/>
                </a:cxn>
                <a:cxn ang="0">
                  <a:pos x="1" y="1"/>
                </a:cxn>
                <a:cxn ang="0">
                  <a:pos x="0" y="1"/>
                </a:cxn>
                <a:cxn ang="0">
                  <a:pos x="1" y="1"/>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44405" name="Freeform 1607"/>
            <p:cNvSpPr/>
            <p:nvPr/>
          </p:nvSpPr>
          <p:spPr>
            <a:xfrm>
              <a:off x="1010" y="3084"/>
              <a:ext cx="1571" cy="469"/>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4406" name="Freeform 1608"/>
            <p:cNvSpPr/>
            <p:nvPr/>
          </p:nvSpPr>
          <p:spPr>
            <a:xfrm>
              <a:off x="1011" y="2998"/>
              <a:ext cx="17" cy="95"/>
            </a:xfrm>
            <a:custGeom>
              <a:avLst/>
              <a:gdLst>
                <a:gd name="txL" fmla="*/ 0 w 26"/>
                <a:gd name="txT" fmla="*/ 0 h 147"/>
                <a:gd name="txR" fmla="*/ 26 w 26"/>
                <a:gd name="txB" fmla="*/ 147 h 147"/>
              </a:gdLst>
              <a:ahLst/>
              <a:cxnLst>
                <a:cxn ang="0">
                  <a:pos x="1" y="1"/>
                </a:cxn>
                <a:cxn ang="0">
                  <a:pos x="1" y="1"/>
                </a:cxn>
                <a:cxn ang="0">
                  <a:pos x="0" y="1"/>
                </a:cxn>
                <a:cxn ang="0">
                  <a:pos x="1" y="0"/>
                </a:cxn>
                <a:cxn ang="0">
                  <a:pos x="1" y="1"/>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44407" name="Freeform 1609"/>
            <p:cNvSpPr/>
            <p:nvPr/>
          </p:nvSpPr>
          <p:spPr>
            <a:xfrm>
              <a:off x="1012" y="2611"/>
              <a:ext cx="730" cy="393"/>
            </a:xfrm>
            <a:custGeom>
              <a:avLst/>
              <a:gdLst>
                <a:gd name="txL" fmla="*/ 0 w 1176"/>
                <a:gd name="txT" fmla="*/ 0 h 606"/>
                <a:gd name="txR" fmla="*/ 1176 w 1176"/>
                <a:gd name="txB" fmla="*/ 606 h 606"/>
              </a:gdLst>
              <a:ahLst/>
              <a:cxnLst>
                <a:cxn ang="0">
                  <a:pos x="1" y="0"/>
                </a:cxn>
                <a:cxn ang="0">
                  <a:pos x="0" y="1"/>
                </a:cxn>
                <a:cxn ang="0">
                  <a:pos x="1" y="1"/>
                </a:cxn>
                <a:cxn ang="0">
                  <a:pos x="1" y="1"/>
                </a:cxn>
                <a:cxn ang="0">
                  <a:pos x="1"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44408" name="Freeform 1610"/>
            <p:cNvSpPr/>
            <p:nvPr/>
          </p:nvSpPr>
          <p:spPr>
            <a:xfrm>
              <a:off x="1061" y="3018"/>
              <a:ext cx="1490" cy="451"/>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4409" name="Freeform 1611"/>
            <p:cNvSpPr/>
            <p:nvPr/>
          </p:nvSpPr>
          <p:spPr>
            <a:xfrm flipV="1">
              <a:off x="2549" y="2986"/>
              <a:ext cx="608" cy="467"/>
            </a:xfrm>
            <a:custGeom>
              <a:avLst/>
              <a:gdLst>
                <a:gd name="txL" fmla="*/ 0 w 2532"/>
                <a:gd name="txT" fmla="*/ 0 h 723"/>
                <a:gd name="txR" fmla="*/ 2532 w 2532"/>
                <a:gd name="txB" fmla="*/ 723 h 723"/>
              </a:gdLst>
              <a:ahLst/>
              <a:cxnLst>
                <a:cxn ang="0">
                  <a:pos x="0" y="0"/>
                </a:cxn>
                <a:cxn ang="0">
                  <a:pos x="0" y="0"/>
                </a:cxn>
                <a:cxn ang="0">
                  <a:pos x="0" y="1"/>
                </a:cxn>
                <a:cxn ang="0">
                  <a:pos x="0" y="1"/>
                </a:cxn>
                <a:cxn ang="0">
                  <a:pos x="0" y="1"/>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44093" name="Group 1612"/>
          <p:cNvGrpSpPr/>
          <p:nvPr/>
        </p:nvGrpSpPr>
        <p:grpSpPr>
          <a:xfrm flipH="1">
            <a:off x="5684838" y="3211513"/>
            <a:ext cx="414337" cy="373062"/>
            <a:chOff x="2839" y="3501"/>
            <a:chExt cx="755" cy="803"/>
          </a:xfrm>
        </p:grpSpPr>
        <p:pic>
          <p:nvPicPr>
            <p:cNvPr id="44391" name="Picture 1613" descr="desktop_computer_stylized_medium"/>
            <p:cNvPicPr>
              <a:picLocks noChangeAspect="1"/>
            </p:cNvPicPr>
            <p:nvPr/>
          </p:nvPicPr>
          <p:blipFill>
            <a:blip r:embed="rId2"/>
            <a:stretch>
              <a:fillRect/>
            </a:stretch>
          </p:blipFill>
          <p:spPr>
            <a:xfrm>
              <a:off x="2839" y="3501"/>
              <a:ext cx="755" cy="803"/>
            </a:xfrm>
            <a:prstGeom prst="rect">
              <a:avLst/>
            </a:prstGeom>
            <a:noFill/>
            <a:ln w="9525">
              <a:noFill/>
            </a:ln>
          </p:spPr>
        </p:pic>
        <p:sp>
          <p:nvSpPr>
            <p:cNvPr id="44392" name="Freeform 1614"/>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44094" name="Group 1615"/>
          <p:cNvGrpSpPr/>
          <p:nvPr/>
        </p:nvGrpSpPr>
        <p:grpSpPr>
          <a:xfrm>
            <a:off x="7051675" y="5411788"/>
            <a:ext cx="474663" cy="407987"/>
            <a:chOff x="877" y="1008"/>
            <a:chExt cx="2747" cy="2591"/>
          </a:xfrm>
        </p:grpSpPr>
        <p:pic>
          <p:nvPicPr>
            <p:cNvPr id="44368" name="Picture 1616" descr="antenna_stylized"/>
            <p:cNvPicPr>
              <a:picLocks noChangeAspect="1"/>
            </p:cNvPicPr>
            <p:nvPr/>
          </p:nvPicPr>
          <p:blipFill>
            <a:blip r:embed="rId15"/>
            <a:stretch>
              <a:fillRect/>
            </a:stretch>
          </p:blipFill>
          <p:spPr>
            <a:xfrm>
              <a:off x="877" y="1008"/>
              <a:ext cx="2725" cy="1421"/>
            </a:xfrm>
            <a:prstGeom prst="rect">
              <a:avLst/>
            </a:prstGeom>
            <a:noFill/>
            <a:ln w="9525">
              <a:noFill/>
            </a:ln>
          </p:spPr>
        </p:pic>
        <p:pic>
          <p:nvPicPr>
            <p:cNvPr id="44369" name="Picture 1617" descr="laptop_keyboard"/>
            <p:cNvPicPr>
              <a:picLocks noChangeAspect="1"/>
            </p:cNvPicPr>
            <p:nvPr/>
          </p:nvPicPr>
          <p:blipFill>
            <a:blip r:embed="rId16"/>
            <a:stretch>
              <a:fillRect/>
            </a:stretch>
          </p:blipFill>
          <p:spPr>
            <a:xfrm rot="109064" flipH="1">
              <a:off x="1009" y="2586"/>
              <a:ext cx="2245" cy="1013"/>
            </a:xfrm>
            <a:prstGeom prst="rect">
              <a:avLst/>
            </a:prstGeom>
            <a:noFill/>
            <a:ln w="9525">
              <a:noFill/>
            </a:ln>
          </p:spPr>
        </p:pic>
        <p:sp>
          <p:nvSpPr>
            <p:cNvPr id="44370" name="Freeform 1618"/>
            <p:cNvSpPr/>
            <p:nvPr/>
          </p:nvSpPr>
          <p:spPr>
            <a:xfrm>
              <a:off x="1753" y="1603"/>
              <a:ext cx="1807" cy="1322"/>
            </a:xfrm>
            <a:custGeom>
              <a:avLst/>
              <a:gdLst>
                <a:gd name="txL" fmla="*/ 0 w 2982"/>
                <a:gd name="txT" fmla="*/ 0 h 2442"/>
                <a:gd name="txR" fmla="*/ 2982 w 2982"/>
                <a:gd name="txB" fmla="*/ 2442 h 2442"/>
              </a:gdLst>
              <a:ahLst/>
              <a:cxnLst>
                <a:cxn ang="0">
                  <a:pos x="1" y="0"/>
                </a:cxn>
                <a:cxn ang="0">
                  <a:pos x="0" y="1"/>
                </a:cxn>
                <a:cxn ang="0">
                  <a:pos x="1" y="1"/>
                </a:cxn>
                <a:cxn ang="0">
                  <a:pos x="1" y="1"/>
                </a:cxn>
                <a:cxn ang="0">
                  <a:pos x="1"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44371" name="Picture 1619" descr="screen"/>
            <p:cNvPicPr>
              <a:picLocks noChangeAspect="1"/>
            </p:cNvPicPr>
            <p:nvPr/>
          </p:nvPicPr>
          <p:blipFill>
            <a:blip r:embed="rId17"/>
            <a:stretch>
              <a:fillRect/>
            </a:stretch>
          </p:blipFill>
          <p:spPr>
            <a:xfrm>
              <a:off x="1842" y="1637"/>
              <a:ext cx="1642" cy="1203"/>
            </a:xfrm>
            <a:prstGeom prst="rect">
              <a:avLst/>
            </a:prstGeom>
            <a:noFill/>
            <a:ln w="9525">
              <a:noFill/>
            </a:ln>
          </p:spPr>
        </p:pic>
        <p:sp>
          <p:nvSpPr>
            <p:cNvPr id="44372" name="Freeform 1620"/>
            <p:cNvSpPr/>
            <p:nvPr/>
          </p:nvSpPr>
          <p:spPr>
            <a:xfrm>
              <a:off x="2082" y="1564"/>
              <a:ext cx="1531" cy="246"/>
            </a:xfrm>
            <a:custGeom>
              <a:avLst/>
              <a:gdLst>
                <a:gd name="txL" fmla="*/ 0 w 2528"/>
                <a:gd name="txT" fmla="*/ 0 h 455"/>
                <a:gd name="txR" fmla="*/ 2528 w 2528"/>
                <a:gd name="txB" fmla="*/ 455 h 455"/>
              </a:gdLst>
              <a:ahLst/>
              <a:cxnLst>
                <a:cxn ang="0">
                  <a:pos x="1" y="0"/>
                </a:cxn>
                <a:cxn ang="0">
                  <a:pos x="1" y="1"/>
                </a:cxn>
                <a:cxn ang="0">
                  <a:pos x="1" y="1"/>
                </a:cxn>
                <a:cxn ang="0">
                  <a:pos x="0" y="1"/>
                </a:cxn>
                <a:cxn ang="0">
                  <a:pos x="1"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44373" name="Freeform 1621"/>
            <p:cNvSpPr/>
            <p:nvPr/>
          </p:nvSpPr>
          <p:spPr>
            <a:xfrm>
              <a:off x="1737" y="1562"/>
              <a:ext cx="425" cy="1024"/>
            </a:xfrm>
            <a:custGeom>
              <a:avLst/>
              <a:gdLst>
                <a:gd name="txL" fmla="*/ 0 w 702"/>
                <a:gd name="txT" fmla="*/ 0 h 1893"/>
                <a:gd name="txR" fmla="*/ 702 w 702"/>
                <a:gd name="txB" fmla="*/ 1893 h 1893"/>
              </a:gdLst>
              <a:ahLst/>
              <a:cxnLst>
                <a:cxn ang="0">
                  <a:pos x="1" y="0"/>
                </a:cxn>
                <a:cxn ang="0">
                  <a:pos x="0" y="1"/>
                </a:cxn>
                <a:cxn ang="0">
                  <a:pos x="1" y="1"/>
                </a:cxn>
                <a:cxn ang="0">
                  <a:pos x="1" y="1"/>
                </a:cxn>
                <a:cxn ang="0">
                  <a:pos x="1"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44374" name="Freeform 1622"/>
            <p:cNvSpPr/>
            <p:nvPr/>
          </p:nvSpPr>
          <p:spPr>
            <a:xfrm>
              <a:off x="3144" y="1745"/>
              <a:ext cx="458" cy="1182"/>
            </a:xfrm>
            <a:custGeom>
              <a:avLst/>
              <a:gdLst>
                <a:gd name="txL" fmla="*/ 0 w 756"/>
                <a:gd name="txT" fmla="*/ 0 h 2184"/>
                <a:gd name="txR" fmla="*/ 756 w 756"/>
                <a:gd name="txB" fmla="*/ 2184 h 2184"/>
              </a:gdLst>
              <a:ahLst/>
              <a:cxnLst>
                <a:cxn ang="0">
                  <a:pos x="1" y="0"/>
                </a:cxn>
                <a:cxn ang="0">
                  <a:pos x="1" y="1"/>
                </a:cxn>
                <a:cxn ang="0">
                  <a:pos x="0" y="1"/>
                </a:cxn>
                <a:cxn ang="0">
                  <a:pos x="1" y="1"/>
                </a:cxn>
                <a:cxn ang="0">
                  <a:pos x="1"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44375" name="Freeform 1623"/>
            <p:cNvSpPr/>
            <p:nvPr/>
          </p:nvSpPr>
          <p:spPr>
            <a:xfrm>
              <a:off x="1732" y="2534"/>
              <a:ext cx="1680" cy="399"/>
            </a:xfrm>
            <a:custGeom>
              <a:avLst/>
              <a:gdLst>
                <a:gd name="txL" fmla="*/ 0 w 2773"/>
                <a:gd name="txT" fmla="*/ 0 h 738"/>
                <a:gd name="txR" fmla="*/ 2773 w 2773"/>
                <a:gd name="txB" fmla="*/ 738 h 738"/>
              </a:gdLst>
              <a:ahLst/>
              <a:cxnLst>
                <a:cxn ang="0">
                  <a:pos x="1" y="0"/>
                </a:cxn>
                <a:cxn ang="0">
                  <a:pos x="0" y="1"/>
                </a:cxn>
                <a:cxn ang="0">
                  <a:pos x="1" y="1"/>
                </a:cxn>
                <a:cxn ang="0">
                  <a:pos x="1" y="1"/>
                </a:cxn>
                <a:cxn ang="0">
                  <a:pos x="1"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44376" name="Freeform 1624"/>
            <p:cNvSpPr/>
            <p:nvPr/>
          </p:nvSpPr>
          <p:spPr>
            <a:xfrm>
              <a:off x="3195" y="1755"/>
              <a:ext cx="429" cy="1187"/>
            </a:xfrm>
            <a:custGeom>
              <a:avLst/>
              <a:gdLst>
                <a:gd name="txL" fmla="*/ 0 w 637"/>
                <a:gd name="txT" fmla="*/ 0 h 1659"/>
                <a:gd name="txR" fmla="*/ 637 w 637"/>
                <a:gd name="txB" fmla="*/ 1659 h 1659"/>
              </a:gdLst>
              <a:ahLst/>
              <a:cxnLst>
                <a:cxn ang="0">
                  <a:pos x="1" y="0"/>
                </a:cxn>
                <a:cxn ang="0">
                  <a:pos x="1" y="0"/>
                </a:cxn>
                <a:cxn ang="0">
                  <a:pos x="1" y="8"/>
                </a:cxn>
                <a:cxn ang="0">
                  <a:pos x="0" y="8"/>
                </a:cxn>
                <a:cxn ang="0">
                  <a:pos x="1"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44377" name="Freeform 1625"/>
            <p:cNvSpPr/>
            <p:nvPr/>
          </p:nvSpPr>
          <p:spPr>
            <a:xfrm>
              <a:off x="1734" y="2587"/>
              <a:ext cx="1494" cy="394"/>
            </a:xfrm>
            <a:custGeom>
              <a:avLst/>
              <a:gdLst>
                <a:gd name="txL" fmla="*/ 0 w 2216"/>
                <a:gd name="txT" fmla="*/ 0 h 550"/>
                <a:gd name="txR" fmla="*/ 2216 w 2216"/>
                <a:gd name="txB" fmla="*/ 550 h 550"/>
              </a:gdLst>
              <a:ahLst/>
              <a:cxnLst>
                <a:cxn ang="0">
                  <a:pos x="0" y="0"/>
                </a:cxn>
                <a:cxn ang="0">
                  <a:pos x="1" y="1"/>
                </a:cxn>
                <a:cxn ang="0">
                  <a:pos x="4" y="3"/>
                </a:cxn>
                <a:cxn ang="0">
                  <a:pos x="4" y="2"/>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44378" name="Group 1626"/>
            <p:cNvGrpSpPr/>
            <p:nvPr/>
          </p:nvGrpSpPr>
          <p:grpSpPr>
            <a:xfrm>
              <a:off x="1709" y="3008"/>
              <a:ext cx="507" cy="234"/>
              <a:chOff x="1740" y="2642"/>
              <a:chExt cx="752" cy="327"/>
            </a:xfrm>
          </p:grpSpPr>
          <p:sp>
            <p:nvSpPr>
              <p:cNvPr id="44385" name="Freeform 1627"/>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44386" name="Freeform 1628"/>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44387" name="Freeform 1629"/>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44388" name="Freeform 1630"/>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44389" name="Freeform 1631"/>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44390" name="Freeform 1632"/>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44379" name="Freeform 1633"/>
            <p:cNvSpPr/>
            <p:nvPr/>
          </p:nvSpPr>
          <p:spPr>
            <a:xfrm>
              <a:off x="2577" y="3043"/>
              <a:ext cx="614" cy="514"/>
            </a:xfrm>
            <a:custGeom>
              <a:avLst/>
              <a:gdLst>
                <a:gd name="txL" fmla="*/ 0 w 990"/>
                <a:gd name="txT" fmla="*/ 0 h 792"/>
                <a:gd name="txR" fmla="*/ 990 w 990"/>
                <a:gd name="txB" fmla="*/ 792 h 792"/>
              </a:gdLst>
              <a:ahLst/>
              <a:cxnLst>
                <a:cxn ang="0">
                  <a:pos x="1" y="1"/>
                </a:cxn>
                <a:cxn ang="0">
                  <a:pos x="1" y="0"/>
                </a:cxn>
                <a:cxn ang="0">
                  <a:pos x="1" y="1"/>
                </a:cxn>
                <a:cxn ang="0">
                  <a:pos x="0" y="1"/>
                </a:cxn>
                <a:cxn ang="0">
                  <a:pos x="1" y="1"/>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44380" name="Freeform 1634"/>
            <p:cNvSpPr/>
            <p:nvPr/>
          </p:nvSpPr>
          <p:spPr>
            <a:xfrm>
              <a:off x="1010" y="3084"/>
              <a:ext cx="1571" cy="469"/>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4381" name="Freeform 1635"/>
            <p:cNvSpPr/>
            <p:nvPr/>
          </p:nvSpPr>
          <p:spPr>
            <a:xfrm>
              <a:off x="1011" y="2998"/>
              <a:ext cx="17" cy="95"/>
            </a:xfrm>
            <a:custGeom>
              <a:avLst/>
              <a:gdLst>
                <a:gd name="txL" fmla="*/ 0 w 26"/>
                <a:gd name="txT" fmla="*/ 0 h 147"/>
                <a:gd name="txR" fmla="*/ 26 w 26"/>
                <a:gd name="txB" fmla="*/ 147 h 147"/>
              </a:gdLst>
              <a:ahLst/>
              <a:cxnLst>
                <a:cxn ang="0">
                  <a:pos x="1" y="1"/>
                </a:cxn>
                <a:cxn ang="0">
                  <a:pos x="1" y="1"/>
                </a:cxn>
                <a:cxn ang="0">
                  <a:pos x="0" y="1"/>
                </a:cxn>
                <a:cxn ang="0">
                  <a:pos x="1" y="0"/>
                </a:cxn>
                <a:cxn ang="0">
                  <a:pos x="1" y="1"/>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44382" name="Freeform 1636"/>
            <p:cNvSpPr/>
            <p:nvPr/>
          </p:nvSpPr>
          <p:spPr>
            <a:xfrm>
              <a:off x="1012" y="2611"/>
              <a:ext cx="730" cy="393"/>
            </a:xfrm>
            <a:custGeom>
              <a:avLst/>
              <a:gdLst>
                <a:gd name="txL" fmla="*/ 0 w 1176"/>
                <a:gd name="txT" fmla="*/ 0 h 606"/>
                <a:gd name="txR" fmla="*/ 1176 w 1176"/>
                <a:gd name="txB" fmla="*/ 606 h 606"/>
              </a:gdLst>
              <a:ahLst/>
              <a:cxnLst>
                <a:cxn ang="0">
                  <a:pos x="1" y="0"/>
                </a:cxn>
                <a:cxn ang="0">
                  <a:pos x="0" y="1"/>
                </a:cxn>
                <a:cxn ang="0">
                  <a:pos x="1" y="1"/>
                </a:cxn>
                <a:cxn ang="0">
                  <a:pos x="1" y="1"/>
                </a:cxn>
                <a:cxn ang="0">
                  <a:pos x="1"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44383" name="Freeform 1637"/>
            <p:cNvSpPr/>
            <p:nvPr/>
          </p:nvSpPr>
          <p:spPr>
            <a:xfrm>
              <a:off x="1061" y="3018"/>
              <a:ext cx="1490" cy="451"/>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4384" name="Freeform 1638"/>
            <p:cNvSpPr/>
            <p:nvPr/>
          </p:nvSpPr>
          <p:spPr>
            <a:xfrm flipV="1">
              <a:off x="2549" y="2986"/>
              <a:ext cx="608" cy="467"/>
            </a:xfrm>
            <a:custGeom>
              <a:avLst/>
              <a:gdLst>
                <a:gd name="txL" fmla="*/ 0 w 2532"/>
                <a:gd name="txT" fmla="*/ 0 h 723"/>
                <a:gd name="txR" fmla="*/ 2532 w 2532"/>
                <a:gd name="txB" fmla="*/ 723 h 723"/>
              </a:gdLst>
              <a:ahLst/>
              <a:cxnLst>
                <a:cxn ang="0">
                  <a:pos x="0" y="0"/>
                </a:cxn>
                <a:cxn ang="0">
                  <a:pos x="0" y="0"/>
                </a:cxn>
                <a:cxn ang="0">
                  <a:pos x="0" y="1"/>
                </a:cxn>
                <a:cxn ang="0">
                  <a:pos x="0" y="1"/>
                </a:cxn>
                <a:cxn ang="0">
                  <a:pos x="0" y="1"/>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pic>
        <p:nvPicPr>
          <p:cNvPr id="44095" name="Picture 1283" descr="underline_base"/>
          <p:cNvPicPr/>
          <p:nvPr/>
        </p:nvPicPr>
        <p:blipFill>
          <a:blip r:embed="rId21"/>
          <a:stretch>
            <a:fillRect/>
          </a:stretch>
        </p:blipFill>
        <p:spPr>
          <a:xfrm>
            <a:off x="533400" y="933450"/>
            <a:ext cx="3656013" cy="173038"/>
          </a:xfrm>
          <a:prstGeom prst="rect">
            <a:avLst/>
          </a:prstGeom>
          <a:noFill/>
          <a:ln w="9525">
            <a:noFill/>
          </a:ln>
        </p:spPr>
      </p:pic>
      <p:sp>
        <p:nvSpPr>
          <p:cNvPr id="4102" name="Rectangle 2"/>
          <p:cNvSpPr>
            <a:spLocks noGrp="1" noChangeArrowheads="1"/>
          </p:cNvSpPr>
          <p:nvPr>
            <p:ph type="title"/>
          </p:nvPr>
        </p:nvSpPr>
        <p:spPr>
          <a:xfrm>
            <a:off x="460375" y="222250"/>
            <a:ext cx="8382000" cy="942975"/>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Network layer</a:t>
            </a:r>
          </a:p>
        </p:txBody>
      </p:sp>
      <p:sp>
        <p:nvSpPr>
          <p:cNvPr id="44097" name="Rectangle 3"/>
          <p:cNvSpPr>
            <a:spLocks noGrp="1"/>
          </p:cNvSpPr>
          <p:nvPr>
            <p:ph sz="half" idx="1"/>
          </p:nvPr>
        </p:nvSpPr>
        <p:spPr>
          <a:xfrm>
            <a:off x="414020" y="1336675"/>
            <a:ext cx="4655820" cy="5100320"/>
          </a:xfrm>
        </p:spPr>
        <p:txBody>
          <a:bodyPr vert="horz" wrap="square" lIns="91440" tIns="45720" rIns="91440" bIns="45720" anchor="t" anchorCtr="0"/>
          <a:lstStyle/>
          <a:p>
            <a:pPr>
              <a:buClr>
                <a:srgbClr val="000099"/>
              </a:buClr>
              <a:buSzPct val="100000"/>
            </a:pPr>
            <a:r>
              <a:rPr lang="en-US" altLang="zh-CN" sz="2700">
                <a:latin typeface="+mn-lt"/>
                <a:ea typeface="MS PGothic" charset="0"/>
                <a:cs typeface="MS PGothic" charset="0"/>
              </a:rPr>
              <a:t>transport </a:t>
            </a:r>
            <a:r>
              <a:rPr lang="en-US" altLang="zh-CN" sz="2700">
                <a:highlight>
                  <a:srgbClr val="FFFF00"/>
                </a:highlight>
                <a:latin typeface="+mn-lt"/>
                <a:ea typeface="MS PGothic" charset="0"/>
                <a:cs typeface="MS PGothic" charset="0"/>
              </a:rPr>
              <a:t>segment</a:t>
            </a:r>
            <a:r>
              <a:rPr lang="en-US" altLang="zh-CN" sz="2700">
                <a:latin typeface="+mn-lt"/>
                <a:ea typeface="MS PGothic" charset="0"/>
                <a:cs typeface="MS PGothic" charset="0"/>
              </a:rPr>
              <a:t> from sending to receiving host </a:t>
            </a:r>
          </a:p>
          <a:p>
            <a:pPr>
              <a:buClr>
                <a:srgbClr val="000099"/>
              </a:buClr>
              <a:buSzPct val="100000"/>
            </a:pPr>
            <a:r>
              <a:rPr lang="en-US" altLang="zh-CN" sz="2700">
                <a:latin typeface="+mn-lt"/>
                <a:ea typeface="MS PGothic" charset="0"/>
                <a:cs typeface="MS PGothic" charset="0"/>
              </a:rPr>
              <a:t>on sending side encapsulates segments into </a:t>
            </a:r>
            <a:r>
              <a:rPr lang="en-US" altLang="zh-CN" sz="2700">
                <a:highlight>
                  <a:srgbClr val="FFFF00"/>
                </a:highlight>
                <a:latin typeface="+mn-lt"/>
                <a:ea typeface="MS PGothic" charset="0"/>
                <a:cs typeface="MS PGothic" charset="0"/>
              </a:rPr>
              <a:t>datagrams</a:t>
            </a:r>
            <a:endParaRPr lang="en-US" altLang="zh-CN" sz="2700">
              <a:latin typeface="+mn-lt"/>
              <a:ea typeface="MS PGothic" charset="0"/>
              <a:cs typeface="MS PGothic" charset="0"/>
            </a:endParaRPr>
          </a:p>
          <a:p>
            <a:pPr>
              <a:buClr>
                <a:srgbClr val="000099"/>
              </a:buClr>
              <a:buSzPct val="100000"/>
            </a:pPr>
            <a:r>
              <a:rPr lang="en-US" altLang="zh-CN" sz="2700">
                <a:latin typeface="+mn-lt"/>
                <a:ea typeface="MS PGothic" charset="0"/>
                <a:cs typeface="MS PGothic" charset="0"/>
              </a:rPr>
              <a:t>on receiving side, delivers segments to transport layer</a:t>
            </a:r>
          </a:p>
          <a:p>
            <a:pPr>
              <a:buClr>
                <a:srgbClr val="000099"/>
              </a:buClr>
              <a:buSzPct val="100000"/>
            </a:pPr>
            <a:r>
              <a:rPr lang="en-US" altLang="zh-CN" sz="2700">
                <a:latin typeface="+mn-lt"/>
                <a:ea typeface="MS PGothic" charset="0"/>
                <a:cs typeface="MS PGothic" charset="0"/>
              </a:rPr>
              <a:t>network layer protocols in </a:t>
            </a:r>
            <a:r>
              <a:rPr lang="en-US" altLang="zh-CN" sz="2700" i="1">
                <a:solidFill>
                  <a:srgbClr val="000099"/>
                </a:solidFill>
                <a:highlight>
                  <a:srgbClr val="FFFF00"/>
                </a:highlight>
                <a:latin typeface="+mn-lt"/>
                <a:ea typeface="MS PGothic" charset="0"/>
                <a:cs typeface="MS PGothic" charset="0"/>
              </a:rPr>
              <a:t>every</a:t>
            </a:r>
            <a:r>
              <a:rPr lang="en-US" altLang="zh-CN" sz="2700">
                <a:solidFill>
                  <a:srgbClr val="000099"/>
                </a:solidFill>
                <a:latin typeface="+mn-lt"/>
                <a:ea typeface="MS PGothic" charset="0"/>
                <a:cs typeface="MS PGothic" charset="0"/>
              </a:rPr>
              <a:t> </a:t>
            </a:r>
            <a:r>
              <a:rPr lang="en-US" altLang="zh-CN" sz="2700">
                <a:latin typeface="+mn-lt"/>
                <a:ea typeface="MS PGothic" charset="0"/>
                <a:cs typeface="MS PGothic" charset="0"/>
              </a:rPr>
              <a:t>host, router</a:t>
            </a:r>
          </a:p>
          <a:p>
            <a:pPr>
              <a:buClr>
                <a:srgbClr val="000099"/>
              </a:buClr>
              <a:buSzPct val="100000"/>
            </a:pPr>
            <a:r>
              <a:rPr lang="en-US" altLang="zh-CN" sz="2700">
                <a:latin typeface="+mn-lt"/>
                <a:ea typeface="MS PGothic" charset="0"/>
                <a:cs typeface="MS PGothic" charset="0"/>
              </a:rPr>
              <a:t>router </a:t>
            </a:r>
            <a:r>
              <a:rPr lang="en-US" altLang="zh-CN" sz="2700">
                <a:highlight>
                  <a:srgbClr val="FFFF00"/>
                </a:highlight>
                <a:latin typeface="+mn-lt"/>
                <a:ea typeface="MS PGothic" charset="0"/>
                <a:cs typeface="MS PGothic" charset="0"/>
              </a:rPr>
              <a:t>examines</a:t>
            </a:r>
            <a:r>
              <a:rPr lang="en-US" altLang="zh-CN" sz="2700">
                <a:latin typeface="+mn-lt"/>
                <a:ea typeface="MS PGothic" charset="0"/>
                <a:cs typeface="MS PGothic" charset="0"/>
              </a:rPr>
              <a:t> header fields in all IP datagrams passing through it</a:t>
            </a:r>
          </a:p>
          <a:p>
            <a:pPr>
              <a:buClr>
                <a:srgbClr val="000099"/>
              </a:buClr>
              <a:buSzPct val="100000"/>
            </a:pPr>
            <a:endParaRPr lang="en-US" altLang="zh-CN" sz="2700">
              <a:latin typeface="+mn-lt"/>
              <a:ea typeface="MS PGothic" charset="0"/>
              <a:cs typeface="MS PGothic" charset="0"/>
            </a:endParaRPr>
          </a:p>
        </p:txBody>
      </p:sp>
      <p:grpSp>
        <p:nvGrpSpPr>
          <p:cNvPr id="19767" name="Group 1046"/>
          <p:cNvGrpSpPr/>
          <p:nvPr/>
        </p:nvGrpSpPr>
        <p:grpSpPr>
          <a:xfrm>
            <a:off x="5400675" y="1141413"/>
            <a:ext cx="1047750" cy="996950"/>
            <a:chOff x="3402" y="719"/>
            <a:chExt cx="660" cy="628"/>
          </a:xfrm>
        </p:grpSpPr>
        <p:sp>
          <p:nvSpPr>
            <p:cNvPr id="44358" name="Freeform 1030"/>
            <p:cNvSpPr/>
            <p:nvPr/>
          </p:nvSpPr>
          <p:spPr>
            <a:xfrm>
              <a:off x="3402" y="753"/>
              <a:ext cx="192" cy="594"/>
            </a:xfrm>
            <a:custGeom>
              <a:avLst/>
              <a:gdLst>
                <a:gd name="txL" fmla="*/ 0 w 192"/>
                <a:gd name="txT" fmla="*/ 0 h 594"/>
                <a:gd name="txR" fmla="*/ 192 w 192"/>
                <a:gd name="txB" fmla="*/ 594 h 594"/>
              </a:gdLst>
              <a:ahLst/>
              <a:cxnLst>
                <a:cxn ang="0">
                  <a:pos x="0" y="594"/>
                </a:cxn>
                <a:cxn ang="0">
                  <a:pos x="192" y="0"/>
                </a:cxn>
                <a:cxn ang="0">
                  <a:pos x="192" y="515"/>
                </a:cxn>
                <a:cxn ang="0">
                  <a:pos x="0" y="594"/>
                </a:cxn>
              </a:cxnLst>
              <a:rect l="txL" t="txT" r="txR" b="txB"/>
              <a:pathLst>
                <a:path w="192" h="594">
                  <a:moveTo>
                    <a:pt x="0" y="594"/>
                  </a:moveTo>
                  <a:lnTo>
                    <a:pt x="192" y="0"/>
                  </a:lnTo>
                  <a:lnTo>
                    <a:pt x="192" y="515"/>
                  </a:lnTo>
                  <a:lnTo>
                    <a:pt x="0" y="594"/>
                  </a:lnTo>
                  <a:close/>
                </a:path>
              </a:pathLst>
            </a:custGeom>
            <a:gradFill rotWithShape="1">
              <a:gsLst>
                <a:gs pos="0">
                  <a:schemeClr val="bg1">
                    <a:alpha val="100000"/>
                  </a:schemeClr>
                </a:gs>
                <a:gs pos="100000">
                  <a:srgbClr val="CC0000">
                    <a:alpha val="100000"/>
                  </a:srgbClr>
                </a:gs>
              </a:gsLst>
              <a:lin ang="0" scaled="1"/>
              <a:tileRect/>
            </a:gradFill>
            <a:ln w="9525">
              <a:noFill/>
            </a:ln>
          </p:spPr>
          <p:txBody>
            <a:bodyPr/>
            <a:lstStyle/>
            <a:p>
              <a:endParaRPr lang="zh-CN" altLang="en-US"/>
            </a:p>
          </p:txBody>
        </p:sp>
        <p:grpSp>
          <p:nvGrpSpPr>
            <p:cNvPr id="44359" name="Group 310"/>
            <p:cNvGrpSpPr/>
            <p:nvPr/>
          </p:nvGrpSpPr>
          <p:grpSpPr>
            <a:xfrm>
              <a:off x="3549" y="719"/>
              <a:ext cx="513" cy="547"/>
              <a:chOff x="2956" y="969"/>
              <a:chExt cx="513" cy="547"/>
            </a:xfrm>
          </p:grpSpPr>
          <p:sp>
            <p:nvSpPr>
              <p:cNvPr id="44360" name="Rectangle 311"/>
              <p:cNvSpPr/>
              <p:nvPr/>
            </p:nvSpPr>
            <p:spPr>
              <a:xfrm>
                <a:off x="3018" y="969"/>
                <a:ext cx="426" cy="489"/>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61" name="Rectangle 312"/>
              <p:cNvSpPr/>
              <p:nvPr/>
            </p:nvSpPr>
            <p:spPr>
              <a:xfrm>
                <a:off x="2997" y="984"/>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62" name="Rectangle 313"/>
              <p:cNvSpPr/>
              <p:nvPr/>
            </p:nvSpPr>
            <p:spPr>
              <a:xfrm>
                <a:off x="3000" y="1185"/>
                <a:ext cx="432" cy="108"/>
              </a:xfrm>
              <a:prstGeom prst="rect">
                <a:avLst/>
              </a:prstGeom>
              <a:solidFill>
                <a:srgbClr val="CC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63" name="Text Box 314"/>
              <p:cNvSpPr txBox="1"/>
              <p:nvPr/>
            </p:nvSpPr>
            <p:spPr>
              <a:xfrm>
                <a:off x="2956" y="978"/>
                <a:ext cx="513" cy="53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000">
                    <a:latin typeface="Arial" panose="020B0604020202090204" pitchFamily="34" charset="0"/>
                  </a:rPr>
                  <a:t>application</a:t>
                </a:r>
              </a:p>
              <a:p>
                <a:pPr marL="0" lvl="0" indent="0" algn="ctr">
                  <a:lnSpc>
                    <a:spcPct val="100000"/>
                  </a:lnSpc>
                  <a:spcBef>
                    <a:spcPct val="0"/>
                  </a:spcBef>
                  <a:buClrTx/>
                  <a:buSzTx/>
                  <a:buFontTx/>
                  <a:buNone/>
                </a:pPr>
                <a:r>
                  <a:rPr lang="en-US" altLang="zh-CN" sz="1000">
                    <a:latin typeface="Arial" panose="020B0604020202090204" pitchFamily="34" charset="0"/>
                  </a:rPr>
                  <a:t>transport</a:t>
                </a: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sp>
            <p:nvSpPr>
              <p:cNvPr id="44364" name="Line 315"/>
              <p:cNvSpPr/>
              <p:nvPr/>
            </p:nvSpPr>
            <p:spPr>
              <a:xfrm>
                <a:off x="2997" y="1194"/>
                <a:ext cx="435" cy="3"/>
              </a:xfrm>
              <a:prstGeom prst="line">
                <a:avLst/>
              </a:prstGeom>
              <a:ln w="12700" cap="flat" cmpd="sng">
                <a:solidFill>
                  <a:schemeClr val="tx1"/>
                </a:solidFill>
                <a:prstDash val="solid"/>
                <a:headEnd type="none" w="med" len="med"/>
                <a:tailEnd type="none" w="med" len="med"/>
              </a:ln>
            </p:spPr>
          </p:sp>
          <p:sp>
            <p:nvSpPr>
              <p:cNvPr id="44365" name="Line 316"/>
              <p:cNvSpPr/>
              <p:nvPr/>
            </p:nvSpPr>
            <p:spPr>
              <a:xfrm>
                <a:off x="3003" y="1290"/>
                <a:ext cx="435" cy="3"/>
              </a:xfrm>
              <a:prstGeom prst="line">
                <a:avLst/>
              </a:prstGeom>
              <a:ln w="12700" cap="flat" cmpd="sng">
                <a:solidFill>
                  <a:schemeClr val="tx1"/>
                </a:solidFill>
                <a:prstDash val="solid"/>
                <a:headEnd type="none" w="med" len="med"/>
                <a:tailEnd type="none" w="med" len="med"/>
              </a:ln>
            </p:spPr>
          </p:sp>
          <p:sp>
            <p:nvSpPr>
              <p:cNvPr id="44366" name="Line 317"/>
              <p:cNvSpPr/>
              <p:nvPr/>
            </p:nvSpPr>
            <p:spPr>
              <a:xfrm>
                <a:off x="3003" y="1374"/>
                <a:ext cx="435" cy="3"/>
              </a:xfrm>
              <a:prstGeom prst="line">
                <a:avLst/>
              </a:prstGeom>
              <a:ln w="12700" cap="flat" cmpd="sng">
                <a:solidFill>
                  <a:schemeClr val="tx1"/>
                </a:solidFill>
                <a:prstDash val="solid"/>
                <a:headEnd type="none" w="med" len="med"/>
                <a:tailEnd type="none" w="med" len="med"/>
              </a:ln>
            </p:spPr>
          </p:sp>
          <p:sp>
            <p:nvSpPr>
              <p:cNvPr id="44367" name="Line 318"/>
              <p:cNvSpPr/>
              <p:nvPr/>
            </p:nvSpPr>
            <p:spPr>
              <a:xfrm>
                <a:off x="3003" y="1092"/>
                <a:ext cx="435" cy="3"/>
              </a:xfrm>
              <a:prstGeom prst="line">
                <a:avLst/>
              </a:prstGeom>
              <a:ln w="12700" cap="flat" cmpd="sng">
                <a:solidFill>
                  <a:schemeClr val="tx1"/>
                </a:solidFill>
                <a:prstDash val="solid"/>
                <a:headEnd type="none" w="med" len="med"/>
                <a:tailEnd type="none" w="med" len="med"/>
              </a:ln>
            </p:spPr>
          </p:sp>
        </p:grpSp>
      </p:grpSp>
      <p:grpSp>
        <p:nvGrpSpPr>
          <p:cNvPr id="19769" name="Group 1047"/>
          <p:cNvGrpSpPr/>
          <p:nvPr/>
        </p:nvGrpSpPr>
        <p:grpSpPr>
          <a:xfrm>
            <a:off x="8096250" y="4148138"/>
            <a:ext cx="1047750" cy="996950"/>
            <a:chOff x="3402" y="719"/>
            <a:chExt cx="660" cy="628"/>
          </a:xfrm>
        </p:grpSpPr>
        <p:sp>
          <p:nvSpPr>
            <p:cNvPr id="44348" name="Freeform 1048"/>
            <p:cNvSpPr/>
            <p:nvPr/>
          </p:nvSpPr>
          <p:spPr>
            <a:xfrm>
              <a:off x="3402" y="753"/>
              <a:ext cx="192" cy="594"/>
            </a:xfrm>
            <a:custGeom>
              <a:avLst/>
              <a:gdLst>
                <a:gd name="txL" fmla="*/ 0 w 192"/>
                <a:gd name="txT" fmla="*/ 0 h 594"/>
                <a:gd name="txR" fmla="*/ 192 w 192"/>
                <a:gd name="txB" fmla="*/ 594 h 594"/>
              </a:gdLst>
              <a:ahLst/>
              <a:cxnLst>
                <a:cxn ang="0">
                  <a:pos x="0" y="594"/>
                </a:cxn>
                <a:cxn ang="0">
                  <a:pos x="192" y="0"/>
                </a:cxn>
                <a:cxn ang="0">
                  <a:pos x="192" y="515"/>
                </a:cxn>
                <a:cxn ang="0">
                  <a:pos x="0" y="594"/>
                </a:cxn>
              </a:cxnLst>
              <a:rect l="txL" t="txT" r="txR" b="txB"/>
              <a:pathLst>
                <a:path w="192" h="594">
                  <a:moveTo>
                    <a:pt x="0" y="594"/>
                  </a:moveTo>
                  <a:lnTo>
                    <a:pt x="192" y="0"/>
                  </a:lnTo>
                  <a:lnTo>
                    <a:pt x="192" y="515"/>
                  </a:lnTo>
                  <a:lnTo>
                    <a:pt x="0" y="594"/>
                  </a:lnTo>
                  <a:close/>
                </a:path>
              </a:pathLst>
            </a:custGeom>
            <a:gradFill rotWithShape="1">
              <a:gsLst>
                <a:gs pos="0">
                  <a:schemeClr val="bg1">
                    <a:alpha val="100000"/>
                  </a:schemeClr>
                </a:gs>
                <a:gs pos="100000">
                  <a:srgbClr val="CC0000">
                    <a:alpha val="100000"/>
                  </a:srgbClr>
                </a:gs>
              </a:gsLst>
              <a:lin ang="0" scaled="1"/>
              <a:tileRect/>
            </a:gradFill>
            <a:ln w="9525">
              <a:noFill/>
            </a:ln>
          </p:spPr>
          <p:txBody>
            <a:bodyPr/>
            <a:lstStyle/>
            <a:p>
              <a:endParaRPr lang="zh-CN" altLang="en-US"/>
            </a:p>
          </p:txBody>
        </p:sp>
        <p:grpSp>
          <p:nvGrpSpPr>
            <p:cNvPr id="44349" name="Group 1049"/>
            <p:cNvGrpSpPr/>
            <p:nvPr/>
          </p:nvGrpSpPr>
          <p:grpSpPr>
            <a:xfrm>
              <a:off x="3549" y="719"/>
              <a:ext cx="513" cy="547"/>
              <a:chOff x="2956" y="969"/>
              <a:chExt cx="513" cy="547"/>
            </a:xfrm>
          </p:grpSpPr>
          <p:sp>
            <p:nvSpPr>
              <p:cNvPr id="44350" name="Rectangle 1050"/>
              <p:cNvSpPr/>
              <p:nvPr/>
            </p:nvSpPr>
            <p:spPr>
              <a:xfrm>
                <a:off x="3018" y="969"/>
                <a:ext cx="426" cy="489"/>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51" name="Rectangle 1051"/>
              <p:cNvSpPr/>
              <p:nvPr/>
            </p:nvSpPr>
            <p:spPr>
              <a:xfrm>
                <a:off x="2997" y="984"/>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52" name="Rectangle 1052"/>
              <p:cNvSpPr/>
              <p:nvPr/>
            </p:nvSpPr>
            <p:spPr>
              <a:xfrm>
                <a:off x="3000" y="1185"/>
                <a:ext cx="432" cy="108"/>
              </a:xfrm>
              <a:prstGeom prst="rect">
                <a:avLst/>
              </a:prstGeom>
              <a:solidFill>
                <a:srgbClr val="CC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53" name="Text Box 1053"/>
              <p:cNvSpPr txBox="1"/>
              <p:nvPr/>
            </p:nvSpPr>
            <p:spPr>
              <a:xfrm>
                <a:off x="2956" y="978"/>
                <a:ext cx="513" cy="53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000">
                    <a:latin typeface="Arial" panose="020B0604020202090204" pitchFamily="34" charset="0"/>
                  </a:rPr>
                  <a:t>application</a:t>
                </a:r>
              </a:p>
              <a:p>
                <a:pPr marL="0" lvl="0" indent="0" algn="ctr">
                  <a:lnSpc>
                    <a:spcPct val="100000"/>
                  </a:lnSpc>
                  <a:spcBef>
                    <a:spcPct val="0"/>
                  </a:spcBef>
                  <a:buClrTx/>
                  <a:buSzTx/>
                  <a:buFontTx/>
                  <a:buNone/>
                </a:pPr>
                <a:r>
                  <a:rPr lang="en-US" altLang="zh-CN" sz="1000">
                    <a:latin typeface="Arial" panose="020B0604020202090204" pitchFamily="34" charset="0"/>
                  </a:rPr>
                  <a:t>transport</a:t>
                </a: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sp>
            <p:nvSpPr>
              <p:cNvPr id="44354" name="Line 1054"/>
              <p:cNvSpPr/>
              <p:nvPr/>
            </p:nvSpPr>
            <p:spPr>
              <a:xfrm>
                <a:off x="2997" y="1194"/>
                <a:ext cx="435" cy="3"/>
              </a:xfrm>
              <a:prstGeom prst="line">
                <a:avLst/>
              </a:prstGeom>
              <a:ln w="12700" cap="flat" cmpd="sng">
                <a:solidFill>
                  <a:schemeClr val="tx1"/>
                </a:solidFill>
                <a:prstDash val="solid"/>
                <a:headEnd type="none" w="med" len="med"/>
                <a:tailEnd type="none" w="med" len="med"/>
              </a:ln>
            </p:spPr>
          </p:sp>
          <p:sp>
            <p:nvSpPr>
              <p:cNvPr id="44355" name="Line 1055"/>
              <p:cNvSpPr/>
              <p:nvPr/>
            </p:nvSpPr>
            <p:spPr>
              <a:xfrm>
                <a:off x="3003" y="1290"/>
                <a:ext cx="435" cy="3"/>
              </a:xfrm>
              <a:prstGeom prst="line">
                <a:avLst/>
              </a:prstGeom>
              <a:ln w="12700" cap="flat" cmpd="sng">
                <a:solidFill>
                  <a:schemeClr val="tx1"/>
                </a:solidFill>
                <a:prstDash val="solid"/>
                <a:headEnd type="none" w="med" len="med"/>
                <a:tailEnd type="none" w="med" len="med"/>
              </a:ln>
            </p:spPr>
          </p:sp>
          <p:sp>
            <p:nvSpPr>
              <p:cNvPr id="44356" name="Line 1056"/>
              <p:cNvSpPr/>
              <p:nvPr/>
            </p:nvSpPr>
            <p:spPr>
              <a:xfrm>
                <a:off x="3003" y="1374"/>
                <a:ext cx="435" cy="3"/>
              </a:xfrm>
              <a:prstGeom prst="line">
                <a:avLst/>
              </a:prstGeom>
              <a:ln w="12700" cap="flat" cmpd="sng">
                <a:solidFill>
                  <a:schemeClr val="tx1"/>
                </a:solidFill>
                <a:prstDash val="solid"/>
                <a:headEnd type="none" w="med" len="med"/>
                <a:tailEnd type="none" w="med" len="med"/>
              </a:ln>
            </p:spPr>
          </p:sp>
          <p:sp>
            <p:nvSpPr>
              <p:cNvPr id="44357" name="Line 1057"/>
              <p:cNvSpPr/>
              <p:nvPr/>
            </p:nvSpPr>
            <p:spPr>
              <a:xfrm>
                <a:off x="3003" y="1092"/>
                <a:ext cx="435" cy="3"/>
              </a:xfrm>
              <a:prstGeom prst="line">
                <a:avLst/>
              </a:prstGeom>
              <a:ln w="12700" cap="flat" cmpd="sng">
                <a:solidFill>
                  <a:schemeClr val="tx1"/>
                </a:solidFill>
                <a:prstDash val="solid"/>
                <a:headEnd type="none" w="med" len="med"/>
                <a:tailEnd type="none" w="med" len="med"/>
              </a:ln>
            </p:spPr>
          </p:sp>
        </p:grpSp>
      </p:grpSp>
      <p:grpSp>
        <p:nvGrpSpPr>
          <p:cNvPr id="19771" name="Group 1278"/>
          <p:cNvGrpSpPr/>
          <p:nvPr/>
        </p:nvGrpSpPr>
        <p:grpSpPr>
          <a:xfrm>
            <a:off x="5853113" y="1763713"/>
            <a:ext cx="2546350" cy="3429000"/>
            <a:chOff x="3674" y="1148"/>
            <a:chExt cx="1604" cy="2160"/>
          </a:xfrm>
        </p:grpSpPr>
        <p:grpSp>
          <p:nvGrpSpPr>
            <p:cNvPr id="44106" name="Group 433"/>
            <p:cNvGrpSpPr/>
            <p:nvPr/>
          </p:nvGrpSpPr>
          <p:grpSpPr>
            <a:xfrm>
              <a:off x="3701" y="1305"/>
              <a:ext cx="513" cy="442"/>
              <a:chOff x="3937" y="633"/>
              <a:chExt cx="513" cy="442"/>
            </a:xfrm>
          </p:grpSpPr>
          <p:sp>
            <p:nvSpPr>
              <p:cNvPr id="44327" name="Line 434"/>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328" name="Line 435"/>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329" name="Oval 436"/>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30" name="Line 437"/>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331" name="Line 438"/>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332" name="Rectangle 439"/>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333" name="Oval 440"/>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334" name="Group 441"/>
              <p:cNvGrpSpPr/>
              <p:nvPr/>
            </p:nvGrpSpPr>
            <p:grpSpPr>
              <a:xfrm>
                <a:off x="4120" y="809"/>
                <a:ext cx="156" cy="55"/>
                <a:chOff x="2848" y="848"/>
                <a:chExt cx="140" cy="98"/>
              </a:xfrm>
            </p:grpSpPr>
            <p:sp>
              <p:nvSpPr>
                <p:cNvPr id="44345" name="Line 44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346" name="Line 44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347" name="Line 44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335" name="Group 445"/>
              <p:cNvGrpSpPr/>
              <p:nvPr/>
            </p:nvGrpSpPr>
            <p:grpSpPr>
              <a:xfrm flipV="1">
                <a:off x="4120" y="808"/>
                <a:ext cx="156" cy="56"/>
                <a:chOff x="2848" y="848"/>
                <a:chExt cx="140" cy="98"/>
              </a:xfrm>
            </p:grpSpPr>
            <p:sp>
              <p:nvSpPr>
                <p:cNvPr id="44342" name="Line 44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343" name="Line 44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344" name="Line 448"/>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336" name="Rectangle 449"/>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37" name="Rectangle 450"/>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38" name="Line 451"/>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339" name="Line 452"/>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340" name="Rectangle 453"/>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800">
                  <a:solidFill>
                    <a:srgbClr val="CC0000"/>
                  </a:solidFill>
                  <a:latin typeface="Comic Sans MS" panose="030F0902030302020204" charset="0"/>
                </a:endParaRPr>
              </a:p>
            </p:txBody>
          </p:sp>
          <p:sp>
            <p:nvSpPr>
              <p:cNvPr id="44341" name="Text Box 454"/>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07" name="Group 1058"/>
            <p:cNvGrpSpPr/>
            <p:nvPr/>
          </p:nvGrpSpPr>
          <p:grpSpPr>
            <a:xfrm>
              <a:off x="4207" y="1532"/>
              <a:ext cx="513" cy="442"/>
              <a:chOff x="3937" y="633"/>
              <a:chExt cx="513" cy="442"/>
            </a:xfrm>
          </p:grpSpPr>
          <p:sp>
            <p:nvSpPr>
              <p:cNvPr id="44306" name="Line 1059"/>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307" name="Line 1060"/>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308" name="Oval 1061"/>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09" name="Line 1062"/>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310" name="Line 1063"/>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311" name="Rectangle 1064"/>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312" name="Oval 1065"/>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313" name="Group 1066"/>
              <p:cNvGrpSpPr/>
              <p:nvPr/>
            </p:nvGrpSpPr>
            <p:grpSpPr>
              <a:xfrm>
                <a:off x="4120" y="809"/>
                <a:ext cx="156" cy="55"/>
                <a:chOff x="2848" y="848"/>
                <a:chExt cx="140" cy="98"/>
              </a:xfrm>
            </p:grpSpPr>
            <p:sp>
              <p:nvSpPr>
                <p:cNvPr id="44324" name="Line 106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325" name="Line 106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326" name="Line 1069"/>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314" name="Group 1070"/>
              <p:cNvGrpSpPr/>
              <p:nvPr/>
            </p:nvGrpSpPr>
            <p:grpSpPr>
              <a:xfrm flipV="1">
                <a:off x="4120" y="808"/>
                <a:ext cx="156" cy="56"/>
                <a:chOff x="2848" y="848"/>
                <a:chExt cx="140" cy="98"/>
              </a:xfrm>
            </p:grpSpPr>
            <p:sp>
              <p:nvSpPr>
                <p:cNvPr id="44321" name="Line 1071"/>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322" name="Line 1072"/>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323" name="Line 1073"/>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315" name="Rectangle 1074"/>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16" name="Rectangle 1075"/>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17" name="Line 1076"/>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318" name="Line 1077"/>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319" name="Rectangle 1078"/>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320" name="Text Box 1079"/>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08" name="Group 1080"/>
            <p:cNvGrpSpPr/>
            <p:nvPr/>
          </p:nvGrpSpPr>
          <p:grpSpPr>
            <a:xfrm>
              <a:off x="4661" y="1148"/>
              <a:ext cx="513" cy="442"/>
              <a:chOff x="3937" y="633"/>
              <a:chExt cx="513" cy="442"/>
            </a:xfrm>
          </p:grpSpPr>
          <p:sp>
            <p:nvSpPr>
              <p:cNvPr id="44285" name="Line 1081"/>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286" name="Line 1082"/>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287" name="Oval 1083"/>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88" name="Line 1084"/>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289" name="Line 1085"/>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290" name="Rectangle 1086"/>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291" name="Oval 1087"/>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292" name="Group 1088"/>
              <p:cNvGrpSpPr/>
              <p:nvPr/>
            </p:nvGrpSpPr>
            <p:grpSpPr>
              <a:xfrm>
                <a:off x="4120" y="809"/>
                <a:ext cx="156" cy="55"/>
                <a:chOff x="2848" y="848"/>
                <a:chExt cx="140" cy="98"/>
              </a:xfrm>
            </p:grpSpPr>
            <p:sp>
              <p:nvSpPr>
                <p:cNvPr id="44303" name="Line 108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304" name="Line 109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305" name="Line 1091"/>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293" name="Group 1092"/>
              <p:cNvGrpSpPr/>
              <p:nvPr/>
            </p:nvGrpSpPr>
            <p:grpSpPr>
              <a:xfrm flipV="1">
                <a:off x="4120" y="808"/>
                <a:ext cx="156" cy="56"/>
                <a:chOff x="2848" y="848"/>
                <a:chExt cx="140" cy="98"/>
              </a:xfrm>
            </p:grpSpPr>
            <p:sp>
              <p:nvSpPr>
                <p:cNvPr id="44300" name="Line 109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301" name="Line 109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302" name="Line 1095"/>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294" name="Rectangle 1096"/>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95" name="Rectangle 1097"/>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96" name="Line 1098"/>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297" name="Line 1099"/>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298" name="Rectangle 1100"/>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99" name="Text Box 1101"/>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09" name="Group 1102"/>
            <p:cNvGrpSpPr/>
            <p:nvPr/>
          </p:nvGrpSpPr>
          <p:grpSpPr>
            <a:xfrm>
              <a:off x="4702" y="1523"/>
              <a:ext cx="513" cy="442"/>
              <a:chOff x="3937" y="633"/>
              <a:chExt cx="513" cy="442"/>
            </a:xfrm>
          </p:grpSpPr>
          <p:sp>
            <p:nvSpPr>
              <p:cNvPr id="44264" name="Line 1103"/>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265" name="Line 1104"/>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266" name="Oval 1105"/>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67" name="Line 1106"/>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268" name="Line 1107"/>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269" name="Rectangle 1108"/>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270" name="Oval 1109"/>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271" name="Group 1110"/>
              <p:cNvGrpSpPr/>
              <p:nvPr/>
            </p:nvGrpSpPr>
            <p:grpSpPr>
              <a:xfrm>
                <a:off x="4120" y="809"/>
                <a:ext cx="156" cy="55"/>
                <a:chOff x="2848" y="848"/>
                <a:chExt cx="140" cy="98"/>
              </a:xfrm>
            </p:grpSpPr>
            <p:sp>
              <p:nvSpPr>
                <p:cNvPr id="44282" name="Line 1111"/>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283" name="Line 1112"/>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84" name="Line 1113"/>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272" name="Group 1114"/>
              <p:cNvGrpSpPr/>
              <p:nvPr/>
            </p:nvGrpSpPr>
            <p:grpSpPr>
              <a:xfrm flipV="1">
                <a:off x="4120" y="808"/>
                <a:ext cx="156" cy="56"/>
                <a:chOff x="2848" y="848"/>
                <a:chExt cx="140" cy="98"/>
              </a:xfrm>
            </p:grpSpPr>
            <p:sp>
              <p:nvSpPr>
                <p:cNvPr id="44279" name="Line 1115"/>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280" name="Line 1116"/>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81" name="Line 1117"/>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273" name="Rectangle 1118"/>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74" name="Rectangle 1119"/>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75" name="Line 1120"/>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276" name="Line 1121"/>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277" name="Rectangle 1122"/>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78" name="Text Box 1123"/>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10" name="Group 1124"/>
            <p:cNvGrpSpPr/>
            <p:nvPr/>
          </p:nvGrpSpPr>
          <p:grpSpPr>
            <a:xfrm>
              <a:off x="4197" y="1157"/>
              <a:ext cx="513" cy="442"/>
              <a:chOff x="3937" y="633"/>
              <a:chExt cx="513" cy="442"/>
            </a:xfrm>
          </p:grpSpPr>
          <p:sp>
            <p:nvSpPr>
              <p:cNvPr id="44243" name="Line 1125"/>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244" name="Line 1126"/>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245" name="Oval 1127"/>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46" name="Line 1128"/>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247" name="Line 1129"/>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248" name="Rectangle 1130"/>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249" name="Oval 1131"/>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250" name="Group 1132"/>
              <p:cNvGrpSpPr/>
              <p:nvPr/>
            </p:nvGrpSpPr>
            <p:grpSpPr>
              <a:xfrm>
                <a:off x="4120" y="809"/>
                <a:ext cx="156" cy="55"/>
                <a:chOff x="2848" y="848"/>
                <a:chExt cx="140" cy="98"/>
              </a:xfrm>
            </p:grpSpPr>
            <p:sp>
              <p:nvSpPr>
                <p:cNvPr id="44261" name="Line 113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262" name="Line 113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63" name="Line 1135"/>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251" name="Group 1136"/>
              <p:cNvGrpSpPr/>
              <p:nvPr/>
            </p:nvGrpSpPr>
            <p:grpSpPr>
              <a:xfrm flipV="1">
                <a:off x="4120" y="808"/>
                <a:ext cx="156" cy="56"/>
                <a:chOff x="2848" y="848"/>
                <a:chExt cx="140" cy="98"/>
              </a:xfrm>
            </p:grpSpPr>
            <p:sp>
              <p:nvSpPr>
                <p:cNvPr id="44258" name="Line 113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259" name="Line 113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60" name="Line 1139"/>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252" name="Rectangle 1140"/>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53" name="Rectangle 1141"/>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54" name="Line 1142"/>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255" name="Line 1143"/>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256" name="Rectangle 1144"/>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57" name="Text Box 1145"/>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11" name="Group 1146"/>
            <p:cNvGrpSpPr/>
            <p:nvPr/>
          </p:nvGrpSpPr>
          <p:grpSpPr>
            <a:xfrm>
              <a:off x="4389" y="2239"/>
              <a:ext cx="513" cy="442"/>
              <a:chOff x="3937" y="633"/>
              <a:chExt cx="513" cy="442"/>
            </a:xfrm>
          </p:grpSpPr>
          <p:sp>
            <p:nvSpPr>
              <p:cNvPr id="44222" name="Line 1147"/>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223" name="Line 1148"/>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224" name="Oval 1149"/>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25" name="Line 1150"/>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226" name="Line 1151"/>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227" name="Rectangle 1152"/>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228" name="Oval 1153"/>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229" name="Group 1154"/>
              <p:cNvGrpSpPr/>
              <p:nvPr/>
            </p:nvGrpSpPr>
            <p:grpSpPr>
              <a:xfrm>
                <a:off x="4120" y="809"/>
                <a:ext cx="156" cy="55"/>
                <a:chOff x="2848" y="848"/>
                <a:chExt cx="140" cy="98"/>
              </a:xfrm>
            </p:grpSpPr>
            <p:sp>
              <p:nvSpPr>
                <p:cNvPr id="44240" name="Line 1155"/>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241" name="Line 1156"/>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42" name="Line 1157"/>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230" name="Group 1158"/>
              <p:cNvGrpSpPr/>
              <p:nvPr/>
            </p:nvGrpSpPr>
            <p:grpSpPr>
              <a:xfrm flipV="1">
                <a:off x="4120" y="808"/>
                <a:ext cx="156" cy="56"/>
                <a:chOff x="2848" y="848"/>
                <a:chExt cx="140" cy="98"/>
              </a:xfrm>
            </p:grpSpPr>
            <p:sp>
              <p:nvSpPr>
                <p:cNvPr id="44237" name="Line 115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238" name="Line 116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39" name="Line 1161"/>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231" name="Rectangle 1162"/>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32" name="Rectangle 1163"/>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33" name="Line 1164"/>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234" name="Line 1165"/>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235" name="Rectangle 1166"/>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36" name="Text Box 1167"/>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12" name="Group 1168"/>
            <p:cNvGrpSpPr/>
            <p:nvPr/>
          </p:nvGrpSpPr>
          <p:grpSpPr>
            <a:xfrm>
              <a:off x="4765" y="1995"/>
              <a:ext cx="513" cy="442"/>
              <a:chOff x="3937" y="633"/>
              <a:chExt cx="513" cy="442"/>
            </a:xfrm>
          </p:grpSpPr>
          <p:sp>
            <p:nvSpPr>
              <p:cNvPr id="44201" name="Line 1169"/>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202" name="Line 1170"/>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203" name="Oval 1171"/>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04" name="Line 1172"/>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205" name="Line 1173"/>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206" name="Rectangle 1174"/>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207" name="Oval 1175"/>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208" name="Group 1176"/>
              <p:cNvGrpSpPr/>
              <p:nvPr/>
            </p:nvGrpSpPr>
            <p:grpSpPr>
              <a:xfrm>
                <a:off x="4120" y="809"/>
                <a:ext cx="156" cy="55"/>
                <a:chOff x="2848" y="848"/>
                <a:chExt cx="140" cy="98"/>
              </a:xfrm>
            </p:grpSpPr>
            <p:sp>
              <p:nvSpPr>
                <p:cNvPr id="44219" name="Line 117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220" name="Line 117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21" name="Line 1179"/>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209" name="Group 1180"/>
              <p:cNvGrpSpPr/>
              <p:nvPr/>
            </p:nvGrpSpPr>
            <p:grpSpPr>
              <a:xfrm flipV="1">
                <a:off x="4120" y="808"/>
                <a:ext cx="156" cy="56"/>
                <a:chOff x="2848" y="848"/>
                <a:chExt cx="140" cy="98"/>
              </a:xfrm>
            </p:grpSpPr>
            <p:sp>
              <p:nvSpPr>
                <p:cNvPr id="44216" name="Line 1181"/>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217" name="Line 1182"/>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18" name="Line 1183"/>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210" name="Rectangle 1184"/>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11" name="Rectangle 1185"/>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12" name="Line 1186"/>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213" name="Line 1187"/>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214" name="Rectangle 1188"/>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215" name="Text Box 1189"/>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13" name="Group 1190"/>
            <p:cNvGrpSpPr/>
            <p:nvPr/>
          </p:nvGrpSpPr>
          <p:grpSpPr>
            <a:xfrm>
              <a:off x="4128" y="2003"/>
              <a:ext cx="513" cy="442"/>
              <a:chOff x="3937" y="633"/>
              <a:chExt cx="513" cy="442"/>
            </a:xfrm>
          </p:grpSpPr>
          <p:sp>
            <p:nvSpPr>
              <p:cNvPr id="44180" name="Line 1191"/>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181" name="Line 1192"/>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182" name="Oval 1193"/>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83" name="Line 1194"/>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184" name="Line 1195"/>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185" name="Rectangle 1196"/>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186" name="Oval 1197"/>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187" name="Group 1198"/>
              <p:cNvGrpSpPr/>
              <p:nvPr/>
            </p:nvGrpSpPr>
            <p:grpSpPr>
              <a:xfrm>
                <a:off x="4120" y="809"/>
                <a:ext cx="156" cy="55"/>
                <a:chOff x="2848" y="848"/>
                <a:chExt cx="140" cy="98"/>
              </a:xfrm>
            </p:grpSpPr>
            <p:sp>
              <p:nvSpPr>
                <p:cNvPr id="44198" name="Line 119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199" name="Line 120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200" name="Line 1201"/>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188" name="Group 1202"/>
              <p:cNvGrpSpPr/>
              <p:nvPr/>
            </p:nvGrpSpPr>
            <p:grpSpPr>
              <a:xfrm flipV="1">
                <a:off x="4120" y="808"/>
                <a:ext cx="156" cy="56"/>
                <a:chOff x="2848" y="848"/>
                <a:chExt cx="140" cy="98"/>
              </a:xfrm>
            </p:grpSpPr>
            <p:sp>
              <p:nvSpPr>
                <p:cNvPr id="44195" name="Line 120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196" name="Line 120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197" name="Line 1205"/>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189" name="Rectangle 1206"/>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90" name="Rectangle 1207"/>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91" name="Line 1208"/>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192" name="Line 1209"/>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193" name="Rectangle 1210"/>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94" name="Text Box 1211"/>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14" name="Group 1212"/>
            <p:cNvGrpSpPr/>
            <p:nvPr/>
          </p:nvGrpSpPr>
          <p:grpSpPr>
            <a:xfrm>
              <a:off x="4608" y="2771"/>
              <a:ext cx="513" cy="442"/>
              <a:chOff x="3937" y="633"/>
              <a:chExt cx="513" cy="442"/>
            </a:xfrm>
          </p:grpSpPr>
          <p:sp>
            <p:nvSpPr>
              <p:cNvPr id="44159" name="Line 1213"/>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160" name="Line 1214"/>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161" name="Oval 1215"/>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62" name="Line 1216"/>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163" name="Line 1217"/>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164" name="Rectangle 1218"/>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165" name="Oval 1219"/>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166" name="Group 1220"/>
              <p:cNvGrpSpPr/>
              <p:nvPr/>
            </p:nvGrpSpPr>
            <p:grpSpPr>
              <a:xfrm>
                <a:off x="4120" y="809"/>
                <a:ext cx="156" cy="55"/>
                <a:chOff x="2848" y="848"/>
                <a:chExt cx="140" cy="98"/>
              </a:xfrm>
            </p:grpSpPr>
            <p:sp>
              <p:nvSpPr>
                <p:cNvPr id="44177" name="Line 1221"/>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178" name="Line 1222"/>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179" name="Line 1223"/>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167" name="Group 1224"/>
              <p:cNvGrpSpPr/>
              <p:nvPr/>
            </p:nvGrpSpPr>
            <p:grpSpPr>
              <a:xfrm flipV="1">
                <a:off x="4120" y="808"/>
                <a:ext cx="156" cy="56"/>
                <a:chOff x="2848" y="848"/>
                <a:chExt cx="140" cy="98"/>
              </a:xfrm>
            </p:grpSpPr>
            <p:sp>
              <p:nvSpPr>
                <p:cNvPr id="44174" name="Line 1225"/>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175" name="Line 1226"/>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176" name="Line 1227"/>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168" name="Rectangle 1228"/>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69" name="Rectangle 1229"/>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70" name="Line 1230"/>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171" name="Line 1231"/>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172" name="Rectangle 1232"/>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73" name="Text Box 1233"/>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15" name="Group 1234"/>
            <p:cNvGrpSpPr/>
            <p:nvPr/>
          </p:nvGrpSpPr>
          <p:grpSpPr>
            <a:xfrm>
              <a:off x="4119" y="2640"/>
              <a:ext cx="513" cy="442"/>
              <a:chOff x="3937" y="633"/>
              <a:chExt cx="513" cy="442"/>
            </a:xfrm>
          </p:grpSpPr>
          <p:sp>
            <p:nvSpPr>
              <p:cNvPr id="44138" name="Line 1235"/>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139" name="Line 1236"/>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140" name="Oval 1237"/>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41" name="Line 1238"/>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142" name="Line 1239"/>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143" name="Rectangle 1240"/>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144" name="Oval 1241"/>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145" name="Group 1242"/>
              <p:cNvGrpSpPr/>
              <p:nvPr/>
            </p:nvGrpSpPr>
            <p:grpSpPr>
              <a:xfrm>
                <a:off x="4120" y="809"/>
                <a:ext cx="156" cy="55"/>
                <a:chOff x="2848" y="848"/>
                <a:chExt cx="140" cy="98"/>
              </a:xfrm>
            </p:grpSpPr>
            <p:sp>
              <p:nvSpPr>
                <p:cNvPr id="44156" name="Line 124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157" name="Line 124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158" name="Line 1245"/>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146" name="Group 1246"/>
              <p:cNvGrpSpPr/>
              <p:nvPr/>
            </p:nvGrpSpPr>
            <p:grpSpPr>
              <a:xfrm flipV="1">
                <a:off x="4120" y="808"/>
                <a:ext cx="156" cy="56"/>
                <a:chOff x="2848" y="848"/>
                <a:chExt cx="140" cy="98"/>
              </a:xfrm>
            </p:grpSpPr>
            <p:sp>
              <p:nvSpPr>
                <p:cNvPr id="44153" name="Line 124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154" name="Line 124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155" name="Line 1249"/>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147" name="Rectangle 1250"/>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48" name="Rectangle 1251"/>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49" name="Line 1252"/>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150" name="Line 1253"/>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151" name="Rectangle 1254"/>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52" name="Text Box 1255"/>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nvGrpSpPr>
            <p:cNvPr id="44116" name="Group 1256"/>
            <p:cNvGrpSpPr/>
            <p:nvPr/>
          </p:nvGrpSpPr>
          <p:grpSpPr>
            <a:xfrm>
              <a:off x="3674" y="2866"/>
              <a:ext cx="513" cy="442"/>
              <a:chOff x="3937" y="633"/>
              <a:chExt cx="513" cy="442"/>
            </a:xfrm>
          </p:grpSpPr>
          <p:sp>
            <p:nvSpPr>
              <p:cNvPr id="44117" name="Line 1257"/>
              <p:cNvSpPr/>
              <p:nvPr/>
            </p:nvSpPr>
            <p:spPr>
              <a:xfrm>
                <a:off x="4061" y="1035"/>
                <a:ext cx="312" cy="1"/>
              </a:xfrm>
              <a:prstGeom prst="line">
                <a:avLst/>
              </a:prstGeom>
              <a:ln w="12700" cap="flat" cmpd="sng">
                <a:solidFill>
                  <a:schemeClr val="tx1"/>
                </a:solidFill>
                <a:prstDash val="solid"/>
                <a:headEnd type="none" w="med" len="med"/>
                <a:tailEnd type="none" w="med" len="med"/>
              </a:ln>
            </p:spPr>
          </p:sp>
          <p:sp>
            <p:nvSpPr>
              <p:cNvPr id="44118" name="Line 1258"/>
              <p:cNvSpPr/>
              <p:nvPr/>
            </p:nvSpPr>
            <p:spPr>
              <a:xfrm flipV="1">
                <a:off x="4212" y="929"/>
                <a:ext cx="1" cy="103"/>
              </a:xfrm>
              <a:prstGeom prst="line">
                <a:avLst/>
              </a:prstGeom>
              <a:ln w="12700" cap="flat" cmpd="sng">
                <a:solidFill>
                  <a:schemeClr val="tx1"/>
                </a:solidFill>
                <a:prstDash val="solid"/>
                <a:headEnd type="none" w="med" len="med"/>
                <a:tailEnd type="none" w="med" len="med"/>
              </a:ln>
            </p:spPr>
          </p:sp>
          <p:sp>
            <p:nvSpPr>
              <p:cNvPr id="44119" name="Oval 1259"/>
              <p:cNvSpPr/>
              <p:nvPr/>
            </p:nvSpPr>
            <p:spPr>
              <a:xfrm>
                <a:off x="4048" y="854"/>
                <a:ext cx="313" cy="81"/>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20" name="Line 1260"/>
              <p:cNvSpPr/>
              <p:nvPr/>
            </p:nvSpPr>
            <p:spPr>
              <a:xfrm>
                <a:off x="4048" y="847"/>
                <a:ext cx="0" cy="50"/>
              </a:xfrm>
              <a:prstGeom prst="line">
                <a:avLst/>
              </a:prstGeom>
              <a:ln w="12700" cap="flat" cmpd="sng">
                <a:solidFill>
                  <a:schemeClr val="tx1"/>
                </a:solidFill>
                <a:prstDash val="solid"/>
                <a:headEnd type="none" w="med" len="med"/>
                <a:tailEnd type="none" w="med" len="med"/>
              </a:ln>
            </p:spPr>
          </p:sp>
          <p:sp>
            <p:nvSpPr>
              <p:cNvPr id="44121" name="Line 1261"/>
              <p:cNvSpPr/>
              <p:nvPr/>
            </p:nvSpPr>
            <p:spPr>
              <a:xfrm>
                <a:off x="4361" y="847"/>
                <a:ext cx="0" cy="50"/>
              </a:xfrm>
              <a:prstGeom prst="line">
                <a:avLst/>
              </a:prstGeom>
              <a:ln w="12700" cap="flat" cmpd="sng">
                <a:solidFill>
                  <a:schemeClr val="tx1"/>
                </a:solidFill>
                <a:prstDash val="solid"/>
                <a:headEnd type="none" w="med" len="med"/>
                <a:tailEnd type="none" w="med" len="med"/>
              </a:ln>
            </p:spPr>
          </p:sp>
          <p:sp>
            <p:nvSpPr>
              <p:cNvPr id="44122" name="Rectangle 1262"/>
              <p:cNvSpPr/>
              <p:nvPr/>
            </p:nvSpPr>
            <p:spPr>
              <a:xfrm>
                <a:off x="4048" y="847"/>
                <a:ext cx="310" cy="49"/>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44123" name="Oval 1263"/>
              <p:cNvSpPr/>
              <p:nvPr/>
            </p:nvSpPr>
            <p:spPr>
              <a:xfrm>
                <a:off x="4045" y="788"/>
                <a:ext cx="313" cy="95"/>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4124" name="Group 1264"/>
              <p:cNvGrpSpPr/>
              <p:nvPr/>
            </p:nvGrpSpPr>
            <p:grpSpPr>
              <a:xfrm>
                <a:off x="4120" y="809"/>
                <a:ext cx="156" cy="55"/>
                <a:chOff x="2848" y="848"/>
                <a:chExt cx="140" cy="98"/>
              </a:xfrm>
            </p:grpSpPr>
            <p:sp>
              <p:nvSpPr>
                <p:cNvPr id="44135" name="Line 1265"/>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136" name="Line 1266"/>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137" name="Line 1267"/>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44125" name="Group 1268"/>
              <p:cNvGrpSpPr/>
              <p:nvPr/>
            </p:nvGrpSpPr>
            <p:grpSpPr>
              <a:xfrm flipV="1">
                <a:off x="4120" y="808"/>
                <a:ext cx="156" cy="56"/>
                <a:chOff x="2848" y="848"/>
                <a:chExt cx="140" cy="98"/>
              </a:xfrm>
            </p:grpSpPr>
            <p:sp>
              <p:nvSpPr>
                <p:cNvPr id="44132" name="Line 126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44133" name="Line 127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44134" name="Line 1271"/>
                <p:cNvSpPr/>
                <p:nvPr/>
              </p:nvSpPr>
              <p:spPr>
                <a:xfrm>
                  <a:off x="2894" y="850"/>
                  <a:ext cx="52" cy="96"/>
                </a:xfrm>
                <a:prstGeom prst="line">
                  <a:avLst/>
                </a:prstGeom>
                <a:ln w="28575" cap="flat" cmpd="sng">
                  <a:solidFill>
                    <a:schemeClr val="tx1"/>
                  </a:solidFill>
                  <a:prstDash val="solid"/>
                  <a:headEnd type="none" w="med" len="med"/>
                  <a:tailEnd type="none" w="med" len="med"/>
                </a:ln>
              </p:spPr>
            </p:sp>
          </p:grpSp>
          <p:sp>
            <p:nvSpPr>
              <p:cNvPr id="44126" name="Rectangle 1272"/>
              <p:cNvSpPr/>
              <p:nvPr/>
            </p:nvSpPr>
            <p:spPr>
              <a:xfrm>
                <a:off x="3996" y="732"/>
                <a:ext cx="426" cy="306"/>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27" name="Rectangle 1273"/>
              <p:cNvSpPr/>
              <p:nvPr/>
            </p:nvSpPr>
            <p:spPr>
              <a:xfrm>
                <a:off x="3969" y="753"/>
                <a:ext cx="435" cy="312"/>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28" name="Line 1274"/>
              <p:cNvSpPr/>
              <p:nvPr/>
            </p:nvSpPr>
            <p:spPr>
              <a:xfrm>
                <a:off x="3966" y="945"/>
                <a:ext cx="435" cy="3"/>
              </a:xfrm>
              <a:prstGeom prst="line">
                <a:avLst/>
              </a:prstGeom>
              <a:ln w="12700" cap="flat" cmpd="sng">
                <a:solidFill>
                  <a:schemeClr val="tx1"/>
                </a:solidFill>
                <a:prstDash val="solid"/>
                <a:headEnd type="none" w="med" len="med"/>
                <a:tailEnd type="none" w="med" len="med"/>
              </a:ln>
            </p:spPr>
          </p:sp>
          <p:sp>
            <p:nvSpPr>
              <p:cNvPr id="44129" name="Line 1275"/>
              <p:cNvSpPr/>
              <p:nvPr/>
            </p:nvSpPr>
            <p:spPr>
              <a:xfrm>
                <a:off x="3972" y="849"/>
                <a:ext cx="435" cy="3"/>
              </a:xfrm>
              <a:prstGeom prst="line">
                <a:avLst/>
              </a:prstGeom>
              <a:ln w="12700" cap="flat" cmpd="sng">
                <a:solidFill>
                  <a:schemeClr val="tx1"/>
                </a:solidFill>
                <a:prstDash val="solid"/>
                <a:headEnd type="none" w="med" len="med"/>
                <a:tailEnd type="none" w="med" len="med"/>
              </a:ln>
            </p:spPr>
          </p:sp>
          <p:sp>
            <p:nvSpPr>
              <p:cNvPr id="44130" name="Rectangle 1276"/>
              <p:cNvSpPr/>
              <p:nvPr/>
            </p:nvSpPr>
            <p:spPr>
              <a:xfrm>
                <a:off x="3966" y="756"/>
                <a:ext cx="435" cy="93"/>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31" name="Text Box 1277"/>
              <p:cNvSpPr txBox="1"/>
              <p:nvPr/>
            </p:nvSpPr>
            <p:spPr>
              <a:xfrm>
                <a:off x="3937" y="633"/>
                <a:ext cx="513" cy="44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en-US" altLang="zh-CN" sz="1000">
                  <a:latin typeface="Arial" panose="020B0604020202090204" pitchFamily="34" charset="0"/>
                </a:endParaRPr>
              </a:p>
              <a:p>
                <a:pPr marL="0" lvl="0" indent="0" algn="ctr">
                  <a:lnSpc>
                    <a:spcPct val="100000"/>
                  </a:lnSpc>
                  <a:spcBef>
                    <a:spcPct val="0"/>
                  </a:spcBef>
                  <a:buClrTx/>
                  <a:buSzTx/>
                  <a:buFontTx/>
                  <a:buNone/>
                </a:pPr>
                <a:r>
                  <a:rPr lang="en-US" altLang="zh-CN" sz="1000">
                    <a:solidFill>
                      <a:schemeClr val="bg1"/>
                    </a:solidFill>
                    <a:latin typeface="Arial" panose="020B0604020202090204" pitchFamily="34" charset="0"/>
                  </a:rPr>
                  <a:t>network</a:t>
                </a:r>
              </a:p>
              <a:p>
                <a:pPr marL="0" lvl="0" indent="0" algn="ctr">
                  <a:lnSpc>
                    <a:spcPct val="100000"/>
                  </a:lnSpc>
                  <a:spcBef>
                    <a:spcPct val="0"/>
                  </a:spcBef>
                  <a:buClrTx/>
                  <a:buSzTx/>
                  <a:buFontTx/>
                  <a:buNone/>
                </a:pPr>
                <a:r>
                  <a:rPr lang="en-US" altLang="zh-CN" sz="1000">
                    <a:latin typeface="Arial" panose="020B0604020202090204" pitchFamily="34" charset="0"/>
                  </a:rPr>
                  <a:t>data link</a:t>
                </a:r>
              </a:p>
              <a:p>
                <a:pPr marL="0" lvl="0" indent="0" algn="ctr">
                  <a:lnSpc>
                    <a:spcPct val="100000"/>
                  </a:lnSpc>
                  <a:spcBef>
                    <a:spcPct val="0"/>
                  </a:spcBef>
                  <a:buClrTx/>
                  <a:buSzTx/>
                  <a:buFontTx/>
                  <a:buNone/>
                </a:pPr>
                <a:r>
                  <a:rPr lang="en-US" altLang="zh-CN" sz="1000">
                    <a:latin typeface="Arial" panose="020B0604020202090204" pitchFamily="34" charset="0"/>
                  </a:rPr>
                  <a:t>physical</a:t>
                </a:r>
                <a:endParaRPr lang="en-US" altLang="zh-CN" sz="2400">
                  <a:latin typeface="Arial" panose="020B0604020202090204" pitchFamily="34" charset="0"/>
                </a:endParaRPr>
              </a:p>
            </p:txBody>
          </p:sp>
        </p:grpSp>
      </p:grpSp>
      <p:sp>
        <p:nvSpPr>
          <p:cNvPr id="632064" name="Rectangle 1280"/>
          <p:cNvSpPr/>
          <p:nvPr/>
        </p:nvSpPr>
        <p:spPr>
          <a:xfrm>
            <a:off x="5721350" y="858838"/>
            <a:ext cx="388938" cy="13811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32065" name="Rectangle 1281"/>
          <p:cNvSpPr/>
          <p:nvPr/>
        </p:nvSpPr>
        <p:spPr>
          <a:xfrm>
            <a:off x="5651500" y="1509713"/>
            <a:ext cx="596900" cy="13811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32066" name="Rectangle 1282"/>
          <p:cNvSpPr/>
          <p:nvPr/>
        </p:nvSpPr>
        <p:spPr>
          <a:xfrm>
            <a:off x="8477250" y="4487863"/>
            <a:ext cx="388938" cy="13811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4104" name="Slide Number Placeholder 5"/>
          <p:cNvSpPr txBox="1">
            <a:spLocks noGrp="1"/>
          </p:cNvSpPr>
          <p:nvPr>
            <p:ph type="sldNum" sz="quarter" idx="4"/>
          </p:nvPr>
        </p:nvSpPr>
        <p:spPr>
          <a:xfrm>
            <a:off x="8456613" y="6475413"/>
            <a:ext cx="458787"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a:t>
            </a:fld>
            <a:endParaRPr lang="en-US" altLang="zh-CN" sz="1200">
              <a:latin typeface="Tahoma" panose="020B0604030504040204" charset="0"/>
            </a:endParaRPr>
          </a:p>
        </p:txBody>
      </p:sp>
      <p:sp>
        <p:nvSpPr>
          <p:cNvPr id="44105"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9767"/>
                                        </p:tgtEl>
                                        <p:attrNameLst>
                                          <p:attrName>style.visibility</p:attrName>
                                        </p:attrNameLst>
                                      </p:cBhvr>
                                      <p:to>
                                        <p:strVal val="visible"/>
                                      </p:to>
                                    </p:set>
                                    <p:animEffect transition="in" filter="wipe(left)">
                                      <p:cBhvr>
                                        <p:cTn id="7" dur="500"/>
                                        <p:tgtEl>
                                          <p:spTgt spid="19767"/>
                                        </p:tgtEl>
                                      </p:cBhvr>
                                    </p:animEffect>
                                  </p:childTnLst>
                                </p:cTn>
                              </p:par>
                              <p:par>
                                <p:cTn id="8" presetID="22" presetClass="entr" presetSubtype="8" fill="hold" nodeType="withEffect">
                                  <p:stCondLst>
                                    <p:cond delay="0"/>
                                  </p:stCondLst>
                                  <p:childTnLst>
                                    <p:set>
                                      <p:cBhvr>
                                        <p:cTn id="9" dur="1" fill="hold">
                                          <p:stCondLst>
                                            <p:cond delay="0"/>
                                          </p:stCondLst>
                                        </p:cTn>
                                        <p:tgtEl>
                                          <p:spTgt spid="19769"/>
                                        </p:tgtEl>
                                        <p:attrNameLst>
                                          <p:attrName>style.visibility</p:attrName>
                                        </p:attrNameLst>
                                      </p:cBhvr>
                                      <p:to>
                                        <p:strVal val="visible"/>
                                      </p:to>
                                    </p:set>
                                    <p:animEffect transition="in" filter="wipe(left)">
                                      <p:cBhvr>
                                        <p:cTn id="10" dur="500"/>
                                        <p:tgtEl>
                                          <p:spTgt spid="1976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9771"/>
                                        </p:tgtEl>
                                        <p:attrNameLst>
                                          <p:attrName>style.visibility</p:attrName>
                                        </p:attrNameLst>
                                      </p:cBhvr>
                                      <p:to>
                                        <p:strVal val="visible"/>
                                      </p:to>
                                    </p:set>
                                    <p:animEffect transition="in" filter="dissolve">
                                      <p:cBhvr>
                                        <p:cTn id="15" dur="1000"/>
                                        <p:tgtEl>
                                          <p:spTgt spid="19771"/>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632064"/>
                                        </p:tgtEl>
                                        <p:attrNameLst>
                                          <p:attrName>style.visibility</p:attrName>
                                        </p:attrNameLst>
                                      </p:cBhvr>
                                      <p:to>
                                        <p:strVal val="visible"/>
                                      </p:to>
                                    </p:set>
                                  </p:childTnLst>
                                </p:cTn>
                              </p:par>
                            </p:childTnLst>
                          </p:cTn>
                        </p:par>
                        <p:par>
                          <p:cTn id="20" fill="hold">
                            <p:stCondLst>
                              <p:cond delay="0"/>
                            </p:stCondLst>
                            <p:childTnLst>
                              <p:par>
                                <p:cTn id="21" presetID="42" presetClass="path" presetSubtype="0" accel="50000" decel="50000" fill="hold" nodeType="afterEffect">
                                  <p:stCondLst>
                                    <p:cond delay="0"/>
                                  </p:stCondLst>
                                  <p:childTnLst>
                                    <p:animMotion origin="layout" path="M 0.00244 0.01227 L 0.00382 0.0949 " pathEditMode="relative" rAng="0" ptsTypes="AA">
                                      <p:cBhvr>
                                        <p:cTn id="22" dur="2000" fill="hold"/>
                                        <p:tgtEl>
                                          <p:spTgt spid="632064"/>
                                        </p:tgtEl>
                                        <p:attrNameLst>
                                          <p:attrName>ppt_x</p:attrName>
                                          <p:attrName>ppt_y</p:attrName>
                                        </p:attrNameLst>
                                      </p:cBhvr>
                                      <p:rCtr x="100" y="4100"/>
                                    </p:animMotion>
                                  </p:childTnLst>
                                </p:cTn>
                              </p:par>
                            </p:childTnLst>
                          </p:cTn>
                        </p:par>
                        <p:par>
                          <p:cTn id="23" fill="hold">
                            <p:stCondLst>
                              <p:cond delay="2000"/>
                            </p:stCondLst>
                            <p:childTnLst>
                              <p:par>
                                <p:cTn id="24" presetID="1" presetClass="exit" presetSubtype="0" fill="hold" nodeType="afterEffect">
                                  <p:stCondLst>
                                    <p:cond delay="0"/>
                                  </p:stCondLst>
                                  <p:childTnLst>
                                    <p:set>
                                      <p:cBhvr>
                                        <p:cTn id="25" dur="1" fill="hold">
                                          <p:stCondLst>
                                            <p:cond delay="0"/>
                                          </p:stCondLst>
                                        </p:cTn>
                                        <p:tgtEl>
                                          <p:spTgt spid="632064"/>
                                        </p:tgtEl>
                                        <p:attrNameLst>
                                          <p:attrName>style.visibility</p:attrName>
                                        </p:attrNameLst>
                                      </p:cBhvr>
                                      <p:to>
                                        <p:strVal val="hidden"/>
                                      </p:to>
                                    </p:set>
                                  </p:childTnLst>
                                </p:cTn>
                              </p:par>
                            </p:childTnLst>
                          </p:cTn>
                        </p:par>
                        <p:par>
                          <p:cTn id="26" fill="hold">
                            <p:stCondLst>
                              <p:cond delay="2000"/>
                            </p:stCondLst>
                            <p:childTnLst>
                              <p:par>
                                <p:cTn id="27" presetID="1" presetClass="entr" presetSubtype="0" fill="hold" nodeType="afterEffect">
                                  <p:stCondLst>
                                    <p:cond delay="0"/>
                                  </p:stCondLst>
                                  <p:childTnLst>
                                    <p:set>
                                      <p:cBhvr>
                                        <p:cTn id="28" dur="1" fill="hold">
                                          <p:stCondLst>
                                            <p:cond delay="0"/>
                                          </p:stCondLst>
                                        </p:cTn>
                                        <p:tgtEl>
                                          <p:spTgt spid="632065"/>
                                        </p:tgtEl>
                                        <p:attrNameLst>
                                          <p:attrName>style.visibility</p:attrName>
                                        </p:attrNameLst>
                                      </p:cBhvr>
                                      <p:to>
                                        <p:strVal val="visible"/>
                                      </p:to>
                                    </p:set>
                                  </p:childTnLst>
                                </p:cTn>
                              </p:par>
                            </p:childTnLst>
                          </p:cTn>
                        </p:par>
                        <p:par>
                          <p:cTn id="29" fill="hold">
                            <p:stCondLst>
                              <p:cond delay="2000"/>
                            </p:stCondLst>
                            <p:childTnLst>
                              <p:par>
                                <p:cTn id="30" presetID="0" presetClass="path" presetSubtype="0" accel="50000" decel="50000" fill="hold" nodeType="afterEffect">
                                  <p:stCondLst>
                                    <p:cond delay="0"/>
                                  </p:stCondLst>
                                  <p:childTnLst>
                                    <p:animMotion origin="layout" path="M 2.5E-6 -1.48148E-6 L 2.5E-6 0.07269 L 0.02726 0.18982 L 0.02726 0.1132 L 0.07118 0.11112 L 0.07257 0.18982 L 0.11667 0.14144 L 0.11667 0.07871 L 0.16059 0.07686 L 0.10903 0.23426 L 0.11511 0.15949 L 0.1559 0.15949 L 0.15747 0.23635 L 0.1059 0.34537 L 0.10295 0.27061 L 0.14236 0.26875 L 0.14688 0.39584 L 0.1559 0.3213 L 0.19236 0.31922 L 0.19688 0.39792 L 0.1059 0.49908 L 0.1059 0.41621 L 0.14236 0.41621 L 0.14236 0.49699 L 0.18785 0.53542 L 0.18785 0.44653 L 0.2257 0.44653 L 0.22865 0.52732 L 0.31198 0.50301 L 0.31198 0.43843 " pathEditMode="relative" ptsTypes="AAAAAAAAAAAAAAAAAAAAAAAAAAAAAA">
                                      <p:cBhvr>
                                        <p:cTn id="31" dur="5000" fill="hold"/>
                                        <p:tgtEl>
                                          <p:spTgt spid="632065"/>
                                        </p:tgtEl>
                                        <p:attrNameLst>
                                          <p:attrName>ppt_x</p:attrName>
                                          <p:attrName>ppt_y</p:attrName>
                                        </p:attrNameLst>
                                      </p:cBhvr>
                                    </p:animMotion>
                                  </p:childTnLst>
                                </p:cTn>
                              </p:par>
                            </p:childTnLst>
                          </p:cTn>
                        </p:par>
                        <p:par>
                          <p:cTn id="32" fill="hold">
                            <p:stCondLst>
                              <p:cond delay="7000"/>
                            </p:stCondLst>
                            <p:childTnLst>
                              <p:par>
                                <p:cTn id="33" presetID="1" presetClass="exit" presetSubtype="0" fill="hold" nodeType="afterEffect">
                                  <p:stCondLst>
                                    <p:cond delay="0"/>
                                  </p:stCondLst>
                                  <p:childTnLst>
                                    <p:set>
                                      <p:cBhvr>
                                        <p:cTn id="34" dur="1" fill="hold">
                                          <p:stCondLst>
                                            <p:cond delay="0"/>
                                          </p:stCondLst>
                                        </p:cTn>
                                        <p:tgtEl>
                                          <p:spTgt spid="632065"/>
                                        </p:tgtEl>
                                        <p:attrNameLst>
                                          <p:attrName>style.visibility</p:attrName>
                                        </p:attrNameLst>
                                      </p:cBhvr>
                                      <p:to>
                                        <p:strVal val="hidden"/>
                                      </p:to>
                                    </p:set>
                                  </p:childTnLst>
                                </p:cTn>
                              </p:par>
                            </p:childTnLst>
                          </p:cTn>
                        </p:par>
                        <p:par>
                          <p:cTn id="35" fill="hold">
                            <p:stCondLst>
                              <p:cond delay="7000"/>
                            </p:stCondLst>
                            <p:childTnLst>
                              <p:par>
                                <p:cTn id="36" presetID="1" presetClass="entr" presetSubtype="0" fill="hold" nodeType="afterEffect">
                                  <p:stCondLst>
                                    <p:cond delay="0"/>
                                  </p:stCondLst>
                                  <p:childTnLst>
                                    <p:set>
                                      <p:cBhvr>
                                        <p:cTn id="37" dur="1" fill="hold">
                                          <p:stCondLst>
                                            <p:cond delay="0"/>
                                          </p:stCondLst>
                                        </p:cTn>
                                        <p:tgtEl>
                                          <p:spTgt spid="632066"/>
                                        </p:tgtEl>
                                        <p:attrNameLst>
                                          <p:attrName>style.visibility</p:attrName>
                                        </p:attrNameLst>
                                      </p:cBhvr>
                                      <p:to>
                                        <p:strVal val="visible"/>
                                      </p:to>
                                    </p:set>
                                  </p:childTnLst>
                                </p:cTn>
                              </p:par>
                            </p:childTnLst>
                          </p:cTn>
                        </p:par>
                        <p:par>
                          <p:cTn id="38" fill="hold">
                            <p:stCondLst>
                              <p:cond delay="7000"/>
                            </p:stCondLst>
                            <p:childTnLst>
                              <p:par>
                                <p:cTn id="39" presetID="1" presetClass="entr" presetSubtype="0" fill="hold" nodeType="afterEffect">
                                  <p:stCondLst>
                                    <p:cond delay="0"/>
                                  </p:stCondLst>
                                  <p:childTnLst>
                                    <p:set>
                                      <p:cBhvr>
                                        <p:cTn id="40" dur="1" fill="hold">
                                          <p:stCondLst>
                                            <p:cond delay="0"/>
                                          </p:stCondLst>
                                        </p:cTn>
                                        <p:tgtEl>
                                          <p:spTgt spid="632066"/>
                                        </p:tgtEl>
                                        <p:attrNameLst>
                                          <p:attrName>style.visibility</p:attrName>
                                        </p:attrNameLst>
                                      </p:cBhvr>
                                      <p:to>
                                        <p:strVal val="visible"/>
                                      </p:to>
                                    </p:set>
                                  </p:childTnLst>
                                </p:cTn>
                              </p:par>
                            </p:childTnLst>
                          </p:cTn>
                        </p:par>
                        <p:par>
                          <p:cTn id="41" fill="hold">
                            <p:stCondLst>
                              <p:cond delay="7000"/>
                            </p:stCondLst>
                            <p:childTnLst>
                              <p:par>
                                <p:cTn id="42" presetID="42" presetClass="path" presetSubtype="0" accel="50000" decel="50000" fill="hold" nodeType="afterEffect">
                                  <p:stCondLst>
                                    <p:cond delay="0"/>
                                  </p:stCondLst>
                                  <p:childTnLst>
                                    <p:animMotion origin="layout" path="M -3.05556E-6 0 L -0.00156 -0.07106 " pathEditMode="relative" rAng="0" ptsTypes="AA">
                                      <p:cBhvr>
                                        <p:cTn id="43" dur="2000" fill="hold"/>
                                        <p:tgtEl>
                                          <p:spTgt spid="632066"/>
                                        </p:tgtEl>
                                        <p:attrNameLst>
                                          <p:attrName>ppt_x</p:attrName>
                                          <p:attrName>ppt_y</p:attrName>
                                        </p:attrNameLst>
                                      </p:cBhvr>
                                      <p:rCtr x="-100" y="-36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2064" grpId="0" animBg="1"/>
      <p:bldP spid="632064" grpId="1" animBg="1"/>
      <p:bldP spid="632064" grpId="2" animBg="1"/>
      <p:bldP spid="632065" grpId="0" animBg="1"/>
      <p:bldP spid="632065" grpId="1" animBg="1"/>
      <p:bldP spid="632065" grpId="2" animBg="1"/>
      <p:bldP spid="632066" grpId="0" animBg="1"/>
      <p:bldP spid="632066" grpId="1" animBg="1"/>
      <p:bldP spid="632066" grpId="2"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7" name="Rectangle 7"/>
          <p:cNvSpPr txBox="1">
            <a:spLocks noGrp="1"/>
          </p:cNvSpPr>
          <p:nvPr>
            <p:ph type="ftr" sz="quarter" idx="11"/>
          </p:nvPr>
        </p:nvSpPr>
        <p:spPr/>
        <p:txBody>
          <a:bodyPr/>
          <a:lstStyle>
            <a:lvl1pPr marL="0" lvl="0"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defRPr>
            </a:lvl1pPr>
            <a:lvl2pPr marL="457200" lvl="1"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cs typeface="+mn-cs"/>
              </a:defRPr>
            </a:lvl2pPr>
            <a:lvl3pPr marL="914400" lvl="2"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cs typeface="+mn-cs"/>
              </a:defRPr>
            </a:lvl3pPr>
            <a:lvl4pPr marL="1371600" lvl="3"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cs typeface="+mn-cs"/>
              </a:defRPr>
            </a:lvl4pPr>
            <a:lvl5pPr marL="1828800" lvl="4"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cs typeface="+mn-cs"/>
              </a:defRPr>
            </a:lvl5pPr>
          </a:lstStyle>
          <a:p>
            <a:pPr lvl="0" algn="r">
              <a:spcBef>
                <a:spcPct val="0"/>
              </a:spcBef>
              <a:buClrTx/>
              <a:buSzTx/>
              <a:buFontTx/>
            </a:pPr>
            <a:r>
              <a:rPr lang="en-US" altLang="zh-CN" sz="1200">
                <a:latin typeface="Tahoma" panose="020B0604030504040204" charset="0"/>
              </a:rPr>
              <a:t>Application Layer</a:t>
            </a:r>
          </a:p>
        </p:txBody>
      </p:sp>
      <p:sp>
        <p:nvSpPr>
          <p:cNvPr id="39938" name="Rectangle 8"/>
          <p:cNvSpPr txBox="1">
            <a:spLocks noGrp="1"/>
          </p:cNvSpPr>
          <p:nvPr>
            <p:ph type="sldNum" sz="quarter" idx="12"/>
          </p:nvPr>
        </p:nvSpPr>
        <p:spPr/>
        <p:txBody>
          <a:bodyPr/>
          <a:lstStyle>
            <a:lvl1pPr marL="0" lvl="0"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defRPr>
            </a:lvl1pPr>
            <a:lvl2pPr marL="457200" lvl="1"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cs typeface="+mn-cs"/>
              </a:defRPr>
            </a:lvl2pPr>
            <a:lvl3pPr marL="914400" lvl="2"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cs typeface="+mn-cs"/>
              </a:defRPr>
            </a:lvl3pPr>
            <a:lvl4pPr marL="1371600" lvl="3"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cs typeface="+mn-cs"/>
              </a:defRPr>
            </a:lvl4pPr>
            <a:lvl5pPr marL="1828800" lvl="4" indent="0" algn="l" defTabSz="914400" rtl="0" eaLnBrk="0" fontAlgn="base" latinLnBrk="0" hangingPunct="0">
              <a:lnSpc>
                <a:spcPct val="100000"/>
              </a:lnSpc>
              <a:spcBef>
                <a:spcPct val="20000"/>
              </a:spcBef>
              <a:spcAft>
                <a:spcPct val="0"/>
              </a:spcAft>
              <a:buClr>
                <a:schemeClr val="accent2"/>
              </a:buClr>
              <a:buSzPct val="85000"/>
              <a:buFont typeface="ZapfDingbats" charset="2"/>
              <a:buNone/>
              <a:defRPr sz="2000" b="0" i="0" u="none" kern="1200" baseline="0">
                <a:solidFill>
                  <a:schemeClr val="tx1"/>
                </a:solidFill>
                <a:latin typeface="Arial" panose="020B0604020202090204" pitchFamily="34" charset="0"/>
                <a:ea typeface="MS PGothic" charset="-128"/>
                <a:cs typeface="+mn-cs"/>
              </a:defRPr>
            </a:lvl5pPr>
          </a:lstStyle>
          <a:p>
            <a:pPr lvl="0">
              <a:spcBef>
                <a:spcPct val="0"/>
              </a:spcBef>
              <a:buClrTx/>
              <a:buSzTx/>
              <a:buFontTx/>
            </a:pPr>
            <a:r>
              <a:rPr lang="en-US" altLang="zh-CN" sz="1200">
                <a:latin typeface="Tahoma" panose="020B0604030504040204" charset="0"/>
              </a:rPr>
              <a:t>2-</a:t>
            </a:r>
            <a:fld id="{9A0DB2DC-4C9A-4742-B13C-FB6460FD3503}" type="slidenum">
              <a:rPr lang="en-US" sz="1200">
                <a:latin typeface="Tahoma" panose="020B0604030504040204" charset="0"/>
              </a:rPr>
              <a:t>7</a:t>
            </a:fld>
            <a:endParaRPr lang="en-US" sz="1200">
              <a:latin typeface="Tahoma" panose="020B0604030504040204" charset="0"/>
            </a:endParaRPr>
          </a:p>
        </p:txBody>
      </p:sp>
      <p:grpSp>
        <p:nvGrpSpPr>
          <p:cNvPr id="39939" name="Group 1037"/>
          <p:cNvGrpSpPr/>
          <p:nvPr/>
        </p:nvGrpSpPr>
        <p:grpSpPr>
          <a:xfrm>
            <a:off x="5124450" y="1257300"/>
            <a:ext cx="3540125" cy="4545013"/>
            <a:chOff x="3277" y="974"/>
            <a:chExt cx="2230" cy="2863"/>
          </a:xfrm>
        </p:grpSpPr>
        <p:sp>
          <p:nvSpPr>
            <p:cNvPr id="39972" name="Freeform 1038"/>
            <p:cNvSpPr/>
            <p:nvPr/>
          </p:nvSpPr>
          <p:spPr>
            <a:xfrm>
              <a:off x="3277" y="1079"/>
              <a:ext cx="1094" cy="675"/>
            </a:xfrm>
            <a:custGeom>
              <a:avLst/>
              <a:gdLst>
                <a:gd name="txL" fmla="*/ 0 w 1036"/>
                <a:gd name="txT" fmla="*/ 0 h 675"/>
                <a:gd name="txR" fmla="*/ 1036 w 1036"/>
                <a:gd name="txB" fmla="*/ 675 h 675"/>
              </a:gdLst>
              <a:ahLst/>
              <a:cxnLst>
                <a:cxn ang="0">
                  <a:pos x="1466" y="11"/>
                </a:cxn>
                <a:cxn ang="0">
                  <a:pos x="884" y="53"/>
                </a:cxn>
                <a:cxn ang="0">
                  <a:pos x="467" y="129"/>
                </a:cxn>
                <a:cxn ang="0">
                  <a:pos x="347" y="229"/>
                </a:cxn>
                <a:cxn ang="0">
                  <a:pos x="48" y="297"/>
                </a:cxn>
                <a:cxn ang="0">
                  <a:pos x="39" y="459"/>
                </a:cxn>
                <a:cxn ang="0">
                  <a:pos x="298" y="489"/>
                </a:cxn>
                <a:cxn ang="0">
                  <a:pos x="1039" y="489"/>
                </a:cxn>
                <a:cxn ang="0">
                  <a:pos x="1353" y="555"/>
                </a:cxn>
                <a:cxn ang="0">
                  <a:pos x="1702" y="657"/>
                </a:cxn>
                <a:cxn ang="0">
                  <a:pos x="1969" y="661"/>
                </a:cxn>
                <a:cxn ang="0">
                  <a:pos x="2153" y="603"/>
                </a:cxn>
                <a:cxn ang="0">
                  <a:pos x="2247" y="445"/>
                </a:cxn>
                <a:cxn ang="0">
                  <a:pos x="2305" y="291"/>
                </a:cxn>
                <a:cxn ang="0">
                  <a:pos x="2312" y="107"/>
                </a:cxn>
                <a:cxn ang="0">
                  <a:pos x="2113" y="17"/>
                </a:cxn>
                <a:cxn ang="0">
                  <a:pos x="1755" y="3"/>
                </a:cxn>
                <a:cxn ang="0">
                  <a:pos x="1466" y="11"/>
                </a:cxn>
              </a:cxnLst>
              <a:rect l="txL" t="txT" r="txR" b="tx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DDDDDD">
                <a:alpha val="100000"/>
              </a:srgbClr>
            </a:solidFill>
            <a:ln w="9525">
              <a:noFill/>
            </a:ln>
          </p:spPr>
          <p:txBody>
            <a:bodyPr/>
            <a:lstStyle/>
            <a:p>
              <a:endParaRPr lang="zh-CN" altLang="en-US"/>
            </a:p>
          </p:txBody>
        </p:sp>
        <p:grpSp>
          <p:nvGrpSpPr>
            <p:cNvPr id="39973" name="Group 1039"/>
            <p:cNvGrpSpPr/>
            <p:nvPr/>
          </p:nvGrpSpPr>
          <p:grpSpPr>
            <a:xfrm>
              <a:off x="3383" y="1920"/>
              <a:ext cx="919" cy="588"/>
              <a:chOff x="2889" y="1631"/>
              <a:chExt cx="980" cy="743"/>
            </a:xfrm>
          </p:grpSpPr>
          <p:sp>
            <p:nvSpPr>
              <p:cNvPr id="40348" name="Rectangle 1040"/>
              <p:cNvSpPr/>
              <p:nvPr/>
            </p:nvSpPr>
            <p:spPr>
              <a:xfrm>
                <a:off x="3046" y="1841"/>
                <a:ext cx="663" cy="533"/>
              </a:xfrm>
              <a:prstGeom prst="rect">
                <a:avLst/>
              </a:prstGeom>
              <a:solidFill>
                <a:srgbClr val="DDDDDD"/>
              </a:solidFill>
              <a:ln w="9525">
                <a:noFill/>
              </a:ln>
            </p:spPr>
            <p:txBody>
              <a:bodyPr wrap="none" anchor="ctr" anchorCtr="0"/>
              <a:lstStyle/>
              <a:p>
                <a:endParaRPr dirty="0">
                  <a:latin typeface="Arial" panose="020B0604020202090204" pitchFamily="34" charset="0"/>
                </a:endParaRPr>
              </a:p>
            </p:txBody>
          </p:sp>
          <p:sp>
            <p:nvSpPr>
              <p:cNvPr id="40349" name="AutoShape 1041"/>
              <p:cNvSpPr/>
              <p:nvPr/>
            </p:nvSpPr>
            <p:spPr>
              <a:xfrm>
                <a:off x="2889" y="1631"/>
                <a:ext cx="980" cy="253"/>
              </a:xfrm>
              <a:prstGeom prst="triangle">
                <a:avLst>
                  <a:gd name="adj" fmla="val 50000"/>
                </a:avLst>
              </a:prstGeom>
              <a:solidFill>
                <a:srgbClr val="DDDDDD"/>
              </a:solidFill>
              <a:ln w="9525">
                <a:noFill/>
              </a:ln>
            </p:spPr>
            <p:txBody>
              <a:bodyPr wrap="none" anchor="ctr" anchorCtr="0"/>
              <a:lstStyle/>
              <a:p>
                <a:pPr algn="ctr">
                  <a:spcBef>
                    <a:spcPct val="0"/>
                  </a:spcBef>
                  <a:buClrTx/>
                  <a:buSzTx/>
                  <a:buFontTx/>
                </a:pPr>
                <a:endParaRPr sz="2400" dirty="0">
                  <a:solidFill>
                    <a:srgbClr val="00CCFF"/>
                  </a:solidFill>
                  <a:latin typeface="Arial" panose="020B0604020202090204" pitchFamily="34" charset="0"/>
                </a:endParaRPr>
              </a:p>
            </p:txBody>
          </p:sp>
        </p:grpSp>
        <p:sp>
          <p:nvSpPr>
            <p:cNvPr id="39974" name="Freeform 1042"/>
            <p:cNvSpPr/>
            <p:nvPr/>
          </p:nvSpPr>
          <p:spPr>
            <a:xfrm>
              <a:off x="3379" y="2788"/>
              <a:ext cx="2032" cy="1049"/>
            </a:xfrm>
            <a:custGeom>
              <a:avLst/>
              <a:gdLst>
                <a:gd name="txL" fmla="*/ 0 w 2032"/>
                <a:gd name="txT" fmla="*/ 0 h 1049"/>
                <a:gd name="txR" fmla="*/ 2032 w 2032"/>
                <a:gd name="txB" fmla="*/ 1049 h 1049"/>
              </a:gdLst>
              <a:ahLst/>
              <a:cxnLst>
                <a:cxn ang="0">
                  <a:pos x="1044" y="26"/>
                </a:cxn>
                <a:cxn ang="0">
                  <a:pos x="847" y="125"/>
                </a:cxn>
                <a:cxn ang="0">
                  <a:pos x="580" y="68"/>
                </a:cxn>
                <a:cxn ang="0">
                  <a:pos x="143" y="170"/>
                </a:cxn>
                <a:cxn ang="0">
                  <a:pos x="48" y="374"/>
                </a:cxn>
                <a:cxn ang="0">
                  <a:pos x="41" y="680"/>
                </a:cxn>
                <a:cxn ang="0">
                  <a:pos x="294" y="744"/>
                </a:cxn>
                <a:cxn ang="0">
                  <a:pos x="660" y="893"/>
                </a:cxn>
                <a:cxn ang="0">
                  <a:pos x="1088" y="1014"/>
                </a:cxn>
                <a:cxn ang="0">
                  <a:pos x="1525" y="1031"/>
                </a:cxn>
                <a:cxn ang="0">
                  <a:pos x="1831" y="907"/>
                </a:cxn>
                <a:cxn ang="0">
                  <a:pos x="2015" y="714"/>
                </a:cxn>
                <a:cxn ang="0">
                  <a:pos x="1931" y="251"/>
                </a:cxn>
                <a:cxn ang="0">
                  <a:pos x="1658" y="114"/>
                </a:cxn>
                <a:cxn ang="0">
                  <a:pos x="1355" y="15"/>
                </a:cxn>
                <a:cxn ang="0">
                  <a:pos x="1044" y="26"/>
                </a:cxn>
              </a:cxnLst>
              <a:rect l="txL" t="txT" r="txR" b="txB"/>
              <a:pathLst>
                <a:path w="2032" h="1049">
                  <a:moveTo>
                    <a:pt x="1044" y="26"/>
                  </a:moveTo>
                  <a:cubicBezTo>
                    <a:pt x="959" y="45"/>
                    <a:pt x="924" y="118"/>
                    <a:pt x="847" y="125"/>
                  </a:cubicBezTo>
                  <a:cubicBezTo>
                    <a:pt x="770" y="132"/>
                    <a:pt x="697" y="61"/>
                    <a:pt x="580" y="68"/>
                  </a:cubicBezTo>
                  <a:cubicBezTo>
                    <a:pt x="463" y="75"/>
                    <a:pt x="232" y="119"/>
                    <a:pt x="143" y="170"/>
                  </a:cubicBezTo>
                  <a:cubicBezTo>
                    <a:pt x="54" y="221"/>
                    <a:pt x="65" y="289"/>
                    <a:pt x="48" y="374"/>
                  </a:cubicBezTo>
                  <a:cubicBezTo>
                    <a:pt x="31" y="459"/>
                    <a:pt x="0" y="618"/>
                    <a:pt x="41" y="680"/>
                  </a:cubicBezTo>
                  <a:cubicBezTo>
                    <a:pt x="82" y="742"/>
                    <a:pt x="191" y="709"/>
                    <a:pt x="294" y="744"/>
                  </a:cubicBezTo>
                  <a:cubicBezTo>
                    <a:pt x="397" y="779"/>
                    <a:pt x="527" y="849"/>
                    <a:pt x="660" y="893"/>
                  </a:cubicBezTo>
                  <a:cubicBezTo>
                    <a:pt x="793" y="938"/>
                    <a:pt x="944" y="991"/>
                    <a:pt x="1088" y="1014"/>
                  </a:cubicBezTo>
                  <a:cubicBezTo>
                    <a:pt x="1232" y="1036"/>
                    <a:pt x="1401" y="1049"/>
                    <a:pt x="1525" y="1031"/>
                  </a:cubicBezTo>
                  <a:cubicBezTo>
                    <a:pt x="1649" y="1012"/>
                    <a:pt x="1749" y="960"/>
                    <a:pt x="1831" y="907"/>
                  </a:cubicBezTo>
                  <a:cubicBezTo>
                    <a:pt x="1913" y="855"/>
                    <a:pt x="1998" y="824"/>
                    <a:pt x="2015" y="714"/>
                  </a:cubicBezTo>
                  <a:cubicBezTo>
                    <a:pt x="2032" y="604"/>
                    <a:pt x="1990" y="350"/>
                    <a:pt x="1931" y="251"/>
                  </a:cubicBezTo>
                  <a:cubicBezTo>
                    <a:pt x="1872" y="151"/>
                    <a:pt x="1754" y="153"/>
                    <a:pt x="1658" y="114"/>
                  </a:cubicBezTo>
                  <a:cubicBezTo>
                    <a:pt x="1562" y="76"/>
                    <a:pt x="1457" y="30"/>
                    <a:pt x="1355" y="15"/>
                  </a:cubicBezTo>
                  <a:cubicBezTo>
                    <a:pt x="1253" y="0"/>
                    <a:pt x="1129" y="8"/>
                    <a:pt x="1044" y="26"/>
                  </a:cubicBezTo>
                  <a:close/>
                </a:path>
              </a:pathLst>
            </a:custGeom>
            <a:solidFill>
              <a:srgbClr val="DDDDDD">
                <a:alpha val="100000"/>
              </a:srgbClr>
            </a:solidFill>
            <a:ln w="9525">
              <a:noFill/>
            </a:ln>
          </p:spPr>
          <p:txBody>
            <a:bodyPr/>
            <a:lstStyle/>
            <a:p>
              <a:endParaRPr lang="zh-CN" altLang="en-US"/>
            </a:p>
          </p:txBody>
        </p:sp>
        <p:sp>
          <p:nvSpPr>
            <p:cNvPr id="39975" name="Line 1043"/>
            <p:cNvSpPr/>
            <p:nvPr/>
          </p:nvSpPr>
          <p:spPr>
            <a:xfrm rot="-5400000">
              <a:off x="4942" y="3252"/>
              <a:ext cx="330" cy="88"/>
            </a:xfrm>
            <a:prstGeom prst="line">
              <a:avLst/>
            </a:prstGeom>
            <a:ln w="12700" cap="flat" cmpd="sng">
              <a:solidFill>
                <a:schemeClr val="bg2"/>
              </a:solidFill>
              <a:prstDash val="solid"/>
              <a:headEnd type="none" w="med" len="med"/>
              <a:tailEnd type="none" w="med" len="med"/>
            </a:ln>
          </p:spPr>
        </p:sp>
        <p:sp>
          <p:nvSpPr>
            <p:cNvPr id="39976" name="Line 1044"/>
            <p:cNvSpPr/>
            <p:nvPr/>
          </p:nvSpPr>
          <p:spPr>
            <a:xfrm rot="5400000" flipV="1">
              <a:off x="5034" y="3429"/>
              <a:ext cx="2" cy="54"/>
            </a:xfrm>
            <a:prstGeom prst="line">
              <a:avLst/>
            </a:prstGeom>
            <a:ln w="12700" cap="flat" cmpd="sng">
              <a:solidFill>
                <a:schemeClr val="bg2"/>
              </a:solidFill>
              <a:prstDash val="solid"/>
              <a:headEnd type="none" w="med" len="med"/>
              <a:tailEnd type="none" w="med" len="med"/>
            </a:ln>
          </p:spPr>
        </p:sp>
        <p:sp>
          <p:nvSpPr>
            <p:cNvPr id="39977" name="Line 1045"/>
            <p:cNvSpPr/>
            <p:nvPr/>
          </p:nvSpPr>
          <p:spPr>
            <a:xfrm rot="-5400000">
              <a:off x="5151" y="3225"/>
              <a:ext cx="0" cy="72"/>
            </a:xfrm>
            <a:prstGeom prst="line">
              <a:avLst/>
            </a:prstGeom>
            <a:ln w="12700" cap="flat" cmpd="sng">
              <a:solidFill>
                <a:schemeClr val="bg2"/>
              </a:solidFill>
              <a:prstDash val="solid"/>
              <a:headEnd type="none" w="med" len="med"/>
              <a:tailEnd type="none" w="med" len="med"/>
            </a:ln>
          </p:spPr>
        </p:sp>
        <p:sp>
          <p:nvSpPr>
            <p:cNvPr id="39978" name="Line 1047"/>
            <p:cNvSpPr/>
            <p:nvPr/>
          </p:nvSpPr>
          <p:spPr>
            <a:xfrm>
              <a:off x="3843" y="3009"/>
              <a:ext cx="124" cy="0"/>
            </a:xfrm>
            <a:prstGeom prst="line">
              <a:avLst/>
            </a:prstGeom>
            <a:ln w="9525" cap="flat" cmpd="sng">
              <a:solidFill>
                <a:schemeClr val="bg2"/>
              </a:solidFill>
              <a:prstDash val="solid"/>
              <a:headEnd type="none" w="med" len="med"/>
              <a:tailEnd type="none" w="med" len="med"/>
            </a:ln>
          </p:spPr>
        </p:sp>
        <p:sp>
          <p:nvSpPr>
            <p:cNvPr id="39979" name="Line 1048"/>
            <p:cNvSpPr/>
            <p:nvPr/>
          </p:nvSpPr>
          <p:spPr>
            <a:xfrm flipV="1">
              <a:off x="3680" y="3155"/>
              <a:ext cx="248" cy="66"/>
            </a:xfrm>
            <a:prstGeom prst="line">
              <a:avLst/>
            </a:prstGeom>
            <a:ln w="9525" cap="flat" cmpd="sng">
              <a:solidFill>
                <a:schemeClr val="bg2"/>
              </a:solidFill>
              <a:prstDash val="solid"/>
              <a:headEnd type="none" w="med" len="med"/>
              <a:tailEnd type="none" w="med" len="med"/>
            </a:ln>
          </p:spPr>
        </p:sp>
        <p:sp>
          <p:nvSpPr>
            <p:cNvPr id="39980" name="Line 1051"/>
            <p:cNvSpPr/>
            <p:nvPr/>
          </p:nvSpPr>
          <p:spPr>
            <a:xfrm flipH="1">
              <a:off x="3948" y="3208"/>
              <a:ext cx="96" cy="113"/>
            </a:xfrm>
            <a:prstGeom prst="line">
              <a:avLst/>
            </a:prstGeom>
            <a:ln w="9525" cap="flat" cmpd="sng">
              <a:solidFill>
                <a:schemeClr val="bg2"/>
              </a:solidFill>
              <a:prstDash val="solid"/>
              <a:headEnd type="none" w="med" len="med"/>
              <a:tailEnd type="none" w="med" len="med"/>
            </a:ln>
          </p:spPr>
        </p:sp>
        <p:sp>
          <p:nvSpPr>
            <p:cNvPr id="39981" name="Line 1052"/>
            <p:cNvSpPr/>
            <p:nvPr/>
          </p:nvSpPr>
          <p:spPr>
            <a:xfrm flipH="1" flipV="1">
              <a:off x="4144" y="3212"/>
              <a:ext cx="53" cy="110"/>
            </a:xfrm>
            <a:prstGeom prst="line">
              <a:avLst/>
            </a:prstGeom>
            <a:ln w="9525" cap="flat" cmpd="sng">
              <a:solidFill>
                <a:schemeClr val="bg2"/>
              </a:solidFill>
              <a:prstDash val="solid"/>
              <a:headEnd type="none" w="med" len="med"/>
              <a:tailEnd type="none" w="med" len="med"/>
            </a:ln>
          </p:spPr>
        </p:sp>
        <p:sp>
          <p:nvSpPr>
            <p:cNvPr id="39982" name="Line 1053"/>
            <p:cNvSpPr/>
            <p:nvPr/>
          </p:nvSpPr>
          <p:spPr>
            <a:xfrm>
              <a:off x="4248" y="3185"/>
              <a:ext cx="317" cy="170"/>
            </a:xfrm>
            <a:prstGeom prst="line">
              <a:avLst/>
            </a:prstGeom>
            <a:ln w="9525" cap="flat" cmpd="sng">
              <a:solidFill>
                <a:schemeClr val="bg2"/>
              </a:solidFill>
              <a:prstDash val="solid"/>
              <a:headEnd type="none" w="med" len="med"/>
              <a:tailEnd type="none" w="med" len="med"/>
            </a:ln>
          </p:spPr>
        </p:sp>
        <p:sp>
          <p:nvSpPr>
            <p:cNvPr id="39983" name="Line 1054"/>
            <p:cNvSpPr/>
            <p:nvPr/>
          </p:nvSpPr>
          <p:spPr>
            <a:xfrm>
              <a:off x="3898" y="3025"/>
              <a:ext cx="56" cy="60"/>
            </a:xfrm>
            <a:prstGeom prst="line">
              <a:avLst/>
            </a:prstGeom>
            <a:ln w="9525" cap="flat" cmpd="sng">
              <a:solidFill>
                <a:schemeClr val="bg2"/>
              </a:solidFill>
              <a:prstDash val="solid"/>
              <a:headEnd type="none" w="med" len="med"/>
              <a:tailEnd type="none" w="med" len="med"/>
            </a:ln>
          </p:spPr>
        </p:sp>
        <p:sp>
          <p:nvSpPr>
            <p:cNvPr id="39984" name="Line 1055"/>
            <p:cNvSpPr/>
            <p:nvPr/>
          </p:nvSpPr>
          <p:spPr>
            <a:xfrm>
              <a:off x="3809" y="2257"/>
              <a:ext cx="148" cy="47"/>
            </a:xfrm>
            <a:prstGeom prst="line">
              <a:avLst/>
            </a:prstGeom>
            <a:ln w="9525" cap="flat" cmpd="sng">
              <a:solidFill>
                <a:schemeClr val="bg2"/>
              </a:solidFill>
              <a:prstDash val="solid"/>
              <a:headEnd type="none" w="med" len="med"/>
              <a:tailEnd type="none" w="med" len="med"/>
            </a:ln>
          </p:spPr>
        </p:sp>
        <p:sp>
          <p:nvSpPr>
            <p:cNvPr id="39985" name="Line 1056"/>
            <p:cNvSpPr/>
            <p:nvPr/>
          </p:nvSpPr>
          <p:spPr>
            <a:xfrm flipV="1">
              <a:off x="3711" y="2354"/>
              <a:ext cx="106" cy="2"/>
            </a:xfrm>
            <a:prstGeom prst="line">
              <a:avLst/>
            </a:prstGeom>
            <a:ln w="9525" cap="flat" cmpd="sng">
              <a:solidFill>
                <a:schemeClr val="bg2"/>
              </a:solidFill>
              <a:prstDash val="solid"/>
              <a:headEnd type="none" w="med" len="med"/>
              <a:tailEnd type="none" w="med" len="med"/>
            </a:ln>
          </p:spPr>
        </p:sp>
        <p:grpSp>
          <p:nvGrpSpPr>
            <p:cNvPr id="39986" name="Group 1057"/>
            <p:cNvGrpSpPr/>
            <p:nvPr/>
          </p:nvGrpSpPr>
          <p:grpSpPr>
            <a:xfrm>
              <a:off x="3535" y="2207"/>
              <a:ext cx="319" cy="222"/>
              <a:chOff x="2967" y="478"/>
              <a:chExt cx="788" cy="625"/>
            </a:xfrm>
          </p:grpSpPr>
          <p:pic>
            <p:nvPicPr>
              <p:cNvPr id="40346" name="Picture 1058" descr="access_point_stylized_small"/>
              <p:cNvPicPr>
                <a:picLocks noChangeAspect="1"/>
              </p:cNvPicPr>
              <p:nvPr/>
            </p:nvPicPr>
            <p:blipFill>
              <a:blip r:embed="rId3"/>
              <a:stretch>
                <a:fillRect/>
              </a:stretch>
            </p:blipFill>
            <p:spPr>
              <a:xfrm>
                <a:off x="3012" y="559"/>
                <a:ext cx="576" cy="544"/>
              </a:xfrm>
              <a:prstGeom prst="rect">
                <a:avLst/>
              </a:prstGeom>
              <a:noFill/>
              <a:ln w="9525">
                <a:noFill/>
              </a:ln>
            </p:spPr>
          </p:pic>
          <p:pic>
            <p:nvPicPr>
              <p:cNvPr id="40347" name="Picture 1059" descr="antenna_radiation_stylized"/>
              <p:cNvPicPr>
                <a:picLocks noChangeAspect="1"/>
              </p:cNvPicPr>
              <p:nvPr/>
            </p:nvPicPr>
            <p:blipFill>
              <a:blip r:embed="rId4"/>
              <a:stretch>
                <a:fillRect/>
              </a:stretch>
            </p:blipFill>
            <p:spPr>
              <a:xfrm>
                <a:off x="2967" y="478"/>
                <a:ext cx="788" cy="188"/>
              </a:xfrm>
              <a:prstGeom prst="rect">
                <a:avLst/>
              </a:prstGeom>
              <a:noFill/>
              <a:ln w="9525">
                <a:noFill/>
              </a:ln>
            </p:spPr>
          </p:pic>
        </p:grpSp>
        <p:sp>
          <p:nvSpPr>
            <p:cNvPr id="39987" name="Freeform 1060"/>
            <p:cNvSpPr/>
            <p:nvPr/>
          </p:nvSpPr>
          <p:spPr>
            <a:xfrm>
              <a:off x="4419" y="2224"/>
              <a:ext cx="828" cy="425"/>
            </a:xfrm>
            <a:custGeom>
              <a:avLst/>
              <a:gdLst>
                <a:gd name="txL" fmla="*/ 0 w 828"/>
                <a:gd name="txT" fmla="*/ 0 h 425"/>
                <a:gd name="txR" fmla="*/ 828 w 828"/>
                <a:gd name="txB" fmla="*/ 425 h 425"/>
              </a:gdLst>
              <a:ahLst/>
              <a:cxnLst>
                <a:cxn ang="0">
                  <a:pos x="382" y="30"/>
                </a:cxn>
                <a:cxn ang="0">
                  <a:pos x="370" y="30"/>
                </a:cxn>
                <a:cxn ang="0">
                  <a:pos x="126" y="32"/>
                </a:cxn>
                <a:cxn ang="0">
                  <a:pos x="6" y="126"/>
                </a:cxn>
                <a:cxn ang="0">
                  <a:pos x="92" y="274"/>
                </a:cxn>
                <a:cxn ang="0">
                  <a:pos x="292" y="384"/>
                </a:cxn>
                <a:cxn ang="0">
                  <a:pos x="540" y="416"/>
                </a:cxn>
                <a:cxn ang="0">
                  <a:pos x="698" y="330"/>
                </a:cxn>
                <a:cxn ang="0">
                  <a:pos x="776" y="170"/>
                </a:cxn>
                <a:cxn ang="0">
                  <a:pos x="792" y="22"/>
                </a:cxn>
                <a:cxn ang="0">
                  <a:pos x="560" y="38"/>
                </a:cxn>
                <a:cxn ang="0">
                  <a:pos x="382" y="30"/>
                </a:cxn>
              </a:cxnLst>
              <a:rect l="txL" t="txT" r="txR" b="txB"/>
              <a:pathLst>
                <a:path w="828" h="425">
                  <a:moveTo>
                    <a:pt x="382" y="30"/>
                  </a:moveTo>
                  <a:cubicBezTo>
                    <a:pt x="350" y="29"/>
                    <a:pt x="413" y="30"/>
                    <a:pt x="370" y="30"/>
                  </a:cubicBezTo>
                  <a:cubicBezTo>
                    <a:pt x="327" y="30"/>
                    <a:pt x="187" y="16"/>
                    <a:pt x="126" y="32"/>
                  </a:cubicBezTo>
                  <a:cubicBezTo>
                    <a:pt x="65" y="48"/>
                    <a:pt x="12" y="86"/>
                    <a:pt x="6" y="126"/>
                  </a:cubicBezTo>
                  <a:cubicBezTo>
                    <a:pt x="0" y="166"/>
                    <a:pt x="44" y="231"/>
                    <a:pt x="92" y="274"/>
                  </a:cubicBezTo>
                  <a:cubicBezTo>
                    <a:pt x="140" y="317"/>
                    <a:pt x="217" y="360"/>
                    <a:pt x="292" y="384"/>
                  </a:cubicBezTo>
                  <a:cubicBezTo>
                    <a:pt x="367" y="408"/>
                    <a:pt x="472" y="425"/>
                    <a:pt x="540" y="416"/>
                  </a:cubicBezTo>
                  <a:cubicBezTo>
                    <a:pt x="608" y="407"/>
                    <a:pt x="659" y="371"/>
                    <a:pt x="698" y="330"/>
                  </a:cubicBezTo>
                  <a:cubicBezTo>
                    <a:pt x="737" y="289"/>
                    <a:pt x="760" y="221"/>
                    <a:pt x="776" y="170"/>
                  </a:cubicBezTo>
                  <a:cubicBezTo>
                    <a:pt x="792" y="119"/>
                    <a:pt x="828" y="44"/>
                    <a:pt x="792" y="22"/>
                  </a:cubicBezTo>
                  <a:cubicBezTo>
                    <a:pt x="756" y="0"/>
                    <a:pt x="630" y="37"/>
                    <a:pt x="560" y="38"/>
                  </a:cubicBezTo>
                  <a:cubicBezTo>
                    <a:pt x="490" y="39"/>
                    <a:pt x="414" y="31"/>
                    <a:pt x="382" y="30"/>
                  </a:cubicBezTo>
                  <a:close/>
                </a:path>
              </a:pathLst>
            </a:custGeom>
            <a:solidFill>
              <a:srgbClr val="DDDDDD">
                <a:alpha val="100000"/>
              </a:srgbClr>
            </a:solidFill>
            <a:ln w="9525">
              <a:noFill/>
            </a:ln>
          </p:spPr>
          <p:txBody>
            <a:bodyPr/>
            <a:lstStyle/>
            <a:p>
              <a:endParaRPr lang="zh-CN" altLang="en-US"/>
            </a:p>
          </p:txBody>
        </p:sp>
        <p:sp>
          <p:nvSpPr>
            <p:cNvPr id="39988" name="Freeform 1061"/>
            <p:cNvSpPr/>
            <p:nvPr/>
          </p:nvSpPr>
          <p:spPr>
            <a:xfrm>
              <a:off x="4417" y="1263"/>
              <a:ext cx="1090" cy="709"/>
            </a:xfrm>
            <a:custGeom>
              <a:avLst/>
              <a:gdLst>
                <a:gd name="txL" fmla="*/ 0 w 765"/>
                <a:gd name="txT" fmla="*/ 0 h 459"/>
                <a:gd name="txR" fmla="*/ 765 w 765"/>
                <a:gd name="txB" fmla="*/ 459 h 459"/>
              </a:gdLst>
              <a:ahLst/>
              <a:cxnLst>
                <a:cxn ang="0">
                  <a:pos x="85898" y="6712"/>
                </a:cxn>
                <a:cxn ang="0">
                  <a:pos x="58210" y="47662"/>
                </a:cxn>
                <a:cxn ang="0">
                  <a:pos x="19473" y="67835"/>
                </a:cxn>
                <a:cxn ang="0">
                  <a:pos x="2783" y="228588"/>
                </a:cxn>
                <a:cxn ang="0">
                  <a:pos x="36422" y="302028"/>
                </a:cxn>
                <a:cxn ang="0">
                  <a:pos x="70014" y="289496"/>
                </a:cxn>
                <a:cxn ang="0">
                  <a:pos x="118176" y="302028"/>
                </a:cxn>
                <a:cxn ang="0">
                  <a:pos x="141415" y="295017"/>
                </a:cxn>
                <a:cxn ang="0">
                  <a:pos x="152220" y="253122"/>
                </a:cxn>
                <a:cxn ang="0">
                  <a:pos x="151953" y="107441"/>
                </a:cxn>
                <a:cxn ang="0">
                  <a:pos x="134106" y="23437"/>
                </a:cxn>
                <a:cxn ang="0">
                  <a:pos x="85898" y="6712"/>
                </a:cxn>
              </a:cxnLst>
              <a:rect l="txL" t="txT" r="txR" b="txB"/>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chemeClr val="folHlink">
                    <a:alpha val="100000"/>
                  </a:schemeClr>
                </a:gs>
                <a:gs pos="100000">
                  <a:schemeClr val="bg1">
                    <a:alpha val="100000"/>
                  </a:schemeClr>
                </a:gs>
              </a:gsLst>
              <a:lin ang="0" scaled="1"/>
              <a:tileRect/>
            </a:gradFill>
            <a:ln w="9525">
              <a:noFill/>
            </a:ln>
          </p:spPr>
          <p:txBody>
            <a:bodyPr/>
            <a:lstStyle/>
            <a:p>
              <a:endParaRPr lang="zh-CN" altLang="en-US"/>
            </a:p>
          </p:txBody>
        </p:sp>
        <p:sp>
          <p:nvSpPr>
            <p:cNvPr id="39989" name="Line 1062"/>
            <p:cNvSpPr/>
            <p:nvPr/>
          </p:nvSpPr>
          <p:spPr>
            <a:xfrm>
              <a:off x="4659" y="2404"/>
              <a:ext cx="103" cy="76"/>
            </a:xfrm>
            <a:prstGeom prst="line">
              <a:avLst/>
            </a:prstGeom>
            <a:ln w="9525" cap="flat" cmpd="sng">
              <a:solidFill>
                <a:schemeClr val="bg2"/>
              </a:solidFill>
              <a:prstDash val="solid"/>
              <a:headEnd type="none" w="med" len="med"/>
              <a:tailEnd type="none" w="med" len="med"/>
            </a:ln>
          </p:spPr>
        </p:sp>
        <p:sp>
          <p:nvSpPr>
            <p:cNvPr id="39990" name="Line 1063"/>
            <p:cNvSpPr/>
            <p:nvPr/>
          </p:nvSpPr>
          <p:spPr>
            <a:xfrm>
              <a:off x="4720" y="2354"/>
              <a:ext cx="176" cy="0"/>
            </a:xfrm>
            <a:prstGeom prst="line">
              <a:avLst/>
            </a:prstGeom>
            <a:ln w="9525" cap="flat" cmpd="sng">
              <a:solidFill>
                <a:schemeClr val="bg2"/>
              </a:solidFill>
              <a:prstDash val="solid"/>
              <a:headEnd type="none" w="med" len="med"/>
              <a:tailEnd type="none" w="med" len="med"/>
            </a:ln>
          </p:spPr>
        </p:sp>
        <p:sp>
          <p:nvSpPr>
            <p:cNvPr id="39991" name="Line 1064"/>
            <p:cNvSpPr/>
            <p:nvPr/>
          </p:nvSpPr>
          <p:spPr>
            <a:xfrm flipV="1">
              <a:off x="4869" y="2408"/>
              <a:ext cx="85" cy="66"/>
            </a:xfrm>
            <a:prstGeom prst="line">
              <a:avLst/>
            </a:prstGeom>
            <a:ln w="9525" cap="flat" cmpd="sng">
              <a:solidFill>
                <a:schemeClr val="bg2"/>
              </a:solidFill>
              <a:prstDash val="solid"/>
              <a:headEnd type="none" w="med" len="med"/>
              <a:tailEnd type="none" w="med" len="med"/>
            </a:ln>
          </p:spPr>
        </p:sp>
        <p:sp>
          <p:nvSpPr>
            <p:cNvPr id="39992" name="Line 1065"/>
            <p:cNvSpPr/>
            <p:nvPr/>
          </p:nvSpPr>
          <p:spPr>
            <a:xfrm>
              <a:off x="4235" y="1632"/>
              <a:ext cx="321" cy="2"/>
            </a:xfrm>
            <a:prstGeom prst="line">
              <a:avLst/>
            </a:prstGeom>
            <a:ln w="9525" cap="flat" cmpd="sng">
              <a:solidFill>
                <a:srgbClr val="969696"/>
              </a:solidFill>
              <a:prstDash val="solid"/>
              <a:headEnd type="none" w="med" len="med"/>
              <a:tailEnd type="none" w="med" len="med"/>
            </a:ln>
          </p:spPr>
        </p:sp>
        <p:sp>
          <p:nvSpPr>
            <p:cNvPr id="39993" name="Line 1066"/>
            <p:cNvSpPr/>
            <p:nvPr/>
          </p:nvSpPr>
          <p:spPr>
            <a:xfrm>
              <a:off x="4635" y="2961"/>
              <a:ext cx="246" cy="116"/>
            </a:xfrm>
            <a:prstGeom prst="line">
              <a:avLst/>
            </a:prstGeom>
            <a:ln w="9525" cap="flat" cmpd="sng">
              <a:solidFill>
                <a:schemeClr val="bg2"/>
              </a:solidFill>
              <a:prstDash val="solid"/>
              <a:headEnd type="none" w="med" len="med"/>
              <a:tailEnd type="none" w="med" len="med"/>
            </a:ln>
          </p:spPr>
        </p:sp>
        <p:sp>
          <p:nvSpPr>
            <p:cNvPr id="39994" name="Line 1067"/>
            <p:cNvSpPr/>
            <p:nvPr/>
          </p:nvSpPr>
          <p:spPr>
            <a:xfrm flipV="1">
              <a:off x="4244" y="2953"/>
              <a:ext cx="203" cy="125"/>
            </a:xfrm>
            <a:prstGeom prst="line">
              <a:avLst/>
            </a:prstGeom>
            <a:ln w="9525" cap="flat" cmpd="sng">
              <a:solidFill>
                <a:schemeClr val="bg2"/>
              </a:solidFill>
              <a:prstDash val="solid"/>
              <a:headEnd type="none" w="med" len="med"/>
              <a:tailEnd type="none" w="med" len="med"/>
            </a:ln>
          </p:spPr>
        </p:sp>
        <p:sp>
          <p:nvSpPr>
            <p:cNvPr id="39995" name="Line 1068"/>
            <p:cNvSpPr/>
            <p:nvPr/>
          </p:nvSpPr>
          <p:spPr>
            <a:xfrm flipV="1">
              <a:off x="4271" y="3137"/>
              <a:ext cx="612" cy="0"/>
            </a:xfrm>
            <a:prstGeom prst="line">
              <a:avLst/>
            </a:prstGeom>
            <a:ln w="9525" cap="flat" cmpd="sng">
              <a:solidFill>
                <a:schemeClr val="bg2"/>
              </a:solidFill>
              <a:prstDash val="solid"/>
              <a:headEnd type="none" w="med" len="med"/>
              <a:tailEnd type="none" w="med" len="med"/>
            </a:ln>
          </p:spPr>
        </p:sp>
        <p:sp>
          <p:nvSpPr>
            <p:cNvPr id="39996" name="Line 1069"/>
            <p:cNvSpPr/>
            <p:nvPr/>
          </p:nvSpPr>
          <p:spPr>
            <a:xfrm flipV="1">
              <a:off x="4773" y="1572"/>
              <a:ext cx="78" cy="55"/>
            </a:xfrm>
            <a:prstGeom prst="line">
              <a:avLst/>
            </a:prstGeom>
            <a:ln w="9525" cap="flat" cmpd="sng">
              <a:solidFill>
                <a:schemeClr val="bg2"/>
              </a:solidFill>
              <a:prstDash val="solid"/>
              <a:headEnd type="none" w="med" len="med"/>
              <a:tailEnd type="none" w="med" len="med"/>
            </a:ln>
          </p:spPr>
        </p:sp>
        <p:sp>
          <p:nvSpPr>
            <p:cNvPr id="39997" name="Line 1070"/>
            <p:cNvSpPr/>
            <p:nvPr/>
          </p:nvSpPr>
          <p:spPr>
            <a:xfrm>
              <a:off x="4665" y="1681"/>
              <a:ext cx="0" cy="52"/>
            </a:xfrm>
            <a:prstGeom prst="line">
              <a:avLst/>
            </a:prstGeom>
            <a:ln w="9525" cap="flat" cmpd="sng">
              <a:solidFill>
                <a:srgbClr val="969696"/>
              </a:solidFill>
              <a:prstDash val="solid"/>
              <a:headEnd type="none" w="med" len="med"/>
              <a:tailEnd type="none" w="med" len="med"/>
            </a:ln>
          </p:spPr>
        </p:sp>
        <p:sp>
          <p:nvSpPr>
            <p:cNvPr id="39998" name="Line 1071"/>
            <p:cNvSpPr/>
            <p:nvPr/>
          </p:nvSpPr>
          <p:spPr>
            <a:xfrm flipV="1">
              <a:off x="4773" y="1616"/>
              <a:ext cx="166" cy="182"/>
            </a:xfrm>
            <a:prstGeom prst="line">
              <a:avLst/>
            </a:prstGeom>
            <a:ln w="9525" cap="flat" cmpd="sng">
              <a:solidFill>
                <a:schemeClr val="bg2"/>
              </a:solidFill>
              <a:prstDash val="solid"/>
              <a:headEnd type="none" w="med" len="med"/>
              <a:tailEnd type="none" w="med" len="med"/>
            </a:ln>
          </p:spPr>
        </p:sp>
        <p:sp>
          <p:nvSpPr>
            <p:cNvPr id="39999" name="Line 1072"/>
            <p:cNvSpPr/>
            <p:nvPr/>
          </p:nvSpPr>
          <p:spPr>
            <a:xfrm>
              <a:off x="5003" y="1615"/>
              <a:ext cx="0" cy="124"/>
            </a:xfrm>
            <a:prstGeom prst="line">
              <a:avLst/>
            </a:prstGeom>
            <a:ln w="9525" cap="flat" cmpd="sng">
              <a:solidFill>
                <a:schemeClr val="bg2"/>
              </a:solidFill>
              <a:prstDash val="solid"/>
              <a:headEnd type="none" w="med" len="med"/>
              <a:tailEnd type="none" w="med" len="med"/>
            </a:ln>
          </p:spPr>
        </p:sp>
        <p:sp>
          <p:nvSpPr>
            <p:cNvPr id="40000" name="Line 1073"/>
            <p:cNvSpPr/>
            <p:nvPr/>
          </p:nvSpPr>
          <p:spPr>
            <a:xfrm>
              <a:off x="4785" y="1808"/>
              <a:ext cx="119" cy="0"/>
            </a:xfrm>
            <a:prstGeom prst="line">
              <a:avLst/>
            </a:prstGeom>
            <a:ln w="9525" cap="flat" cmpd="sng">
              <a:solidFill>
                <a:schemeClr val="bg2"/>
              </a:solidFill>
              <a:prstDash val="solid"/>
              <a:headEnd type="none" w="med" len="med"/>
              <a:tailEnd type="none" w="med" len="med"/>
            </a:ln>
          </p:spPr>
        </p:sp>
        <p:sp>
          <p:nvSpPr>
            <p:cNvPr id="40001" name="Line 1074"/>
            <p:cNvSpPr/>
            <p:nvPr/>
          </p:nvSpPr>
          <p:spPr>
            <a:xfrm>
              <a:off x="5134" y="1802"/>
              <a:ext cx="112" cy="0"/>
            </a:xfrm>
            <a:prstGeom prst="line">
              <a:avLst/>
            </a:prstGeom>
            <a:ln w="9525" cap="flat" cmpd="sng">
              <a:solidFill>
                <a:schemeClr val="bg2"/>
              </a:solidFill>
              <a:prstDash val="solid"/>
              <a:headEnd type="none" w="med" len="med"/>
              <a:tailEnd type="none" w="med" len="med"/>
            </a:ln>
          </p:spPr>
        </p:sp>
        <p:sp>
          <p:nvSpPr>
            <p:cNvPr id="40002" name="Line 1075"/>
            <p:cNvSpPr/>
            <p:nvPr/>
          </p:nvSpPr>
          <p:spPr>
            <a:xfrm flipH="1">
              <a:off x="4596" y="1850"/>
              <a:ext cx="62" cy="444"/>
            </a:xfrm>
            <a:prstGeom prst="line">
              <a:avLst/>
            </a:prstGeom>
            <a:ln w="9525" cap="flat" cmpd="sng">
              <a:solidFill>
                <a:srgbClr val="969696"/>
              </a:solidFill>
              <a:prstDash val="solid"/>
              <a:headEnd type="none" w="med" len="med"/>
              <a:tailEnd type="none" w="med" len="med"/>
            </a:ln>
          </p:spPr>
        </p:sp>
        <p:sp>
          <p:nvSpPr>
            <p:cNvPr id="40003" name="Line 1076"/>
            <p:cNvSpPr/>
            <p:nvPr/>
          </p:nvSpPr>
          <p:spPr>
            <a:xfrm flipH="1">
              <a:off x="4969" y="1850"/>
              <a:ext cx="70" cy="458"/>
            </a:xfrm>
            <a:prstGeom prst="line">
              <a:avLst/>
            </a:prstGeom>
            <a:ln w="9525" cap="flat" cmpd="sng">
              <a:solidFill>
                <a:schemeClr val="bg2"/>
              </a:solidFill>
              <a:prstDash val="solid"/>
              <a:headEnd type="none" w="med" len="med"/>
              <a:tailEnd type="none" w="med" len="med"/>
            </a:ln>
          </p:spPr>
        </p:sp>
        <p:sp>
          <p:nvSpPr>
            <p:cNvPr id="40004" name="Line 1077"/>
            <p:cNvSpPr/>
            <p:nvPr/>
          </p:nvSpPr>
          <p:spPr>
            <a:xfrm flipV="1">
              <a:off x="4581" y="2569"/>
              <a:ext cx="143" cy="275"/>
            </a:xfrm>
            <a:prstGeom prst="line">
              <a:avLst/>
            </a:prstGeom>
            <a:ln w="9525" cap="flat" cmpd="sng">
              <a:solidFill>
                <a:schemeClr val="bg2"/>
              </a:solidFill>
              <a:prstDash val="solid"/>
              <a:headEnd type="none" w="med" len="med"/>
              <a:tailEnd type="none" w="med" len="med"/>
            </a:ln>
          </p:spPr>
        </p:sp>
        <p:sp>
          <p:nvSpPr>
            <p:cNvPr id="40005" name="Line 1078"/>
            <p:cNvSpPr/>
            <p:nvPr/>
          </p:nvSpPr>
          <p:spPr>
            <a:xfrm>
              <a:off x="5257" y="1801"/>
              <a:ext cx="112" cy="0"/>
            </a:xfrm>
            <a:prstGeom prst="line">
              <a:avLst/>
            </a:prstGeom>
            <a:ln w="9525" cap="flat" cmpd="sng">
              <a:solidFill>
                <a:schemeClr val="bg2"/>
              </a:solidFill>
              <a:prstDash val="dash"/>
              <a:headEnd type="none" w="med" len="med"/>
              <a:tailEnd type="none" w="med" len="med"/>
            </a:ln>
          </p:spPr>
        </p:sp>
        <p:grpSp>
          <p:nvGrpSpPr>
            <p:cNvPr id="40006" name="Group 1079"/>
            <p:cNvGrpSpPr/>
            <p:nvPr/>
          </p:nvGrpSpPr>
          <p:grpSpPr>
            <a:xfrm>
              <a:off x="3813" y="1163"/>
              <a:ext cx="295" cy="391"/>
              <a:chOff x="1653" y="3023"/>
              <a:chExt cx="622" cy="911"/>
            </a:xfrm>
          </p:grpSpPr>
          <p:sp>
            <p:nvSpPr>
              <p:cNvPr id="40329" name="Line 270"/>
              <p:cNvSpPr/>
              <p:nvPr/>
            </p:nvSpPr>
            <p:spPr>
              <a:xfrm flipH="1">
                <a:off x="1766" y="3287"/>
                <a:ext cx="188" cy="586"/>
              </a:xfrm>
              <a:prstGeom prst="line">
                <a:avLst/>
              </a:prstGeom>
              <a:ln w="19050" cap="flat" cmpd="sng">
                <a:solidFill>
                  <a:srgbClr val="808080"/>
                </a:solidFill>
                <a:prstDash val="solid"/>
                <a:headEnd type="none" w="med" len="med"/>
                <a:tailEnd type="none" w="med" len="med"/>
              </a:ln>
            </p:spPr>
          </p:sp>
          <p:sp>
            <p:nvSpPr>
              <p:cNvPr id="40330" name="Line 271"/>
              <p:cNvSpPr/>
              <p:nvPr/>
            </p:nvSpPr>
            <p:spPr>
              <a:xfrm>
                <a:off x="1954" y="3287"/>
                <a:ext cx="188" cy="583"/>
              </a:xfrm>
              <a:prstGeom prst="line">
                <a:avLst/>
              </a:prstGeom>
              <a:ln w="19050" cap="flat" cmpd="sng">
                <a:solidFill>
                  <a:srgbClr val="808080"/>
                </a:solidFill>
                <a:prstDash val="solid"/>
                <a:headEnd type="none" w="med" len="med"/>
                <a:tailEnd type="none" w="med" len="med"/>
              </a:ln>
            </p:spPr>
          </p:sp>
          <p:sp>
            <p:nvSpPr>
              <p:cNvPr id="40331" name="Line 272"/>
              <p:cNvSpPr/>
              <p:nvPr/>
            </p:nvSpPr>
            <p:spPr>
              <a:xfrm>
                <a:off x="1766" y="3870"/>
                <a:ext cx="188" cy="64"/>
              </a:xfrm>
              <a:prstGeom prst="line">
                <a:avLst/>
              </a:prstGeom>
              <a:ln w="19050" cap="flat" cmpd="sng">
                <a:solidFill>
                  <a:srgbClr val="808080"/>
                </a:solidFill>
                <a:prstDash val="solid"/>
                <a:headEnd type="none" w="med" len="med"/>
                <a:tailEnd type="none" w="med" len="med"/>
              </a:ln>
            </p:spPr>
          </p:sp>
          <p:sp>
            <p:nvSpPr>
              <p:cNvPr id="40332" name="Line 273"/>
              <p:cNvSpPr/>
              <p:nvPr/>
            </p:nvSpPr>
            <p:spPr>
              <a:xfrm flipH="1">
                <a:off x="1954" y="3870"/>
                <a:ext cx="188" cy="64"/>
              </a:xfrm>
              <a:prstGeom prst="line">
                <a:avLst/>
              </a:prstGeom>
              <a:ln w="19050" cap="flat" cmpd="sng">
                <a:solidFill>
                  <a:srgbClr val="808080"/>
                </a:solidFill>
                <a:prstDash val="solid"/>
                <a:headEnd type="none" w="med" len="med"/>
                <a:tailEnd type="none" w="med" len="med"/>
              </a:ln>
            </p:spPr>
          </p:sp>
          <p:sp>
            <p:nvSpPr>
              <p:cNvPr id="40333" name="Line 274"/>
              <p:cNvSpPr/>
              <p:nvPr/>
            </p:nvSpPr>
            <p:spPr>
              <a:xfrm>
                <a:off x="1954" y="3300"/>
                <a:ext cx="0" cy="634"/>
              </a:xfrm>
              <a:prstGeom prst="line">
                <a:avLst/>
              </a:prstGeom>
              <a:ln w="19050" cap="flat" cmpd="sng">
                <a:solidFill>
                  <a:srgbClr val="808080"/>
                </a:solidFill>
                <a:prstDash val="solid"/>
                <a:headEnd type="none" w="med" len="med"/>
                <a:tailEnd type="none" w="med" len="med"/>
              </a:ln>
            </p:spPr>
          </p:sp>
          <p:sp>
            <p:nvSpPr>
              <p:cNvPr id="40334" name="Line 275"/>
              <p:cNvSpPr/>
              <p:nvPr/>
            </p:nvSpPr>
            <p:spPr>
              <a:xfrm flipV="1">
                <a:off x="1766" y="3810"/>
                <a:ext cx="188" cy="63"/>
              </a:xfrm>
              <a:prstGeom prst="line">
                <a:avLst/>
              </a:prstGeom>
              <a:ln w="19050" cap="flat" cmpd="sng">
                <a:solidFill>
                  <a:srgbClr val="808080"/>
                </a:solidFill>
                <a:prstDash val="solid"/>
                <a:headEnd type="none" w="med" len="med"/>
                <a:tailEnd type="none" w="med" len="med"/>
              </a:ln>
            </p:spPr>
          </p:sp>
          <p:sp>
            <p:nvSpPr>
              <p:cNvPr id="40335" name="Line 276"/>
              <p:cNvSpPr/>
              <p:nvPr/>
            </p:nvSpPr>
            <p:spPr>
              <a:xfrm flipH="1" flipV="1">
                <a:off x="1954" y="3810"/>
                <a:ext cx="188" cy="60"/>
              </a:xfrm>
              <a:prstGeom prst="line">
                <a:avLst/>
              </a:prstGeom>
              <a:ln w="19050" cap="flat" cmpd="sng">
                <a:solidFill>
                  <a:srgbClr val="808080"/>
                </a:solidFill>
                <a:prstDash val="solid"/>
                <a:headEnd type="none" w="med" len="med"/>
                <a:tailEnd type="none" w="med" len="med"/>
              </a:ln>
            </p:spPr>
          </p:sp>
          <p:sp>
            <p:nvSpPr>
              <p:cNvPr id="40336" name="Line 277"/>
              <p:cNvSpPr/>
              <p:nvPr/>
            </p:nvSpPr>
            <p:spPr>
              <a:xfrm>
                <a:off x="1846" y="3618"/>
                <a:ext cx="108" cy="48"/>
              </a:xfrm>
              <a:prstGeom prst="line">
                <a:avLst/>
              </a:prstGeom>
              <a:ln w="19050" cap="flat" cmpd="sng">
                <a:solidFill>
                  <a:srgbClr val="808080"/>
                </a:solidFill>
                <a:prstDash val="solid"/>
                <a:headEnd type="none" w="med" len="med"/>
                <a:tailEnd type="none" w="med" len="med"/>
              </a:ln>
            </p:spPr>
          </p:sp>
          <p:sp>
            <p:nvSpPr>
              <p:cNvPr id="40337" name="Line 278"/>
              <p:cNvSpPr/>
              <p:nvPr/>
            </p:nvSpPr>
            <p:spPr>
              <a:xfrm flipV="1">
                <a:off x="1954" y="3618"/>
                <a:ext cx="114" cy="48"/>
              </a:xfrm>
              <a:prstGeom prst="line">
                <a:avLst/>
              </a:prstGeom>
              <a:ln w="19050" cap="flat" cmpd="sng">
                <a:solidFill>
                  <a:srgbClr val="808080"/>
                </a:solidFill>
                <a:prstDash val="solid"/>
                <a:headEnd type="none" w="med" len="med"/>
                <a:tailEnd type="none" w="med" len="med"/>
              </a:ln>
            </p:spPr>
          </p:sp>
          <p:sp>
            <p:nvSpPr>
              <p:cNvPr id="40338" name="Line 279"/>
              <p:cNvSpPr/>
              <p:nvPr/>
            </p:nvSpPr>
            <p:spPr>
              <a:xfrm>
                <a:off x="1810" y="3704"/>
                <a:ext cx="139" cy="65"/>
              </a:xfrm>
              <a:prstGeom prst="line">
                <a:avLst/>
              </a:prstGeom>
              <a:ln w="19050" cap="flat" cmpd="sng">
                <a:solidFill>
                  <a:srgbClr val="808080"/>
                </a:solidFill>
                <a:prstDash val="solid"/>
                <a:headEnd type="none" w="med" len="med"/>
                <a:tailEnd type="none" w="med" len="med"/>
              </a:ln>
            </p:spPr>
          </p:sp>
          <p:sp>
            <p:nvSpPr>
              <p:cNvPr id="40339" name="Line 280"/>
              <p:cNvSpPr/>
              <p:nvPr/>
            </p:nvSpPr>
            <p:spPr>
              <a:xfrm flipV="1">
                <a:off x="1954" y="3717"/>
                <a:ext cx="140" cy="57"/>
              </a:xfrm>
              <a:prstGeom prst="line">
                <a:avLst/>
              </a:prstGeom>
              <a:ln w="19050" cap="flat" cmpd="sng">
                <a:solidFill>
                  <a:srgbClr val="808080"/>
                </a:solidFill>
                <a:prstDash val="solid"/>
                <a:headEnd type="none" w="med" len="med"/>
                <a:tailEnd type="none" w="med" len="med"/>
              </a:ln>
            </p:spPr>
          </p:sp>
          <p:sp>
            <p:nvSpPr>
              <p:cNvPr id="40340" name="Line 281"/>
              <p:cNvSpPr/>
              <p:nvPr/>
            </p:nvSpPr>
            <p:spPr>
              <a:xfrm flipV="1">
                <a:off x="1954" y="3530"/>
                <a:ext cx="72" cy="24"/>
              </a:xfrm>
              <a:prstGeom prst="line">
                <a:avLst/>
              </a:prstGeom>
              <a:ln w="19050" cap="flat" cmpd="sng">
                <a:solidFill>
                  <a:srgbClr val="808080"/>
                </a:solidFill>
                <a:prstDash val="solid"/>
                <a:headEnd type="none" w="med" len="med"/>
                <a:tailEnd type="none" w="med" len="med"/>
              </a:ln>
            </p:spPr>
          </p:sp>
          <p:sp>
            <p:nvSpPr>
              <p:cNvPr id="40341" name="Line 282"/>
              <p:cNvSpPr/>
              <p:nvPr/>
            </p:nvSpPr>
            <p:spPr>
              <a:xfrm flipV="1">
                <a:off x="1954" y="3409"/>
                <a:ext cx="45" cy="18"/>
              </a:xfrm>
              <a:prstGeom prst="line">
                <a:avLst/>
              </a:prstGeom>
              <a:ln w="19050" cap="flat" cmpd="sng">
                <a:solidFill>
                  <a:srgbClr val="808080"/>
                </a:solidFill>
                <a:prstDash val="solid"/>
                <a:headEnd type="none" w="med" len="med"/>
                <a:tailEnd type="none" w="med" len="med"/>
              </a:ln>
            </p:spPr>
          </p:sp>
          <p:sp>
            <p:nvSpPr>
              <p:cNvPr id="40342" name="Line 283"/>
              <p:cNvSpPr/>
              <p:nvPr/>
            </p:nvSpPr>
            <p:spPr>
              <a:xfrm>
                <a:off x="1873" y="3522"/>
                <a:ext cx="87" cy="32"/>
              </a:xfrm>
              <a:prstGeom prst="line">
                <a:avLst/>
              </a:prstGeom>
              <a:ln w="19050" cap="flat" cmpd="sng">
                <a:solidFill>
                  <a:srgbClr val="808080"/>
                </a:solidFill>
                <a:prstDash val="solid"/>
                <a:headEnd type="none" w="med" len="med"/>
                <a:tailEnd type="none" w="med" len="med"/>
              </a:ln>
            </p:spPr>
          </p:sp>
          <p:sp>
            <p:nvSpPr>
              <p:cNvPr id="40343" name="Line 284"/>
              <p:cNvSpPr/>
              <p:nvPr/>
            </p:nvSpPr>
            <p:spPr>
              <a:xfrm>
                <a:off x="1912" y="3404"/>
                <a:ext cx="50" cy="31"/>
              </a:xfrm>
              <a:prstGeom prst="line">
                <a:avLst/>
              </a:prstGeom>
              <a:ln w="19050" cap="flat" cmpd="sng">
                <a:solidFill>
                  <a:srgbClr val="808080"/>
                </a:solidFill>
                <a:prstDash val="solid"/>
                <a:headEnd type="none" w="med" len="med"/>
                <a:tailEnd type="none" w="med" len="med"/>
              </a:ln>
            </p:spPr>
          </p:sp>
          <p:sp>
            <p:nvSpPr>
              <p:cNvPr id="40344" name="Oval 1095"/>
              <p:cNvSpPr/>
              <p:nvPr/>
            </p:nvSpPr>
            <p:spPr>
              <a:xfrm>
                <a:off x="1921" y="3233"/>
                <a:ext cx="63" cy="68"/>
              </a:xfrm>
              <a:prstGeom prst="ellipse">
                <a:avLst/>
              </a:prstGeom>
              <a:solidFill>
                <a:srgbClr val="808080"/>
              </a:solidFill>
              <a:ln w="9525" cap="flat" cmpd="sng">
                <a:solidFill>
                  <a:srgbClr val="808080"/>
                </a:solidFill>
                <a:prstDash val="solid"/>
                <a:headEnd type="none" w="med" len="med"/>
                <a:tailEnd type="none" w="med" len="med"/>
              </a:ln>
            </p:spPr>
            <p:txBody>
              <a:bodyPr wrap="none" anchor="ctr" anchorCtr="0"/>
              <a:lstStyle/>
              <a:p>
                <a:endParaRPr dirty="0">
                  <a:latin typeface="Arial" panose="020B0604020202090204" pitchFamily="34" charset="0"/>
                </a:endParaRPr>
              </a:p>
            </p:txBody>
          </p:sp>
          <p:pic>
            <p:nvPicPr>
              <p:cNvPr id="40345" name="Picture 1096" descr="cell_tower_radiation_gray"/>
              <p:cNvPicPr>
                <a:picLocks noChangeAspect="1"/>
              </p:cNvPicPr>
              <p:nvPr/>
            </p:nvPicPr>
            <p:blipFill>
              <a:blip r:embed="rId5"/>
              <a:stretch>
                <a:fillRect/>
              </a:stretch>
            </p:blipFill>
            <p:spPr>
              <a:xfrm>
                <a:off x="1653" y="3023"/>
                <a:ext cx="622" cy="503"/>
              </a:xfrm>
              <a:prstGeom prst="rect">
                <a:avLst/>
              </a:prstGeom>
              <a:noFill/>
              <a:ln w="9525">
                <a:noFill/>
              </a:ln>
            </p:spPr>
          </p:pic>
        </p:grpSp>
        <p:grpSp>
          <p:nvGrpSpPr>
            <p:cNvPr id="40007" name="Group 1097"/>
            <p:cNvGrpSpPr/>
            <p:nvPr/>
          </p:nvGrpSpPr>
          <p:grpSpPr>
            <a:xfrm>
              <a:off x="3962" y="1516"/>
              <a:ext cx="286" cy="160"/>
              <a:chOff x="3843" y="1516"/>
              <a:chExt cx="286" cy="160"/>
            </a:xfrm>
          </p:grpSpPr>
          <p:sp>
            <p:nvSpPr>
              <p:cNvPr id="40320" name="Line 1098"/>
              <p:cNvSpPr/>
              <p:nvPr/>
            </p:nvSpPr>
            <p:spPr>
              <a:xfrm>
                <a:off x="3843" y="1516"/>
                <a:ext cx="96" cy="60"/>
              </a:xfrm>
              <a:prstGeom prst="line">
                <a:avLst/>
              </a:prstGeom>
              <a:ln w="9525" cap="flat" cmpd="sng">
                <a:solidFill>
                  <a:srgbClr val="969696"/>
                </a:solidFill>
                <a:prstDash val="solid"/>
                <a:headEnd type="none" w="med" len="med"/>
                <a:tailEnd type="none" w="med" len="med"/>
              </a:ln>
            </p:spPr>
          </p:sp>
          <p:sp>
            <p:nvSpPr>
              <p:cNvPr id="40321" name="Oval 407"/>
              <p:cNvSpPr/>
              <p:nvPr/>
            </p:nvSpPr>
            <p:spPr>
              <a:xfrm>
                <a:off x="3884" y="1616"/>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322" name="Rectangle 410"/>
              <p:cNvSpPr/>
              <p:nvPr/>
            </p:nvSpPr>
            <p:spPr>
              <a:xfrm>
                <a:off x="3884" y="1610"/>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323" name="Oval 411"/>
              <p:cNvSpPr/>
              <p:nvPr/>
            </p:nvSpPr>
            <p:spPr>
              <a:xfrm>
                <a:off x="3883" y="1569"/>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324" name="Group 1102"/>
              <p:cNvGrpSpPr/>
              <p:nvPr/>
            </p:nvGrpSpPr>
            <p:grpSpPr>
              <a:xfrm>
                <a:off x="3932" y="1587"/>
                <a:ext cx="138" cy="33"/>
                <a:chOff x="2468" y="1332"/>
                <a:chExt cx="310" cy="60"/>
              </a:xfrm>
            </p:grpSpPr>
            <p:sp>
              <p:nvSpPr>
                <p:cNvPr id="40327" name="Freeform 1103"/>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328" name="Freeform 1104"/>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325" name="Line 1105"/>
              <p:cNvSpPr/>
              <p:nvPr/>
            </p:nvSpPr>
            <p:spPr>
              <a:xfrm>
                <a:off x="3884" y="1602"/>
                <a:ext cx="0" cy="47"/>
              </a:xfrm>
              <a:prstGeom prst="line">
                <a:avLst/>
              </a:prstGeom>
              <a:ln w="9525" cap="flat" cmpd="sng">
                <a:solidFill>
                  <a:schemeClr val="bg2"/>
                </a:solidFill>
                <a:prstDash val="solid"/>
                <a:headEnd type="none" w="med" len="med"/>
                <a:tailEnd type="none" w="med" len="med"/>
              </a:ln>
            </p:spPr>
          </p:sp>
          <p:sp>
            <p:nvSpPr>
              <p:cNvPr id="40326" name="Line 1106"/>
              <p:cNvSpPr/>
              <p:nvPr/>
            </p:nvSpPr>
            <p:spPr>
              <a:xfrm>
                <a:off x="4127" y="1604"/>
                <a:ext cx="0" cy="46"/>
              </a:xfrm>
              <a:prstGeom prst="line">
                <a:avLst/>
              </a:prstGeom>
              <a:ln w="9525" cap="flat" cmpd="sng">
                <a:solidFill>
                  <a:schemeClr val="bg2"/>
                </a:solidFill>
                <a:prstDash val="solid"/>
                <a:headEnd type="none" w="med" len="med"/>
                <a:tailEnd type="none" w="med" len="med"/>
              </a:ln>
            </p:spPr>
          </p:sp>
        </p:grpSp>
        <p:grpSp>
          <p:nvGrpSpPr>
            <p:cNvPr id="40008" name="Group 1107"/>
            <p:cNvGrpSpPr/>
            <p:nvPr/>
          </p:nvGrpSpPr>
          <p:grpSpPr>
            <a:xfrm>
              <a:off x="4537" y="1571"/>
              <a:ext cx="246" cy="110"/>
              <a:chOff x="4334" y="1470"/>
              <a:chExt cx="246" cy="107"/>
            </a:xfrm>
          </p:grpSpPr>
          <p:sp>
            <p:nvSpPr>
              <p:cNvPr id="40312"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313"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314"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315" name="Group 1111"/>
              <p:cNvGrpSpPr/>
              <p:nvPr/>
            </p:nvGrpSpPr>
            <p:grpSpPr>
              <a:xfrm>
                <a:off x="4383" y="1488"/>
                <a:ext cx="138" cy="33"/>
                <a:chOff x="2468" y="1332"/>
                <a:chExt cx="310" cy="60"/>
              </a:xfrm>
            </p:grpSpPr>
            <p:sp>
              <p:nvSpPr>
                <p:cNvPr id="40318" name="Freeform 1112"/>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319" name="Freeform 1113"/>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316" name="Line 1114"/>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317" name="Line 1115"/>
              <p:cNvSpPr/>
              <p:nvPr/>
            </p:nvSpPr>
            <p:spPr>
              <a:xfrm>
                <a:off x="4578" y="1505"/>
                <a:ext cx="0" cy="46"/>
              </a:xfrm>
              <a:prstGeom prst="line">
                <a:avLst/>
              </a:prstGeom>
              <a:ln w="9525" cap="flat" cmpd="sng">
                <a:solidFill>
                  <a:schemeClr val="bg2"/>
                </a:solidFill>
                <a:prstDash val="solid"/>
                <a:headEnd type="none" w="med" len="med"/>
                <a:tailEnd type="none" w="med" len="med"/>
              </a:ln>
            </p:spPr>
          </p:sp>
        </p:grpSp>
        <p:grpSp>
          <p:nvGrpSpPr>
            <p:cNvPr id="40009" name="Group 1116"/>
            <p:cNvGrpSpPr/>
            <p:nvPr/>
          </p:nvGrpSpPr>
          <p:grpSpPr>
            <a:xfrm>
              <a:off x="4544" y="1737"/>
              <a:ext cx="246" cy="110"/>
              <a:chOff x="4334" y="1470"/>
              <a:chExt cx="246" cy="107"/>
            </a:xfrm>
          </p:grpSpPr>
          <p:sp>
            <p:nvSpPr>
              <p:cNvPr id="40304"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305"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306"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307" name="Group 1120"/>
              <p:cNvGrpSpPr/>
              <p:nvPr/>
            </p:nvGrpSpPr>
            <p:grpSpPr>
              <a:xfrm>
                <a:off x="4383" y="1488"/>
                <a:ext cx="138" cy="33"/>
                <a:chOff x="2468" y="1332"/>
                <a:chExt cx="310" cy="60"/>
              </a:xfrm>
            </p:grpSpPr>
            <p:sp>
              <p:nvSpPr>
                <p:cNvPr id="40310" name="Freeform 1121"/>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311" name="Freeform 1122"/>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308" name="Line 1123"/>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309" name="Line 1124"/>
              <p:cNvSpPr/>
              <p:nvPr/>
            </p:nvSpPr>
            <p:spPr>
              <a:xfrm>
                <a:off x="4578" y="1505"/>
                <a:ext cx="0" cy="46"/>
              </a:xfrm>
              <a:prstGeom prst="line">
                <a:avLst/>
              </a:prstGeom>
              <a:ln w="9525" cap="flat" cmpd="sng">
                <a:solidFill>
                  <a:schemeClr val="bg2"/>
                </a:solidFill>
                <a:prstDash val="solid"/>
                <a:headEnd type="none" w="med" len="med"/>
                <a:tailEnd type="none" w="med" len="med"/>
              </a:ln>
            </p:spPr>
          </p:sp>
        </p:grpSp>
        <p:grpSp>
          <p:nvGrpSpPr>
            <p:cNvPr id="40010" name="Group 1125"/>
            <p:cNvGrpSpPr/>
            <p:nvPr/>
          </p:nvGrpSpPr>
          <p:grpSpPr>
            <a:xfrm>
              <a:off x="4890" y="1738"/>
              <a:ext cx="246" cy="110"/>
              <a:chOff x="4334" y="1470"/>
              <a:chExt cx="246" cy="107"/>
            </a:xfrm>
          </p:grpSpPr>
          <p:sp>
            <p:nvSpPr>
              <p:cNvPr id="40296"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97"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98"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99" name="Group 1129"/>
              <p:cNvGrpSpPr/>
              <p:nvPr/>
            </p:nvGrpSpPr>
            <p:grpSpPr>
              <a:xfrm>
                <a:off x="4383" y="1488"/>
                <a:ext cx="138" cy="33"/>
                <a:chOff x="2468" y="1332"/>
                <a:chExt cx="310" cy="60"/>
              </a:xfrm>
            </p:grpSpPr>
            <p:sp>
              <p:nvSpPr>
                <p:cNvPr id="40302" name="Freeform 1130"/>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303" name="Freeform 1131"/>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300" name="Line 1132"/>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301" name="Line 1133"/>
              <p:cNvSpPr/>
              <p:nvPr/>
            </p:nvSpPr>
            <p:spPr>
              <a:xfrm>
                <a:off x="4578" y="1505"/>
                <a:ext cx="0" cy="46"/>
              </a:xfrm>
              <a:prstGeom prst="line">
                <a:avLst/>
              </a:prstGeom>
              <a:ln w="9525" cap="flat" cmpd="sng">
                <a:solidFill>
                  <a:schemeClr val="bg2"/>
                </a:solidFill>
                <a:prstDash val="solid"/>
                <a:headEnd type="none" w="med" len="med"/>
                <a:tailEnd type="none" w="med" len="med"/>
              </a:ln>
            </p:spPr>
          </p:sp>
        </p:grpSp>
        <p:grpSp>
          <p:nvGrpSpPr>
            <p:cNvPr id="40011" name="Group 1134"/>
            <p:cNvGrpSpPr/>
            <p:nvPr/>
          </p:nvGrpSpPr>
          <p:grpSpPr>
            <a:xfrm>
              <a:off x="4844" y="1508"/>
              <a:ext cx="246" cy="110"/>
              <a:chOff x="4334" y="1470"/>
              <a:chExt cx="246" cy="107"/>
            </a:xfrm>
          </p:grpSpPr>
          <p:sp>
            <p:nvSpPr>
              <p:cNvPr id="40288"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89"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90"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91" name="Group 1138"/>
              <p:cNvGrpSpPr/>
              <p:nvPr/>
            </p:nvGrpSpPr>
            <p:grpSpPr>
              <a:xfrm>
                <a:off x="4383" y="1488"/>
                <a:ext cx="138" cy="33"/>
                <a:chOff x="2468" y="1332"/>
                <a:chExt cx="310" cy="60"/>
              </a:xfrm>
            </p:grpSpPr>
            <p:sp>
              <p:nvSpPr>
                <p:cNvPr id="40294" name="Freeform 1139"/>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95" name="Freeform 1140"/>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292" name="Line 1141"/>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293" name="Line 1142"/>
              <p:cNvSpPr/>
              <p:nvPr/>
            </p:nvSpPr>
            <p:spPr>
              <a:xfrm>
                <a:off x="4578" y="1505"/>
                <a:ext cx="0" cy="46"/>
              </a:xfrm>
              <a:prstGeom prst="line">
                <a:avLst/>
              </a:prstGeom>
              <a:ln w="9525" cap="flat" cmpd="sng">
                <a:solidFill>
                  <a:schemeClr val="bg2"/>
                </a:solidFill>
                <a:prstDash val="solid"/>
                <a:headEnd type="none" w="med" len="med"/>
                <a:tailEnd type="none" w="med" len="med"/>
              </a:ln>
            </p:spPr>
          </p:sp>
        </p:grpSp>
        <p:grpSp>
          <p:nvGrpSpPr>
            <p:cNvPr id="40012" name="Group 1143"/>
            <p:cNvGrpSpPr/>
            <p:nvPr/>
          </p:nvGrpSpPr>
          <p:grpSpPr>
            <a:xfrm>
              <a:off x="4874" y="2296"/>
              <a:ext cx="310" cy="130"/>
              <a:chOff x="4334" y="1470"/>
              <a:chExt cx="246" cy="107"/>
            </a:xfrm>
          </p:grpSpPr>
          <p:sp>
            <p:nvSpPr>
              <p:cNvPr id="40280"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81"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82"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83" name="Group 1147"/>
              <p:cNvGrpSpPr/>
              <p:nvPr/>
            </p:nvGrpSpPr>
            <p:grpSpPr>
              <a:xfrm>
                <a:off x="4383" y="1488"/>
                <a:ext cx="138" cy="33"/>
                <a:chOff x="2468" y="1332"/>
                <a:chExt cx="310" cy="60"/>
              </a:xfrm>
            </p:grpSpPr>
            <p:sp>
              <p:nvSpPr>
                <p:cNvPr id="40286" name="Freeform 1148"/>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87" name="Freeform 1149"/>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284" name="Line 1150"/>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285" name="Line 1151"/>
              <p:cNvSpPr/>
              <p:nvPr/>
            </p:nvSpPr>
            <p:spPr>
              <a:xfrm>
                <a:off x="4578" y="1505"/>
                <a:ext cx="0" cy="44"/>
              </a:xfrm>
              <a:prstGeom prst="line">
                <a:avLst/>
              </a:prstGeom>
              <a:ln w="9525" cap="flat" cmpd="sng">
                <a:solidFill>
                  <a:schemeClr val="bg2"/>
                </a:solidFill>
                <a:prstDash val="solid"/>
                <a:headEnd type="none" w="med" len="med"/>
                <a:tailEnd type="none" w="med" len="med"/>
              </a:ln>
            </p:spPr>
          </p:sp>
        </p:grpSp>
        <p:sp>
          <p:nvSpPr>
            <p:cNvPr id="40013" name="Line 1152"/>
            <p:cNvSpPr/>
            <p:nvPr/>
          </p:nvSpPr>
          <p:spPr>
            <a:xfrm>
              <a:off x="4049" y="2358"/>
              <a:ext cx="428" cy="0"/>
            </a:xfrm>
            <a:prstGeom prst="line">
              <a:avLst/>
            </a:prstGeom>
            <a:ln w="9525" cap="flat" cmpd="sng">
              <a:solidFill>
                <a:schemeClr val="bg2"/>
              </a:solidFill>
              <a:prstDash val="solid"/>
              <a:headEnd type="none" w="med" len="med"/>
              <a:tailEnd type="none" w="med" len="med"/>
            </a:ln>
          </p:spPr>
        </p:sp>
        <p:grpSp>
          <p:nvGrpSpPr>
            <p:cNvPr id="40014" name="Group 1153"/>
            <p:cNvGrpSpPr/>
            <p:nvPr/>
          </p:nvGrpSpPr>
          <p:grpSpPr>
            <a:xfrm>
              <a:off x="4464" y="2288"/>
              <a:ext cx="310" cy="130"/>
              <a:chOff x="4334" y="1470"/>
              <a:chExt cx="246" cy="107"/>
            </a:xfrm>
          </p:grpSpPr>
          <p:sp>
            <p:nvSpPr>
              <p:cNvPr id="40272"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73"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74"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75" name="Group 1157"/>
              <p:cNvGrpSpPr/>
              <p:nvPr/>
            </p:nvGrpSpPr>
            <p:grpSpPr>
              <a:xfrm>
                <a:off x="4383" y="1488"/>
                <a:ext cx="138" cy="33"/>
                <a:chOff x="2468" y="1332"/>
                <a:chExt cx="310" cy="60"/>
              </a:xfrm>
            </p:grpSpPr>
            <p:sp>
              <p:nvSpPr>
                <p:cNvPr id="40278" name="Freeform 1158"/>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79" name="Freeform 1159"/>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276" name="Line 1160"/>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277" name="Line 1161"/>
              <p:cNvSpPr/>
              <p:nvPr/>
            </p:nvSpPr>
            <p:spPr>
              <a:xfrm>
                <a:off x="4578" y="1505"/>
                <a:ext cx="0" cy="44"/>
              </a:xfrm>
              <a:prstGeom prst="line">
                <a:avLst/>
              </a:prstGeom>
              <a:ln w="9525" cap="flat" cmpd="sng">
                <a:solidFill>
                  <a:schemeClr val="bg2"/>
                </a:solidFill>
                <a:prstDash val="solid"/>
                <a:headEnd type="none" w="med" len="med"/>
                <a:tailEnd type="none" w="med" len="med"/>
              </a:ln>
            </p:spPr>
          </p:sp>
        </p:grpSp>
        <p:grpSp>
          <p:nvGrpSpPr>
            <p:cNvPr id="40015" name="Group 1162"/>
            <p:cNvGrpSpPr/>
            <p:nvPr/>
          </p:nvGrpSpPr>
          <p:grpSpPr>
            <a:xfrm>
              <a:off x="4660" y="2464"/>
              <a:ext cx="310" cy="130"/>
              <a:chOff x="4334" y="1470"/>
              <a:chExt cx="246" cy="107"/>
            </a:xfrm>
          </p:grpSpPr>
          <p:sp>
            <p:nvSpPr>
              <p:cNvPr id="40264"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65"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66"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67" name="Group 1166"/>
              <p:cNvGrpSpPr/>
              <p:nvPr/>
            </p:nvGrpSpPr>
            <p:grpSpPr>
              <a:xfrm>
                <a:off x="4383" y="1488"/>
                <a:ext cx="138" cy="33"/>
                <a:chOff x="2468" y="1332"/>
                <a:chExt cx="310" cy="60"/>
              </a:xfrm>
            </p:grpSpPr>
            <p:sp>
              <p:nvSpPr>
                <p:cNvPr id="40270" name="Freeform 1167"/>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71" name="Freeform 1168"/>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268" name="Line 1169"/>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269" name="Line 1170"/>
              <p:cNvSpPr/>
              <p:nvPr/>
            </p:nvSpPr>
            <p:spPr>
              <a:xfrm>
                <a:off x="4578" y="1505"/>
                <a:ext cx="0" cy="44"/>
              </a:xfrm>
              <a:prstGeom prst="line">
                <a:avLst/>
              </a:prstGeom>
              <a:ln w="9525" cap="flat" cmpd="sng">
                <a:solidFill>
                  <a:schemeClr val="bg2"/>
                </a:solidFill>
                <a:prstDash val="solid"/>
                <a:headEnd type="none" w="med" len="med"/>
                <a:tailEnd type="none" w="med" len="med"/>
              </a:ln>
            </p:spPr>
          </p:sp>
        </p:grpSp>
        <p:grpSp>
          <p:nvGrpSpPr>
            <p:cNvPr id="40016" name="Group 1171"/>
            <p:cNvGrpSpPr/>
            <p:nvPr/>
          </p:nvGrpSpPr>
          <p:grpSpPr>
            <a:xfrm>
              <a:off x="4782" y="3028"/>
              <a:ext cx="392" cy="154"/>
              <a:chOff x="4334" y="1470"/>
              <a:chExt cx="246" cy="107"/>
            </a:xfrm>
          </p:grpSpPr>
          <p:sp>
            <p:nvSpPr>
              <p:cNvPr id="40256"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57"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58"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59" name="Group 1175"/>
              <p:cNvGrpSpPr/>
              <p:nvPr/>
            </p:nvGrpSpPr>
            <p:grpSpPr>
              <a:xfrm>
                <a:off x="4383" y="1488"/>
                <a:ext cx="138" cy="33"/>
                <a:chOff x="2468" y="1332"/>
                <a:chExt cx="310" cy="60"/>
              </a:xfrm>
            </p:grpSpPr>
            <p:sp>
              <p:nvSpPr>
                <p:cNvPr id="40262" name="Freeform 1176"/>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63" name="Freeform 1177"/>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260" name="Line 1178"/>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261" name="Line 1179"/>
              <p:cNvSpPr/>
              <p:nvPr/>
            </p:nvSpPr>
            <p:spPr>
              <a:xfrm>
                <a:off x="4578" y="1505"/>
                <a:ext cx="0" cy="47"/>
              </a:xfrm>
              <a:prstGeom prst="line">
                <a:avLst/>
              </a:prstGeom>
              <a:ln w="9525" cap="flat" cmpd="sng">
                <a:solidFill>
                  <a:schemeClr val="bg2"/>
                </a:solidFill>
                <a:prstDash val="solid"/>
                <a:headEnd type="none" w="med" len="med"/>
                <a:tailEnd type="none" w="med" len="med"/>
              </a:ln>
            </p:spPr>
          </p:sp>
        </p:grpSp>
        <p:grpSp>
          <p:nvGrpSpPr>
            <p:cNvPr id="40017" name="Group 1180"/>
            <p:cNvGrpSpPr/>
            <p:nvPr/>
          </p:nvGrpSpPr>
          <p:grpSpPr>
            <a:xfrm>
              <a:off x="4388" y="2840"/>
              <a:ext cx="392" cy="154"/>
              <a:chOff x="4334" y="1470"/>
              <a:chExt cx="246" cy="107"/>
            </a:xfrm>
          </p:grpSpPr>
          <p:sp>
            <p:nvSpPr>
              <p:cNvPr id="40248"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49"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50"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51" name="Group 1184"/>
              <p:cNvGrpSpPr/>
              <p:nvPr/>
            </p:nvGrpSpPr>
            <p:grpSpPr>
              <a:xfrm>
                <a:off x="4383" y="1488"/>
                <a:ext cx="138" cy="33"/>
                <a:chOff x="2468" y="1332"/>
                <a:chExt cx="310" cy="60"/>
              </a:xfrm>
            </p:grpSpPr>
            <p:sp>
              <p:nvSpPr>
                <p:cNvPr id="40254" name="Freeform 118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55" name="Freeform 118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252" name="Line 1187"/>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253" name="Line 1188"/>
              <p:cNvSpPr/>
              <p:nvPr/>
            </p:nvSpPr>
            <p:spPr>
              <a:xfrm>
                <a:off x="4578" y="1505"/>
                <a:ext cx="0" cy="47"/>
              </a:xfrm>
              <a:prstGeom prst="line">
                <a:avLst/>
              </a:prstGeom>
              <a:ln w="9525" cap="flat" cmpd="sng">
                <a:solidFill>
                  <a:schemeClr val="bg2"/>
                </a:solidFill>
                <a:prstDash val="solid"/>
                <a:headEnd type="none" w="med" len="med"/>
                <a:tailEnd type="none" w="med" len="med"/>
              </a:ln>
            </p:spPr>
          </p:sp>
        </p:grpSp>
        <p:grpSp>
          <p:nvGrpSpPr>
            <p:cNvPr id="40018" name="Group 1189"/>
            <p:cNvGrpSpPr/>
            <p:nvPr/>
          </p:nvGrpSpPr>
          <p:grpSpPr>
            <a:xfrm>
              <a:off x="3932" y="3056"/>
              <a:ext cx="392" cy="154"/>
              <a:chOff x="4334" y="1470"/>
              <a:chExt cx="246" cy="107"/>
            </a:xfrm>
          </p:grpSpPr>
          <p:sp>
            <p:nvSpPr>
              <p:cNvPr id="40240"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41"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42"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43" name="Group 1193"/>
              <p:cNvGrpSpPr/>
              <p:nvPr/>
            </p:nvGrpSpPr>
            <p:grpSpPr>
              <a:xfrm>
                <a:off x="4383" y="1488"/>
                <a:ext cx="138" cy="33"/>
                <a:chOff x="2468" y="1332"/>
                <a:chExt cx="310" cy="60"/>
              </a:xfrm>
            </p:grpSpPr>
            <p:sp>
              <p:nvSpPr>
                <p:cNvPr id="40246" name="Freeform 1194"/>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47" name="Freeform 1195"/>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244" name="Line 1196"/>
              <p:cNvSpPr/>
              <p:nvPr/>
            </p:nvSpPr>
            <p:spPr>
              <a:xfrm>
                <a:off x="4335" y="1503"/>
                <a:ext cx="0" cy="47"/>
              </a:xfrm>
              <a:prstGeom prst="line">
                <a:avLst/>
              </a:prstGeom>
              <a:ln w="9525" cap="flat" cmpd="sng">
                <a:solidFill>
                  <a:schemeClr val="bg2"/>
                </a:solidFill>
                <a:prstDash val="solid"/>
                <a:headEnd type="none" w="med" len="med"/>
                <a:tailEnd type="none" w="med" len="med"/>
              </a:ln>
            </p:spPr>
          </p:sp>
          <p:sp>
            <p:nvSpPr>
              <p:cNvPr id="40245" name="Line 1197"/>
              <p:cNvSpPr/>
              <p:nvPr/>
            </p:nvSpPr>
            <p:spPr>
              <a:xfrm>
                <a:off x="4578" y="1505"/>
                <a:ext cx="0" cy="47"/>
              </a:xfrm>
              <a:prstGeom prst="line">
                <a:avLst/>
              </a:prstGeom>
              <a:ln w="9525" cap="flat" cmpd="sng">
                <a:solidFill>
                  <a:schemeClr val="bg2"/>
                </a:solidFill>
                <a:prstDash val="solid"/>
                <a:headEnd type="none" w="med" len="med"/>
                <a:tailEnd type="none" w="med" len="med"/>
              </a:ln>
            </p:spPr>
          </p:sp>
        </p:grpSp>
        <p:grpSp>
          <p:nvGrpSpPr>
            <p:cNvPr id="40019" name="Group 1198"/>
            <p:cNvGrpSpPr/>
            <p:nvPr/>
          </p:nvGrpSpPr>
          <p:grpSpPr>
            <a:xfrm>
              <a:off x="3812" y="2296"/>
              <a:ext cx="246" cy="108"/>
              <a:chOff x="4334" y="1470"/>
              <a:chExt cx="246" cy="107"/>
            </a:xfrm>
          </p:grpSpPr>
          <p:sp>
            <p:nvSpPr>
              <p:cNvPr id="40232"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sp>
            <p:nvSpPr>
              <p:cNvPr id="40233"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pPr algn="ctr">
                  <a:spcBef>
                    <a:spcPct val="0"/>
                  </a:spcBef>
                  <a:buClrTx/>
                  <a:buSzTx/>
                  <a:buFontTx/>
                </a:pPr>
                <a:endParaRPr sz="2400" dirty="0">
                  <a:latin typeface="Times New Roman" panose="02020503050405090304" charset="0"/>
                  <a:ea typeface="Arial" panose="020B0604020202090204" pitchFamily="34" charset="0"/>
                </a:endParaRPr>
              </a:p>
            </p:txBody>
          </p:sp>
          <p:sp>
            <p:nvSpPr>
              <p:cNvPr id="40234"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spcBef>
                    <a:spcPct val="0"/>
                  </a:spcBef>
                  <a:buClrTx/>
                  <a:buSzTx/>
                  <a:buFontTx/>
                </a:pPr>
                <a:endParaRPr sz="2400" dirty="0">
                  <a:latin typeface="Times New Roman" panose="02020503050405090304" charset="0"/>
                  <a:ea typeface="Arial" panose="020B0604020202090204" pitchFamily="34" charset="0"/>
                </a:endParaRPr>
              </a:p>
            </p:txBody>
          </p:sp>
          <p:grpSp>
            <p:nvGrpSpPr>
              <p:cNvPr id="40235" name="Group 1202"/>
              <p:cNvGrpSpPr/>
              <p:nvPr/>
            </p:nvGrpSpPr>
            <p:grpSpPr>
              <a:xfrm>
                <a:off x="4383" y="1488"/>
                <a:ext cx="138" cy="33"/>
                <a:chOff x="2468" y="1332"/>
                <a:chExt cx="310" cy="60"/>
              </a:xfrm>
            </p:grpSpPr>
            <p:sp>
              <p:nvSpPr>
                <p:cNvPr id="40238" name="Freeform 1203"/>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39" name="Freeform 1204"/>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0236" name="Line 1205"/>
              <p:cNvSpPr/>
              <p:nvPr/>
            </p:nvSpPr>
            <p:spPr>
              <a:xfrm>
                <a:off x="4335" y="1503"/>
                <a:ext cx="0" cy="50"/>
              </a:xfrm>
              <a:prstGeom prst="line">
                <a:avLst/>
              </a:prstGeom>
              <a:ln w="9525" cap="flat" cmpd="sng">
                <a:solidFill>
                  <a:schemeClr val="bg2"/>
                </a:solidFill>
                <a:prstDash val="solid"/>
                <a:headEnd type="none" w="med" len="med"/>
                <a:tailEnd type="none" w="med" len="med"/>
              </a:ln>
            </p:spPr>
          </p:sp>
          <p:sp>
            <p:nvSpPr>
              <p:cNvPr id="40237" name="Line 1206"/>
              <p:cNvSpPr/>
              <p:nvPr/>
            </p:nvSpPr>
            <p:spPr>
              <a:xfrm>
                <a:off x="4578" y="1505"/>
                <a:ext cx="0" cy="49"/>
              </a:xfrm>
              <a:prstGeom prst="line">
                <a:avLst/>
              </a:prstGeom>
              <a:ln w="9525" cap="flat" cmpd="sng">
                <a:solidFill>
                  <a:schemeClr val="bg2"/>
                </a:solidFill>
                <a:prstDash val="solid"/>
                <a:headEnd type="none" w="med" len="med"/>
                <a:tailEnd type="none" w="med" len="med"/>
              </a:ln>
            </p:spPr>
          </p:sp>
        </p:grpSp>
        <p:grpSp>
          <p:nvGrpSpPr>
            <p:cNvPr id="40020" name="Group 1207"/>
            <p:cNvGrpSpPr/>
            <p:nvPr/>
          </p:nvGrpSpPr>
          <p:grpSpPr>
            <a:xfrm>
              <a:off x="4511" y="3153"/>
              <a:ext cx="281" cy="266"/>
              <a:chOff x="5072" y="3611"/>
              <a:chExt cx="459" cy="380"/>
            </a:xfrm>
          </p:grpSpPr>
          <p:grpSp>
            <p:nvGrpSpPr>
              <p:cNvPr id="40218" name="Group 1208"/>
              <p:cNvGrpSpPr/>
              <p:nvPr/>
            </p:nvGrpSpPr>
            <p:grpSpPr>
              <a:xfrm>
                <a:off x="5144" y="3611"/>
                <a:ext cx="387" cy="99"/>
                <a:chOff x="5030" y="2639"/>
                <a:chExt cx="387" cy="99"/>
              </a:xfrm>
            </p:grpSpPr>
            <p:sp>
              <p:nvSpPr>
                <p:cNvPr id="40220" name="Freeform 1209"/>
                <p:cNvSpPr/>
                <p:nvPr/>
              </p:nvSpPr>
              <p:spPr>
                <a:xfrm>
                  <a:off x="5134" y="2657"/>
                  <a:ext cx="69" cy="55"/>
                </a:xfrm>
                <a:custGeom>
                  <a:avLst/>
                  <a:gdLst>
                    <a:gd name="txL" fmla="*/ 0 w 199"/>
                    <a:gd name="txT" fmla="*/ 0 h 232"/>
                    <a:gd name="txR" fmla="*/ 199 w 199"/>
                    <a:gd name="txB" fmla="*/ 232 h 232"/>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99" h="232">
                      <a:moveTo>
                        <a:pt x="70" y="29"/>
                      </a:moveTo>
                      <a:lnTo>
                        <a:pt x="55" y="39"/>
                      </a:lnTo>
                      <a:lnTo>
                        <a:pt x="42" y="50"/>
                      </a:lnTo>
                      <a:lnTo>
                        <a:pt x="30" y="63"/>
                      </a:lnTo>
                      <a:lnTo>
                        <a:pt x="20" y="77"/>
                      </a:lnTo>
                      <a:lnTo>
                        <a:pt x="12" y="91"/>
                      </a:lnTo>
                      <a:lnTo>
                        <a:pt x="6" y="108"/>
                      </a:lnTo>
                      <a:lnTo>
                        <a:pt x="2" y="125"/>
                      </a:lnTo>
                      <a:lnTo>
                        <a:pt x="0" y="142"/>
                      </a:lnTo>
                      <a:lnTo>
                        <a:pt x="2" y="166"/>
                      </a:lnTo>
                      <a:lnTo>
                        <a:pt x="12" y="186"/>
                      </a:lnTo>
                      <a:lnTo>
                        <a:pt x="26" y="203"/>
                      </a:lnTo>
                      <a:lnTo>
                        <a:pt x="45" y="216"/>
                      </a:lnTo>
                      <a:lnTo>
                        <a:pt x="66" y="226"/>
                      </a:lnTo>
                      <a:lnTo>
                        <a:pt x="88" y="230"/>
                      </a:lnTo>
                      <a:lnTo>
                        <a:pt x="111" y="232"/>
                      </a:lnTo>
                      <a:lnTo>
                        <a:pt x="134" y="228"/>
                      </a:lnTo>
                      <a:lnTo>
                        <a:pt x="138" y="228"/>
                      </a:lnTo>
                      <a:lnTo>
                        <a:pt x="143" y="226"/>
                      </a:lnTo>
                      <a:lnTo>
                        <a:pt x="147" y="222"/>
                      </a:lnTo>
                      <a:lnTo>
                        <a:pt x="148" y="218"/>
                      </a:lnTo>
                      <a:lnTo>
                        <a:pt x="145" y="212"/>
                      </a:lnTo>
                      <a:lnTo>
                        <a:pt x="141" y="207"/>
                      </a:lnTo>
                      <a:lnTo>
                        <a:pt x="135" y="203"/>
                      </a:lnTo>
                      <a:lnTo>
                        <a:pt x="129" y="201"/>
                      </a:lnTo>
                      <a:lnTo>
                        <a:pt x="117" y="197"/>
                      </a:lnTo>
                      <a:lnTo>
                        <a:pt x="105" y="195"/>
                      </a:lnTo>
                      <a:lnTo>
                        <a:pt x="94" y="193"/>
                      </a:lnTo>
                      <a:lnTo>
                        <a:pt x="83" y="190"/>
                      </a:lnTo>
                      <a:lnTo>
                        <a:pt x="73" y="187"/>
                      </a:lnTo>
                      <a:lnTo>
                        <a:pt x="62" y="182"/>
                      </a:lnTo>
                      <a:lnTo>
                        <a:pt x="53" y="176"/>
                      </a:lnTo>
                      <a:lnTo>
                        <a:pt x="43" y="167"/>
                      </a:lnTo>
                      <a:lnTo>
                        <a:pt x="40" y="128"/>
                      </a:lnTo>
                      <a:lnTo>
                        <a:pt x="49" y="96"/>
                      </a:lnTo>
                      <a:lnTo>
                        <a:pt x="68" y="71"/>
                      </a:lnTo>
                      <a:lnTo>
                        <a:pt x="94" y="50"/>
                      </a:lnTo>
                      <a:lnTo>
                        <a:pt x="122" y="34"/>
                      </a:lnTo>
                      <a:lnTo>
                        <a:pt x="151" y="21"/>
                      </a:lnTo>
                      <a:lnTo>
                        <a:pt x="178" y="12"/>
                      </a:lnTo>
                      <a:lnTo>
                        <a:pt x="199" y="4"/>
                      </a:lnTo>
                      <a:lnTo>
                        <a:pt x="186" y="1"/>
                      </a:lnTo>
                      <a:lnTo>
                        <a:pt x="172" y="0"/>
                      </a:lnTo>
                      <a:lnTo>
                        <a:pt x="156" y="2"/>
                      </a:lnTo>
                      <a:lnTo>
                        <a:pt x="138" y="4"/>
                      </a:lnTo>
                      <a:lnTo>
                        <a:pt x="121" y="10"/>
                      </a:lnTo>
                      <a:lnTo>
                        <a:pt x="103" y="16"/>
                      </a:lnTo>
                      <a:lnTo>
                        <a:pt x="86" y="23"/>
                      </a:lnTo>
                      <a:lnTo>
                        <a:pt x="70" y="29"/>
                      </a:lnTo>
                      <a:close/>
                    </a:path>
                  </a:pathLst>
                </a:custGeom>
                <a:solidFill>
                  <a:srgbClr val="C9E8FF">
                    <a:alpha val="100000"/>
                  </a:srgbClr>
                </a:solidFill>
                <a:ln w="9525">
                  <a:noFill/>
                </a:ln>
              </p:spPr>
              <p:txBody>
                <a:bodyPr/>
                <a:lstStyle/>
                <a:p>
                  <a:endParaRPr lang="zh-CN" altLang="en-US"/>
                </a:p>
              </p:txBody>
            </p:sp>
            <p:sp>
              <p:nvSpPr>
                <p:cNvPr id="40221" name="Freeform 1210"/>
                <p:cNvSpPr/>
                <p:nvPr/>
              </p:nvSpPr>
              <p:spPr>
                <a:xfrm>
                  <a:off x="5252" y="2656"/>
                  <a:ext cx="47" cy="42"/>
                </a:xfrm>
                <a:custGeom>
                  <a:avLst/>
                  <a:gdLst>
                    <a:gd name="txL" fmla="*/ 0 w 128"/>
                    <a:gd name="txT" fmla="*/ 0 h 180"/>
                    <a:gd name="txR" fmla="*/ 128 w 128"/>
                    <a:gd name="txB" fmla="*/ 180 h 18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28" h="180">
                      <a:moveTo>
                        <a:pt x="108" y="59"/>
                      </a:moveTo>
                      <a:lnTo>
                        <a:pt x="113" y="77"/>
                      </a:lnTo>
                      <a:lnTo>
                        <a:pt x="111" y="94"/>
                      </a:lnTo>
                      <a:lnTo>
                        <a:pt x="103" y="108"/>
                      </a:lnTo>
                      <a:lnTo>
                        <a:pt x="91" y="121"/>
                      </a:lnTo>
                      <a:lnTo>
                        <a:pt x="77" y="132"/>
                      </a:lnTo>
                      <a:lnTo>
                        <a:pt x="61" y="144"/>
                      </a:lnTo>
                      <a:lnTo>
                        <a:pt x="45" y="154"/>
                      </a:lnTo>
                      <a:lnTo>
                        <a:pt x="30" y="164"/>
                      </a:lnTo>
                      <a:lnTo>
                        <a:pt x="28" y="168"/>
                      </a:lnTo>
                      <a:lnTo>
                        <a:pt x="27" y="170"/>
                      </a:lnTo>
                      <a:lnTo>
                        <a:pt x="27" y="174"/>
                      </a:lnTo>
                      <a:lnTo>
                        <a:pt x="28" y="177"/>
                      </a:lnTo>
                      <a:lnTo>
                        <a:pt x="32" y="179"/>
                      </a:lnTo>
                      <a:lnTo>
                        <a:pt x="35" y="180"/>
                      </a:lnTo>
                      <a:lnTo>
                        <a:pt x="37" y="180"/>
                      </a:lnTo>
                      <a:lnTo>
                        <a:pt x="41" y="179"/>
                      </a:lnTo>
                      <a:lnTo>
                        <a:pt x="60" y="169"/>
                      </a:lnTo>
                      <a:lnTo>
                        <a:pt x="77" y="158"/>
                      </a:lnTo>
                      <a:lnTo>
                        <a:pt x="94" y="145"/>
                      </a:lnTo>
                      <a:lnTo>
                        <a:pt x="109" y="130"/>
                      </a:lnTo>
                      <a:lnTo>
                        <a:pt x="120" y="114"/>
                      </a:lnTo>
                      <a:lnTo>
                        <a:pt x="127" y="95"/>
                      </a:lnTo>
                      <a:lnTo>
                        <a:pt x="128" y="76"/>
                      </a:lnTo>
                      <a:lnTo>
                        <a:pt x="123" y="55"/>
                      </a:lnTo>
                      <a:lnTo>
                        <a:pt x="113" y="39"/>
                      </a:lnTo>
                      <a:lnTo>
                        <a:pt x="97" y="25"/>
                      </a:lnTo>
                      <a:lnTo>
                        <a:pt x="79" y="15"/>
                      </a:lnTo>
                      <a:lnTo>
                        <a:pt x="57" y="7"/>
                      </a:lnTo>
                      <a:lnTo>
                        <a:pt x="36" y="2"/>
                      </a:lnTo>
                      <a:lnTo>
                        <a:pt x="19" y="0"/>
                      </a:lnTo>
                      <a:lnTo>
                        <a:pt x="6" y="0"/>
                      </a:lnTo>
                      <a:lnTo>
                        <a:pt x="0" y="4"/>
                      </a:lnTo>
                      <a:lnTo>
                        <a:pt x="14" y="9"/>
                      </a:lnTo>
                      <a:lnTo>
                        <a:pt x="29" y="14"/>
                      </a:lnTo>
                      <a:lnTo>
                        <a:pt x="46" y="19"/>
                      </a:lnTo>
                      <a:lnTo>
                        <a:pt x="61" y="23"/>
                      </a:lnTo>
                      <a:lnTo>
                        <a:pt x="76" y="29"/>
                      </a:lnTo>
                      <a:lnTo>
                        <a:pt x="89" y="37"/>
                      </a:lnTo>
                      <a:lnTo>
                        <a:pt x="100" y="46"/>
                      </a:lnTo>
                      <a:lnTo>
                        <a:pt x="108" y="59"/>
                      </a:lnTo>
                      <a:close/>
                    </a:path>
                  </a:pathLst>
                </a:custGeom>
                <a:solidFill>
                  <a:srgbClr val="C9E8FF">
                    <a:alpha val="100000"/>
                  </a:srgbClr>
                </a:solidFill>
                <a:ln w="9525">
                  <a:noFill/>
                </a:ln>
              </p:spPr>
              <p:txBody>
                <a:bodyPr/>
                <a:lstStyle/>
                <a:p>
                  <a:endParaRPr lang="zh-CN" altLang="en-US"/>
                </a:p>
              </p:txBody>
            </p:sp>
            <p:sp>
              <p:nvSpPr>
                <p:cNvPr id="40222" name="Freeform 1211"/>
                <p:cNvSpPr/>
                <p:nvPr/>
              </p:nvSpPr>
              <p:spPr>
                <a:xfrm>
                  <a:off x="5089" y="2646"/>
                  <a:ext cx="114" cy="88"/>
                </a:xfrm>
                <a:custGeom>
                  <a:avLst/>
                  <a:gdLst>
                    <a:gd name="txL" fmla="*/ 0 w 322"/>
                    <a:gd name="txT" fmla="*/ 0 h 378"/>
                    <a:gd name="txR" fmla="*/ 322 w 322"/>
                    <a:gd name="txB" fmla="*/ 378 h 378"/>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22" h="378">
                      <a:moveTo>
                        <a:pt x="125" y="49"/>
                      </a:moveTo>
                      <a:lnTo>
                        <a:pt x="100" y="70"/>
                      </a:lnTo>
                      <a:lnTo>
                        <a:pt x="76" y="90"/>
                      </a:lnTo>
                      <a:lnTo>
                        <a:pt x="53" y="115"/>
                      </a:lnTo>
                      <a:lnTo>
                        <a:pt x="34" y="140"/>
                      </a:lnTo>
                      <a:lnTo>
                        <a:pt x="17" y="166"/>
                      </a:lnTo>
                      <a:lnTo>
                        <a:pt x="5" y="195"/>
                      </a:lnTo>
                      <a:lnTo>
                        <a:pt x="0" y="226"/>
                      </a:lnTo>
                      <a:lnTo>
                        <a:pt x="1" y="258"/>
                      </a:lnTo>
                      <a:lnTo>
                        <a:pt x="3" y="266"/>
                      </a:lnTo>
                      <a:lnTo>
                        <a:pt x="5" y="275"/>
                      </a:lnTo>
                      <a:lnTo>
                        <a:pt x="9" y="282"/>
                      </a:lnTo>
                      <a:lnTo>
                        <a:pt x="14" y="290"/>
                      </a:lnTo>
                      <a:lnTo>
                        <a:pt x="19" y="297"/>
                      </a:lnTo>
                      <a:lnTo>
                        <a:pt x="26" y="304"/>
                      </a:lnTo>
                      <a:lnTo>
                        <a:pt x="32" y="310"/>
                      </a:lnTo>
                      <a:lnTo>
                        <a:pt x="41" y="314"/>
                      </a:lnTo>
                      <a:lnTo>
                        <a:pt x="56" y="324"/>
                      </a:lnTo>
                      <a:lnTo>
                        <a:pt x="71" y="332"/>
                      </a:lnTo>
                      <a:lnTo>
                        <a:pt x="86" y="338"/>
                      </a:lnTo>
                      <a:lnTo>
                        <a:pt x="103" y="344"/>
                      </a:lnTo>
                      <a:lnTo>
                        <a:pt x="119" y="350"/>
                      </a:lnTo>
                      <a:lnTo>
                        <a:pt x="136" y="355"/>
                      </a:lnTo>
                      <a:lnTo>
                        <a:pt x="152" y="359"/>
                      </a:lnTo>
                      <a:lnTo>
                        <a:pt x="168" y="363"/>
                      </a:lnTo>
                      <a:lnTo>
                        <a:pt x="186" y="366"/>
                      </a:lnTo>
                      <a:lnTo>
                        <a:pt x="202" y="368"/>
                      </a:lnTo>
                      <a:lnTo>
                        <a:pt x="220" y="371"/>
                      </a:lnTo>
                      <a:lnTo>
                        <a:pt x="238" y="373"/>
                      </a:lnTo>
                      <a:lnTo>
                        <a:pt x="254" y="374"/>
                      </a:lnTo>
                      <a:lnTo>
                        <a:pt x="272" y="375"/>
                      </a:lnTo>
                      <a:lnTo>
                        <a:pt x="289" y="376"/>
                      </a:lnTo>
                      <a:lnTo>
                        <a:pt x="306" y="378"/>
                      </a:lnTo>
                      <a:lnTo>
                        <a:pt x="311" y="378"/>
                      </a:lnTo>
                      <a:lnTo>
                        <a:pt x="316" y="375"/>
                      </a:lnTo>
                      <a:lnTo>
                        <a:pt x="320" y="371"/>
                      </a:lnTo>
                      <a:lnTo>
                        <a:pt x="322" y="366"/>
                      </a:lnTo>
                      <a:lnTo>
                        <a:pt x="322" y="360"/>
                      </a:lnTo>
                      <a:lnTo>
                        <a:pt x="320" y="356"/>
                      </a:lnTo>
                      <a:lnTo>
                        <a:pt x="315" y="352"/>
                      </a:lnTo>
                      <a:lnTo>
                        <a:pt x="309" y="350"/>
                      </a:lnTo>
                      <a:lnTo>
                        <a:pt x="294" y="347"/>
                      </a:lnTo>
                      <a:lnTo>
                        <a:pt x="279" y="344"/>
                      </a:lnTo>
                      <a:lnTo>
                        <a:pt x="263" y="341"/>
                      </a:lnTo>
                      <a:lnTo>
                        <a:pt x="247" y="338"/>
                      </a:lnTo>
                      <a:lnTo>
                        <a:pt x="232" y="336"/>
                      </a:lnTo>
                      <a:lnTo>
                        <a:pt x="216" y="334"/>
                      </a:lnTo>
                      <a:lnTo>
                        <a:pt x="200" y="332"/>
                      </a:lnTo>
                      <a:lnTo>
                        <a:pt x="185" y="328"/>
                      </a:lnTo>
                      <a:lnTo>
                        <a:pt x="170" y="326"/>
                      </a:lnTo>
                      <a:lnTo>
                        <a:pt x="154" y="322"/>
                      </a:lnTo>
                      <a:lnTo>
                        <a:pt x="139" y="318"/>
                      </a:lnTo>
                      <a:lnTo>
                        <a:pt x="124" y="314"/>
                      </a:lnTo>
                      <a:lnTo>
                        <a:pt x="110" y="309"/>
                      </a:lnTo>
                      <a:lnTo>
                        <a:pt x="94" y="303"/>
                      </a:lnTo>
                      <a:lnTo>
                        <a:pt x="80" y="297"/>
                      </a:lnTo>
                      <a:lnTo>
                        <a:pt x="66" y="289"/>
                      </a:lnTo>
                      <a:lnTo>
                        <a:pt x="55" y="281"/>
                      </a:lnTo>
                      <a:lnTo>
                        <a:pt x="45" y="271"/>
                      </a:lnTo>
                      <a:lnTo>
                        <a:pt x="38" y="259"/>
                      </a:lnTo>
                      <a:lnTo>
                        <a:pt x="35" y="245"/>
                      </a:lnTo>
                      <a:lnTo>
                        <a:pt x="34" y="232"/>
                      </a:lnTo>
                      <a:lnTo>
                        <a:pt x="35" y="216"/>
                      </a:lnTo>
                      <a:lnTo>
                        <a:pt x="38" y="200"/>
                      </a:lnTo>
                      <a:lnTo>
                        <a:pt x="43" y="187"/>
                      </a:lnTo>
                      <a:lnTo>
                        <a:pt x="51" y="170"/>
                      </a:lnTo>
                      <a:lnTo>
                        <a:pt x="60" y="152"/>
                      </a:lnTo>
                      <a:lnTo>
                        <a:pt x="71" y="137"/>
                      </a:lnTo>
                      <a:lnTo>
                        <a:pt x="83" y="124"/>
                      </a:lnTo>
                      <a:lnTo>
                        <a:pt x="94" y="110"/>
                      </a:lnTo>
                      <a:lnTo>
                        <a:pt x="107" y="96"/>
                      </a:lnTo>
                      <a:lnTo>
                        <a:pt x="123" y="82"/>
                      </a:lnTo>
                      <a:lnTo>
                        <a:pt x="138" y="69"/>
                      </a:lnTo>
                      <a:lnTo>
                        <a:pt x="153" y="57"/>
                      </a:lnTo>
                      <a:lnTo>
                        <a:pt x="173" y="47"/>
                      </a:lnTo>
                      <a:lnTo>
                        <a:pt x="195" y="38"/>
                      </a:lnTo>
                      <a:lnTo>
                        <a:pt x="218" y="28"/>
                      </a:lnTo>
                      <a:lnTo>
                        <a:pt x="238" y="20"/>
                      </a:lnTo>
                      <a:lnTo>
                        <a:pt x="254" y="13"/>
                      </a:lnTo>
                      <a:lnTo>
                        <a:pt x="264" y="7"/>
                      </a:lnTo>
                      <a:lnTo>
                        <a:pt x="268" y="2"/>
                      </a:lnTo>
                      <a:lnTo>
                        <a:pt x="256" y="0"/>
                      </a:lnTo>
                      <a:lnTo>
                        <a:pt x="240" y="1"/>
                      </a:lnTo>
                      <a:lnTo>
                        <a:pt x="221" y="4"/>
                      </a:lnTo>
                      <a:lnTo>
                        <a:pt x="201" y="10"/>
                      </a:lnTo>
                      <a:lnTo>
                        <a:pt x="180" y="18"/>
                      </a:lnTo>
                      <a:lnTo>
                        <a:pt x="160" y="27"/>
                      </a:lnTo>
                      <a:lnTo>
                        <a:pt x="141" y="38"/>
                      </a:lnTo>
                      <a:lnTo>
                        <a:pt x="125" y="49"/>
                      </a:lnTo>
                      <a:close/>
                    </a:path>
                  </a:pathLst>
                </a:custGeom>
                <a:solidFill>
                  <a:srgbClr val="C9E8FF">
                    <a:alpha val="100000"/>
                  </a:srgbClr>
                </a:solidFill>
                <a:ln w="9525">
                  <a:noFill/>
                </a:ln>
              </p:spPr>
              <p:txBody>
                <a:bodyPr/>
                <a:lstStyle/>
                <a:p>
                  <a:endParaRPr lang="zh-CN" altLang="en-US"/>
                </a:p>
              </p:txBody>
            </p:sp>
            <p:sp>
              <p:nvSpPr>
                <p:cNvPr id="40223" name="Freeform 1212"/>
                <p:cNvSpPr/>
                <p:nvPr/>
              </p:nvSpPr>
              <p:spPr>
                <a:xfrm>
                  <a:off x="5250" y="2643"/>
                  <a:ext cx="99" cy="59"/>
                </a:xfrm>
                <a:custGeom>
                  <a:avLst/>
                  <a:gdLst>
                    <a:gd name="txL" fmla="*/ 0 w 283"/>
                    <a:gd name="txT" fmla="*/ 0 h 252"/>
                    <a:gd name="txR" fmla="*/ 283 w 283"/>
                    <a:gd name="txB" fmla="*/ 252 h 252"/>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83" h="252">
                      <a:moveTo>
                        <a:pt x="235" y="77"/>
                      </a:moveTo>
                      <a:lnTo>
                        <a:pt x="248" y="91"/>
                      </a:lnTo>
                      <a:lnTo>
                        <a:pt x="256" y="107"/>
                      </a:lnTo>
                      <a:lnTo>
                        <a:pt x="259" y="124"/>
                      </a:lnTo>
                      <a:lnTo>
                        <a:pt x="259" y="142"/>
                      </a:lnTo>
                      <a:lnTo>
                        <a:pt x="257" y="157"/>
                      </a:lnTo>
                      <a:lnTo>
                        <a:pt x="252" y="170"/>
                      </a:lnTo>
                      <a:lnTo>
                        <a:pt x="244" y="183"/>
                      </a:lnTo>
                      <a:lnTo>
                        <a:pt x="236" y="193"/>
                      </a:lnTo>
                      <a:lnTo>
                        <a:pt x="225" y="204"/>
                      </a:lnTo>
                      <a:lnTo>
                        <a:pt x="215" y="214"/>
                      </a:lnTo>
                      <a:lnTo>
                        <a:pt x="204" y="224"/>
                      </a:lnTo>
                      <a:lnTo>
                        <a:pt x="194" y="234"/>
                      </a:lnTo>
                      <a:lnTo>
                        <a:pt x="191" y="238"/>
                      </a:lnTo>
                      <a:lnTo>
                        <a:pt x="191" y="241"/>
                      </a:lnTo>
                      <a:lnTo>
                        <a:pt x="191" y="245"/>
                      </a:lnTo>
                      <a:lnTo>
                        <a:pt x="194" y="248"/>
                      </a:lnTo>
                      <a:lnTo>
                        <a:pt x="197" y="250"/>
                      </a:lnTo>
                      <a:lnTo>
                        <a:pt x="202" y="252"/>
                      </a:lnTo>
                      <a:lnTo>
                        <a:pt x="205" y="250"/>
                      </a:lnTo>
                      <a:lnTo>
                        <a:pt x="209" y="248"/>
                      </a:lnTo>
                      <a:lnTo>
                        <a:pt x="232" y="233"/>
                      </a:lnTo>
                      <a:lnTo>
                        <a:pt x="252" y="214"/>
                      </a:lnTo>
                      <a:lnTo>
                        <a:pt x="268" y="192"/>
                      </a:lnTo>
                      <a:lnTo>
                        <a:pt x="278" y="167"/>
                      </a:lnTo>
                      <a:lnTo>
                        <a:pt x="283" y="141"/>
                      </a:lnTo>
                      <a:lnTo>
                        <a:pt x="280" y="115"/>
                      </a:lnTo>
                      <a:lnTo>
                        <a:pt x="271" y="91"/>
                      </a:lnTo>
                      <a:lnTo>
                        <a:pt x="252" y="69"/>
                      </a:lnTo>
                      <a:lnTo>
                        <a:pt x="238" y="57"/>
                      </a:lnTo>
                      <a:lnTo>
                        <a:pt x="222" y="48"/>
                      </a:lnTo>
                      <a:lnTo>
                        <a:pt x="204" y="39"/>
                      </a:lnTo>
                      <a:lnTo>
                        <a:pt x="184" y="31"/>
                      </a:lnTo>
                      <a:lnTo>
                        <a:pt x="164" y="23"/>
                      </a:lnTo>
                      <a:lnTo>
                        <a:pt x="144" y="17"/>
                      </a:lnTo>
                      <a:lnTo>
                        <a:pt x="123" y="13"/>
                      </a:lnTo>
                      <a:lnTo>
                        <a:pt x="103" y="8"/>
                      </a:lnTo>
                      <a:lnTo>
                        <a:pt x="83" y="5"/>
                      </a:lnTo>
                      <a:lnTo>
                        <a:pt x="66" y="2"/>
                      </a:lnTo>
                      <a:lnTo>
                        <a:pt x="48" y="0"/>
                      </a:lnTo>
                      <a:lnTo>
                        <a:pt x="34" y="0"/>
                      </a:lnTo>
                      <a:lnTo>
                        <a:pt x="21" y="0"/>
                      </a:lnTo>
                      <a:lnTo>
                        <a:pt x="11" y="0"/>
                      </a:lnTo>
                      <a:lnTo>
                        <a:pt x="4" y="2"/>
                      </a:lnTo>
                      <a:lnTo>
                        <a:pt x="0" y="5"/>
                      </a:lnTo>
                      <a:lnTo>
                        <a:pt x="12" y="7"/>
                      </a:lnTo>
                      <a:lnTo>
                        <a:pt x="24" y="8"/>
                      </a:lnTo>
                      <a:lnTo>
                        <a:pt x="38" y="10"/>
                      </a:lnTo>
                      <a:lnTo>
                        <a:pt x="52" y="13"/>
                      </a:lnTo>
                      <a:lnTo>
                        <a:pt x="66" y="16"/>
                      </a:lnTo>
                      <a:lnTo>
                        <a:pt x="82" y="18"/>
                      </a:lnTo>
                      <a:lnTo>
                        <a:pt x="98" y="22"/>
                      </a:lnTo>
                      <a:lnTo>
                        <a:pt x="114" y="25"/>
                      </a:lnTo>
                      <a:lnTo>
                        <a:pt x="129" y="30"/>
                      </a:lnTo>
                      <a:lnTo>
                        <a:pt x="146" y="34"/>
                      </a:lnTo>
                      <a:lnTo>
                        <a:pt x="162" y="39"/>
                      </a:lnTo>
                      <a:lnTo>
                        <a:pt x="177" y="45"/>
                      </a:lnTo>
                      <a:lnTo>
                        <a:pt x="193" y="52"/>
                      </a:lnTo>
                      <a:lnTo>
                        <a:pt x="208" y="60"/>
                      </a:lnTo>
                      <a:lnTo>
                        <a:pt x="222" y="68"/>
                      </a:lnTo>
                      <a:lnTo>
                        <a:pt x="235" y="77"/>
                      </a:lnTo>
                      <a:close/>
                    </a:path>
                  </a:pathLst>
                </a:custGeom>
                <a:solidFill>
                  <a:srgbClr val="C9E8FF">
                    <a:alpha val="100000"/>
                  </a:srgbClr>
                </a:solidFill>
                <a:ln w="9525">
                  <a:noFill/>
                </a:ln>
              </p:spPr>
              <p:txBody>
                <a:bodyPr/>
                <a:lstStyle/>
                <a:p>
                  <a:endParaRPr lang="zh-CN" altLang="en-US"/>
                </a:p>
              </p:txBody>
            </p:sp>
            <p:sp>
              <p:nvSpPr>
                <p:cNvPr id="40224" name="Freeform 1213"/>
                <p:cNvSpPr/>
                <p:nvPr/>
              </p:nvSpPr>
              <p:spPr>
                <a:xfrm>
                  <a:off x="5047" y="2671"/>
                  <a:ext cx="40" cy="55"/>
                </a:xfrm>
                <a:custGeom>
                  <a:avLst/>
                  <a:gdLst>
                    <a:gd name="txL" fmla="*/ 0 w 114"/>
                    <a:gd name="txT" fmla="*/ 0 h 238"/>
                    <a:gd name="txR" fmla="*/ 114 w 114"/>
                    <a:gd name="txB" fmla="*/ 238 h 238"/>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14" h="238">
                      <a:moveTo>
                        <a:pt x="0" y="130"/>
                      </a:moveTo>
                      <a:lnTo>
                        <a:pt x="0" y="149"/>
                      </a:lnTo>
                      <a:lnTo>
                        <a:pt x="4" y="168"/>
                      </a:lnTo>
                      <a:lnTo>
                        <a:pt x="12" y="185"/>
                      </a:lnTo>
                      <a:lnTo>
                        <a:pt x="24" y="200"/>
                      </a:lnTo>
                      <a:lnTo>
                        <a:pt x="38" y="213"/>
                      </a:lnTo>
                      <a:lnTo>
                        <a:pt x="55" y="224"/>
                      </a:lnTo>
                      <a:lnTo>
                        <a:pt x="73" y="232"/>
                      </a:lnTo>
                      <a:lnTo>
                        <a:pt x="92" y="237"/>
                      </a:lnTo>
                      <a:lnTo>
                        <a:pt x="98" y="238"/>
                      </a:lnTo>
                      <a:lnTo>
                        <a:pt x="104" y="235"/>
                      </a:lnTo>
                      <a:lnTo>
                        <a:pt x="109" y="232"/>
                      </a:lnTo>
                      <a:lnTo>
                        <a:pt x="111" y="227"/>
                      </a:lnTo>
                      <a:lnTo>
                        <a:pt x="111" y="222"/>
                      </a:lnTo>
                      <a:lnTo>
                        <a:pt x="110" y="216"/>
                      </a:lnTo>
                      <a:lnTo>
                        <a:pt x="106" y="211"/>
                      </a:lnTo>
                      <a:lnTo>
                        <a:pt x="100" y="209"/>
                      </a:lnTo>
                      <a:lnTo>
                        <a:pt x="82" y="202"/>
                      </a:lnTo>
                      <a:lnTo>
                        <a:pt x="64" y="193"/>
                      </a:lnTo>
                      <a:lnTo>
                        <a:pt x="50" y="180"/>
                      </a:lnTo>
                      <a:lnTo>
                        <a:pt x="39" y="167"/>
                      </a:lnTo>
                      <a:lnTo>
                        <a:pt x="32" y="149"/>
                      </a:lnTo>
                      <a:lnTo>
                        <a:pt x="29" y="131"/>
                      </a:lnTo>
                      <a:lnTo>
                        <a:pt x="29" y="111"/>
                      </a:lnTo>
                      <a:lnTo>
                        <a:pt x="35" y="91"/>
                      </a:lnTo>
                      <a:lnTo>
                        <a:pt x="42" y="76"/>
                      </a:lnTo>
                      <a:lnTo>
                        <a:pt x="51" y="62"/>
                      </a:lnTo>
                      <a:lnTo>
                        <a:pt x="62" y="49"/>
                      </a:lnTo>
                      <a:lnTo>
                        <a:pt x="73" y="38"/>
                      </a:lnTo>
                      <a:lnTo>
                        <a:pt x="84" y="28"/>
                      </a:lnTo>
                      <a:lnTo>
                        <a:pt x="96" y="18"/>
                      </a:lnTo>
                      <a:lnTo>
                        <a:pt x="106" y="9"/>
                      </a:lnTo>
                      <a:lnTo>
                        <a:pt x="114" y="1"/>
                      </a:lnTo>
                      <a:lnTo>
                        <a:pt x="106" y="0"/>
                      </a:lnTo>
                      <a:lnTo>
                        <a:pt x="93" y="6"/>
                      </a:lnTo>
                      <a:lnTo>
                        <a:pt x="76" y="18"/>
                      </a:lnTo>
                      <a:lnTo>
                        <a:pt x="56" y="36"/>
                      </a:lnTo>
                      <a:lnTo>
                        <a:pt x="37" y="57"/>
                      </a:lnTo>
                      <a:lnTo>
                        <a:pt x="20" y="80"/>
                      </a:lnTo>
                      <a:lnTo>
                        <a:pt x="7" y="106"/>
                      </a:lnTo>
                      <a:lnTo>
                        <a:pt x="0" y="130"/>
                      </a:lnTo>
                      <a:close/>
                    </a:path>
                  </a:pathLst>
                </a:custGeom>
                <a:solidFill>
                  <a:srgbClr val="C9E8FF">
                    <a:alpha val="100000"/>
                  </a:srgbClr>
                </a:solidFill>
                <a:ln w="9525">
                  <a:noFill/>
                </a:ln>
              </p:spPr>
              <p:txBody>
                <a:bodyPr/>
                <a:lstStyle/>
                <a:p>
                  <a:endParaRPr lang="zh-CN" altLang="en-US"/>
                </a:p>
              </p:txBody>
            </p:sp>
            <p:sp>
              <p:nvSpPr>
                <p:cNvPr id="40225" name="Freeform 1214"/>
                <p:cNvSpPr/>
                <p:nvPr/>
              </p:nvSpPr>
              <p:spPr>
                <a:xfrm>
                  <a:off x="5330" y="2639"/>
                  <a:ext cx="87" cy="73"/>
                </a:xfrm>
                <a:custGeom>
                  <a:avLst/>
                  <a:gdLst>
                    <a:gd name="txL" fmla="*/ 0 w 246"/>
                    <a:gd name="txT" fmla="*/ 0 h 310"/>
                    <a:gd name="txR" fmla="*/ 246 w 246"/>
                    <a:gd name="txB" fmla="*/ 310 h 31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46" h="310">
                      <a:moveTo>
                        <a:pt x="199" y="116"/>
                      </a:moveTo>
                      <a:lnTo>
                        <a:pt x="207" y="124"/>
                      </a:lnTo>
                      <a:lnTo>
                        <a:pt x="214" y="133"/>
                      </a:lnTo>
                      <a:lnTo>
                        <a:pt x="219" y="143"/>
                      </a:lnTo>
                      <a:lnTo>
                        <a:pt x="223" y="154"/>
                      </a:lnTo>
                      <a:lnTo>
                        <a:pt x="225" y="164"/>
                      </a:lnTo>
                      <a:lnTo>
                        <a:pt x="225" y="176"/>
                      </a:lnTo>
                      <a:lnTo>
                        <a:pt x="221" y="187"/>
                      </a:lnTo>
                      <a:lnTo>
                        <a:pt x="216" y="197"/>
                      </a:lnTo>
                      <a:lnTo>
                        <a:pt x="208" y="209"/>
                      </a:lnTo>
                      <a:lnTo>
                        <a:pt x="199" y="219"/>
                      </a:lnTo>
                      <a:lnTo>
                        <a:pt x="188" y="228"/>
                      </a:lnTo>
                      <a:lnTo>
                        <a:pt x="177" y="238"/>
                      </a:lnTo>
                      <a:lnTo>
                        <a:pt x="166" y="246"/>
                      </a:lnTo>
                      <a:lnTo>
                        <a:pt x="154" y="255"/>
                      </a:lnTo>
                      <a:lnTo>
                        <a:pt x="143" y="264"/>
                      </a:lnTo>
                      <a:lnTo>
                        <a:pt x="132" y="274"/>
                      </a:lnTo>
                      <a:lnTo>
                        <a:pt x="129" y="278"/>
                      </a:lnTo>
                      <a:lnTo>
                        <a:pt x="126" y="282"/>
                      </a:lnTo>
                      <a:lnTo>
                        <a:pt x="124" y="287"/>
                      </a:lnTo>
                      <a:lnTo>
                        <a:pt x="121" y="292"/>
                      </a:lnTo>
                      <a:lnTo>
                        <a:pt x="120" y="296"/>
                      </a:lnTo>
                      <a:lnTo>
                        <a:pt x="120" y="301"/>
                      </a:lnTo>
                      <a:lnTo>
                        <a:pt x="121" y="305"/>
                      </a:lnTo>
                      <a:lnTo>
                        <a:pt x="125" y="309"/>
                      </a:lnTo>
                      <a:lnTo>
                        <a:pt x="130" y="310"/>
                      </a:lnTo>
                      <a:lnTo>
                        <a:pt x="134" y="310"/>
                      </a:lnTo>
                      <a:lnTo>
                        <a:pt x="139" y="309"/>
                      </a:lnTo>
                      <a:lnTo>
                        <a:pt x="143" y="305"/>
                      </a:lnTo>
                      <a:lnTo>
                        <a:pt x="154" y="293"/>
                      </a:lnTo>
                      <a:lnTo>
                        <a:pt x="167" y="280"/>
                      </a:lnTo>
                      <a:lnTo>
                        <a:pt x="180" y="269"/>
                      </a:lnTo>
                      <a:lnTo>
                        <a:pt x="194" y="257"/>
                      </a:lnTo>
                      <a:lnTo>
                        <a:pt x="207" y="246"/>
                      </a:lnTo>
                      <a:lnTo>
                        <a:pt x="219" y="233"/>
                      </a:lnTo>
                      <a:lnTo>
                        <a:pt x="231" y="219"/>
                      </a:lnTo>
                      <a:lnTo>
                        <a:pt x="239" y="204"/>
                      </a:lnTo>
                      <a:lnTo>
                        <a:pt x="245" y="187"/>
                      </a:lnTo>
                      <a:lnTo>
                        <a:pt x="246" y="170"/>
                      </a:lnTo>
                      <a:lnTo>
                        <a:pt x="242" y="153"/>
                      </a:lnTo>
                      <a:lnTo>
                        <a:pt x="236" y="136"/>
                      </a:lnTo>
                      <a:lnTo>
                        <a:pt x="227" y="120"/>
                      </a:lnTo>
                      <a:lnTo>
                        <a:pt x="215" y="107"/>
                      </a:lnTo>
                      <a:lnTo>
                        <a:pt x="201" y="94"/>
                      </a:lnTo>
                      <a:lnTo>
                        <a:pt x="187" y="82"/>
                      </a:lnTo>
                      <a:lnTo>
                        <a:pt x="177" y="74"/>
                      </a:lnTo>
                      <a:lnTo>
                        <a:pt x="165" y="68"/>
                      </a:lnTo>
                      <a:lnTo>
                        <a:pt x="152" y="60"/>
                      </a:lnTo>
                      <a:lnTo>
                        <a:pt x="139" y="51"/>
                      </a:lnTo>
                      <a:lnTo>
                        <a:pt x="126" y="43"/>
                      </a:lnTo>
                      <a:lnTo>
                        <a:pt x="112" y="35"/>
                      </a:lnTo>
                      <a:lnTo>
                        <a:pt x="98" y="28"/>
                      </a:lnTo>
                      <a:lnTo>
                        <a:pt x="85" y="22"/>
                      </a:lnTo>
                      <a:lnTo>
                        <a:pt x="72" y="16"/>
                      </a:lnTo>
                      <a:lnTo>
                        <a:pt x="59" y="10"/>
                      </a:lnTo>
                      <a:lnTo>
                        <a:pt x="46" y="7"/>
                      </a:lnTo>
                      <a:lnTo>
                        <a:pt x="35" y="3"/>
                      </a:lnTo>
                      <a:lnTo>
                        <a:pt x="24" y="1"/>
                      </a:lnTo>
                      <a:lnTo>
                        <a:pt x="15" y="0"/>
                      </a:lnTo>
                      <a:lnTo>
                        <a:pt x="7" y="1"/>
                      </a:lnTo>
                      <a:lnTo>
                        <a:pt x="0" y="3"/>
                      </a:lnTo>
                      <a:lnTo>
                        <a:pt x="8" y="6"/>
                      </a:lnTo>
                      <a:lnTo>
                        <a:pt x="17" y="9"/>
                      </a:lnTo>
                      <a:lnTo>
                        <a:pt x="28" y="14"/>
                      </a:lnTo>
                      <a:lnTo>
                        <a:pt x="38" y="18"/>
                      </a:lnTo>
                      <a:lnTo>
                        <a:pt x="51" y="24"/>
                      </a:lnTo>
                      <a:lnTo>
                        <a:pt x="64" y="30"/>
                      </a:lnTo>
                      <a:lnTo>
                        <a:pt x="78" y="37"/>
                      </a:lnTo>
                      <a:lnTo>
                        <a:pt x="92" y="43"/>
                      </a:lnTo>
                      <a:lnTo>
                        <a:pt x="106" y="51"/>
                      </a:lnTo>
                      <a:lnTo>
                        <a:pt x="120" y="60"/>
                      </a:lnTo>
                      <a:lnTo>
                        <a:pt x="134" y="69"/>
                      </a:lnTo>
                      <a:lnTo>
                        <a:pt x="148" y="78"/>
                      </a:lnTo>
                      <a:lnTo>
                        <a:pt x="163" y="87"/>
                      </a:lnTo>
                      <a:lnTo>
                        <a:pt x="175" y="96"/>
                      </a:lnTo>
                      <a:lnTo>
                        <a:pt x="187" y="105"/>
                      </a:lnTo>
                      <a:lnTo>
                        <a:pt x="199" y="116"/>
                      </a:lnTo>
                      <a:close/>
                    </a:path>
                  </a:pathLst>
                </a:custGeom>
                <a:solidFill>
                  <a:srgbClr val="C9E8FF">
                    <a:alpha val="100000"/>
                  </a:srgbClr>
                </a:solidFill>
                <a:ln w="9525">
                  <a:noFill/>
                </a:ln>
              </p:spPr>
              <p:txBody>
                <a:bodyPr/>
                <a:lstStyle/>
                <a:p>
                  <a:endParaRPr lang="zh-CN" altLang="en-US"/>
                </a:p>
              </p:txBody>
            </p:sp>
            <p:sp>
              <p:nvSpPr>
                <p:cNvPr id="40226" name="Freeform 1215"/>
                <p:cNvSpPr/>
                <p:nvPr/>
              </p:nvSpPr>
              <p:spPr>
                <a:xfrm>
                  <a:off x="5115" y="2660"/>
                  <a:ext cx="69" cy="55"/>
                </a:xfrm>
                <a:custGeom>
                  <a:avLst/>
                  <a:gdLst>
                    <a:gd name="txL" fmla="*/ 0 w 198"/>
                    <a:gd name="txT" fmla="*/ 0 h 236"/>
                    <a:gd name="txR" fmla="*/ 198 w 198"/>
                    <a:gd name="txB" fmla="*/ 236 h 2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98" h="236">
                      <a:moveTo>
                        <a:pt x="73" y="36"/>
                      </a:moveTo>
                      <a:lnTo>
                        <a:pt x="58" y="46"/>
                      </a:lnTo>
                      <a:lnTo>
                        <a:pt x="46" y="58"/>
                      </a:lnTo>
                      <a:lnTo>
                        <a:pt x="33" y="72"/>
                      </a:lnTo>
                      <a:lnTo>
                        <a:pt x="22" y="85"/>
                      </a:lnTo>
                      <a:lnTo>
                        <a:pt x="14" y="100"/>
                      </a:lnTo>
                      <a:lnTo>
                        <a:pt x="7" y="115"/>
                      </a:lnTo>
                      <a:lnTo>
                        <a:pt x="2" y="130"/>
                      </a:lnTo>
                      <a:lnTo>
                        <a:pt x="0" y="146"/>
                      </a:lnTo>
                      <a:lnTo>
                        <a:pt x="2" y="170"/>
                      </a:lnTo>
                      <a:lnTo>
                        <a:pt x="12" y="190"/>
                      </a:lnTo>
                      <a:lnTo>
                        <a:pt x="26" y="207"/>
                      </a:lnTo>
                      <a:lnTo>
                        <a:pt x="43" y="220"/>
                      </a:lnTo>
                      <a:lnTo>
                        <a:pt x="64" y="229"/>
                      </a:lnTo>
                      <a:lnTo>
                        <a:pt x="88" y="235"/>
                      </a:lnTo>
                      <a:lnTo>
                        <a:pt x="110" y="236"/>
                      </a:lnTo>
                      <a:lnTo>
                        <a:pt x="132" y="232"/>
                      </a:lnTo>
                      <a:lnTo>
                        <a:pt x="137" y="232"/>
                      </a:lnTo>
                      <a:lnTo>
                        <a:pt x="142" y="230"/>
                      </a:lnTo>
                      <a:lnTo>
                        <a:pt x="145" y="226"/>
                      </a:lnTo>
                      <a:lnTo>
                        <a:pt x="146" y="221"/>
                      </a:lnTo>
                      <a:lnTo>
                        <a:pt x="145" y="219"/>
                      </a:lnTo>
                      <a:lnTo>
                        <a:pt x="142" y="219"/>
                      </a:lnTo>
                      <a:lnTo>
                        <a:pt x="137" y="217"/>
                      </a:lnTo>
                      <a:lnTo>
                        <a:pt x="131" y="217"/>
                      </a:lnTo>
                      <a:lnTo>
                        <a:pt x="124" y="217"/>
                      </a:lnTo>
                      <a:lnTo>
                        <a:pt x="118" y="217"/>
                      </a:lnTo>
                      <a:lnTo>
                        <a:pt x="112" y="217"/>
                      </a:lnTo>
                      <a:lnTo>
                        <a:pt x="109" y="217"/>
                      </a:lnTo>
                      <a:lnTo>
                        <a:pt x="97" y="216"/>
                      </a:lnTo>
                      <a:lnTo>
                        <a:pt x="87" y="215"/>
                      </a:lnTo>
                      <a:lnTo>
                        <a:pt x="75" y="214"/>
                      </a:lnTo>
                      <a:lnTo>
                        <a:pt x="63" y="211"/>
                      </a:lnTo>
                      <a:lnTo>
                        <a:pt x="51" y="207"/>
                      </a:lnTo>
                      <a:lnTo>
                        <a:pt x="40" y="199"/>
                      </a:lnTo>
                      <a:lnTo>
                        <a:pt x="29" y="189"/>
                      </a:lnTo>
                      <a:lnTo>
                        <a:pt x="17" y="174"/>
                      </a:lnTo>
                      <a:lnTo>
                        <a:pt x="15" y="157"/>
                      </a:lnTo>
                      <a:lnTo>
                        <a:pt x="16" y="141"/>
                      </a:lnTo>
                      <a:lnTo>
                        <a:pt x="21" y="124"/>
                      </a:lnTo>
                      <a:lnTo>
                        <a:pt x="28" y="109"/>
                      </a:lnTo>
                      <a:lnTo>
                        <a:pt x="39" y="96"/>
                      </a:lnTo>
                      <a:lnTo>
                        <a:pt x="50" y="82"/>
                      </a:lnTo>
                      <a:lnTo>
                        <a:pt x="63" y="70"/>
                      </a:lnTo>
                      <a:lnTo>
                        <a:pt x="78" y="59"/>
                      </a:lnTo>
                      <a:lnTo>
                        <a:pt x="94" y="49"/>
                      </a:lnTo>
                      <a:lnTo>
                        <a:pt x="110" y="39"/>
                      </a:lnTo>
                      <a:lnTo>
                        <a:pt x="126" y="31"/>
                      </a:lnTo>
                      <a:lnTo>
                        <a:pt x="142" y="24"/>
                      </a:lnTo>
                      <a:lnTo>
                        <a:pt x="158" y="19"/>
                      </a:lnTo>
                      <a:lnTo>
                        <a:pt x="172" y="13"/>
                      </a:lnTo>
                      <a:lnTo>
                        <a:pt x="186" y="10"/>
                      </a:lnTo>
                      <a:lnTo>
                        <a:pt x="198" y="7"/>
                      </a:lnTo>
                      <a:lnTo>
                        <a:pt x="190" y="3"/>
                      </a:lnTo>
                      <a:lnTo>
                        <a:pt x="177" y="0"/>
                      </a:lnTo>
                      <a:lnTo>
                        <a:pt x="162" y="3"/>
                      </a:lnTo>
                      <a:lnTo>
                        <a:pt x="144" y="6"/>
                      </a:lnTo>
                      <a:lnTo>
                        <a:pt x="124" y="12"/>
                      </a:lnTo>
                      <a:lnTo>
                        <a:pt x="105" y="19"/>
                      </a:lnTo>
                      <a:lnTo>
                        <a:pt x="88" y="28"/>
                      </a:lnTo>
                      <a:lnTo>
                        <a:pt x="73" y="3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27" name="Freeform 1216"/>
                <p:cNvSpPr/>
                <p:nvPr/>
              </p:nvSpPr>
              <p:spPr>
                <a:xfrm>
                  <a:off x="5233" y="2660"/>
                  <a:ext cx="47" cy="42"/>
                </a:xfrm>
                <a:custGeom>
                  <a:avLst/>
                  <a:gdLst>
                    <a:gd name="txL" fmla="*/ 0 w 128"/>
                    <a:gd name="txT" fmla="*/ 0 h 183"/>
                    <a:gd name="txR" fmla="*/ 128 w 128"/>
                    <a:gd name="txB" fmla="*/ 183 h 183"/>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28" h="183">
                      <a:moveTo>
                        <a:pt x="108" y="61"/>
                      </a:moveTo>
                      <a:lnTo>
                        <a:pt x="111" y="80"/>
                      </a:lnTo>
                      <a:lnTo>
                        <a:pt x="109" y="97"/>
                      </a:lnTo>
                      <a:lnTo>
                        <a:pt x="101" y="110"/>
                      </a:lnTo>
                      <a:lnTo>
                        <a:pt x="89" y="123"/>
                      </a:lnTo>
                      <a:lnTo>
                        <a:pt x="75" y="134"/>
                      </a:lnTo>
                      <a:lnTo>
                        <a:pt x="60" y="145"/>
                      </a:lnTo>
                      <a:lnTo>
                        <a:pt x="43" y="156"/>
                      </a:lnTo>
                      <a:lnTo>
                        <a:pt x="29" y="167"/>
                      </a:lnTo>
                      <a:lnTo>
                        <a:pt x="27" y="170"/>
                      </a:lnTo>
                      <a:lnTo>
                        <a:pt x="26" y="172"/>
                      </a:lnTo>
                      <a:lnTo>
                        <a:pt x="26" y="176"/>
                      </a:lnTo>
                      <a:lnTo>
                        <a:pt x="28" y="179"/>
                      </a:lnTo>
                      <a:lnTo>
                        <a:pt x="30" y="182"/>
                      </a:lnTo>
                      <a:lnTo>
                        <a:pt x="34" y="183"/>
                      </a:lnTo>
                      <a:lnTo>
                        <a:pt x="37" y="183"/>
                      </a:lnTo>
                      <a:lnTo>
                        <a:pt x="41" y="182"/>
                      </a:lnTo>
                      <a:lnTo>
                        <a:pt x="58" y="171"/>
                      </a:lnTo>
                      <a:lnTo>
                        <a:pt x="76" y="160"/>
                      </a:lnTo>
                      <a:lnTo>
                        <a:pt x="92" y="147"/>
                      </a:lnTo>
                      <a:lnTo>
                        <a:pt x="108" y="132"/>
                      </a:lnTo>
                      <a:lnTo>
                        <a:pt x="118" y="116"/>
                      </a:lnTo>
                      <a:lnTo>
                        <a:pt x="125" y="98"/>
                      </a:lnTo>
                      <a:lnTo>
                        <a:pt x="128" y="78"/>
                      </a:lnTo>
                      <a:lnTo>
                        <a:pt x="123" y="58"/>
                      </a:lnTo>
                      <a:lnTo>
                        <a:pt x="112" y="41"/>
                      </a:lnTo>
                      <a:lnTo>
                        <a:pt x="98" y="28"/>
                      </a:lnTo>
                      <a:lnTo>
                        <a:pt x="80" y="16"/>
                      </a:lnTo>
                      <a:lnTo>
                        <a:pt x="61" y="8"/>
                      </a:lnTo>
                      <a:lnTo>
                        <a:pt x="41" y="2"/>
                      </a:lnTo>
                      <a:lnTo>
                        <a:pt x="23" y="0"/>
                      </a:lnTo>
                      <a:lnTo>
                        <a:pt x="9" y="1"/>
                      </a:lnTo>
                      <a:lnTo>
                        <a:pt x="0" y="6"/>
                      </a:lnTo>
                      <a:lnTo>
                        <a:pt x="16" y="10"/>
                      </a:lnTo>
                      <a:lnTo>
                        <a:pt x="33" y="14"/>
                      </a:lnTo>
                      <a:lnTo>
                        <a:pt x="48" y="17"/>
                      </a:lnTo>
                      <a:lnTo>
                        <a:pt x="63" y="22"/>
                      </a:lnTo>
                      <a:lnTo>
                        <a:pt x="77" y="28"/>
                      </a:lnTo>
                      <a:lnTo>
                        <a:pt x="90" y="36"/>
                      </a:lnTo>
                      <a:lnTo>
                        <a:pt x="101" y="46"/>
                      </a:lnTo>
                      <a:lnTo>
                        <a:pt x="108" y="61"/>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28" name="Freeform 1217"/>
                <p:cNvSpPr/>
                <p:nvPr/>
              </p:nvSpPr>
              <p:spPr>
                <a:xfrm>
                  <a:off x="5070" y="2650"/>
                  <a:ext cx="112" cy="88"/>
                </a:xfrm>
                <a:custGeom>
                  <a:avLst/>
                  <a:gdLst>
                    <a:gd name="txL" fmla="*/ 0 w 323"/>
                    <a:gd name="txT" fmla="*/ 0 h 379"/>
                    <a:gd name="txR" fmla="*/ 323 w 323"/>
                    <a:gd name="txB" fmla="*/ 379 h 379"/>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23" h="379">
                      <a:moveTo>
                        <a:pt x="126" y="50"/>
                      </a:moveTo>
                      <a:lnTo>
                        <a:pt x="101" y="70"/>
                      </a:lnTo>
                      <a:lnTo>
                        <a:pt x="76" y="92"/>
                      </a:lnTo>
                      <a:lnTo>
                        <a:pt x="54" y="115"/>
                      </a:lnTo>
                      <a:lnTo>
                        <a:pt x="34" y="140"/>
                      </a:lnTo>
                      <a:lnTo>
                        <a:pt x="18" y="167"/>
                      </a:lnTo>
                      <a:lnTo>
                        <a:pt x="6" y="196"/>
                      </a:lnTo>
                      <a:lnTo>
                        <a:pt x="0" y="227"/>
                      </a:lnTo>
                      <a:lnTo>
                        <a:pt x="1" y="259"/>
                      </a:lnTo>
                      <a:lnTo>
                        <a:pt x="4" y="267"/>
                      </a:lnTo>
                      <a:lnTo>
                        <a:pt x="7" y="277"/>
                      </a:lnTo>
                      <a:lnTo>
                        <a:pt x="11" y="283"/>
                      </a:lnTo>
                      <a:lnTo>
                        <a:pt x="15" y="291"/>
                      </a:lnTo>
                      <a:lnTo>
                        <a:pt x="21" y="298"/>
                      </a:lnTo>
                      <a:lnTo>
                        <a:pt x="27" y="305"/>
                      </a:lnTo>
                      <a:lnTo>
                        <a:pt x="34" y="311"/>
                      </a:lnTo>
                      <a:lnTo>
                        <a:pt x="41" y="316"/>
                      </a:lnTo>
                      <a:lnTo>
                        <a:pt x="57" y="325"/>
                      </a:lnTo>
                      <a:lnTo>
                        <a:pt x="72" y="333"/>
                      </a:lnTo>
                      <a:lnTo>
                        <a:pt x="87" y="340"/>
                      </a:lnTo>
                      <a:lnTo>
                        <a:pt x="103" y="345"/>
                      </a:lnTo>
                      <a:lnTo>
                        <a:pt x="120" y="351"/>
                      </a:lnTo>
                      <a:lnTo>
                        <a:pt x="136" y="356"/>
                      </a:lnTo>
                      <a:lnTo>
                        <a:pt x="153" y="360"/>
                      </a:lnTo>
                      <a:lnTo>
                        <a:pt x="169" y="364"/>
                      </a:lnTo>
                      <a:lnTo>
                        <a:pt x="187" y="367"/>
                      </a:lnTo>
                      <a:lnTo>
                        <a:pt x="204" y="370"/>
                      </a:lnTo>
                      <a:lnTo>
                        <a:pt x="221" y="372"/>
                      </a:lnTo>
                      <a:lnTo>
                        <a:pt x="238" y="374"/>
                      </a:lnTo>
                      <a:lnTo>
                        <a:pt x="256" y="375"/>
                      </a:lnTo>
                      <a:lnTo>
                        <a:pt x="273" y="376"/>
                      </a:lnTo>
                      <a:lnTo>
                        <a:pt x="290" y="378"/>
                      </a:lnTo>
                      <a:lnTo>
                        <a:pt x="307" y="379"/>
                      </a:lnTo>
                      <a:lnTo>
                        <a:pt x="312" y="379"/>
                      </a:lnTo>
                      <a:lnTo>
                        <a:pt x="317" y="375"/>
                      </a:lnTo>
                      <a:lnTo>
                        <a:pt x="320" y="372"/>
                      </a:lnTo>
                      <a:lnTo>
                        <a:pt x="323" y="366"/>
                      </a:lnTo>
                      <a:lnTo>
                        <a:pt x="323" y="360"/>
                      </a:lnTo>
                      <a:lnTo>
                        <a:pt x="320" y="356"/>
                      </a:lnTo>
                      <a:lnTo>
                        <a:pt x="316" y="352"/>
                      </a:lnTo>
                      <a:lnTo>
                        <a:pt x="311" y="351"/>
                      </a:lnTo>
                      <a:lnTo>
                        <a:pt x="295" y="351"/>
                      </a:lnTo>
                      <a:lnTo>
                        <a:pt x="279" y="351"/>
                      </a:lnTo>
                      <a:lnTo>
                        <a:pt x="263" y="350"/>
                      </a:lnTo>
                      <a:lnTo>
                        <a:pt x="248" y="349"/>
                      </a:lnTo>
                      <a:lnTo>
                        <a:pt x="231" y="348"/>
                      </a:lnTo>
                      <a:lnTo>
                        <a:pt x="215" y="345"/>
                      </a:lnTo>
                      <a:lnTo>
                        <a:pt x="200" y="343"/>
                      </a:lnTo>
                      <a:lnTo>
                        <a:pt x="183" y="341"/>
                      </a:lnTo>
                      <a:lnTo>
                        <a:pt x="168" y="337"/>
                      </a:lnTo>
                      <a:lnTo>
                        <a:pt x="151" y="334"/>
                      </a:lnTo>
                      <a:lnTo>
                        <a:pt x="136" y="329"/>
                      </a:lnTo>
                      <a:lnTo>
                        <a:pt x="121" y="325"/>
                      </a:lnTo>
                      <a:lnTo>
                        <a:pt x="106" y="320"/>
                      </a:lnTo>
                      <a:lnTo>
                        <a:pt x="92" y="313"/>
                      </a:lnTo>
                      <a:lnTo>
                        <a:pt x="76" y="306"/>
                      </a:lnTo>
                      <a:lnTo>
                        <a:pt x="62" y="300"/>
                      </a:lnTo>
                      <a:lnTo>
                        <a:pt x="51" y="291"/>
                      </a:lnTo>
                      <a:lnTo>
                        <a:pt x="41" y="280"/>
                      </a:lnTo>
                      <a:lnTo>
                        <a:pt x="35" y="269"/>
                      </a:lnTo>
                      <a:lnTo>
                        <a:pt x="31" y="255"/>
                      </a:lnTo>
                      <a:lnTo>
                        <a:pt x="31" y="239"/>
                      </a:lnTo>
                      <a:lnTo>
                        <a:pt x="33" y="218"/>
                      </a:lnTo>
                      <a:lnTo>
                        <a:pt x="38" y="197"/>
                      </a:lnTo>
                      <a:lnTo>
                        <a:pt x="42" y="182"/>
                      </a:lnTo>
                      <a:lnTo>
                        <a:pt x="51" y="165"/>
                      </a:lnTo>
                      <a:lnTo>
                        <a:pt x="60" y="150"/>
                      </a:lnTo>
                      <a:lnTo>
                        <a:pt x="68" y="136"/>
                      </a:lnTo>
                      <a:lnTo>
                        <a:pt x="79" y="124"/>
                      </a:lnTo>
                      <a:lnTo>
                        <a:pt x="89" y="111"/>
                      </a:lnTo>
                      <a:lnTo>
                        <a:pt x="101" y="100"/>
                      </a:lnTo>
                      <a:lnTo>
                        <a:pt x="114" y="88"/>
                      </a:lnTo>
                      <a:lnTo>
                        <a:pt x="129" y="76"/>
                      </a:lnTo>
                      <a:lnTo>
                        <a:pt x="144" y="64"/>
                      </a:lnTo>
                      <a:lnTo>
                        <a:pt x="162" y="53"/>
                      </a:lnTo>
                      <a:lnTo>
                        <a:pt x="181" y="41"/>
                      </a:lnTo>
                      <a:lnTo>
                        <a:pt x="201" y="31"/>
                      </a:lnTo>
                      <a:lnTo>
                        <a:pt x="219" y="22"/>
                      </a:lnTo>
                      <a:lnTo>
                        <a:pt x="237" y="14"/>
                      </a:lnTo>
                      <a:lnTo>
                        <a:pt x="253" y="7"/>
                      </a:lnTo>
                      <a:lnTo>
                        <a:pt x="268" y="1"/>
                      </a:lnTo>
                      <a:lnTo>
                        <a:pt x="255" y="0"/>
                      </a:lnTo>
                      <a:lnTo>
                        <a:pt x="238" y="1"/>
                      </a:lnTo>
                      <a:lnTo>
                        <a:pt x="221" y="5"/>
                      </a:lnTo>
                      <a:lnTo>
                        <a:pt x="201" y="11"/>
                      </a:lnTo>
                      <a:lnTo>
                        <a:pt x="181" y="19"/>
                      </a:lnTo>
                      <a:lnTo>
                        <a:pt x="161" y="28"/>
                      </a:lnTo>
                      <a:lnTo>
                        <a:pt x="142" y="39"/>
                      </a:lnTo>
                      <a:lnTo>
                        <a:pt x="126" y="50"/>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29" name="Freeform 1218"/>
                <p:cNvSpPr/>
                <p:nvPr/>
              </p:nvSpPr>
              <p:spPr>
                <a:xfrm>
                  <a:off x="5229" y="2647"/>
                  <a:ext cx="99" cy="59"/>
                </a:xfrm>
                <a:custGeom>
                  <a:avLst/>
                  <a:gdLst>
                    <a:gd name="txL" fmla="*/ 0 w 282"/>
                    <a:gd name="txT" fmla="*/ 0 h 253"/>
                    <a:gd name="txR" fmla="*/ 282 w 282"/>
                    <a:gd name="txB" fmla="*/ 253 h 253"/>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82" h="253">
                      <a:moveTo>
                        <a:pt x="235" y="78"/>
                      </a:moveTo>
                      <a:lnTo>
                        <a:pt x="248" y="92"/>
                      </a:lnTo>
                      <a:lnTo>
                        <a:pt x="255" y="108"/>
                      </a:lnTo>
                      <a:lnTo>
                        <a:pt x="259" y="125"/>
                      </a:lnTo>
                      <a:lnTo>
                        <a:pt x="259" y="144"/>
                      </a:lnTo>
                      <a:lnTo>
                        <a:pt x="257" y="159"/>
                      </a:lnTo>
                      <a:lnTo>
                        <a:pt x="252" y="171"/>
                      </a:lnTo>
                      <a:lnTo>
                        <a:pt x="244" y="184"/>
                      </a:lnTo>
                      <a:lnTo>
                        <a:pt x="236" y="194"/>
                      </a:lnTo>
                      <a:lnTo>
                        <a:pt x="225" y="206"/>
                      </a:lnTo>
                      <a:lnTo>
                        <a:pt x="215" y="215"/>
                      </a:lnTo>
                      <a:lnTo>
                        <a:pt x="204" y="225"/>
                      </a:lnTo>
                      <a:lnTo>
                        <a:pt x="194" y="236"/>
                      </a:lnTo>
                      <a:lnTo>
                        <a:pt x="191" y="239"/>
                      </a:lnTo>
                      <a:lnTo>
                        <a:pt x="190" y="242"/>
                      </a:lnTo>
                      <a:lnTo>
                        <a:pt x="191" y="246"/>
                      </a:lnTo>
                      <a:lnTo>
                        <a:pt x="194" y="249"/>
                      </a:lnTo>
                      <a:lnTo>
                        <a:pt x="197" y="252"/>
                      </a:lnTo>
                      <a:lnTo>
                        <a:pt x="201" y="253"/>
                      </a:lnTo>
                      <a:lnTo>
                        <a:pt x="205" y="252"/>
                      </a:lnTo>
                      <a:lnTo>
                        <a:pt x="209" y="249"/>
                      </a:lnTo>
                      <a:lnTo>
                        <a:pt x="232" y="234"/>
                      </a:lnTo>
                      <a:lnTo>
                        <a:pt x="251" y="215"/>
                      </a:lnTo>
                      <a:lnTo>
                        <a:pt x="267" y="192"/>
                      </a:lnTo>
                      <a:lnTo>
                        <a:pt x="278" y="168"/>
                      </a:lnTo>
                      <a:lnTo>
                        <a:pt x="282" y="141"/>
                      </a:lnTo>
                      <a:lnTo>
                        <a:pt x="279" y="116"/>
                      </a:lnTo>
                      <a:lnTo>
                        <a:pt x="270" y="92"/>
                      </a:lnTo>
                      <a:lnTo>
                        <a:pt x="251" y="70"/>
                      </a:lnTo>
                      <a:lnTo>
                        <a:pt x="237" y="59"/>
                      </a:lnTo>
                      <a:lnTo>
                        <a:pt x="221" y="48"/>
                      </a:lnTo>
                      <a:lnTo>
                        <a:pt x="202" y="39"/>
                      </a:lnTo>
                      <a:lnTo>
                        <a:pt x="183" y="31"/>
                      </a:lnTo>
                      <a:lnTo>
                        <a:pt x="163" y="24"/>
                      </a:lnTo>
                      <a:lnTo>
                        <a:pt x="142" y="18"/>
                      </a:lnTo>
                      <a:lnTo>
                        <a:pt x="122" y="13"/>
                      </a:lnTo>
                      <a:lnTo>
                        <a:pt x="101" y="8"/>
                      </a:lnTo>
                      <a:lnTo>
                        <a:pt x="82" y="5"/>
                      </a:lnTo>
                      <a:lnTo>
                        <a:pt x="63" y="2"/>
                      </a:lnTo>
                      <a:lnTo>
                        <a:pt x="47" y="0"/>
                      </a:lnTo>
                      <a:lnTo>
                        <a:pt x="32" y="0"/>
                      </a:lnTo>
                      <a:lnTo>
                        <a:pt x="19" y="0"/>
                      </a:lnTo>
                      <a:lnTo>
                        <a:pt x="10" y="1"/>
                      </a:lnTo>
                      <a:lnTo>
                        <a:pt x="4" y="4"/>
                      </a:lnTo>
                      <a:lnTo>
                        <a:pt x="0" y="6"/>
                      </a:lnTo>
                      <a:lnTo>
                        <a:pt x="12" y="8"/>
                      </a:lnTo>
                      <a:lnTo>
                        <a:pt x="25" y="9"/>
                      </a:lnTo>
                      <a:lnTo>
                        <a:pt x="38" y="12"/>
                      </a:lnTo>
                      <a:lnTo>
                        <a:pt x="52" y="14"/>
                      </a:lnTo>
                      <a:lnTo>
                        <a:pt x="67" y="16"/>
                      </a:lnTo>
                      <a:lnTo>
                        <a:pt x="82" y="18"/>
                      </a:lnTo>
                      <a:lnTo>
                        <a:pt x="97" y="22"/>
                      </a:lnTo>
                      <a:lnTo>
                        <a:pt x="114" y="25"/>
                      </a:lnTo>
                      <a:lnTo>
                        <a:pt x="129" y="30"/>
                      </a:lnTo>
                      <a:lnTo>
                        <a:pt x="146" y="35"/>
                      </a:lnTo>
                      <a:lnTo>
                        <a:pt x="162" y="40"/>
                      </a:lnTo>
                      <a:lnTo>
                        <a:pt x="177" y="46"/>
                      </a:lnTo>
                      <a:lnTo>
                        <a:pt x="192" y="53"/>
                      </a:lnTo>
                      <a:lnTo>
                        <a:pt x="208" y="60"/>
                      </a:lnTo>
                      <a:lnTo>
                        <a:pt x="222" y="69"/>
                      </a:lnTo>
                      <a:lnTo>
                        <a:pt x="235" y="7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30" name="Freeform 1219"/>
                <p:cNvSpPr/>
                <p:nvPr/>
              </p:nvSpPr>
              <p:spPr>
                <a:xfrm>
                  <a:off x="5030" y="2680"/>
                  <a:ext cx="40" cy="54"/>
                </a:xfrm>
                <a:custGeom>
                  <a:avLst/>
                  <a:gdLst>
                    <a:gd name="txL" fmla="*/ 0 w 115"/>
                    <a:gd name="txT" fmla="*/ 0 h 236"/>
                    <a:gd name="txR" fmla="*/ 115 w 115"/>
                    <a:gd name="txB" fmla="*/ 236 h 2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15" h="236">
                      <a:moveTo>
                        <a:pt x="0" y="128"/>
                      </a:moveTo>
                      <a:lnTo>
                        <a:pt x="0" y="148"/>
                      </a:lnTo>
                      <a:lnTo>
                        <a:pt x="5" y="166"/>
                      </a:lnTo>
                      <a:lnTo>
                        <a:pt x="13" y="184"/>
                      </a:lnTo>
                      <a:lnTo>
                        <a:pt x="24" y="198"/>
                      </a:lnTo>
                      <a:lnTo>
                        <a:pt x="39" y="211"/>
                      </a:lnTo>
                      <a:lnTo>
                        <a:pt x="55" y="223"/>
                      </a:lnTo>
                      <a:lnTo>
                        <a:pt x="74" y="231"/>
                      </a:lnTo>
                      <a:lnTo>
                        <a:pt x="92" y="235"/>
                      </a:lnTo>
                      <a:lnTo>
                        <a:pt x="98" y="236"/>
                      </a:lnTo>
                      <a:lnTo>
                        <a:pt x="104" y="234"/>
                      </a:lnTo>
                      <a:lnTo>
                        <a:pt x="109" y="231"/>
                      </a:lnTo>
                      <a:lnTo>
                        <a:pt x="111" y="226"/>
                      </a:lnTo>
                      <a:lnTo>
                        <a:pt x="111" y="220"/>
                      </a:lnTo>
                      <a:lnTo>
                        <a:pt x="110" y="215"/>
                      </a:lnTo>
                      <a:lnTo>
                        <a:pt x="107" y="210"/>
                      </a:lnTo>
                      <a:lnTo>
                        <a:pt x="101" y="208"/>
                      </a:lnTo>
                      <a:lnTo>
                        <a:pt x="82" y="201"/>
                      </a:lnTo>
                      <a:lnTo>
                        <a:pt x="64" y="192"/>
                      </a:lnTo>
                      <a:lnTo>
                        <a:pt x="50" y="179"/>
                      </a:lnTo>
                      <a:lnTo>
                        <a:pt x="40" y="165"/>
                      </a:lnTo>
                      <a:lnTo>
                        <a:pt x="33" y="148"/>
                      </a:lnTo>
                      <a:lnTo>
                        <a:pt x="29" y="130"/>
                      </a:lnTo>
                      <a:lnTo>
                        <a:pt x="29" y="110"/>
                      </a:lnTo>
                      <a:lnTo>
                        <a:pt x="35" y="89"/>
                      </a:lnTo>
                      <a:lnTo>
                        <a:pt x="43" y="74"/>
                      </a:lnTo>
                      <a:lnTo>
                        <a:pt x="56" y="60"/>
                      </a:lnTo>
                      <a:lnTo>
                        <a:pt x="70" y="46"/>
                      </a:lnTo>
                      <a:lnTo>
                        <a:pt x="85" y="33"/>
                      </a:lnTo>
                      <a:lnTo>
                        <a:pt x="98" y="23"/>
                      </a:lnTo>
                      <a:lnTo>
                        <a:pt x="109" y="12"/>
                      </a:lnTo>
                      <a:lnTo>
                        <a:pt x="115" y="6"/>
                      </a:lnTo>
                      <a:lnTo>
                        <a:pt x="115" y="0"/>
                      </a:lnTo>
                      <a:lnTo>
                        <a:pt x="102" y="4"/>
                      </a:lnTo>
                      <a:lnTo>
                        <a:pt x="85" y="12"/>
                      </a:lnTo>
                      <a:lnTo>
                        <a:pt x="68" y="26"/>
                      </a:lnTo>
                      <a:lnTo>
                        <a:pt x="49" y="42"/>
                      </a:lnTo>
                      <a:lnTo>
                        <a:pt x="32" y="61"/>
                      </a:lnTo>
                      <a:lnTo>
                        <a:pt x="17" y="82"/>
                      </a:lnTo>
                      <a:lnTo>
                        <a:pt x="6" y="105"/>
                      </a:lnTo>
                      <a:lnTo>
                        <a:pt x="0" y="12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31" name="Freeform 1220"/>
                <p:cNvSpPr/>
                <p:nvPr/>
              </p:nvSpPr>
              <p:spPr>
                <a:xfrm>
                  <a:off x="5311" y="2643"/>
                  <a:ext cx="87" cy="73"/>
                </a:xfrm>
                <a:custGeom>
                  <a:avLst/>
                  <a:gdLst>
                    <a:gd name="txL" fmla="*/ 0 w 245"/>
                    <a:gd name="txT" fmla="*/ 0 h 310"/>
                    <a:gd name="txR" fmla="*/ 245 w 245"/>
                    <a:gd name="txB" fmla="*/ 310 h 31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45" h="310">
                      <a:moveTo>
                        <a:pt x="200" y="116"/>
                      </a:moveTo>
                      <a:lnTo>
                        <a:pt x="208" y="124"/>
                      </a:lnTo>
                      <a:lnTo>
                        <a:pt x="214" y="133"/>
                      </a:lnTo>
                      <a:lnTo>
                        <a:pt x="220" y="144"/>
                      </a:lnTo>
                      <a:lnTo>
                        <a:pt x="223" y="154"/>
                      </a:lnTo>
                      <a:lnTo>
                        <a:pt x="226" y="164"/>
                      </a:lnTo>
                      <a:lnTo>
                        <a:pt x="224" y="176"/>
                      </a:lnTo>
                      <a:lnTo>
                        <a:pt x="222" y="187"/>
                      </a:lnTo>
                      <a:lnTo>
                        <a:pt x="216" y="198"/>
                      </a:lnTo>
                      <a:lnTo>
                        <a:pt x="208" y="209"/>
                      </a:lnTo>
                      <a:lnTo>
                        <a:pt x="199" y="219"/>
                      </a:lnTo>
                      <a:lnTo>
                        <a:pt x="188" y="229"/>
                      </a:lnTo>
                      <a:lnTo>
                        <a:pt x="177" y="238"/>
                      </a:lnTo>
                      <a:lnTo>
                        <a:pt x="166" y="246"/>
                      </a:lnTo>
                      <a:lnTo>
                        <a:pt x="154" y="255"/>
                      </a:lnTo>
                      <a:lnTo>
                        <a:pt x="142" y="264"/>
                      </a:lnTo>
                      <a:lnTo>
                        <a:pt x="132" y="275"/>
                      </a:lnTo>
                      <a:lnTo>
                        <a:pt x="128" y="278"/>
                      </a:lnTo>
                      <a:lnTo>
                        <a:pt x="126" y="283"/>
                      </a:lnTo>
                      <a:lnTo>
                        <a:pt x="124" y="287"/>
                      </a:lnTo>
                      <a:lnTo>
                        <a:pt x="121" y="292"/>
                      </a:lnTo>
                      <a:lnTo>
                        <a:pt x="120" y="296"/>
                      </a:lnTo>
                      <a:lnTo>
                        <a:pt x="120" y="301"/>
                      </a:lnTo>
                      <a:lnTo>
                        <a:pt x="122" y="306"/>
                      </a:lnTo>
                      <a:lnTo>
                        <a:pt x="126" y="309"/>
                      </a:lnTo>
                      <a:lnTo>
                        <a:pt x="131" y="310"/>
                      </a:lnTo>
                      <a:lnTo>
                        <a:pt x="135" y="310"/>
                      </a:lnTo>
                      <a:lnTo>
                        <a:pt x="139" y="309"/>
                      </a:lnTo>
                      <a:lnTo>
                        <a:pt x="142" y="306"/>
                      </a:lnTo>
                      <a:lnTo>
                        <a:pt x="154" y="292"/>
                      </a:lnTo>
                      <a:lnTo>
                        <a:pt x="167" y="280"/>
                      </a:lnTo>
                      <a:lnTo>
                        <a:pt x="180" y="269"/>
                      </a:lnTo>
                      <a:lnTo>
                        <a:pt x="194" y="257"/>
                      </a:lnTo>
                      <a:lnTo>
                        <a:pt x="207" y="246"/>
                      </a:lnTo>
                      <a:lnTo>
                        <a:pt x="220" y="233"/>
                      </a:lnTo>
                      <a:lnTo>
                        <a:pt x="230" y="219"/>
                      </a:lnTo>
                      <a:lnTo>
                        <a:pt x="238" y="204"/>
                      </a:lnTo>
                      <a:lnTo>
                        <a:pt x="244" y="186"/>
                      </a:lnTo>
                      <a:lnTo>
                        <a:pt x="245" y="169"/>
                      </a:lnTo>
                      <a:lnTo>
                        <a:pt x="243" y="152"/>
                      </a:lnTo>
                      <a:lnTo>
                        <a:pt x="237" y="134"/>
                      </a:lnTo>
                      <a:lnTo>
                        <a:pt x="228" y="119"/>
                      </a:lnTo>
                      <a:lnTo>
                        <a:pt x="217" y="105"/>
                      </a:lnTo>
                      <a:lnTo>
                        <a:pt x="203" y="93"/>
                      </a:lnTo>
                      <a:lnTo>
                        <a:pt x="188" y="83"/>
                      </a:lnTo>
                      <a:lnTo>
                        <a:pt x="176" y="76"/>
                      </a:lnTo>
                      <a:lnTo>
                        <a:pt x="163" y="69"/>
                      </a:lnTo>
                      <a:lnTo>
                        <a:pt x="151" y="61"/>
                      </a:lnTo>
                      <a:lnTo>
                        <a:pt x="136" y="54"/>
                      </a:lnTo>
                      <a:lnTo>
                        <a:pt x="122" y="46"/>
                      </a:lnTo>
                      <a:lnTo>
                        <a:pt x="107" y="39"/>
                      </a:lnTo>
                      <a:lnTo>
                        <a:pt x="93" y="31"/>
                      </a:lnTo>
                      <a:lnTo>
                        <a:pt x="79" y="24"/>
                      </a:lnTo>
                      <a:lnTo>
                        <a:pt x="66" y="18"/>
                      </a:lnTo>
                      <a:lnTo>
                        <a:pt x="53" y="13"/>
                      </a:lnTo>
                      <a:lnTo>
                        <a:pt x="40" y="8"/>
                      </a:lnTo>
                      <a:lnTo>
                        <a:pt x="30" y="5"/>
                      </a:lnTo>
                      <a:lnTo>
                        <a:pt x="20" y="1"/>
                      </a:lnTo>
                      <a:lnTo>
                        <a:pt x="12" y="0"/>
                      </a:lnTo>
                      <a:lnTo>
                        <a:pt x="5" y="0"/>
                      </a:lnTo>
                      <a:lnTo>
                        <a:pt x="0" y="2"/>
                      </a:lnTo>
                      <a:lnTo>
                        <a:pt x="11" y="8"/>
                      </a:lnTo>
                      <a:lnTo>
                        <a:pt x="23" y="14"/>
                      </a:lnTo>
                      <a:lnTo>
                        <a:pt x="36" y="20"/>
                      </a:lnTo>
                      <a:lnTo>
                        <a:pt x="47" y="25"/>
                      </a:lnTo>
                      <a:lnTo>
                        <a:pt x="60" y="31"/>
                      </a:lnTo>
                      <a:lnTo>
                        <a:pt x="73" y="37"/>
                      </a:lnTo>
                      <a:lnTo>
                        <a:pt x="86" y="44"/>
                      </a:lnTo>
                      <a:lnTo>
                        <a:pt x="99" y="51"/>
                      </a:lnTo>
                      <a:lnTo>
                        <a:pt x="113" y="57"/>
                      </a:lnTo>
                      <a:lnTo>
                        <a:pt x="126" y="64"/>
                      </a:lnTo>
                      <a:lnTo>
                        <a:pt x="139" y="71"/>
                      </a:lnTo>
                      <a:lnTo>
                        <a:pt x="152" y="79"/>
                      </a:lnTo>
                      <a:lnTo>
                        <a:pt x="165" y="88"/>
                      </a:lnTo>
                      <a:lnTo>
                        <a:pt x="176" y="96"/>
                      </a:lnTo>
                      <a:lnTo>
                        <a:pt x="188" y="106"/>
                      </a:lnTo>
                      <a:lnTo>
                        <a:pt x="200" y="11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grpSp>
          <p:pic>
            <p:nvPicPr>
              <p:cNvPr id="40219" name="Picture 1221" descr="access_point_stylized_gray_small"/>
              <p:cNvPicPr>
                <a:picLocks noChangeAspect="1"/>
              </p:cNvPicPr>
              <p:nvPr/>
            </p:nvPicPr>
            <p:blipFill>
              <a:blip r:embed="rId6"/>
              <a:stretch>
                <a:fillRect/>
              </a:stretch>
            </p:blipFill>
            <p:spPr>
              <a:xfrm>
                <a:off x="5072" y="3642"/>
                <a:ext cx="430" cy="349"/>
              </a:xfrm>
              <a:prstGeom prst="rect">
                <a:avLst/>
              </a:prstGeom>
              <a:noFill/>
              <a:ln w="9525">
                <a:noFill/>
              </a:ln>
            </p:spPr>
          </p:pic>
        </p:grpSp>
        <p:grpSp>
          <p:nvGrpSpPr>
            <p:cNvPr id="40021" name="Group 1222"/>
            <p:cNvGrpSpPr/>
            <p:nvPr/>
          </p:nvGrpSpPr>
          <p:grpSpPr>
            <a:xfrm>
              <a:off x="3552" y="2211"/>
              <a:ext cx="251" cy="226"/>
              <a:chOff x="5072" y="3611"/>
              <a:chExt cx="459" cy="380"/>
            </a:xfrm>
          </p:grpSpPr>
          <p:grpSp>
            <p:nvGrpSpPr>
              <p:cNvPr id="40204" name="Group 1223"/>
              <p:cNvGrpSpPr/>
              <p:nvPr/>
            </p:nvGrpSpPr>
            <p:grpSpPr>
              <a:xfrm>
                <a:off x="5144" y="3611"/>
                <a:ext cx="387" cy="99"/>
                <a:chOff x="5030" y="2639"/>
                <a:chExt cx="387" cy="99"/>
              </a:xfrm>
            </p:grpSpPr>
            <p:sp>
              <p:nvSpPr>
                <p:cNvPr id="40206" name="Freeform 1224"/>
                <p:cNvSpPr/>
                <p:nvPr/>
              </p:nvSpPr>
              <p:spPr>
                <a:xfrm>
                  <a:off x="5134" y="2657"/>
                  <a:ext cx="69" cy="55"/>
                </a:xfrm>
                <a:custGeom>
                  <a:avLst/>
                  <a:gdLst>
                    <a:gd name="txL" fmla="*/ 0 w 199"/>
                    <a:gd name="txT" fmla="*/ 0 h 232"/>
                    <a:gd name="txR" fmla="*/ 199 w 199"/>
                    <a:gd name="txB" fmla="*/ 232 h 232"/>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99" h="232">
                      <a:moveTo>
                        <a:pt x="70" y="29"/>
                      </a:moveTo>
                      <a:lnTo>
                        <a:pt x="55" y="39"/>
                      </a:lnTo>
                      <a:lnTo>
                        <a:pt x="42" y="50"/>
                      </a:lnTo>
                      <a:lnTo>
                        <a:pt x="30" y="63"/>
                      </a:lnTo>
                      <a:lnTo>
                        <a:pt x="20" y="77"/>
                      </a:lnTo>
                      <a:lnTo>
                        <a:pt x="12" y="91"/>
                      </a:lnTo>
                      <a:lnTo>
                        <a:pt x="6" y="108"/>
                      </a:lnTo>
                      <a:lnTo>
                        <a:pt x="2" y="125"/>
                      </a:lnTo>
                      <a:lnTo>
                        <a:pt x="0" y="142"/>
                      </a:lnTo>
                      <a:lnTo>
                        <a:pt x="2" y="166"/>
                      </a:lnTo>
                      <a:lnTo>
                        <a:pt x="12" y="186"/>
                      </a:lnTo>
                      <a:lnTo>
                        <a:pt x="26" y="203"/>
                      </a:lnTo>
                      <a:lnTo>
                        <a:pt x="45" y="216"/>
                      </a:lnTo>
                      <a:lnTo>
                        <a:pt x="66" y="226"/>
                      </a:lnTo>
                      <a:lnTo>
                        <a:pt x="88" y="230"/>
                      </a:lnTo>
                      <a:lnTo>
                        <a:pt x="111" y="232"/>
                      </a:lnTo>
                      <a:lnTo>
                        <a:pt x="134" y="228"/>
                      </a:lnTo>
                      <a:lnTo>
                        <a:pt x="138" y="228"/>
                      </a:lnTo>
                      <a:lnTo>
                        <a:pt x="143" y="226"/>
                      </a:lnTo>
                      <a:lnTo>
                        <a:pt x="147" y="222"/>
                      </a:lnTo>
                      <a:lnTo>
                        <a:pt x="148" y="218"/>
                      </a:lnTo>
                      <a:lnTo>
                        <a:pt x="145" y="212"/>
                      </a:lnTo>
                      <a:lnTo>
                        <a:pt x="141" y="207"/>
                      </a:lnTo>
                      <a:lnTo>
                        <a:pt x="135" y="203"/>
                      </a:lnTo>
                      <a:lnTo>
                        <a:pt x="129" y="201"/>
                      </a:lnTo>
                      <a:lnTo>
                        <a:pt x="117" y="197"/>
                      </a:lnTo>
                      <a:lnTo>
                        <a:pt x="105" y="195"/>
                      </a:lnTo>
                      <a:lnTo>
                        <a:pt x="94" y="193"/>
                      </a:lnTo>
                      <a:lnTo>
                        <a:pt x="83" y="190"/>
                      </a:lnTo>
                      <a:lnTo>
                        <a:pt x="73" y="187"/>
                      </a:lnTo>
                      <a:lnTo>
                        <a:pt x="62" y="182"/>
                      </a:lnTo>
                      <a:lnTo>
                        <a:pt x="53" y="176"/>
                      </a:lnTo>
                      <a:lnTo>
                        <a:pt x="43" y="167"/>
                      </a:lnTo>
                      <a:lnTo>
                        <a:pt x="40" y="128"/>
                      </a:lnTo>
                      <a:lnTo>
                        <a:pt x="49" y="96"/>
                      </a:lnTo>
                      <a:lnTo>
                        <a:pt x="68" y="71"/>
                      </a:lnTo>
                      <a:lnTo>
                        <a:pt x="94" y="50"/>
                      </a:lnTo>
                      <a:lnTo>
                        <a:pt x="122" y="34"/>
                      </a:lnTo>
                      <a:lnTo>
                        <a:pt x="151" y="21"/>
                      </a:lnTo>
                      <a:lnTo>
                        <a:pt x="178" y="12"/>
                      </a:lnTo>
                      <a:lnTo>
                        <a:pt x="199" y="4"/>
                      </a:lnTo>
                      <a:lnTo>
                        <a:pt x="186" y="1"/>
                      </a:lnTo>
                      <a:lnTo>
                        <a:pt x="172" y="0"/>
                      </a:lnTo>
                      <a:lnTo>
                        <a:pt x="156" y="2"/>
                      </a:lnTo>
                      <a:lnTo>
                        <a:pt x="138" y="4"/>
                      </a:lnTo>
                      <a:lnTo>
                        <a:pt x="121" y="10"/>
                      </a:lnTo>
                      <a:lnTo>
                        <a:pt x="103" y="16"/>
                      </a:lnTo>
                      <a:lnTo>
                        <a:pt x="86" y="23"/>
                      </a:lnTo>
                      <a:lnTo>
                        <a:pt x="70" y="29"/>
                      </a:lnTo>
                      <a:close/>
                    </a:path>
                  </a:pathLst>
                </a:custGeom>
                <a:solidFill>
                  <a:srgbClr val="C9E8FF">
                    <a:alpha val="100000"/>
                  </a:srgbClr>
                </a:solidFill>
                <a:ln w="9525">
                  <a:noFill/>
                </a:ln>
              </p:spPr>
              <p:txBody>
                <a:bodyPr/>
                <a:lstStyle/>
                <a:p>
                  <a:endParaRPr lang="zh-CN" altLang="en-US"/>
                </a:p>
              </p:txBody>
            </p:sp>
            <p:sp>
              <p:nvSpPr>
                <p:cNvPr id="40207" name="Freeform 1225"/>
                <p:cNvSpPr/>
                <p:nvPr/>
              </p:nvSpPr>
              <p:spPr>
                <a:xfrm>
                  <a:off x="5252" y="2656"/>
                  <a:ext cx="47" cy="42"/>
                </a:xfrm>
                <a:custGeom>
                  <a:avLst/>
                  <a:gdLst>
                    <a:gd name="txL" fmla="*/ 0 w 128"/>
                    <a:gd name="txT" fmla="*/ 0 h 180"/>
                    <a:gd name="txR" fmla="*/ 128 w 128"/>
                    <a:gd name="txB" fmla="*/ 180 h 18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28" h="180">
                      <a:moveTo>
                        <a:pt x="108" y="59"/>
                      </a:moveTo>
                      <a:lnTo>
                        <a:pt x="113" y="77"/>
                      </a:lnTo>
                      <a:lnTo>
                        <a:pt x="111" y="94"/>
                      </a:lnTo>
                      <a:lnTo>
                        <a:pt x="103" y="108"/>
                      </a:lnTo>
                      <a:lnTo>
                        <a:pt x="91" y="121"/>
                      </a:lnTo>
                      <a:lnTo>
                        <a:pt x="77" y="132"/>
                      </a:lnTo>
                      <a:lnTo>
                        <a:pt x="61" y="144"/>
                      </a:lnTo>
                      <a:lnTo>
                        <a:pt x="45" y="154"/>
                      </a:lnTo>
                      <a:lnTo>
                        <a:pt x="30" y="164"/>
                      </a:lnTo>
                      <a:lnTo>
                        <a:pt x="28" y="168"/>
                      </a:lnTo>
                      <a:lnTo>
                        <a:pt x="27" y="170"/>
                      </a:lnTo>
                      <a:lnTo>
                        <a:pt x="27" y="174"/>
                      </a:lnTo>
                      <a:lnTo>
                        <a:pt x="28" y="177"/>
                      </a:lnTo>
                      <a:lnTo>
                        <a:pt x="32" y="179"/>
                      </a:lnTo>
                      <a:lnTo>
                        <a:pt x="35" y="180"/>
                      </a:lnTo>
                      <a:lnTo>
                        <a:pt x="37" y="180"/>
                      </a:lnTo>
                      <a:lnTo>
                        <a:pt x="41" y="179"/>
                      </a:lnTo>
                      <a:lnTo>
                        <a:pt x="60" y="169"/>
                      </a:lnTo>
                      <a:lnTo>
                        <a:pt x="77" y="158"/>
                      </a:lnTo>
                      <a:lnTo>
                        <a:pt x="94" y="145"/>
                      </a:lnTo>
                      <a:lnTo>
                        <a:pt x="109" y="130"/>
                      </a:lnTo>
                      <a:lnTo>
                        <a:pt x="120" y="114"/>
                      </a:lnTo>
                      <a:lnTo>
                        <a:pt x="127" y="95"/>
                      </a:lnTo>
                      <a:lnTo>
                        <a:pt x="128" y="76"/>
                      </a:lnTo>
                      <a:lnTo>
                        <a:pt x="123" y="55"/>
                      </a:lnTo>
                      <a:lnTo>
                        <a:pt x="113" y="39"/>
                      </a:lnTo>
                      <a:lnTo>
                        <a:pt x="97" y="25"/>
                      </a:lnTo>
                      <a:lnTo>
                        <a:pt x="79" y="15"/>
                      </a:lnTo>
                      <a:lnTo>
                        <a:pt x="57" y="7"/>
                      </a:lnTo>
                      <a:lnTo>
                        <a:pt x="36" y="2"/>
                      </a:lnTo>
                      <a:lnTo>
                        <a:pt x="19" y="0"/>
                      </a:lnTo>
                      <a:lnTo>
                        <a:pt x="6" y="0"/>
                      </a:lnTo>
                      <a:lnTo>
                        <a:pt x="0" y="4"/>
                      </a:lnTo>
                      <a:lnTo>
                        <a:pt x="14" y="9"/>
                      </a:lnTo>
                      <a:lnTo>
                        <a:pt x="29" y="14"/>
                      </a:lnTo>
                      <a:lnTo>
                        <a:pt x="46" y="19"/>
                      </a:lnTo>
                      <a:lnTo>
                        <a:pt x="61" y="23"/>
                      </a:lnTo>
                      <a:lnTo>
                        <a:pt x="76" y="29"/>
                      </a:lnTo>
                      <a:lnTo>
                        <a:pt x="89" y="37"/>
                      </a:lnTo>
                      <a:lnTo>
                        <a:pt x="100" y="46"/>
                      </a:lnTo>
                      <a:lnTo>
                        <a:pt x="108" y="59"/>
                      </a:lnTo>
                      <a:close/>
                    </a:path>
                  </a:pathLst>
                </a:custGeom>
                <a:solidFill>
                  <a:srgbClr val="C9E8FF">
                    <a:alpha val="100000"/>
                  </a:srgbClr>
                </a:solidFill>
                <a:ln w="9525">
                  <a:noFill/>
                </a:ln>
              </p:spPr>
              <p:txBody>
                <a:bodyPr/>
                <a:lstStyle/>
                <a:p>
                  <a:endParaRPr lang="zh-CN" altLang="en-US"/>
                </a:p>
              </p:txBody>
            </p:sp>
            <p:sp>
              <p:nvSpPr>
                <p:cNvPr id="40208" name="Freeform 1226"/>
                <p:cNvSpPr/>
                <p:nvPr/>
              </p:nvSpPr>
              <p:spPr>
                <a:xfrm>
                  <a:off x="5089" y="2646"/>
                  <a:ext cx="114" cy="88"/>
                </a:xfrm>
                <a:custGeom>
                  <a:avLst/>
                  <a:gdLst>
                    <a:gd name="txL" fmla="*/ 0 w 322"/>
                    <a:gd name="txT" fmla="*/ 0 h 378"/>
                    <a:gd name="txR" fmla="*/ 322 w 322"/>
                    <a:gd name="txB" fmla="*/ 378 h 378"/>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22" h="378">
                      <a:moveTo>
                        <a:pt x="125" y="49"/>
                      </a:moveTo>
                      <a:lnTo>
                        <a:pt x="100" y="70"/>
                      </a:lnTo>
                      <a:lnTo>
                        <a:pt x="76" y="90"/>
                      </a:lnTo>
                      <a:lnTo>
                        <a:pt x="53" y="115"/>
                      </a:lnTo>
                      <a:lnTo>
                        <a:pt x="34" y="140"/>
                      </a:lnTo>
                      <a:lnTo>
                        <a:pt x="17" y="166"/>
                      </a:lnTo>
                      <a:lnTo>
                        <a:pt x="5" y="195"/>
                      </a:lnTo>
                      <a:lnTo>
                        <a:pt x="0" y="226"/>
                      </a:lnTo>
                      <a:lnTo>
                        <a:pt x="1" y="258"/>
                      </a:lnTo>
                      <a:lnTo>
                        <a:pt x="3" y="266"/>
                      </a:lnTo>
                      <a:lnTo>
                        <a:pt x="5" y="275"/>
                      </a:lnTo>
                      <a:lnTo>
                        <a:pt x="9" y="282"/>
                      </a:lnTo>
                      <a:lnTo>
                        <a:pt x="14" y="290"/>
                      </a:lnTo>
                      <a:lnTo>
                        <a:pt x="19" y="297"/>
                      </a:lnTo>
                      <a:lnTo>
                        <a:pt x="26" y="304"/>
                      </a:lnTo>
                      <a:lnTo>
                        <a:pt x="32" y="310"/>
                      </a:lnTo>
                      <a:lnTo>
                        <a:pt x="41" y="314"/>
                      </a:lnTo>
                      <a:lnTo>
                        <a:pt x="56" y="324"/>
                      </a:lnTo>
                      <a:lnTo>
                        <a:pt x="71" y="332"/>
                      </a:lnTo>
                      <a:lnTo>
                        <a:pt x="86" y="338"/>
                      </a:lnTo>
                      <a:lnTo>
                        <a:pt x="103" y="344"/>
                      </a:lnTo>
                      <a:lnTo>
                        <a:pt x="119" y="350"/>
                      </a:lnTo>
                      <a:lnTo>
                        <a:pt x="136" y="355"/>
                      </a:lnTo>
                      <a:lnTo>
                        <a:pt x="152" y="359"/>
                      </a:lnTo>
                      <a:lnTo>
                        <a:pt x="168" y="363"/>
                      </a:lnTo>
                      <a:lnTo>
                        <a:pt x="186" y="366"/>
                      </a:lnTo>
                      <a:lnTo>
                        <a:pt x="202" y="368"/>
                      </a:lnTo>
                      <a:lnTo>
                        <a:pt x="220" y="371"/>
                      </a:lnTo>
                      <a:lnTo>
                        <a:pt x="238" y="373"/>
                      </a:lnTo>
                      <a:lnTo>
                        <a:pt x="254" y="374"/>
                      </a:lnTo>
                      <a:lnTo>
                        <a:pt x="272" y="375"/>
                      </a:lnTo>
                      <a:lnTo>
                        <a:pt x="289" y="376"/>
                      </a:lnTo>
                      <a:lnTo>
                        <a:pt x="306" y="378"/>
                      </a:lnTo>
                      <a:lnTo>
                        <a:pt x="311" y="378"/>
                      </a:lnTo>
                      <a:lnTo>
                        <a:pt x="316" y="375"/>
                      </a:lnTo>
                      <a:lnTo>
                        <a:pt x="320" y="371"/>
                      </a:lnTo>
                      <a:lnTo>
                        <a:pt x="322" y="366"/>
                      </a:lnTo>
                      <a:lnTo>
                        <a:pt x="322" y="360"/>
                      </a:lnTo>
                      <a:lnTo>
                        <a:pt x="320" y="356"/>
                      </a:lnTo>
                      <a:lnTo>
                        <a:pt x="315" y="352"/>
                      </a:lnTo>
                      <a:lnTo>
                        <a:pt x="309" y="350"/>
                      </a:lnTo>
                      <a:lnTo>
                        <a:pt x="294" y="347"/>
                      </a:lnTo>
                      <a:lnTo>
                        <a:pt x="279" y="344"/>
                      </a:lnTo>
                      <a:lnTo>
                        <a:pt x="263" y="341"/>
                      </a:lnTo>
                      <a:lnTo>
                        <a:pt x="247" y="338"/>
                      </a:lnTo>
                      <a:lnTo>
                        <a:pt x="232" y="336"/>
                      </a:lnTo>
                      <a:lnTo>
                        <a:pt x="216" y="334"/>
                      </a:lnTo>
                      <a:lnTo>
                        <a:pt x="200" y="332"/>
                      </a:lnTo>
                      <a:lnTo>
                        <a:pt x="185" y="328"/>
                      </a:lnTo>
                      <a:lnTo>
                        <a:pt x="170" y="326"/>
                      </a:lnTo>
                      <a:lnTo>
                        <a:pt x="154" y="322"/>
                      </a:lnTo>
                      <a:lnTo>
                        <a:pt x="139" y="318"/>
                      </a:lnTo>
                      <a:lnTo>
                        <a:pt x="124" y="314"/>
                      </a:lnTo>
                      <a:lnTo>
                        <a:pt x="110" y="309"/>
                      </a:lnTo>
                      <a:lnTo>
                        <a:pt x="94" y="303"/>
                      </a:lnTo>
                      <a:lnTo>
                        <a:pt x="80" y="297"/>
                      </a:lnTo>
                      <a:lnTo>
                        <a:pt x="66" y="289"/>
                      </a:lnTo>
                      <a:lnTo>
                        <a:pt x="55" y="281"/>
                      </a:lnTo>
                      <a:lnTo>
                        <a:pt x="45" y="271"/>
                      </a:lnTo>
                      <a:lnTo>
                        <a:pt x="38" y="259"/>
                      </a:lnTo>
                      <a:lnTo>
                        <a:pt x="35" y="245"/>
                      </a:lnTo>
                      <a:lnTo>
                        <a:pt x="34" y="232"/>
                      </a:lnTo>
                      <a:lnTo>
                        <a:pt x="35" y="216"/>
                      </a:lnTo>
                      <a:lnTo>
                        <a:pt x="38" y="200"/>
                      </a:lnTo>
                      <a:lnTo>
                        <a:pt x="43" y="187"/>
                      </a:lnTo>
                      <a:lnTo>
                        <a:pt x="51" y="170"/>
                      </a:lnTo>
                      <a:lnTo>
                        <a:pt x="60" y="152"/>
                      </a:lnTo>
                      <a:lnTo>
                        <a:pt x="71" y="137"/>
                      </a:lnTo>
                      <a:lnTo>
                        <a:pt x="83" y="124"/>
                      </a:lnTo>
                      <a:lnTo>
                        <a:pt x="94" y="110"/>
                      </a:lnTo>
                      <a:lnTo>
                        <a:pt x="107" y="96"/>
                      </a:lnTo>
                      <a:lnTo>
                        <a:pt x="123" y="82"/>
                      </a:lnTo>
                      <a:lnTo>
                        <a:pt x="138" y="69"/>
                      </a:lnTo>
                      <a:lnTo>
                        <a:pt x="153" y="57"/>
                      </a:lnTo>
                      <a:lnTo>
                        <a:pt x="173" y="47"/>
                      </a:lnTo>
                      <a:lnTo>
                        <a:pt x="195" y="38"/>
                      </a:lnTo>
                      <a:lnTo>
                        <a:pt x="218" y="28"/>
                      </a:lnTo>
                      <a:lnTo>
                        <a:pt x="238" y="20"/>
                      </a:lnTo>
                      <a:lnTo>
                        <a:pt x="254" y="13"/>
                      </a:lnTo>
                      <a:lnTo>
                        <a:pt x="264" y="7"/>
                      </a:lnTo>
                      <a:lnTo>
                        <a:pt x="268" y="2"/>
                      </a:lnTo>
                      <a:lnTo>
                        <a:pt x="256" y="0"/>
                      </a:lnTo>
                      <a:lnTo>
                        <a:pt x="240" y="1"/>
                      </a:lnTo>
                      <a:lnTo>
                        <a:pt x="221" y="4"/>
                      </a:lnTo>
                      <a:lnTo>
                        <a:pt x="201" y="10"/>
                      </a:lnTo>
                      <a:lnTo>
                        <a:pt x="180" y="18"/>
                      </a:lnTo>
                      <a:lnTo>
                        <a:pt x="160" y="27"/>
                      </a:lnTo>
                      <a:lnTo>
                        <a:pt x="141" y="38"/>
                      </a:lnTo>
                      <a:lnTo>
                        <a:pt x="125" y="49"/>
                      </a:lnTo>
                      <a:close/>
                    </a:path>
                  </a:pathLst>
                </a:custGeom>
                <a:solidFill>
                  <a:srgbClr val="C9E8FF">
                    <a:alpha val="100000"/>
                  </a:srgbClr>
                </a:solidFill>
                <a:ln w="9525">
                  <a:noFill/>
                </a:ln>
              </p:spPr>
              <p:txBody>
                <a:bodyPr/>
                <a:lstStyle/>
                <a:p>
                  <a:endParaRPr lang="zh-CN" altLang="en-US"/>
                </a:p>
              </p:txBody>
            </p:sp>
            <p:sp>
              <p:nvSpPr>
                <p:cNvPr id="40209" name="Freeform 1227"/>
                <p:cNvSpPr/>
                <p:nvPr/>
              </p:nvSpPr>
              <p:spPr>
                <a:xfrm>
                  <a:off x="5250" y="2643"/>
                  <a:ext cx="99" cy="59"/>
                </a:xfrm>
                <a:custGeom>
                  <a:avLst/>
                  <a:gdLst>
                    <a:gd name="txL" fmla="*/ 0 w 283"/>
                    <a:gd name="txT" fmla="*/ 0 h 252"/>
                    <a:gd name="txR" fmla="*/ 283 w 283"/>
                    <a:gd name="txB" fmla="*/ 252 h 252"/>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83" h="252">
                      <a:moveTo>
                        <a:pt x="235" y="77"/>
                      </a:moveTo>
                      <a:lnTo>
                        <a:pt x="248" y="91"/>
                      </a:lnTo>
                      <a:lnTo>
                        <a:pt x="256" y="107"/>
                      </a:lnTo>
                      <a:lnTo>
                        <a:pt x="259" y="124"/>
                      </a:lnTo>
                      <a:lnTo>
                        <a:pt x="259" y="142"/>
                      </a:lnTo>
                      <a:lnTo>
                        <a:pt x="257" y="157"/>
                      </a:lnTo>
                      <a:lnTo>
                        <a:pt x="252" y="170"/>
                      </a:lnTo>
                      <a:lnTo>
                        <a:pt x="244" y="183"/>
                      </a:lnTo>
                      <a:lnTo>
                        <a:pt x="236" y="193"/>
                      </a:lnTo>
                      <a:lnTo>
                        <a:pt x="225" y="204"/>
                      </a:lnTo>
                      <a:lnTo>
                        <a:pt x="215" y="214"/>
                      </a:lnTo>
                      <a:lnTo>
                        <a:pt x="204" y="224"/>
                      </a:lnTo>
                      <a:lnTo>
                        <a:pt x="194" y="234"/>
                      </a:lnTo>
                      <a:lnTo>
                        <a:pt x="191" y="238"/>
                      </a:lnTo>
                      <a:lnTo>
                        <a:pt x="191" y="241"/>
                      </a:lnTo>
                      <a:lnTo>
                        <a:pt x="191" y="245"/>
                      </a:lnTo>
                      <a:lnTo>
                        <a:pt x="194" y="248"/>
                      </a:lnTo>
                      <a:lnTo>
                        <a:pt x="197" y="250"/>
                      </a:lnTo>
                      <a:lnTo>
                        <a:pt x="202" y="252"/>
                      </a:lnTo>
                      <a:lnTo>
                        <a:pt x="205" y="250"/>
                      </a:lnTo>
                      <a:lnTo>
                        <a:pt x="209" y="248"/>
                      </a:lnTo>
                      <a:lnTo>
                        <a:pt x="232" y="233"/>
                      </a:lnTo>
                      <a:lnTo>
                        <a:pt x="252" y="214"/>
                      </a:lnTo>
                      <a:lnTo>
                        <a:pt x="268" y="192"/>
                      </a:lnTo>
                      <a:lnTo>
                        <a:pt x="278" y="167"/>
                      </a:lnTo>
                      <a:lnTo>
                        <a:pt x="283" y="141"/>
                      </a:lnTo>
                      <a:lnTo>
                        <a:pt x="280" y="115"/>
                      </a:lnTo>
                      <a:lnTo>
                        <a:pt x="271" y="91"/>
                      </a:lnTo>
                      <a:lnTo>
                        <a:pt x="252" y="69"/>
                      </a:lnTo>
                      <a:lnTo>
                        <a:pt x="238" y="57"/>
                      </a:lnTo>
                      <a:lnTo>
                        <a:pt x="222" y="48"/>
                      </a:lnTo>
                      <a:lnTo>
                        <a:pt x="204" y="39"/>
                      </a:lnTo>
                      <a:lnTo>
                        <a:pt x="184" y="31"/>
                      </a:lnTo>
                      <a:lnTo>
                        <a:pt x="164" y="23"/>
                      </a:lnTo>
                      <a:lnTo>
                        <a:pt x="144" y="17"/>
                      </a:lnTo>
                      <a:lnTo>
                        <a:pt x="123" y="13"/>
                      </a:lnTo>
                      <a:lnTo>
                        <a:pt x="103" y="8"/>
                      </a:lnTo>
                      <a:lnTo>
                        <a:pt x="83" y="5"/>
                      </a:lnTo>
                      <a:lnTo>
                        <a:pt x="66" y="2"/>
                      </a:lnTo>
                      <a:lnTo>
                        <a:pt x="48" y="0"/>
                      </a:lnTo>
                      <a:lnTo>
                        <a:pt x="34" y="0"/>
                      </a:lnTo>
                      <a:lnTo>
                        <a:pt x="21" y="0"/>
                      </a:lnTo>
                      <a:lnTo>
                        <a:pt x="11" y="0"/>
                      </a:lnTo>
                      <a:lnTo>
                        <a:pt x="4" y="2"/>
                      </a:lnTo>
                      <a:lnTo>
                        <a:pt x="0" y="5"/>
                      </a:lnTo>
                      <a:lnTo>
                        <a:pt x="12" y="7"/>
                      </a:lnTo>
                      <a:lnTo>
                        <a:pt x="24" y="8"/>
                      </a:lnTo>
                      <a:lnTo>
                        <a:pt x="38" y="10"/>
                      </a:lnTo>
                      <a:lnTo>
                        <a:pt x="52" y="13"/>
                      </a:lnTo>
                      <a:lnTo>
                        <a:pt x="66" y="16"/>
                      </a:lnTo>
                      <a:lnTo>
                        <a:pt x="82" y="18"/>
                      </a:lnTo>
                      <a:lnTo>
                        <a:pt x="98" y="22"/>
                      </a:lnTo>
                      <a:lnTo>
                        <a:pt x="114" y="25"/>
                      </a:lnTo>
                      <a:lnTo>
                        <a:pt x="129" y="30"/>
                      </a:lnTo>
                      <a:lnTo>
                        <a:pt x="146" y="34"/>
                      </a:lnTo>
                      <a:lnTo>
                        <a:pt x="162" y="39"/>
                      </a:lnTo>
                      <a:lnTo>
                        <a:pt x="177" y="45"/>
                      </a:lnTo>
                      <a:lnTo>
                        <a:pt x="193" y="52"/>
                      </a:lnTo>
                      <a:lnTo>
                        <a:pt x="208" y="60"/>
                      </a:lnTo>
                      <a:lnTo>
                        <a:pt x="222" y="68"/>
                      </a:lnTo>
                      <a:lnTo>
                        <a:pt x="235" y="77"/>
                      </a:lnTo>
                      <a:close/>
                    </a:path>
                  </a:pathLst>
                </a:custGeom>
                <a:solidFill>
                  <a:srgbClr val="C9E8FF">
                    <a:alpha val="100000"/>
                  </a:srgbClr>
                </a:solidFill>
                <a:ln w="9525">
                  <a:noFill/>
                </a:ln>
              </p:spPr>
              <p:txBody>
                <a:bodyPr/>
                <a:lstStyle/>
                <a:p>
                  <a:endParaRPr lang="zh-CN" altLang="en-US"/>
                </a:p>
              </p:txBody>
            </p:sp>
            <p:sp>
              <p:nvSpPr>
                <p:cNvPr id="40210" name="Freeform 1228"/>
                <p:cNvSpPr/>
                <p:nvPr/>
              </p:nvSpPr>
              <p:spPr>
                <a:xfrm>
                  <a:off x="5047" y="2671"/>
                  <a:ext cx="40" cy="55"/>
                </a:xfrm>
                <a:custGeom>
                  <a:avLst/>
                  <a:gdLst>
                    <a:gd name="txL" fmla="*/ 0 w 114"/>
                    <a:gd name="txT" fmla="*/ 0 h 238"/>
                    <a:gd name="txR" fmla="*/ 114 w 114"/>
                    <a:gd name="txB" fmla="*/ 238 h 238"/>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14" h="238">
                      <a:moveTo>
                        <a:pt x="0" y="130"/>
                      </a:moveTo>
                      <a:lnTo>
                        <a:pt x="0" y="149"/>
                      </a:lnTo>
                      <a:lnTo>
                        <a:pt x="4" y="168"/>
                      </a:lnTo>
                      <a:lnTo>
                        <a:pt x="12" y="185"/>
                      </a:lnTo>
                      <a:lnTo>
                        <a:pt x="24" y="200"/>
                      </a:lnTo>
                      <a:lnTo>
                        <a:pt x="38" y="213"/>
                      </a:lnTo>
                      <a:lnTo>
                        <a:pt x="55" y="224"/>
                      </a:lnTo>
                      <a:lnTo>
                        <a:pt x="73" y="232"/>
                      </a:lnTo>
                      <a:lnTo>
                        <a:pt x="92" y="237"/>
                      </a:lnTo>
                      <a:lnTo>
                        <a:pt x="98" y="238"/>
                      </a:lnTo>
                      <a:lnTo>
                        <a:pt x="104" y="235"/>
                      </a:lnTo>
                      <a:lnTo>
                        <a:pt x="109" y="232"/>
                      </a:lnTo>
                      <a:lnTo>
                        <a:pt x="111" y="227"/>
                      </a:lnTo>
                      <a:lnTo>
                        <a:pt x="111" y="222"/>
                      </a:lnTo>
                      <a:lnTo>
                        <a:pt x="110" y="216"/>
                      </a:lnTo>
                      <a:lnTo>
                        <a:pt x="106" y="211"/>
                      </a:lnTo>
                      <a:lnTo>
                        <a:pt x="100" y="209"/>
                      </a:lnTo>
                      <a:lnTo>
                        <a:pt x="82" y="202"/>
                      </a:lnTo>
                      <a:lnTo>
                        <a:pt x="64" y="193"/>
                      </a:lnTo>
                      <a:lnTo>
                        <a:pt x="50" y="180"/>
                      </a:lnTo>
                      <a:lnTo>
                        <a:pt x="39" y="167"/>
                      </a:lnTo>
                      <a:lnTo>
                        <a:pt x="32" y="149"/>
                      </a:lnTo>
                      <a:lnTo>
                        <a:pt x="29" y="131"/>
                      </a:lnTo>
                      <a:lnTo>
                        <a:pt x="29" y="111"/>
                      </a:lnTo>
                      <a:lnTo>
                        <a:pt x="35" y="91"/>
                      </a:lnTo>
                      <a:lnTo>
                        <a:pt x="42" y="76"/>
                      </a:lnTo>
                      <a:lnTo>
                        <a:pt x="51" y="62"/>
                      </a:lnTo>
                      <a:lnTo>
                        <a:pt x="62" y="49"/>
                      </a:lnTo>
                      <a:lnTo>
                        <a:pt x="73" y="38"/>
                      </a:lnTo>
                      <a:lnTo>
                        <a:pt x="84" y="28"/>
                      </a:lnTo>
                      <a:lnTo>
                        <a:pt x="96" y="18"/>
                      </a:lnTo>
                      <a:lnTo>
                        <a:pt x="106" y="9"/>
                      </a:lnTo>
                      <a:lnTo>
                        <a:pt x="114" y="1"/>
                      </a:lnTo>
                      <a:lnTo>
                        <a:pt x="106" y="0"/>
                      </a:lnTo>
                      <a:lnTo>
                        <a:pt x="93" y="6"/>
                      </a:lnTo>
                      <a:lnTo>
                        <a:pt x="76" y="18"/>
                      </a:lnTo>
                      <a:lnTo>
                        <a:pt x="56" y="36"/>
                      </a:lnTo>
                      <a:lnTo>
                        <a:pt x="37" y="57"/>
                      </a:lnTo>
                      <a:lnTo>
                        <a:pt x="20" y="80"/>
                      </a:lnTo>
                      <a:lnTo>
                        <a:pt x="7" y="106"/>
                      </a:lnTo>
                      <a:lnTo>
                        <a:pt x="0" y="130"/>
                      </a:lnTo>
                      <a:close/>
                    </a:path>
                  </a:pathLst>
                </a:custGeom>
                <a:solidFill>
                  <a:srgbClr val="C9E8FF">
                    <a:alpha val="100000"/>
                  </a:srgbClr>
                </a:solidFill>
                <a:ln w="9525">
                  <a:noFill/>
                </a:ln>
              </p:spPr>
              <p:txBody>
                <a:bodyPr/>
                <a:lstStyle/>
                <a:p>
                  <a:endParaRPr lang="zh-CN" altLang="en-US"/>
                </a:p>
              </p:txBody>
            </p:sp>
            <p:sp>
              <p:nvSpPr>
                <p:cNvPr id="40211" name="Freeform 1229"/>
                <p:cNvSpPr/>
                <p:nvPr/>
              </p:nvSpPr>
              <p:spPr>
                <a:xfrm>
                  <a:off x="5330" y="2639"/>
                  <a:ext cx="87" cy="73"/>
                </a:xfrm>
                <a:custGeom>
                  <a:avLst/>
                  <a:gdLst>
                    <a:gd name="txL" fmla="*/ 0 w 246"/>
                    <a:gd name="txT" fmla="*/ 0 h 310"/>
                    <a:gd name="txR" fmla="*/ 246 w 246"/>
                    <a:gd name="txB" fmla="*/ 310 h 31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46" h="310">
                      <a:moveTo>
                        <a:pt x="199" y="116"/>
                      </a:moveTo>
                      <a:lnTo>
                        <a:pt x="207" y="124"/>
                      </a:lnTo>
                      <a:lnTo>
                        <a:pt x="214" y="133"/>
                      </a:lnTo>
                      <a:lnTo>
                        <a:pt x="219" y="143"/>
                      </a:lnTo>
                      <a:lnTo>
                        <a:pt x="223" y="154"/>
                      </a:lnTo>
                      <a:lnTo>
                        <a:pt x="225" y="164"/>
                      </a:lnTo>
                      <a:lnTo>
                        <a:pt x="225" y="176"/>
                      </a:lnTo>
                      <a:lnTo>
                        <a:pt x="221" y="187"/>
                      </a:lnTo>
                      <a:lnTo>
                        <a:pt x="216" y="197"/>
                      </a:lnTo>
                      <a:lnTo>
                        <a:pt x="208" y="209"/>
                      </a:lnTo>
                      <a:lnTo>
                        <a:pt x="199" y="219"/>
                      </a:lnTo>
                      <a:lnTo>
                        <a:pt x="188" y="228"/>
                      </a:lnTo>
                      <a:lnTo>
                        <a:pt x="177" y="238"/>
                      </a:lnTo>
                      <a:lnTo>
                        <a:pt x="166" y="246"/>
                      </a:lnTo>
                      <a:lnTo>
                        <a:pt x="154" y="255"/>
                      </a:lnTo>
                      <a:lnTo>
                        <a:pt x="143" y="264"/>
                      </a:lnTo>
                      <a:lnTo>
                        <a:pt x="132" y="274"/>
                      </a:lnTo>
                      <a:lnTo>
                        <a:pt x="129" y="278"/>
                      </a:lnTo>
                      <a:lnTo>
                        <a:pt x="126" y="282"/>
                      </a:lnTo>
                      <a:lnTo>
                        <a:pt x="124" y="287"/>
                      </a:lnTo>
                      <a:lnTo>
                        <a:pt x="121" y="292"/>
                      </a:lnTo>
                      <a:lnTo>
                        <a:pt x="120" y="296"/>
                      </a:lnTo>
                      <a:lnTo>
                        <a:pt x="120" y="301"/>
                      </a:lnTo>
                      <a:lnTo>
                        <a:pt x="121" y="305"/>
                      </a:lnTo>
                      <a:lnTo>
                        <a:pt x="125" y="309"/>
                      </a:lnTo>
                      <a:lnTo>
                        <a:pt x="130" y="310"/>
                      </a:lnTo>
                      <a:lnTo>
                        <a:pt x="134" y="310"/>
                      </a:lnTo>
                      <a:lnTo>
                        <a:pt x="139" y="309"/>
                      </a:lnTo>
                      <a:lnTo>
                        <a:pt x="143" y="305"/>
                      </a:lnTo>
                      <a:lnTo>
                        <a:pt x="154" y="293"/>
                      </a:lnTo>
                      <a:lnTo>
                        <a:pt x="167" y="280"/>
                      </a:lnTo>
                      <a:lnTo>
                        <a:pt x="180" y="269"/>
                      </a:lnTo>
                      <a:lnTo>
                        <a:pt x="194" y="257"/>
                      </a:lnTo>
                      <a:lnTo>
                        <a:pt x="207" y="246"/>
                      </a:lnTo>
                      <a:lnTo>
                        <a:pt x="219" y="233"/>
                      </a:lnTo>
                      <a:lnTo>
                        <a:pt x="231" y="219"/>
                      </a:lnTo>
                      <a:lnTo>
                        <a:pt x="239" y="204"/>
                      </a:lnTo>
                      <a:lnTo>
                        <a:pt x="245" y="187"/>
                      </a:lnTo>
                      <a:lnTo>
                        <a:pt x="246" y="170"/>
                      </a:lnTo>
                      <a:lnTo>
                        <a:pt x="242" y="153"/>
                      </a:lnTo>
                      <a:lnTo>
                        <a:pt x="236" y="136"/>
                      </a:lnTo>
                      <a:lnTo>
                        <a:pt x="227" y="120"/>
                      </a:lnTo>
                      <a:lnTo>
                        <a:pt x="215" y="107"/>
                      </a:lnTo>
                      <a:lnTo>
                        <a:pt x="201" y="94"/>
                      </a:lnTo>
                      <a:lnTo>
                        <a:pt x="187" y="82"/>
                      </a:lnTo>
                      <a:lnTo>
                        <a:pt x="177" y="74"/>
                      </a:lnTo>
                      <a:lnTo>
                        <a:pt x="165" y="68"/>
                      </a:lnTo>
                      <a:lnTo>
                        <a:pt x="152" y="60"/>
                      </a:lnTo>
                      <a:lnTo>
                        <a:pt x="139" y="51"/>
                      </a:lnTo>
                      <a:lnTo>
                        <a:pt x="126" y="43"/>
                      </a:lnTo>
                      <a:lnTo>
                        <a:pt x="112" y="35"/>
                      </a:lnTo>
                      <a:lnTo>
                        <a:pt x="98" y="28"/>
                      </a:lnTo>
                      <a:lnTo>
                        <a:pt x="85" y="22"/>
                      </a:lnTo>
                      <a:lnTo>
                        <a:pt x="72" y="16"/>
                      </a:lnTo>
                      <a:lnTo>
                        <a:pt x="59" y="10"/>
                      </a:lnTo>
                      <a:lnTo>
                        <a:pt x="46" y="7"/>
                      </a:lnTo>
                      <a:lnTo>
                        <a:pt x="35" y="3"/>
                      </a:lnTo>
                      <a:lnTo>
                        <a:pt x="24" y="1"/>
                      </a:lnTo>
                      <a:lnTo>
                        <a:pt x="15" y="0"/>
                      </a:lnTo>
                      <a:lnTo>
                        <a:pt x="7" y="1"/>
                      </a:lnTo>
                      <a:lnTo>
                        <a:pt x="0" y="3"/>
                      </a:lnTo>
                      <a:lnTo>
                        <a:pt x="8" y="6"/>
                      </a:lnTo>
                      <a:lnTo>
                        <a:pt x="17" y="9"/>
                      </a:lnTo>
                      <a:lnTo>
                        <a:pt x="28" y="14"/>
                      </a:lnTo>
                      <a:lnTo>
                        <a:pt x="38" y="18"/>
                      </a:lnTo>
                      <a:lnTo>
                        <a:pt x="51" y="24"/>
                      </a:lnTo>
                      <a:lnTo>
                        <a:pt x="64" y="30"/>
                      </a:lnTo>
                      <a:lnTo>
                        <a:pt x="78" y="37"/>
                      </a:lnTo>
                      <a:lnTo>
                        <a:pt x="92" y="43"/>
                      </a:lnTo>
                      <a:lnTo>
                        <a:pt x="106" y="51"/>
                      </a:lnTo>
                      <a:lnTo>
                        <a:pt x="120" y="60"/>
                      </a:lnTo>
                      <a:lnTo>
                        <a:pt x="134" y="69"/>
                      </a:lnTo>
                      <a:lnTo>
                        <a:pt x="148" y="78"/>
                      </a:lnTo>
                      <a:lnTo>
                        <a:pt x="163" y="87"/>
                      </a:lnTo>
                      <a:lnTo>
                        <a:pt x="175" y="96"/>
                      </a:lnTo>
                      <a:lnTo>
                        <a:pt x="187" y="105"/>
                      </a:lnTo>
                      <a:lnTo>
                        <a:pt x="199" y="116"/>
                      </a:lnTo>
                      <a:close/>
                    </a:path>
                  </a:pathLst>
                </a:custGeom>
                <a:solidFill>
                  <a:srgbClr val="C9E8FF">
                    <a:alpha val="100000"/>
                  </a:srgbClr>
                </a:solidFill>
                <a:ln w="9525">
                  <a:noFill/>
                </a:ln>
              </p:spPr>
              <p:txBody>
                <a:bodyPr/>
                <a:lstStyle/>
                <a:p>
                  <a:endParaRPr lang="zh-CN" altLang="en-US"/>
                </a:p>
              </p:txBody>
            </p:sp>
            <p:sp>
              <p:nvSpPr>
                <p:cNvPr id="40212" name="Freeform 1230"/>
                <p:cNvSpPr/>
                <p:nvPr/>
              </p:nvSpPr>
              <p:spPr>
                <a:xfrm>
                  <a:off x="5115" y="2660"/>
                  <a:ext cx="69" cy="55"/>
                </a:xfrm>
                <a:custGeom>
                  <a:avLst/>
                  <a:gdLst>
                    <a:gd name="txL" fmla="*/ 0 w 198"/>
                    <a:gd name="txT" fmla="*/ 0 h 236"/>
                    <a:gd name="txR" fmla="*/ 198 w 198"/>
                    <a:gd name="txB" fmla="*/ 236 h 2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98" h="236">
                      <a:moveTo>
                        <a:pt x="73" y="36"/>
                      </a:moveTo>
                      <a:lnTo>
                        <a:pt x="58" y="46"/>
                      </a:lnTo>
                      <a:lnTo>
                        <a:pt x="46" y="58"/>
                      </a:lnTo>
                      <a:lnTo>
                        <a:pt x="33" y="72"/>
                      </a:lnTo>
                      <a:lnTo>
                        <a:pt x="22" y="85"/>
                      </a:lnTo>
                      <a:lnTo>
                        <a:pt x="14" y="100"/>
                      </a:lnTo>
                      <a:lnTo>
                        <a:pt x="7" y="115"/>
                      </a:lnTo>
                      <a:lnTo>
                        <a:pt x="2" y="130"/>
                      </a:lnTo>
                      <a:lnTo>
                        <a:pt x="0" y="146"/>
                      </a:lnTo>
                      <a:lnTo>
                        <a:pt x="2" y="170"/>
                      </a:lnTo>
                      <a:lnTo>
                        <a:pt x="12" y="190"/>
                      </a:lnTo>
                      <a:lnTo>
                        <a:pt x="26" y="207"/>
                      </a:lnTo>
                      <a:lnTo>
                        <a:pt x="43" y="220"/>
                      </a:lnTo>
                      <a:lnTo>
                        <a:pt x="64" y="229"/>
                      </a:lnTo>
                      <a:lnTo>
                        <a:pt x="88" y="235"/>
                      </a:lnTo>
                      <a:lnTo>
                        <a:pt x="110" y="236"/>
                      </a:lnTo>
                      <a:lnTo>
                        <a:pt x="132" y="232"/>
                      </a:lnTo>
                      <a:lnTo>
                        <a:pt x="137" y="232"/>
                      </a:lnTo>
                      <a:lnTo>
                        <a:pt x="142" y="230"/>
                      </a:lnTo>
                      <a:lnTo>
                        <a:pt x="145" y="226"/>
                      </a:lnTo>
                      <a:lnTo>
                        <a:pt x="146" y="221"/>
                      </a:lnTo>
                      <a:lnTo>
                        <a:pt x="145" y="219"/>
                      </a:lnTo>
                      <a:lnTo>
                        <a:pt x="142" y="219"/>
                      </a:lnTo>
                      <a:lnTo>
                        <a:pt x="137" y="217"/>
                      </a:lnTo>
                      <a:lnTo>
                        <a:pt x="131" y="217"/>
                      </a:lnTo>
                      <a:lnTo>
                        <a:pt x="124" y="217"/>
                      </a:lnTo>
                      <a:lnTo>
                        <a:pt x="118" y="217"/>
                      </a:lnTo>
                      <a:lnTo>
                        <a:pt x="112" y="217"/>
                      </a:lnTo>
                      <a:lnTo>
                        <a:pt x="109" y="217"/>
                      </a:lnTo>
                      <a:lnTo>
                        <a:pt x="97" y="216"/>
                      </a:lnTo>
                      <a:lnTo>
                        <a:pt x="87" y="215"/>
                      </a:lnTo>
                      <a:lnTo>
                        <a:pt x="75" y="214"/>
                      </a:lnTo>
                      <a:lnTo>
                        <a:pt x="63" y="211"/>
                      </a:lnTo>
                      <a:lnTo>
                        <a:pt x="51" y="207"/>
                      </a:lnTo>
                      <a:lnTo>
                        <a:pt x="40" y="199"/>
                      </a:lnTo>
                      <a:lnTo>
                        <a:pt x="29" y="189"/>
                      </a:lnTo>
                      <a:lnTo>
                        <a:pt x="17" y="174"/>
                      </a:lnTo>
                      <a:lnTo>
                        <a:pt x="15" y="157"/>
                      </a:lnTo>
                      <a:lnTo>
                        <a:pt x="16" y="141"/>
                      </a:lnTo>
                      <a:lnTo>
                        <a:pt x="21" y="124"/>
                      </a:lnTo>
                      <a:lnTo>
                        <a:pt x="28" y="109"/>
                      </a:lnTo>
                      <a:lnTo>
                        <a:pt x="39" y="96"/>
                      </a:lnTo>
                      <a:lnTo>
                        <a:pt x="50" y="82"/>
                      </a:lnTo>
                      <a:lnTo>
                        <a:pt x="63" y="70"/>
                      </a:lnTo>
                      <a:lnTo>
                        <a:pt x="78" y="59"/>
                      </a:lnTo>
                      <a:lnTo>
                        <a:pt x="94" y="49"/>
                      </a:lnTo>
                      <a:lnTo>
                        <a:pt x="110" y="39"/>
                      </a:lnTo>
                      <a:lnTo>
                        <a:pt x="126" y="31"/>
                      </a:lnTo>
                      <a:lnTo>
                        <a:pt x="142" y="24"/>
                      </a:lnTo>
                      <a:lnTo>
                        <a:pt x="158" y="19"/>
                      </a:lnTo>
                      <a:lnTo>
                        <a:pt x="172" y="13"/>
                      </a:lnTo>
                      <a:lnTo>
                        <a:pt x="186" y="10"/>
                      </a:lnTo>
                      <a:lnTo>
                        <a:pt x="198" y="7"/>
                      </a:lnTo>
                      <a:lnTo>
                        <a:pt x="190" y="3"/>
                      </a:lnTo>
                      <a:lnTo>
                        <a:pt x="177" y="0"/>
                      </a:lnTo>
                      <a:lnTo>
                        <a:pt x="162" y="3"/>
                      </a:lnTo>
                      <a:lnTo>
                        <a:pt x="144" y="6"/>
                      </a:lnTo>
                      <a:lnTo>
                        <a:pt x="124" y="12"/>
                      </a:lnTo>
                      <a:lnTo>
                        <a:pt x="105" y="19"/>
                      </a:lnTo>
                      <a:lnTo>
                        <a:pt x="88" y="28"/>
                      </a:lnTo>
                      <a:lnTo>
                        <a:pt x="73" y="3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13" name="Freeform 1231"/>
                <p:cNvSpPr/>
                <p:nvPr/>
              </p:nvSpPr>
              <p:spPr>
                <a:xfrm>
                  <a:off x="5233" y="2660"/>
                  <a:ext cx="47" cy="42"/>
                </a:xfrm>
                <a:custGeom>
                  <a:avLst/>
                  <a:gdLst>
                    <a:gd name="txL" fmla="*/ 0 w 128"/>
                    <a:gd name="txT" fmla="*/ 0 h 183"/>
                    <a:gd name="txR" fmla="*/ 128 w 128"/>
                    <a:gd name="txB" fmla="*/ 183 h 183"/>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28" h="183">
                      <a:moveTo>
                        <a:pt x="108" y="61"/>
                      </a:moveTo>
                      <a:lnTo>
                        <a:pt x="111" y="80"/>
                      </a:lnTo>
                      <a:lnTo>
                        <a:pt x="109" y="97"/>
                      </a:lnTo>
                      <a:lnTo>
                        <a:pt x="101" y="110"/>
                      </a:lnTo>
                      <a:lnTo>
                        <a:pt x="89" y="123"/>
                      </a:lnTo>
                      <a:lnTo>
                        <a:pt x="75" y="134"/>
                      </a:lnTo>
                      <a:lnTo>
                        <a:pt x="60" y="145"/>
                      </a:lnTo>
                      <a:lnTo>
                        <a:pt x="43" y="156"/>
                      </a:lnTo>
                      <a:lnTo>
                        <a:pt x="29" y="167"/>
                      </a:lnTo>
                      <a:lnTo>
                        <a:pt x="27" y="170"/>
                      </a:lnTo>
                      <a:lnTo>
                        <a:pt x="26" y="172"/>
                      </a:lnTo>
                      <a:lnTo>
                        <a:pt x="26" y="176"/>
                      </a:lnTo>
                      <a:lnTo>
                        <a:pt x="28" y="179"/>
                      </a:lnTo>
                      <a:lnTo>
                        <a:pt x="30" y="182"/>
                      </a:lnTo>
                      <a:lnTo>
                        <a:pt x="34" y="183"/>
                      </a:lnTo>
                      <a:lnTo>
                        <a:pt x="37" y="183"/>
                      </a:lnTo>
                      <a:lnTo>
                        <a:pt x="41" y="182"/>
                      </a:lnTo>
                      <a:lnTo>
                        <a:pt x="58" y="171"/>
                      </a:lnTo>
                      <a:lnTo>
                        <a:pt x="76" y="160"/>
                      </a:lnTo>
                      <a:lnTo>
                        <a:pt x="92" y="147"/>
                      </a:lnTo>
                      <a:lnTo>
                        <a:pt x="108" y="132"/>
                      </a:lnTo>
                      <a:lnTo>
                        <a:pt x="118" y="116"/>
                      </a:lnTo>
                      <a:lnTo>
                        <a:pt x="125" y="98"/>
                      </a:lnTo>
                      <a:lnTo>
                        <a:pt x="128" y="78"/>
                      </a:lnTo>
                      <a:lnTo>
                        <a:pt x="123" y="58"/>
                      </a:lnTo>
                      <a:lnTo>
                        <a:pt x="112" y="41"/>
                      </a:lnTo>
                      <a:lnTo>
                        <a:pt x="98" y="28"/>
                      </a:lnTo>
                      <a:lnTo>
                        <a:pt x="80" y="16"/>
                      </a:lnTo>
                      <a:lnTo>
                        <a:pt x="61" y="8"/>
                      </a:lnTo>
                      <a:lnTo>
                        <a:pt x="41" y="2"/>
                      </a:lnTo>
                      <a:lnTo>
                        <a:pt x="23" y="0"/>
                      </a:lnTo>
                      <a:lnTo>
                        <a:pt x="9" y="1"/>
                      </a:lnTo>
                      <a:lnTo>
                        <a:pt x="0" y="6"/>
                      </a:lnTo>
                      <a:lnTo>
                        <a:pt x="16" y="10"/>
                      </a:lnTo>
                      <a:lnTo>
                        <a:pt x="33" y="14"/>
                      </a:lnTo>
                      <a:lnTo>
                        <a:pt x="48" y="17"/>
                      </a:lnTo>
                      <a:lnTo>
                        <a:pt x="63" y="22"/>
                      </a:lnTo>
                      <a:lnTo>
                        <a:pt x="77" y="28"/>
                      </a:lnTo>
                      <a:lnTo>
                        <a:pt x="90" y="36"/>
                      </a:lnTo>
                      <a:lnTo>
                        <a:pt x="101" y="46"/>
                      </a:lnTo>
                      <a:lnTo>
                        <a:pt x="108" y="61"/>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14" name="Freeform 1232"/>
                <p:cNvSpPr/>
                <p:nvPr/>
              </p:nvSpPr>
              <p:spPr>
                <a:xfrm>
                  <a:off x="5070" y="2650"/>
                  <a:ext cx="112" cy="88"/>
                </a:xfrm>
                <a:custGeom>
                  <a:avLst/>
                  <a:gdLst>
                    <a:gd name="txL" fmla="*/ 0 w 323"/>
                    <a:gd name="txT" fmla="*/ 0 h 379"/>
                    <a:gd name="txR" fmla="*/ 323 w 323"/>
                    <a:gd name="txB" fmla="*/ 379 h 379"/>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323" h="379">
                      <a:moveTo>
                        <a:pt x="126" y="50"/>
                      </a:moveTo>
                      <a:lnTo>
                        <a:pt x="101" y="70"/>
                      </a:lnTo>
                      <a:lnTo>
                        <a:pt x="76" y="92"/>
                      </a:lnTo>
                      <a:lnTo>
                        <a:pt x="54" y="115"/>
                      </a:lnTo>
                      <a:lnTo>
                        <a:pt x="34" y="140"/>
                      </a:lnTo>
                      <a:lnTo>
                        <a:pt x="18" y="167"/>
                      </a:lnTo>
                      <a:lnTo>
                        <a:pt x="6" y="196"/>
                      </a:lnTo>
                      <a:lnTo>
                        <a:pt x="0" y="227"/>
                      </a:lnTo>
                      <a:lnTo>
                        <a:pt x="1" y="259"/>
                      </a:lnTo>
                      <a:lnTo>
                        <a:pt x="4" y="267"/>
                      </a:lnTo>
                      <a:lnTo>
                        <a:pt x="7" y="277"/>
                      </a:lnTo>
                      <a:lnTo>
                        <a:pt x="11" y="283"/>
                      </a:lnTo>
                      <a:lnTo>
                        <a:pt x="15" y="291"/>
                      </a:lnTo>
                      <a:lnTo>
                        <a:pt x="21" y="298"/>
                      </a:lnTo>
                      <a:lnTo>
                        <a:pt x="27" y="305"/>
                      </a:lnTo>
                      <a:lnTo>
                        <a:pt x="34" y="311"/>
                      </a:lnTo>
                      <a:lnTo>
                        <a:pt x="41" y="316"/>
                      </a:lnTo>
                      <a:lnTo>
                        <a:pt x="57" y="325"/>
                      </a:lnTo>
                      <a:lnTo>
                        <a:pt x="72" y="333"/>
                      </a:lnTo>
                      <a:lnTo>
                        <a:pt x="87" y="340"/>
                      </a:lnTo>
                      <a:lnTo>
                        <a:pt x="103" y="345"/>
                      </a:lnTo>
                      <a:lnTo>
                        <a:pt x="120" y="351"/>
                      </a:lnTo>
                      <a:lnTo>
                        <a:pt x="136" y="356"/>
                      </a:lnTo>
                      <a:lnTo>
                        <a:pt x="153" y="360"/>
                      </a:lnTo>
                      <a:lnTo>
                        <a:pt x="169" y="364"/>
                      </a:lnTo>
                      <a:lnTo>
                        <a:pt x="187" y="367"/>
                      </a:lnTo>
                      <a:lnTo>
                        <a:pt x="204" y="370"/>
                      </a:lnTo>
                      <a:lnTo>
                        <a:pt x="221" y="372"/>
                      </a:lnTo>
                      <a:lnTo>
                        <a:pt x="238" y="374"/>
                      </a:lnTo>
                      <a:lnTo>
                        <a:pt x="256" y="375"/>
                      </a:lnTo>
                      <a:lnTo>
                        <a:pt x="273" y="376"/>
                      </a:lnTo>
                      <a:lnTo>
                        <a:pt x="290" y="378"/>
                      </a:lnTo>
                      <a:lnTo>
                        <a:pt x="307" y="379"/>
                      </a:lnTo>
                      <a:lnTo>
                        <a:pt x="312" y="379"/>
                      </a:lnTo>
                      <a:lnTo>
                        <a:pt x="317" y="375"/>
                      </a:lnTo>
                      <a:lnTo>
                        <a:pt x="320" y="372"/>
                      </a:lnTo>
                      <a:lnTo>
                        <a:pt x="323" y="366"/>
                      </a:lnTo>
                      <a:lnTo>
                        <a:pt x="323" y="360"/>
                      </a:lnTo>
                      <a:lnTo>
                        <a:pt x="320" y="356"/>
                      </a:lnTo>
                      <a:lnTo>
                        <a:pt x="316" y="352"/>
                      </a:lnTo>
                      <a:lnTo>
                        <a:pt x="311" y="351"/>
                      </a:lnTo>
                      <a:lnTo>
                        <a:pt x="295" y="351"/>
                      </a:lnTo>
                      <a:lnTo>
                        <a:pt x="279" y="351"/>
                      </a:lnTo>
                      <a:lnTo>
                        <a:pt x="263" y="350"/>
                      </a:lnTo>
                      <a:lnTo>
                        <a:pt x="248" y="349"/>
                      </a:lnTo>
                      <a:lnTo>
                        <a:pt x="231" y="348"/>
                      </a:lnTo>
                      <a:lnTo>
                        <a:pt x="215" y="345"/>
                      </a:lnTo>
                      <a:lnTo>
                        <a:pt x="200" y="343"/>
                      </a:lnTo>
                      <a:lnTo>
                        <a:pt x="183" y="341"/>
                      </a:lnTo>
                      <a:lnTo>
                        <a:pt x="168" y="337"/>
                      </a:lnTo>
                      <a:lnTo>
                        <a:pt x="151" y="334"/>
                      </a:lnTo>
                      <a:lnTo>
                        <a:pt x="136" y="329"/>
                      </a:lnTo>
                      <a:lnTo>
                        <a:pt x="121" y="325"/>
                      </a:lnTo>
                      <a:lnTo>
                        <a:pt x="106" y="320"/>
                      </a:lnTo>
                      <a:lnTo>
                        <a:pt x="92" y="313"/>
                      </a:lnTo>
                      <a:lnTo>
                        <a:pt x="76" y="306"/>
                      </a:lnTo>
                      <a:lnTo>
                        <a:pt x="62" y="300"/>
                      </a:lnTo>
                      <a:lnTo>
                        <a:pt x="51" y="291"/>
                      </a:lnTo>
                      <a:lnTo>
                        <a:pt x="41" y="280"/>
                      </a:lnTo>
                      <a:lnTo>
                        <a:pt x="35" y="269"/>
                      </a:lnTo>
                      <a:lnTo>
                        <a:pt x="31" y="255"/>
                      </a:lnTo>
                      <a:lnTo>
                        <a:pt x="31" y="239"/>
                      </a:lnTo>
                      <a:lnTo>
                        <a:pt x="33" y="218"/>
                      </a:lnTo>
                      <a:lnTo>
                        <a:pt x="38" y="197"/>
                      </a:lnTo>
                      <a:lnTo>
                        <a:pt x="42" y="182"/>
                      </a:lnTo>
                      <a:lnTo>
                        <a:pt x="51" y="165"/>
                      </a:lnTo>
                      <a:lnTo>
                        <a:pt x="60" y="150"/>
                      </a:lnTo>
                      <a:lnTo>
                        <a:pt x="68" y="136"/>
                      </a:lnTo>
                      <a:lnTo>
                        <a:pt x="79" y="124"/>
                      </a:lnTo>
                      <a:lnTo>
                        <a:pt x="89" y="111"/>
                      </a:lnTo>
                      <a:lnTo>
                        <a:pt x="101" y="100"/>
                      </a:lnTo>
                      <a:lnTo>
                        <a:pt x="114" y="88"/>
                      </a:lnTo>
                      <a:lnTo>
                        <a:pt x="129" y="76"/>
                      </a:lnTo>
                      <a:lnTo>
                        <a:pt x="144" y="64"/>
                      </a:lnTo>
                      <a:lnTo>
                        <a:pt x="162" y="53"/>
                      </a:lnTo>
                      <a:lnTo>
                        <a:pt x="181" y="41"/>
                      </a:lnTo>
                      <a:lnTo>
                        <a:pt x="201" y="31"/>
                      </a:lnTo>
                      <a:lnTo>
                        <a:pt x="219" y="22"/>
                      </a:lnTo>
                      <a:lnTo>
                        <a:pt x="237" y="14"/>
                      </a:lnTo>
                      <a:lnTo>
                        <a:pt x="253" y="7"/>
                      </a:lnTo>
                      <a:lnTo>
                        <a:pt x="268" y="1"/>
                      </a:lnTo>
                      <a:lnTo>
                        <a:pt x="255" y="0"/>
                      </a:lnTo>
                      <a:lnTo>
                        <a:pt x="238" y="1"/>
                      </a:lnTo>
                      <a:lnTo>
                        <a:pt x="221" y="5"/>
                      </a:lnTo>
                      <a:lnTo>
                        <a:pt x="201" y="11"/>
                      </a:lnTo>
                      <a:lnTo>
                        <a:pt x="181" y="19"/>
                      </a:lnTo>
                      <a:lnTo>
                        <a:pt x="161" y="28"/>
                      </a:lnTo>
                      <a:lnTo>
                        <a:pt x="142" y="39"/>
                      </a:lnTo>
                      <a:lnTo>
                        <a:pt x="126" y="50"/>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15" name="Freeform 1233"/>
                <p:cNvSpPr/>
                <p:nvPr/>
              </p:nvSpPr>
              <p:spPr>
                <a:xfrm>
                  <a:off x="5229" y="2647"/>
                  <a:ext cx="99" cy="59"/>
                </a:xfrm>
                <a:custGeom>
                  <a:avLst/>
                  <a:gdLst>
                    <a:gd name="txL" fmla="*/ 0 w 282"/>
                    <a:gd name="txT" fmla="*/ 0 h 253"/>
                    <a:gd name="txR" fmla="*/ 282 w 282"/>
                    <a:gd name="txB" fmla="*/ 253 h 253"/>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82" h="253">
                      <a:moveTo>
                        <a:pt x="235" y="78"/>
                      </a:moveTo>
                      <a:lnTo>
                        <a:pt x="248" y="92"/>
                      </a:lnTo>
                      <a:lnTo>
                        <a:pt x="255" y="108"/>
                      </a:lnTo>
                      <a:lnTo>
                        <a:pt x="259" y="125"/>
                      </a:lnTo>
                      <a:lnTo>
                        <a:pt x="259" y="144"/>
                      </a:lnTo>
                      <a:lnTo>
                        <a:pt x="257" y="159"/>
                      </a:lnTo>
                      <a:lnTo>
                        <a:pt x="252" y="171"/>
                      </a:lnTo>
                      <a:lnTo>
                        <a:pt x="244" y="184"/>
                      </a:lnTo>
                      <a:lnTo>
                        <a:pt x="236" y="194"/>
                      </a:lnTo>
                      <a:lnTo>
                        <a:pt x="225" y="206"/>
                      </a:lnTo>
                      <a:lnTo>
                        <a:pt x="215" y="215"/>
                      </a:lnTo>
                      <a:lnTo>
                        <a:pt x="204" y="225"/>
                      </a:lnTo>
                      <a:lnTo>
                        <a:pt x="194" y="236"/>
                      </a:lnTo>
                      <a:lnTo>
                        <a:pt x="191" y="239"/>
                      </a:lnTo>
                      <a:lnTo>
                        <a:pt x="190" y="242"/>
                      </a:lnTo>
                      <a:lnTo>
                        <a:pt x="191" y="246"/>
                      </a:lnTo>
                      <a:lnTo>
                        <a:pt x="194" y="249"/>
                      </a:lnTo>
                      <a:lnTo>
                        <a:pt x="197" y="252"/>
                      </a:lnTo>
                      <a:lnTo>
                        <a:pt x="201" y="253"/>
                      </a:lnTo>
                      <a:lnTo>
                        <a:pt x="205" y="252"/>
                      </a:lnTo>
                      <a:lnTo>
                        <a:pt x="209" y="249"/>
                      </a:lnTo>
                      <a:lnTo>
                        <a:pt x="232" y="234"/>
                      </a:lnTo>
                      <a:lnTo>
                        <a:pt x="251" y="215"/>
                      </a:lnTo>
                      <a:lnTo>
                        <a:pt x="267" y="192"/>
                      </a:lnTo>
                      <a:lnTo>
                        <a:pt x="278" y="168"/>
                      </a:lnTo>
                      <a:lnTo>
                        <a:pt x="282" y="141"/>
                      </a:lnTo>
                      <a:lnTo>
                        <a:pt x="279" y="116"/>
                      </a:lnTo>
                      <a:lnTo>
                        <a:pt x="270" y="92"/>
                      </a:lnTo>
                      <a:lnTo>
                        <a:pt x="251" y="70"/>
                      </a:lnTo>
                      <a:lnTo>
                        <a:pt x="237" y="59"/>
                      </a:lnTo>
                      <a:lnTo>
                        <a:pt x="221" y="48"/>
                      </a:lnTo>
                      <a:lnTo>
                        <a:pt x="202" y="39"/>
                      </a:lnTo>
                      <a:lnTo>
                        <a:pt x="183" y="31"/>
                      </a:lnTo>
                      <a:lnTo>
                        <a:pt x="163" y="24"/>
                      </a:lnTo>
                      <a:lnTo>
                        <a:pt x="142" y="18"/>
                      </a:lnTo>
                      <a:lnTo>
                        <a:pt x="122" y="13"/>
                      </a:lnTo>
                      <a:lnTo>
                        <a:pt x="101" y="8"/>
                      </a:lnTo>
                      <a:lnTo>
                        <a:pt x="82" y="5"/>
                      </a:lnTo>
                      <a:lnTo>
                        <a:pt x="63" y="2"/>
                      </a:lnTo>
                      <a:lnTo>
                        <a:pt x="47" y="0"/>
                      </a:lnTo>
                      <a:lnTo>
                        <a:pt x="32" y="0"/>
                      </a:lnTo>
                      <a:lnTo>
                        <a:pt x="19" y="0"/>
                      </a:lnTo>
                      <a:lnTo>
                        <a:pt x="10" y="1"/>
                      </a:lnTo>
                      <a:lnTo>
                        <a:pt x="4" y="4"/>
                      </a:lnTo>
                      <a:lnTo>
                        <a:pt x="0" y="6"/>
                      </a:lnTo>
                      <a:lnTo>
                        <a:pt x="12" y="8"/>
                      </a:lnTo>
                      <a:lnTo>
                        <a:pt x="25" y="9"/>
                      </a:lnTo>
                      <a:lnTo>
                        <a:pt x="38" y="12"/>
                      </a:lnTo>
                      <a:lnTo>
                        <a:pt x="52" y="14"/>
                      </a:lnTo>
                      <a:lnTo>
                        <a:pt x="67" y="16"/>
                      </a:lnTo>
                      <a:lnTo>
                        <a:pt x="82" y="18"/>
                      </a:lnTo>
                      <a:lnTo>
                        <a:pt x="97" y="22"/>
                      </a:lnTo>
                      <a:lnTo>
                        <a:pt x="114" y="25"/>
                      </a:lnTo>
                      <a:lnTo>
                        <a:pt x="129" y="30"/>
                      </a:lnTo>
                      <a:lnTo>
                        <a:pt x="146" y="35"/>
                      </a:lnTo>
                      <a:lnTo>
                        <a:pt x="162" y="40"/>
                      </a:lnTo>
                      <a:lnTo>
                        <a:pt x="177" y="46"/>
                      </a:lnTo>
                      <a:lnTo>
                        <a:pt x="192" y="53"/>
                      </a:lnTo>
                      <a:lnTo>
                        <a:pt x="208" y="60"/>
                      </a:lnTo>
                      <a:lnTo>
                        <a:pt x="222" y="69"/>
                      </a:lnTo>
                      <a:lnTo>
                        <a:pt x="235" y="7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16" name="Freeform 1234"/>
                <p:cNvSpPr/>
                <p:nvPr/>
              </p:nvSpPr>
              <p:spPr>
                <a:xfrm>
                  <a:off x="5030" y="2680"/>
                  <a:ext cx="40" cy="54"/>
                </a:xfrm>
                <a:custGeom>
                  <a:avLst/>
                  <a:gdLst>
                    <a:gd name="txL" fmla="*/ 0 w 115"/>
                    <a:gd name="txT" fmla="*/ 0 h 236"/>
                    <a:gd name="txR" fmla="*/ 115 w 115"/>
                    <a:gd name="txB" fmla="*/ 236 h 236"/>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115" h="236">
                      <a:moveTo>
                        <a:pt x="0" y="128"/>
                      </a:moveTo>
                      <a:lnTo>
                        <a:pt x="0" y="148"/>
                      </a:lnTo>
                      <a:lnTo>
                        <a:pt x="5" y="166"/>
                      </a:lnTo>
                      <a:lnTo>
                        <a:pt x="13" y="184"/>
                      </a:lnTo>
                      <a:lnTo>
                        <a:pt x="24" y="198"/>
                      </a:lnTo>
                      <a:lnTo>
                        <a:pt x="39" y="211"/>
                      </a:lnTo>
                      <a:lnTo>
                        <a:pt x="55" y="223"/>
                      </a:lnTo>
                      <a:lnTo>
                        <a:pt x="74" y="231"/>
                      </a:lnTo>
                      <a:lnTo>
                        <a:pt x="92" y="235"/>
                      </a:lnTo>
                      <a:lnTo>
                        <a:pt x="98" y="236"/>
                      </a:lnTo>
                      <a:lnTo>
                        <a:pt x="104" y="234"/>
                      </a:lnTo>
                      <a:lnTo>
                        <a:pt x="109" y="231"/>
                      </a:lnTo>
                      <a:lnTo>
                        <a:pt x="111" y="226"/>
                      </a:lnTo>
                      <a:lnTo>
                        <a:pt x="111" y="220"/>
                      </a:lnTo>
                      <a:lnTo>
                        <a:pt x="110" y="215"/>
                      </a:lnTo>
                      <a:lnTo>
                        <a:pt x="107" y="210"/>
                      </a:lnTo>
                      <a:lnTo>
                        <a:pt x="101" y="208"/>
                      </a:lnTo>
                      <a:lnTo>
                        <a:pt x="82" y="201"/>
                      </a:lnTo>
                      <a:lnTo>
                        <a:pt x="64" y="192"/>
                      </a:lnTo>
                      <a:lnTo>
                        <a:pt x="50" y="179"/>
                      </a:lnTo>
                      <a:lnTo>
                        <a:pt x="40" y="165"/>
                      </a:lnTo>
                      <a:lnTo>
                        <a:pt x="33" y="148"/>
                      </a:lnTo>
                      <a:lnTo>
                        <a:pt x="29" y="130"/>
                      </a:lnTo>
                      <a:lnTo>
                        <a:pt x="29" y="110"/>
                      </a:lnTo>
                      <a:lnTo>
                        <a:pt x="35" y="89"/>
                      </a:lnTo>
                      <a:lnTo>
                        <a:pt x="43" y="74"/>
                      </a:lnTo>
                      <a:lnTo>
                        <a:pt x="56" y="60"/>
                      </a:lnTo>
                      <a:lnTo>
                        <a:pt x="70" y="46"/>
                      </a:lnTo>
                      <a:lnTo>
                        <a:pt x="85" y="33"/>
                      </a:lnTo>
                      <a:lnTo>
                        <a:pt x="98" y="23"/>
                      </a:lnTo>
                      <a:lnTo>
                        <a:pt x="109" y="12"/>
                      </a:lnTo>
                      <a:lnTo>
                        <a:pt x="115" y="6"/>
                      </a:lnTo>
                      <a:lnTo>
                        <a:pt x="115" y="0"/>
                      </a:lnTo>
                      <a:lnTo>
                        <a:pt x="102" y="4"/>
                      </a:lnTo>
                      <a:lnTo>
                        <a:pt x="85" y="12"/>
                      </a:lnTo>
                      <a:lnTo>
                        <a:pt x="68" y="26"/>
                      </a:lnTo>
                      <a:lnTo>
                        <a:pt x="49" y="42"/>
                      </a:lnTo>
                      <a:lnTo>
                        <a:pt x="32" y="61"/>
                      </a:lnTo>
                      <a:lnTo>
                        <a:pt x="17" y="82"/>
                      </a:lnTo>
                      <a:lnTo>
                        <a:pt x="6" y="105"/>
                      </a:lnTo>
                      <a:lnTo>
                        <a:pt x="0" y="12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40217" name="Freeform 1235"/>
                <p:cNvSpPr/>
                <p:nvPr/>
              </p:nvSpPr>
              <p:spPr>
                <a:xfrm>
                  <a:off x="5311" y="2643"/>
                  <a:ext cx="87" cy="73"/>
                </a:xfrm>
                <a:custGeom>
                  <a:avLst/>
                  <a:gdLst>
                    <a:gd name="txL" fmla="*/ 0 w 245"/>
                    <a:gd name="txT" fmla="*/ 0 h 310"/>
                    <a:gd name="txR" fmla="*/ 245 w 245"/>
                    <a:gd name="txB" fmla="*/ 310 h 310"/>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245" h="310">
                      <a:moveTo>
                        <a:pt x="200" y="116"/>
                      </a:moveTo>
                      <a:lnTo>
                        <a:pt x="208" y="124"/>
                      </a:lnTo>
                      <a:lnTo>
                        <a:pt x="214" y="133"/>
                      </a:lnTo>
                      <a:lnTo>
                        <a:pt x="220" y="144"/>
                      </a:lnTo>
                      <a:lnTo>
                        <a:pt x="223" y="154"/>
                      </a:lnTo>
                      <a:lnTo>
                        <a:pt x="226" y="164"/>
                      </a:lnTo>
                      <a:lnTo>
                        <a:pt x="224" y="176"/>
                      </a:lnTo>
                      <a:lnTo>
                        <a:pt x="222" y="187"/>
                      </a:lnTo>
                      <a:lnTo>
                        <a:pt x="216" y="198"/>
                      </a:lnTo>
                      <a:lnTo>
                        <a:pt x="208" y="209"/>
                      </a:lnTo>
                      <a:lnTo>
                        <a:pt x="199" y="219"/>
                      </a:lnTo>
                      <a:lnTo>
                        <a:pt x="188" y="229"/>
                      </a:lnTo>
                      <a:lnTo>
                        <a:pt x="177" y="238"/>
                      </a:lnTo>
                      <a:lnTo>
                        <a:pt x="166" y="246"/>
                      </a:lnTo>
                      <a:lnTo>
                        <a:pt x="154" y="255"/>
                      </a:lnTo>
                      <a:lnTo>
                        <a:pt x="142" y="264"/>
                      </a:lnTo>
                      <a:lnTo>
                        <a:pt x="132" y="275"/>
                      </a:lnTo>
                      <a:lnTo>
                        <a:pt x="128" y="278"/>
                      </a:lnTo>
                      <a:lnTo>
                        <a:pt x="126" y="283"/>
                      </a:lnTo>
                      <a:lnTo>
                        <a:pt x="124" y="287"/>
                      </a:lnTo>
                      <a:lnTo>
                        <a:pt x="121" y="292"/>
                      </a:lnTo>
                      <a:lnTo>
                        <a:pt x="120" y="296"/>
                      </a:lnTo>
                      <a:lnTo>
                        <a:pt x="120" y="301"/>
                      </a:lnTo>
                      <a:lnTo>
                        <a:pt x="122" y="306"/>
                      </a:lnTo>
                      <a:lnTo>
                        <a:pt x="126" y="309"/>
                      </a:lnTo>
                      <a:lnTo>
                        <a:pt x="131" y="310"/>
                      </a:lnTo>
                      <a:lnTo>
                        <a:pt x="135" y="310"/>
                      </a:lnTo>
                      <a:lnTo>
                        <a:pt x="139" y="309"/>
                      </a:lnTo>
                      <a:lnTo>
                        <a:pt x="142" y="306"/>
                      </a:lnTo>
                      <a:lnTo>
                        <a:pt x="154" y="292"/>
                      </a:lnTo>
                      <a:lnTo>
                        <a:pt x="167" y="280"/>
                      </a:lnTo>
                      <a:lnTo>
                        <a:pt x="180" y="269"/>
                      </a:lnTo>
                      <a:lnTo>
                        <a:pt x="194" y="257"/>
                      </a:lnTo>
                      <a:lnTo>
                        <a:pt x="207" y="246"/>
                      </a:lnTo>
                      <a:lnTo>
                        <a:pt x="220" y="233"/>
                      </a:lnTo>
                      <a:lnTo>
                        <a:pt x="230" y="219"/>
                      </a:lnTo>
                      <a:lnTo>
                        <a:pt x="238" y="204"/>
                      </a:lnTo>
                      <a:lnTo>
                        <a:pt x="244" y="186"/>
                      </a:lnTo>
                      <a:lnTo>
                        <a:pt x="245" y="169"/>
                      </a:lnTo>
                      <a:lnTo>
                        <a:pt x="243" y="152"/>
                      </a:lnTo>
                      <a:lnTo>
                        <a:pt x="237" y="134"/>
                      </a:lnTo>
                      <a:lnTo>
                        <a:pt x="228" y="119"/>
                      </a:lnTo>
                      <a:lnTo>
                        <a:pt x="217" y="105"/>
                      </a:lnTo>
                      <a:lnTo>
                        <a:pt x="203" y="93"/>
                      </a:lnTo>
                      <a:lnTo>
                        <a:pt x="188" y="83"/>
                      </a:lnTo>
                      <a:lnTo>
                        <a:pt x="176" y="76"/>
                      </a:lnTo>
                      <a:lnTo>
                        <a:pt x="163" y="69"/>
                      </a:lnTo>
                      <a:lnTo>
                        <a:pt x="151" y="61"/>
                      </a:lnTo>
                      <a:lnTo>
                        <a:pt x="136" y="54"/>
                      </a:lnTo>
                      <a:lnTo>
                        <a:pt x="122" y="46"/>
                      </a:lnTo>
                      <a:lnTo>
                        <a:pt x="107" y="39"/>
                      </a:lnTo>
                      <a:lnTo>
                        <a:pt x="93" y="31"/>
                      </a:lnTo>
                      <a:lnTo>
                        <a:pt x="79" y="24"/>
                      </a:lnTo>
                      <a:lnTo>
                        <a:pt x="66" y="18"/>
                      </a:lnTo>
                      <a:lnTo>
                        <a:pt x="53" y="13"/>
                      </a:lnTo>
                      <a:lnTo>
                        <a:pt x="40" y="8"/>
                      </a:lnTo>
                      <a:lnTo>
                        <a:pt x="30" y="5"/>
                      </a:lnTo>
                      <a:lnTo>
                        <a:pt x="20" y="1"/>
                      </a:lnTo>
                      <a:lnTo>
                        <a:pt x="12" y="0"/>
                      </a:lnTo>
                      <a:lnTo>
                        <a:pt x="5" y="0"/>
                      </a:lnTo>
                      <a:lnTo>
                        <a:pt x="0" y="2"/>
                      </a:lnTo>
                      <a:lnTo>
                        <a:pt x="11" y="8"/>
                      </a:lnTo>
                      <a:lnTo>
                        <a:pt x="23" y="14"/>
                      </a:lnTo>
                      <a:lnTo>
                        <a:pt x="36" y="20"/>
                      </a:lnTo>
                      <a:lnTo>
                        <a:pt x="47" y="25"/>
                      </a:lnTo>
                      <a:lnTo>
                        <a:pt x="60" y="31"/>
                      </a:lnTo>
                      <a:lnTo>
                        <a:pt x="73" y="37"/>
                      </a:lnTo>
                      <a:lnTo>
                        <a:pt x="86" y="44"/>
                      </a:lnTo>
                      <a:lnTo>
                        <a:pt x="99" y="51"/>
                      </a:lnTo>
                      <a:lnTo>
                        <a:pt x="113" y="57"/>
                      </a:lnTo>
                      <a:lnTo>
                        <a:pt x="126" y="64"/>
                      </a:lnTo>
                      <a:lnTo>
                        <a:pt x="139" y="71"/>
                      </a:lnTo>
                      <a:lnTo>
                        <a:pt x="152" y="79"/>
                      </a:lnTo>
                      <a:lnTo>
                        <a:pt x="165" y="88"/>
                      </a:lnTo>
                      <a:lnTo>
                        <a:pt x="176" y="96"/>
                      </a:lnTo>
                      <a:lnTo>
                        <a:pt x="188" y="106"/>
                      </a:lnTo>
                      <a:lnTo>
                        <a:pt x="200" y="11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grpSp>
          <p:pic>
            <p:nvPicPr>
              <p:cNvPr id="40205" name="Picture 1236" descr="access_point_stylized_gray_small"/>
              <p:cNvPicPr>
                <a:picLocks noChangeAspect="1"/>
              </p:cNvPicPr>
              <p:nvPr/>
            </p:nvPicPr>
            <p:blipFill>
              <a:blip r:embed="rId6"/>
              <a:stretch>
                <a:fillRect/>
              </a:stretch>
            </p:blipFill>
            <p:spPr>
              <a:xfrm>
                <a:off x="5072" y="3642"/>
                <a:ext cx="430" cy="349"/>
              </a:xfrm>
              <a:prstGeom prst="rect">
                <a:avLst/>
              </a:prstGeom>
              <a:noFill/>
              <a:ln w="9525">
                <a:noFill/>
              </a:ln>
            </p:spPr>
          </p:pic>
        </p:grpSp>
        <p:sp>
          <p:nvSpPr>
            <p:cNvPr id="40022" name="Line 1237"/>
            <p:cNvSpPr/>
            <p:nvPr/>
          </p:nvSpPr>
          <p:spPr>
            <a:xfrm rot="5400000" flipV="1">
              <a:off x="5034" y="3427"/>
              <a:ext cx="2" cy="54"/>
            </a:xfrm>
            <a:prstGeom prst="line">
              <a:avLst/>
            </a:prstGeom>
            <a:ln w="12700" cap="flat" cmpd="sng">
              <a:solidFill>
                <a:schemeClr val="bg2"/>
              </a:solidFill>
              <a:prstDash val="solid"/>
              <a:headEnd type="none" w="med" len="med"/>
              <a:tailEnd type="none" w="med" len="med"/>
            </a:ln>
          </p:spPr>
        </p:sp>
        <p:grpSp>
          <p:nvGrpSpPr>
            <p:cNvPr id="40023" name="Group 1238"/>
            <p:cNvGrpSpPr/>
            <p:nvPr/>
          </p:nvGrpSpPr>
          <p:grpSpPr>
            <a:xfrm flipH="1">
              <a:off x="3638" y="2856"/>
              <a:ext cx="261" cy="235"/>
              <a:chOff x="2839" y="3501"/>
              <a:chExt cx="755" cy="803"/>
            </a:xfrm>
          </p:grpSpPr>
          <p:pic>
            <p:nvPicPr>
              <p:cNvPr id="40202" name="Picture 1239" descr="desktop_computer_stylized_medium"/>
              <p:cNvPicPr>
                <a:picLocks noChangeAspect="1"/>
              </p:cNvPicPr>
              <p:nvPr/>
            </p:nvPicPr>
            <p:blipFill>
              <a:blip r:embed="rId7"/>
              <a:stretch>
                <a:fillRect/>
              </a:stretch>
            </p:blipFill>
            <p:spPr>
              <a:xfrm>
                <a:off x="2839" y="3501"/>
                <a:ext cx="755" cy="803"/>
              </a:xfrm>
              <a:prstGeom prst="rect">
                <a:avLst/>
              </a:prstGeom>
              <a:noFill/>
              <a:ln w="9525">
                <a:noFill/>
              </a:ln>
            </p:spPr>
          </p:pic>
          <p:sp>
            <p:nvSpPr>
              <p:cNvPr id="40203" name="Freeform 1240"/>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40024" name="Group 1241"/>
            <p:cNvGrpSpPr/>
            <p:nvPr/>
          </p:nvGrpSpPr>
          <p:grpSpPr>
            <a:xfrm flipH="1">
              <a:off x="3438" y="3121"/>
              <a:ext cx="304" cy="256"/>
              <a:chOff x="2839" y="3501"/>
              <a:chExt cx="755" cy="803"/>
            </a:xfrm>
          </p:grpSpPr>
          <p:pic>
            <p:nvPicPr>
              <p:cNvPr id="40200" name="Picture 1242" descr="desktop_computer_stylized_medium"/>
              <p:cNvPicPr>
                <a:picLocks noChangeAspect="1"/>
              </p:cNvPicPr>
              <p:nvPr/>
            </p:nvPicPr>
            <p:blipFill>
              <a:blip r:embed="rId8"/>
              <a:stretch>
                <a:fillRect/>
              </a:stretch>
            </p:blipFill>
            <p:spPr>
              <a:xfrm>
                <a:off x="2839" y="3501"/>
                <a:ext cx="755" cy="803"/>
              </a:xfrm>
              <a:prstGeom prst="rect">
                <a:avLst/>
              </a:prstGeom>
              <a:noFill/>
              <a:ln w="9525">
                <a:noFill/>
              </a:ln>
            </p:spPr>
          </p:pic>
          <p:sp>
            <p:nvSpPr>
              <p:cNvPr id="40201" name="Freeform 1243"/>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40025" name="Group 1244"/>
            <p:cNvGrpSpPr/>
            <p:nvPr/>
          </p:nvGrpSpPr>
          <p:grpSpPr>
            <a:xfrm flipH="1">
              <a:off x="3739" y="3311"/>
              <a:ext cx="269" cy="220"/>
              <a:chOff x="2839" y="3501"/>
              <a:chExt cx="755" cy="803"/>
            </a:xfrm>
          </p:grpSpPr>
          <p:pic>
            <p:nvPicPr>
              <p:cNvPr id="40198" name="Picture 1245" descr="desktop_computer_stylized_medium"/>
              <p:cNvPicPr>
                <a:picLocks noChangeAspect="1"/>
              </p:cNvPicPr>
              <p:nvPr/>
            </p:nvPicPr>
            <p:blipFill>
              <a:blip r:embed="rId9"/>
              <a:stretch>
                <a:fillRect/>
              </a:stretch>
            </p:blipFill>
            <p:spPr>
              <a:xfrm>
                <a:off x="2839" y="3501"/>
                <a:ext cx="755" cy="803"/>
              </a:xfrm>
              <a:prstGeom prst="rect">
                <a:avLst/>
              </a:prstGeom>
              <a:noFill/>
              <a:ln w="9525">
                <a:noFill/>
              </a:ln>
            </p:spPr>
          </p:pic>
          <p:sp>
            <p:nvSpPr>
              <p:cNvPr id="40199" name="Freeform 1246"/>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40026" name="Group 1247"/>
            <p:cNvGrpSpPr/>
            <p:nvPr/>
          </p:nvGrpSpPr>
          <p:grpSpPr>
            <a:xfrm>
              <a:off x="4126" y="3300"/>
              <a:ext cx="269" cy="221"/>
              <a:chOff x="2839" y="3501"/>
              <a:chExt cx="755" cy="803"/>
            </a:xfrm>
          </p:grpSpPr>
          <p:pic>
            <p:nvPicPr>
              <p:cNvPr id="40196" name="Picture 1248" descr="desktop_computer_stylized_medium"/>
              <p:cNvPicPr>
                <a:picLocks noChangeAspect="1"/>
              </p:cNvPicPr>
              <p:nvPr/>
            </p:nvPicPr>
            <p:blipFill>
              <a:blip r:embed="rId9"/>
              <a:stretch>
                <a:fillRect/>
              </a:stretch>
            </p:blipFill>
            <p:spPr>
              <a:xfrm>
                <a:off x="2839" y="3501"/>
                <a:ext cx="755" cy="803"/>
              </a:xfrm>
              <a:prstGeom prst="rect">
                <a:avLst/>
              </a:prstGeom>
              <a:noFill/>
              <a:ln w="9525">
                <a:noFill/>
              </a:ln>
            </p:spPr>
          </p:pic>
          <p:sp>
            <p:nvSpPr>
              <p:cNvPr id="40197" name="Freeform 1249"/>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pic>
          <p:nvPicPr>
            <p:cNvPr id="40027" name="Picture 1250" descr="car_icon_small"/>
            <p:cNvPicPr>
              <a:picLocks noChangeAspect="1"/>
            </p:cNvPicPr>
            <p:nvPr/>
          </p:nvPicPr>
          <p:blipFill>
            <a:blip r:embed="rId10"/>
            <a:stretch>
              <a:fillRect/>
            </a:stretch>
          </p:blipFill>
          <p:spPr>
            <a:xfrm>
              <a:off x="3995" y="1084"/>
              <a:ext cx="535" cy="106"/>
            </a:xfrm>
            <a:prstGeom prst="rect">
              <a:avLst/>
            </a:prstGeom>
            <a:noFill/>
            <a:ln w="9525">
              <a:noFill/>
            </a:ln>
          </p:spPr>
        </p:pic>
        <p:grpSp>
          <p:nvGrpSpPr>
            <p:cNvPr id="40028" name="Group 1251"/>
            <p:cNvGrpSpPr/>
            <p:nvPr/>
          </p:nvGrpSpPr>
          <p:grpSpPr>
            <a:xfrm>
              <a:off x="3536" y="974"/>
              <a:ext cx="262" cy="243"/>
              <a:chOff x="2751" y="1851"/>
              <a:chExt cx="462" cy="478"/>
            </a:xfrm>
          </p:grpSpPr>
          <p:pic>
            <p:nvPicPr>
              <p:cNvPr id="40194" name="Picture 1252" descr="iphone_stylized_small"/>
              <p:cNvPicPr>
                <a:picLocks noChangeAspect="1"/>
              </p:cNvPicPr>
              <p:nvPr/>
            </p:nvPicPr>
            <p:blipFill>
              <a:blip r:embed="rId11"/>
              <a:stretch>
                <a:fillRect/>
              </a:stretch>
            </p:blipFill>
            <p:spPr>
              <a:xfrm>
                <a:off x="2928" y="1922"/>
                <a:ext cx="152" cy="407"/>
              </a:xfrm>
              <a:prstGeom prst="rect">
                <a:avLst/>
              </a:prstGeom>
              <a:noFill/>
              <a:ln w="9525">
                <a:noFill/>
              </a:ln>
            </p:spPr>
          </p:pic>
          <p:pic>
            <p:nvPicPr>
              <p:cNvPr id="40195" name="Picture 1253" descr="antenna_radiation_stylized"/>
              <p:cNvPicPr>
                <a:picLocks noChangeAspect="1"/>
              </p:cNvPicPr>
              <p:nvPr/>
            </p:nvPicPr>
            <p:blipFill>
              <a:blip r:embed="rId12"/>
              <a:stretch>
                <a:fillRect/>
              </a:stretch>
            </p:blipFill>
            <p:spPr>
              <a:xfrm>
                <a:off x="2751" y="1851"/>
                <a:ext cx="462" cy="110"/>
              </a:xfrm>
              <a:prstGeom prst="rect">
                <a:avLst/>
              </a:prstGeom>
              <a:noFill/>
              <a:ln w="9525">
                <a:noFill/>
              </a:ln>
            </p:spPr>
          </p:pic>
        </p:grpSp>
        <p:grpSp>
          <p:nvGrpSpPr>
            <p:cNvPr id="40029" name="Group 1254"/>
            <p:cNvGrpSpPr/>
            <p:nvPr/>
          </p:nvGrpSpPr>
          <p:grpSpPr>
            <a:xfrm>
              <a:off x="5191" y="3151"/>
              <a:ext cx="143" cy="303"/>
              <a:chOff x="4140" y="429"/>
              <a:chExt cx="1425" cy="2396"/>
            </a:xfrm>
          </p:grpSpPr>
          <p:sp>
            <p:nvSpPr>
              <p:cNvPr id="40162" name="Freeform 1255"/>
              <p:cNvSpPr/>
              <p:nvPr/>
            </p:nvSpPr>
            <p:spPr>
              <a:xfrm>
                <a:off x="5268" y="433"/>
                <a:ext cx="283" cy="2286"/>
              </a:xfrm>
              <a:custGeom>
                <a:avLst/>
                <a:gdLst>
                  <a:gd name="txL" fmla="*/ 0 w 354"/>
                  <a:gd name="txT" fmla="*/ 0 h 2742"/>
                  <a:gd name="txR" fmla="*/ 354 w 354"/>
                  <a:gd name="txB" fmla="*/ 2742 h 2742"/>
                </a:gdLst>
                <a:ahLst/>
                <a:cxnLst>
                  <a:cxn ang="0">
                    <a:pos x="2" y="0"/>
                  </a:cxn>
                  <a:cxn ang="0">
                    <a:pos x="12" y="23"/>
                  </a:cxn>
                  <a:cxn ang="0">
                    <a:pos x="12" y="171"/>
                  </a:cxn>
                  <a:cxn ang="0">
                    <a:pos x="0" y="179"/>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40163" name="Rectangle 1256"/>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p>
                <a:endParaRPr dirty="0">
                  <a:latin typeface="Arial" panose="020B0604020202090204" pitchFamily="34" charset="0"/>
                </a:endParaRPr>
              </a:p>
            </p:txBody>
          </p:sp>
          <p:sp>
            <p:nvSpPr>
              <p:cNvPr id="40164" name="Freeform 1257"/>
              <p:cNvSpPr/>
              <p:nvPr/>
            </p:nvSpPr>
            <p:spPr>
              <a:xfrm>
                <a:off x="5321" y="570"/>
                <a:ext cx="169" cy="2115"/>
              </a:xfrm>
              <a:custGeom>
                <a:avLst/>
                <a:gdLst>
                  <a:gd name="txL" fmla="*/ 0 w 211"/>
                  <a:gd name="txT" fmla="*/ 0 h 2537"/>
                  <a:gd name="txR" fmla="*/ 211 w 211"/>
                  <a:gd name="txB" fmla="*/ 2537 h 2537"/>
                </a:gdLst>
                <a:ahLst/>
                <a:cxnLst>
                  <a:cxn ang="0">
                    <a:pos x="2" y="0"/>
                  </a:cxn>
                  <a:cxn ang="0">
                    <a:pos x="7" y="15"/>
                  </a:cxn>
                  <a:cxn ang="0">
                    <a:pos x="2" y="163"/>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40165" name="Freeform 1258"/>
              <p:cNvSpPr/>
              <p:nvPr/>
            </p:nvSpPr>
            <p:spPr>
              <a:xfrm>
                <a:off x="5284" y="1640"/>
                <a:ext cx="263" cy="189"/>
              </a:xfrm>
              <a:custGeom>
                <a:avLst/>
                <a:gdLst>
                  <a:gd name="txL" fmla="*/ 0 w 328"/>
                  <a:gd name="txT" fmla="*/ 0 h 226"/>
                  <a:gd name="txR" fmla="*/ 328 w 328"/>
                  <a:gd name="txB" fmla="*/ 226 h 226"/>
                </a:gdLst>
                <a:ahLst/>
                <a:cxnLst>
                  <a:cxn ang="0">
                    <a:pos x="2" y="0"/>
                  </a:cxn>
                  <a:cxn ang="0">
                    <a:pos x="11" y="9"/>
                  </a:cxn>
                  <a:cxn ang="0">
                    <a:pos x="11" y="16"/>
                  </a:cxn>
                  <a:cxn ang="0">
                    <a:pos x="0" y="7"/>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0166" name="Rectangle 1259"/>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grpSp>
            <p:nvGrpSpPr>
              <p:cNvPr id="40167" name="Group 1260"/>
              <p:cNvGrpSpPr/>
              <p:nvPr/>
            </p:nvGrpSpPr>
            <p:grpSpPr>
              <a:xfrm>
                <a:off x="4749" y="668"/>
                <a:ext cx="581" cy="145"/>
                <a:chOff x="614" y="2568"/>
                <a:chExt cx="725" cy="139"/>
              </a:xfrm>
            </p:grpSpPr>
            <p:sp>
              <p:nvSpPr>
                <p:cNvPr id="40192" name="AutoShape 1261"/>
                <p:cNvSpPr/>
                <p:nvPr/>
              </p:nvSpPr>
              <p:spPr>
                <a:xfrm>
                  <a:off x="613" y="2566"/>
                  <a:ext cx="721" cy="144"/>
                </a:xfrm>
                <a:prstGeom prst="roundRect">
                  <a:avLst>
                    <a:gd name="adj" fmla="val 50000"/>
                  </a:avLst>
                </a:prstGeom>
                <a:solidFill>
                  <a:schemeClr val="tx1"/>
                </a:solidFill>
                <a:ln w="9525">
                  <a:noFill/>
                </a:ln>
              </p:spPr>
              <p:txBody>
                <a:bodyPr wrap="none" anchor="ctr" anchorCtr="0"/>
                <a:lstStyle/>
                <a:p>
                  <a:endParaRPr dirty="0">
                    <a:latin typeface="Arial" panose="020B0604020202090204" pitchFamily="34" charset="0"/>
                  </a:endParaRPr>
                </a:p>
              </p:txBody>
            </p:sp>
            <p:sp>
              <p:nvSpPr>
                <p:cNvPr id="40193" name="AutoShape 1262"/>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p>
                  <a:endParaRPr dirty="0">
                    <a:latin typeface="Arial" panose="020B0604020202090204" pitchFamily="34" charset="0"/>
                  </a:endParaRPr>
                </a:p>
              </p:txBody>
            </p:sp>
          </p:grpSp>
          <p:sp>
            <p:nvSpPr>
              <p:cNvPr id="40168" name="Rectangle 1263"/>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grpSp>
            <p:nvGrpSpPr>
              <p:cNvPr id="40169" name="Group 1264"/>
              <p:cNvGrpSpPr/>
              <p:nvPr/>
            </p:nvGrpSpPr>
            <p:grpSpPr>
              <a:xfrm>
                <a:off x="4747" y="994"/>
                <a:ext cx="581" cy="134"/>
                <a:chOff x="614" y="2568"/>
                <a:chExt cx="725" cy="139"/>
              </a:xfrm>
            </p:grpSpPr>
            <p:sp>
              <p:nvSpPr>
                <p:cNvPr id="40190" name="AutoShape 1265"/>
                <p:cNvSpPr/>
                <p:nvPr/>
              </p:nvSpPr>
              <p:spPr>
                <a:xfrm>
                  <a:off x="615" y="2564"/>
                  <a:ext cx="721" cy="139"/>
                </a:xfrm>
                <a:prstGeom prst="roundRect">
                  <a:avLst>
                    <a:gd name="adj" fmla="val 50000"/>
                  </a:avLst>
                </a:prstGeom>
                <a:solidFill>
                  <a:schemeClr val="tx1"/>
                </a:solidFill>
                <a:ln w="9525">
                  <a:noFill/>
                </a:ln>
              </p:spPr>
              <p:txBody>
                <a:bodyPr wrap="none" anchor="ctr" anchorCtr="0"/>
                <a:lstStyle/>
                <a:p>
                  <a:endParaRPr dirty="0">
                    <a:latin typeface="Arial" panose="020B0604020202090204" pitchFamily="34" charset="0"/>
                  </a:endParaRPr>
                </a:p>
              </p:txBody>
            </p:sp>
            <p:sp>
              <p:nvSpPr>
                <p:cNvPr id="40191" name="AutoShape 1266"/>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p>
                  <a:endParaRPr dirty="0">
                    <a:latin typeface="Arial" panose="020B0604020202090204" pitchFamily="34" charset="0"/>
                  </a:endParaRPr>
                </a:p>
              </p:txBody>
            </p:sp>
          </p:grpSp>
          <p:sp>
            <p:nvSpPr>
              <p:cNvPr id="40170" name="Rectangle 1267"/>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sp>
            <p:nvSpPr>
              <p:cNvPr id="40171" name="Rectangle 1268"/>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grpSp>
            <p:nvGrpSpPr>
              <p:cNvPr id="40172" name="Group 1269"/>
              <p:cNvGrpSpPr/>
              <p:nvPr/>
            </p:nvGrpSpPr>
            <p:grpSpPr>
              <a:xfrm>
                <a:off x="4735" y="1627"/>
                <a:ext cx="582" cy="151"/>
                <a:chOff x="614" y="2568"/>
                <a:chExt cx="725" cy="139"/>
              </a:xfrm>
            </p:grpSpPr>
            <p:sp>
              <p:nvSpPr>
                <p:cNvPr id="40188" name="AutoShape 1270"/>
                <p:cNvSpPr/>
                <p:nvPr/>
              </p:nvSpPr>
              <p:spPr>
                <a:xfrm>
                  <a:off x="618" y="2586"/>
                  <a:ext cx="720" cy="124"/>
                </a:xfrm>
                <a:prstGeom prst="roundRect">
                  <a:avLst>
                    <a:gd name="adj" fmla="val 50000"/>
                  </a:avLst>
                </a:prstGeom>
                <a:solidFill>
                  <a:schemeClr val="tx1"/>
                </a:solidFill>
                <a:ln w="9525">
                  <a:noFill/>
                </a:ln>
              </p:spPr>
              <p:txBody>
                <a:bodyPr wrap="none" anchor="ctr" anchorCtr="0"/>
                <a:lstStyle/>
                <a:p>
                  <a:endParaRPr dirty="0">
                    <a:latin typeface="Arial" panose="020B0604020202090204" pitchFamily="34" charset="0"/>
                  </a:endParaRPr>
                </a:p>
              </p:txBody>
            </p:sp>
            <p:sp>
              <p:nvSpPr>
                <p:cNvPr id="40189" name="AutoShape 1271"/>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p>
                  <a:endParaRPr dirty="0">
                    <a:latin typeface="Arial" panose="020B0604020202090204" pitchFamily="34" charset="0"/>
                  </a:endParaRPr>
                </a:p>
              </p:txBody>
            </p:sp>
          </p:grpSp>
          <p:sp>
            <p:nvSpPr>
              <p:cNvPr id="40173" name="Freeform 1272"/>
              <p:cNvSpPr/>
              <p:nvPr/>
            </p:nvSpPr>
            <p:spPr>
              <a:xfrm>
                <a:off x="5288" y="1354"/>
                <a:ext cx="263" cy="188"/>
              </a:xfrm>
              <a:custGeom>
                <a:avLst/>
                <a:gdLst>
                  <a:gd name="txL" fmla="*/ 0 w 328"/>
                  <a:gd name="txT" fmla="*/ 0 h 226"/>
                  <a:gd name="txR" fmla="*/ 328 w 328"/>
                  <a:gd name="txB" fmla="*/ 226 h 226"/>
                </a:gdLst>
                <a:ahLst/>
                <a:cxnLst>
                  <a:cxn ang="0">
                    <a:pos x="2" y="0"/>
                  </a:cxn>
                  <a:cxn ang="0">
                    <a:pos x="11" y="8"/>
                  </a:cxn>
                  <a:cxn ang="0">
                    <a:pos x="11" y="14"/>
                  </a:cxn>
                  <a:cxn ang="0">
                    <a:pos x="0" y="6"/>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40174" name="Group 1273"/>
              <p:cNvGrpSpPr/>
              <p:nvPr/>
            </p:nvGrpSpPr>
            <p:grpSpPr>
              <a:xfrm>
                <a:off x="4739" y="1327"/>
                <a:ext cx="582" cy="139"/>
                <a:chOff x="614" y="2568"/>
                <a:chExt cx="725" cy="139"/>
              </a:xfrm>
            </p:grpSpPr>
            <p:sp>
              <p:nvSpPr>
                <p:cNvPr id="40186" name="AutoShape 1274"/>
                <p:cNvSpPr/>
                <p:nvPr/>
              </p:nvSpPr>
              <p:spPr>
                <a:xfrm>
                  <a:off x="613" y="2571"/>
                  <a:ext cx="732" cy="134"/>
                </a:xfrm>
                <a:prstGeom prst="roundRect">
                  <a:avLst>
                    <a:gd name="adj" fmla="val 50000"/>
                  </a:avLst>
                </a:prstGeom>
                <a:solidFill>
                  <a:schemeClr val="tx1"/>
                </a:solidFill>
                <a:ln w="9525">
                  <a:noFill/>
                </a:ln>
              </p:spPr>
              <p:txBody>
                <a:bodyPr wrap="none" anchor="ctr" anchorCtr="0"/>
                <a:lstStyle/>
                <a:p>
                  <a:endParaRPr dirty="0">
                    <a:latin typeface="Arial" panose="020B0604020202090204" pitchFamily="34" charset="0"/>
                  </a:endParaRPr>
                </a:p>
              </p:txBody>
            </p:sp>
            <p:sp>
              <p:nvSpPr>
                <p:cNvPr id="40187" name="AutoShape 1275"/>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p>
                  <a:endParaRPr dirty="0">
                    <a:latin typeface="Arial" panose="020B0604020202090204" pitchFamily="34" charset="0"/>
                  </a:endParaRPr>
                </a:p>
              </p:txBody>
            </p:sp>
          </p:grpSp>
          <p:sp>
            <p:nvSpPr>
              <p:cNvPr id="40175" name="Rectangle 1276"/>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sp>
            <p:nvSpPr>
              <p:cNvPr id="40176" name="Freeform 1277"/>
              <p:cNvSpPr/>
              <p:nvPr/>
            </p:nvSpPr>
            <p:spPr>
              <a:xfrm>
                <a:off x="5312" y="1007"/>
                <a:ext cx="237" cy="213"/>
              </a:xfrm>
              <a:custGeom>
                <a:avLst/>
                <a:gdLst>
                  <a:gd name="txL" fmla="*/ 0 w 296"/>
                  <a:gd name="txT" fmla="*/ 0 h 256"/>
                  <a:gd name="txR" fmla="*/ 296 w 296"/>
                  <a:gd name="txB" fmla="*/ 256 h 256"/>
                </a:gdLst>
                <a:ahLst/>
                <a:cxnLst>
                  <a:cxn ang="0">
                    <a:pos x="2" y="0"/>
                  </a:cxn>
                  <a:cxn ang="0">
                    <a:pos x="11" y="8"/>
                  </a:cxn>
                  <a:cxn ang="0">
                    <a:pos x="11" y="16"/>
                  </a:cxn>
                  <a:cxn ang="0">
                    <a:pos x="0" y="6"/>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0177" name="Freeform 1278"/>
              <p:cNvSpPr/>
              <p:nvPr/>
            </p:nvSpPr>
            <p:spPr>
              <a:xfrm>
                <a:off x="5315" y="680"/>
                <a:ext cx="244" cy="240"/>
              </a:xfrm>
              <a:custGeom>
                <a:avLst/>
                <a:gdLst>
                  <a:gd name="txL" fmla="*/ 0 w 304"/>
                  <a:gd name="txT" fmla="*/ 0 h 288"/>
                  <a:gd name="txR" fmla="*/ 304 w 304"/>
                  <a:gd name="txB" fmla="*/ 288 h 288"/>
                </a:gdLst>
                <a:ahLst/>
                <a:cxnLst>
                  <a:cxn ang="0">
                    <a:pos x="0" y="0"/>
                  </a:cxn>
                  <a:cxn ang="0">
                    <a:pos x="11" y="11"/>
                  </a:cxn>
                  <a:cxn ang="0">
                    <a:pos x="10" y="19"/>
                  </a:cxn>
                  <a:cxn ang="0">
                    <a:pos x="2" y="8"/>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0178" name="Oval 1279"/>
              <p:cNvSpPr/>
              <p:nvPr/>
            </p:nvSpPr>
            <p:spPr>
              <a:xfrm>
                <a:off x="5515" y="2611"/>
                <a:ext cx="50" cy="95"/>
              </a:xfrm>
              <a:prstGeom prst="ellipse">
                <a:avLst/>
              </a:prstGeom>
              <a:solidFill>
                <a:srgbClr val="333333"/>
              </a:solidFill>
              <a:ln w="9525">
                <a:noFill/>
              </a:ln>
            </p:spPr>
            <p:txBody>
              <a:bodyPr wrap="none" anchor="ctr" anchorCtr="0"/>
              <a:lstStyle/>
              <a:p>
                <a:endParaRPr dirty="0">
                  <a:latin typeface="Arial" panose="020B0604020202090204" pitchFamily="34" charset="0"/>
                </a:endParaRPr>
              </a:p>
            </p:txBody>
          </p:sp>
          <p:sp>
            <p:nvSpPr>
              <p:cNvPr id="40179" name="Freeform 1280"/>
              <p:cNvSpPr/>
              <p:nvPr/>
            </p:nvSpPr>
            <p:spPr>
              <a:xfrm>
                <a:off x="5302" y="2614"/>
                <a:ext cx="245" cy="200"/>
              </a:xfrm>
              <a:custGeom>
                <a:avLst/>
                <a:gdLst>
                  <a:gd name="txL" fmla="*/ 0 w 306"/>
                  <a:gd name="txT" fmla="*/ 0 h 240"/>
                  <a:gd name="txR" fmla="*/ 306 w 306"/>
                  <a:gd name="txB" fmla="*/ 240 h 240"/>
                </a:gdLst>
                <a:ahLst/>
                <a:cxnLst>
                  <a:cxn ang="0">
                    <a:pos x="0" y="8"/>
                  </a:cxn>
                  <a:cxn ang="0">
                    <a:pos x="2" y="16"/>
                  </a:cxn>
                  <a:cxn ang="0">
                    <a:pos x="11" y="8"/>
                  </a:cxn>
                  <a:cxn ang="0">
                    <a:pos x="11" y="0"/>
                  </a:cxn>
                  <a:cxn ang="0">
                    <a:pos x="0" y="8"/>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40180" name="AutoShape 1281"/>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p>
                <a:endParaRPr dirty="0">
                  <a:latin typeface="Arial" panose="020B0604020202090204" pitchFamily="34" charset="0"/>
                </a:endParaRPr>
              </a:p>
            </p:txBody>
          </p:sp>
          <p:sp>
            <p:nvSpPr>
              <p:cNvPr id="40181" name="AutoShape 1282"/>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p>
                <a:endParaRPr dirty="0">
                  <a:latin typeface="Arial" panose="020B0604020202090204" pitchFamily="34" charset="0"/>
                </a:endParaRPr>
              </a:p>
            </p:txBody>
          </p:sp>
          <p:sp>
            <p:nvSpPr>
              <p:cNvPr id="40182" name="Oval 1283"/>
              <p:cNvSpPr/>
              <p:nvPr/>
            </p:nvSpPr>
            <p:spPr>
              <a:xfrm>
                <a:off x="4309" y="2382"/>
                <a:ext cx="159" cy="142"/>
              </a:xfrm>
              <a:prstGeom prst="ellipse">
                <a:avLst/>
              </a:prstGeom>
              <a:solidFill>
                <a:srgbClr val="33CC33"/>
              </a:solidFill>
              <a:ln w="9525">
                <a:noFill/>
              </a:ln>
            </p:spPr>
            <p:txBody>
              <a:bodyPr wrap="none" anchor="ctr" anchorCtr="0"/>
              <a:lstStyle/>
              <a:p>
                <a:endParaRPr dirty="0">
                  <a:latin typeface="Arial" panose="020B0604020202090204" pitchFamily="34" charset="0"/>
                </a:endParaRPr>
              </a:p>
            </p:txBody>
          </p:sp>
          <p:sp>
            <p:nvSpPr>
              <p:cNvPr id="40183" name="Oval 1284"/>
              <p:cNvSpPr/>
              <p:nvPr/>
            </p:nvSpPr>
            <p:spPr>
              <a:xfrm>
                <a:off x="4489" y="2382"/>
                <a:ext cx="159" cy="142"/>
              </a:xfrm>
              <a:prstGeom prst="ellipse">
                <a:avLst/>
              </a:prstGeom>
              <a:solidFill>
                <a:srgbClr val="FF0000"/>
              </a:solidFill>
              <a:ln w="9525">
                <a:noFill/>
              </a:ln>
            </p:spPr>
            <p:txBody>
              <a:bodyPr wrap="none" anchor="ctr" anchorCtr="0"/>
              <a:lstStyle/>
              <a:p>
                <a:pPr algn="ctr" eaLnBrk="1" hangingPunct="1">
                  <a:spcBef>
                    <a:spcPct val="0"/>
                  </a:spcBef>
                  <a:buClrTx/>
                  <a:buSzTx/>
                  <a:buFontTx/>
                </a:pPr>
                <a:endParaRPr sz="1800" dirty="0">
                  <a:solidFill>
                    <a:srgbClr val="FF0000"/>
                  </a:solidFill>
                  <a:latin typeface="Arial" panose="020B0604020202090204" pitchFamily="34" charset="0"/>
                  <a:ea typeface="Arial" panose="020B0604020202090204" pitchFamily="34" charset="0"/>
                </a:endParaRPr>
              </a:p>
            </p:txBody>
          </p:sp>
          <p:sp>
            <p:nvSpPr>
              <p:cNvPr id="40184" name="Oval 1285"/>
              <p:cNvSpPr/>
              <p:nvPr/>
            </p:nvSpPr>
            <p:spPr>
              <a:xfrm>
                <a:off x="4658" y="2382"/>
                <a:ext cx="159" cy="142"/>
              </a:xfrm>
              <a:prstGeom prst="ellipse">
                <a:avLst/>
              </a:prstGeom>
              <a:solidFill>
                <a:srgbClr val="33CC33"/>
              </a:solidFill>
              <a:ln w="9525">
                <a:noFill/>
              </a:ln>
            </p:spPr>
            <p:txBody>
              <a:bodyPr wrap="none" anchor="ctr" anchorCtr="0"/>
              <a:lstStyle/>
              <a:p>
                <a:endParaRPr dirty="0">
                  <a:latin typeface="Arial" panose="020B0604020202090204" pitchFamily="34" charset="0"/>
                </a:endParaRPr>
              </a:p>
            </p:txBody>
          </p:sp>
          <p:sp>
            <p:nvSpPr>
              <p:cNvPr id="40185" name="Rectangle 1286"/>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grpSp>
        <p:grpSp>
          <p:nvGrpSpPr>
            <p:cNvPr id="40030" name="Group 1287"/>
            <p:cNvGrpSpPr/>
            <p:nvPr/>
          </p:nvGrpSpPr>
          <p:grpSpPr>
            <a:xfrm>
              <a:off x="4992" y="3341"/>
              <a:ext cx="143" cy="303"/>
              <a:chOff x="4140" y="429"/>
              <a:chExt cx="1425" cy="2396"/>
            </a:xfrm>
          </p:grpSpPr>
          <p:sp>
            <p:nvSpPr>
              <p:cNvPr id="40130" name="Freeform 1288"/>
              <p:cNvSpPr/>
              <p:nvPr/>
            </p:nvSpPr>
            <p:spPr>
              <a:xfrm>
                <a:off x="5268" y="433"/>
                <a:ext cx="283" cy="2286"/>
              </a:xfrm>
              <a:custGeom>
                <a:avLst/>
                <a:gdLst>
                  <a:gd name="txL" fmla="*/ 0 w 354"/>
                  <a:gd name="txT" fmla="*/ 0 h 2742"/>
                  <a:gd name="txR" fmla="*/ 354 w 354"/>
                  <a:gd name="txB" fmla="*/ 2742 h 2742"/>
                </a:gdLst>
                <a:ahLst/>
                <a:cxnLst>
                  <a:cxn ang="0">
                    <a:pos x="2" y="0"/>
                  </a:cxn>
                  <a:cxn ang="0">
                    <a:pos x="12" y="23"/>
                  </a:cxn>
                  <a:cxn ang="0">
                    <a:pos x="12" y="171"/>
                  </a:cxn>
                  <a:cxn ang="0">
                    <a:pos x="0" y="179"/>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40131" name="Rectangle 1289"/>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p>
                <a:endParaRPr dirty="0">
                  <a:latin typeface="Arial" panose="020B0604020202090204" pitchFamily="34" charset="0"/>
                </a:endParaRPr>
              </a:p>
            </p:txBody>
          </p:sp>
          <p:sp>
            <p:nvSpPr>
              <p:cNvPr id="40132" name="Freeform 1290"/>
              <p:cNvSpPr/>
              <p:nvPr/>
            </p:nvSpPr>
            <p:spPr>
              <a:xfrm>
                <a:off x="5321" y="570"/>
                <a:ext cx="169" cy="2115"/>
              </a:xfrm>
              <a:custGeom>
                <a:avLst/>
                <a:gdLst>
                  <a:gd name="txL" fmla="*/ 0 w 211"/>
                  <a:gd name="txT" fmla="*/ 0 h 2537"/>
                  <a:gd name="txR" fmla="*/ 211 w 211"/>
                  <a:gd name="txB" fmla="*/ 2537 h 2537"/>
                </a:gdLst>
                <a:ahLst/>
                <a:cxnLst>
                  <a:cxn ang="0">
                    <a:pos x="2" y="0"/>
                  </a:cxn>
                  <a:cxn ang="0">
                    <a:pos x="7" y="15"/>
                  </a:cxn>
                  <a:cxn ang="0">
                    <a:pos x="2" y="163"/>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40133" name="Freeform 1291"/>
              <p:cNvSpPr/>
              <p:nvPr/>
            </p:nvSpPr>
            <p:spPr>
              <a:xfrm>
                <a:off x="5284" y="1640"/>
                <a:ext cx="263" cy="189"/>
              </a:xfrm>
              <a:custGeom>
                <a:avLst/>
                <a:gdLst>
                  <a:gd name="txL" fmla="*/ 0 w 328"/>
                  <a:gd name="txT" fmla="*/ 0 h 226"/>
                  <a:gd name="txR" fmla="*/ 328 w 328"/>
                  <a:gd name="txB" fmla="*/ 226 h 226"/>
                </a:gdLst>
                <a:ahLst/>
                <a:cxnLst>
                  <a:cxn ang="0">
                    <a:pos x="2" y="0"/>
                  </a:cxn>
                  <a:cxn ang="0">
                    <a:pos x="11" y="9"/>
                  </a:cxn>
                  <a:cxn ang="0">
                    <a:pos x="11" y="16"/>
                  </a:cxn>
                  <a:cxn ang="0">
                    <a:pos x="0" y="7"/>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0134" name="Rectangle 1292"/>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grpSp>
            <p:nvGrpSpPr>
              <p:cNvPr id="40135" name="Group 1293"/>
              <p:cNvGrpSpPr/>
              <p:nvPr/>
            </p:nvGrpSpPr>
            <p:grpSpPr>
              <a:xfrm>
                <a:off x="4749" y="668"/>
                <a:ext cx="581" cy="145"/>
                <a:chOff x="614" y="2568"/>
                <a:chExt cx="725" cy="139"/>
              </a:xfrm>
            </p:grpSpPr>
            <p:sp>
              <p:nvSpPr>
                <p:cNvPr id="40160" name="AutoShape 1294"/>
                <p:cNvSpPr/>
                <p:nvPr/>
              </p:nvSpPr>
              <p:spPr>
                <a:xfrm>
                  <a:off x="613" y="2566"/>
                  <a:ext cx="721" cy="144"/>
                </a:xfrm>
                <a:prstGeom prst="roundRect">
                  <a:avLst>
                    <a:gd name="adj" fmla="val 50000"/>
                  </a:avLst>
                </a:prstGeom>
                <a:solidFill>
                  <a:schemeClr val="tx1"/>
                </a:solidFill>
                <a:ln w="9525">
                  <a:noFill/>
                </a:ln>
              </p:spPr>
              <p:txBody>
                <a:bodyPr wrap="none" anchor="ctr" anchorCtr="0"/>
                <a:lstStyle/>
                <a:p>
                  <a:endParaRPr dirty="0">
                    <a:latin typeface="Arial" panose="020B0604020202090204" pitchFamily="34" charset="0"/>
                  </a:endParaRPr>
                </a:p>
              </p:txBody>
            </p:sp>
            <p:sp>
              <p:nvSpPr>
                <p:cNvPr id="40161" name="AutoShape 1295"/>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p>
                  <a:endParaRPr dirty="0">
                    <a:latin typeface="Arial" panose="020B0604020202090204" pitchFamily="34" charset="0"/>
                  </a:endParaRPr>
                </a:p>
              </p:txBody>
            </p:sp>
          </p:grpSp>
          <p:sp>
            <p:nvSpPr>
              <p:cNvPr id="40136" name="Rectangle 1296"/>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grpSp>
            <p:nvGrpSpPr>
              <p:cNvPr id="40137" name="Group 1297"/>
              <p:cNvGrpSpPr/>
              <p:nvPr/>
            </p:nvGrpSpPr>
            <p:grpSpPr>
              <a:xfrm>
                <a:off x="4747" y="994"/>
                <a:ext cx="581" cy="134"/>
                <a:chOff x="614" y="2568"/>
                <a:chExt cx="725" cy="139"/>
              </a:xfrm>
            </p:grpSpPr>
            <p:sp>
              <p:nvSpPr>
                <p:cNvPr id="40158" name="AutoShape 1298"/>
                <p:cNvSpPr/>
                <p:nvPr/>
              </p:nvSpPr>
              <p:spPr>
                <a:xfrm>
                  <a:off x="615" y="2564"/>
                  <a:ext cx="721" cy="139"/>
                </a:xfrm>
                <a:prstGeom prst="roundRect">
                  <a:avLst>
                    <a:gd name="adj" fmla="val 50000"/>
                  </a:avLst>
                </a:prstGeom>
                <a:solidFill>
                  <a:schemeClr val="tx1"/>
                </a:solidFill>
                <a:ln w="9525">
                  <a:noFill/>
                </a:ln>
              </p:spPr>
              <p:txBody>
                <a:bodyPr wrap="none" anchor="ctr" anchorCtr="0"/>
                <a:lstStyle/>
                <a:p>
                  <a:endParaRPr dirty="0">
                    <a:latin typeface="Arial" panose="020B0604020202090204" pitchFamily="34" charset="0"/>
                  </a:endParaRPr>
                </a:p>
              </p:txBody>
            </p:sp>
            <p:sp>
              <p:nvSpPr>
                <p:cNvPr id="40159" name="AutoShape 1299"/>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p>
                  <a:endParaRPr dirty="0">
                    <a:latin typeface="Arial" panose="020B0604020202090204" pitchFamily="34" charset="0"/>
                  </a:endParaRPr>
                </a:p>
              </p:txBody>
            </p:sp>
          </p:grpSp>
          <p:sp>
            <p:nvSpPr>
              <p:cNvPr id="40138" name="Rectangle 1300"/>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sp>
            <p:nvSpPr>
              <p:cNvPr id="40139" name="Rectangle 1301"/>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grpSp>
            <p:nvGrpSpPr>
              <p:cNvPr id="40140" name="Group 1302"/>
              <p:cNvGrpSpPr/>
              <p:nvPr/>
            </p:nvGrpSpPr>
            <p:grpSpPr>
              <a:xfrm>
                <a:off x="4735" y="1627"/>
                <a:ext cx="582" cy="151"/>
                <a:chOff x="614" y="2568"/>
                <a:chExt cx="725" cy="139"/>
              </a:xfrm>
            </p:grpSpPr>
            <p:sp>
              <p:nvSpPr>
                <p:cNvPr id="40156" name="AutoShape 1303"/>
                <p:cNvSpPr/>
                <p:nvPr/>
              </p:nvSpPr>
              <p:spPr>
                <a:xfrm>
                  <a:off x="618" y="2586"/>
                  <a:ext cx="720" cy="124"/>
                </a:xfrm>
                <a:prstGeom prst="roundRect">
                  <a:avLst>
                    <a:gd name="adj" fmla="val 50000"/>
                  </a:avLst>
                </a:prstGeom>
                <a:solidFill>
                  <a:schemeClr val="tx1"/>
                </a:solidFill>
                <a:ln w="9525">
                  <a:noFill/>
                </a:ln>
              </p:spPr>
              <p:txBody>
                <a:bodyPr wrap="none" anchor="ctr" anchorCtr="0"/>
                <a:lstStyle/>
                <a:p>
                  <a:endParaRPr dirty="0">
                    <a:latin typeface="Arial" panose="020B0604020202090204" pitchFamily="34" charset="0"/>
                  </a:endParaRPr>
                </a:p>
              </p:txBody>
            </p:sp>
            <p:sp>
              <p:nvSpPr>
                <p:cNvPr id="40157" name="AutoShape 1304"/>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p>
                  <a:endParaRPr dirty="0">
                    <a:latin typeface="Arial" panose="020B0604020202090204" pitchFamily="34" charset="0"/>
                  </a:endParaRPr>
                </a:p>
              </p:txBody>
            </p:sp>
          </p:grpSp>
          <p:sp>
            <p:nvSpPr>
              <p:cNvPr id="40141" name="Freeform 1305"/>
              <p:cNvSpPr/>
              <p:nvPr/>
            </p:nvSpPr>
            <p:spPr>
              <a:xfrm>
                <a:off x="5288" y="1354"/>
                <a:ext cx="263" cy="188"/>
              </a:xfrm>
              <a:custGeom>
                <a:avLst/>
                <a:gdLst>
                  <a:gd name="txL" fmla="*/ 0 w 328"/>
                  <a:gd name="txT" fmla="*/ 0 h 226"/>
                  <a:gd name="txR" fmla="*/ 328 w 328"/>
                  <a:gd name="txB" fmla="*/ 226 h 226"/>
                </a:gdLst>
                <a:ahLst/>
                <a:cxnLst>
                  <a:cxn ang="0">
                    <a:pos x="2" y="0"/>
                  </a:cxn>
                  <a:cxn ang="0">
                    <a:pos x="11" y="8"/>
                  </a:cxn>
                  <a:cxn ang="0">
                    <a:pos x="11" y="14"/>
                  </a:cxn>
                  <a:cxn ang="0">
                    <a:pos x="0" y="6"/>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40142" name="Group 1306"/>
              <p:cNvGrpSpPr/>
              <p:nvPr/>
            </p:nvGrpSpPr>
            <p:grpSpPr>
              <a:xfrm>
                <a:off x="4739" y="1327"/>
                <a:ext cx="582" cy="139"/>
                <a:chOff x="614" y="2568"/>
                <a:chExt cx="725" cy="139"/>
              </a:xfrm>
            </p:grpSpPr>
            <p:sp>
              <p:nvSpPr>
                <p:cNvPr id="40154" name="AutoShape 1307"/>
                <p:cNvSpPr/>
                <p:nvPr/>
              </p:nvSpPr>
              <p:spPr>
                <a:xfrm>
                  <a:off x="613" y="2571"/>
                  <a:ext cx="732" cy="134"/>
                </a:xfrm>
                <a:prstGeom prst="roundRect">
                  <a:avLst>
                    <a:gd name="adj" fmla="val 50000"/>
                  </a:avLst>
                </a:prstGeom>
                <a:solidFill>
                  <a:schemeClr val="tx1"/>
                </a:solidFill>
                <a:ln w="9525">
                  <a:noFill/>
                </a:ln>
              </p:spPr>
              <p:txBody>
                <a:bodyPr wrap="none" anchor="ctr" anchorCtr="0"/>
                <a:lstStyle/>
                <a:p>
                  <a:endParaRPr dirty="0">
                    <a:latin typeface="Arial" panose="020B0604020202090204" pitchFamily="34" charset="0"/>
                  </a:endParaRPr>
                </a:p>
              </p:txBody>
            </p:sp>
            <p:sp>
              <p:nvSpPr>
                <p:cNvPr id="40155" name="AutoShape 1308"/>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p>
                  <a:endParaRPr dirty="0">
                    <a:latin typeface="Arial" panose="020B0604020202090204" pitchFamily="34" charset="0"/>
                  </a:endParaRPr>
                </a:p>
              </p:txBody>
            </p:sp>
          </p:grpSp>
          <p:sp>
            <p:nvSpPr>
              <p:cNvPr id="40143" name="Rectangle 1309"/>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sp>
            <p:nvSpPr>
              <p:cNvPr id="40144" name="Freeform 1310"/>
              <p:cNvSpPr/>
              <p:nvPr/>
            </p:nvSpPr>
            <p:spPr>
              <a:xfrm>
                <a:off x="5312" y="1007"/>
                <a:ext cx="237" cy="213"/>
              </a:xfrm>
              <a:custGeom>
                <a:avLst/>
                <a:gdLst>
                  <a:gd name="txL" fmla="*/ 0 w 296"/>
                  <a:gd name="txT" fmla="*/ 0 h 256"/>
                  <a:gd name="txR" fmla="*/ 296 w 296"/>
                  <a:gd name="txB" fmla="*/ 256 h 256"/>
                </a:gdLst>
                <a:ahLst/>
                <a:cxnLst>
                  <a:cxn ang="0">
                    <a:pos x="2" y="0"/>
                  </a:cxn>
                  <a:cxn ang="0">
                    <a:pos x="11" y="8"/>
                  </a:cxn>
                  <a:cxn ang="0">
                    <a:pos x="11" y="16"/>
                  </a:cxn>
                  <a:cxn ang="0">
                    <a:pos x="0" y="6"/>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0145" name="Freeform 1311"/>
              <p:cNvSpPr/>
              <p:nvPr/>
            </p:nvSpPr>
            <p:spPr>
              <a:xfrm>
                <a:off x="5315" y="680"/>
                <a:ext cx="244" cy="240"/>
              </a:xfrm>
              <a:custGeom>
                <a:avLst/>
                <a:gdLst>
                  <a:gd name="txL" fmla="*/ 0 w 304"/>
                  <a:gd name="txT" fmla="*/ 0 h 288"/>
                  <a:gd name="txR" fmla="*/ 304 w 304"/>
                  <a:gd name="txB" fmla="*/ 288 h 288"/>
                </a:gdLst>
                <a:ahLst/>
                <a:cxnLst>
                  <a:cxn ang="0">
                    <a:pos x="0" y="0"/>
                  </a:cxn>
                  <a:cxn ang="0">
                    <a:pos x="11" y="11"/>
                  </a:cxn>
                  <a:cxn ang="0">
                    <a:pos x="10" y="19"/>
                  </a:cxn>
                  <a:cxn ang="0">
                    <a:pos x="2" y="8"/>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0146" name="Oval 1312"/>
              <p:cNvSpPr/>
              <p:nvPr/>
            </p:nvSpPr>
            <p:spPr>
              <a:xfrm>
                <a:off x="5515" y="2611"/>
                <a:ext cx="50" cy="95"/>
              </a:xfrm>
              <a:prstGeom prst="ellipse">
                <a:avLst/>
              </a:prstGeom>
              <a:solidFill>
                <a:srgbClr val="333333"/>
              </a:solidFill>
              <a:ln w="9525">
                <a:noFill/>
              </a:ln>
            </p:spPr>
            <p:txBody>
              <a:bodyPr wrap="none" anchor="ctr" anchorCtr="0"/>
              <a:lstStyle/>
              <a:p>
                <a:endParaRPr dirty="0">
                  <a:latin typeface="Arial" panose="020B0604020202090204" pitchFamily="34" charset="0"/>
                </a:endParaRPr>
              </a:p>
            </p:txBody>
          </p:sp>
          <p:sp>
            <p:nvSpPr>
              <p:cNvPr id="40147" name="Freeform 1313"/>
              <p:cNvSpPr/>
              <p:nvPr/>
            </p:nvSpPr>
            <p:spPr>
              <a:xfrm>
                <a:off x="5302" y="2614"/>
                <a:ext cx="245" cy="200"/>
              </a:xfrm>
              <a:custGeom>
                <a:avLst/>
                <a:gdLst>
                  <a:gd name="txL" fmla="*/ 0 w 306"/>
                  <a:gd name="txT" fmla="*/ 0 h 240"/>
                  <a:gd name="txR" fmla="*/ 306 w 306"/>
                  <a:gd name="txB" fmla="*/ 240 h 240"/>
                </a:gdLst>
                <a:ahLst/>
                <a:cxnLst>
                  <a:cxn ang="0">
                    <a:pos x="0" y="8"/>
                  </a:cxn>
                  <a:cxn ang="0">
                    <a:pos x="2" y="16"/>
                  </a:cxn>
                  <a:cxn ang="0">
                    <a:pos x="11" y="8"/>
                  </a:cxn>
                  <a:cxn ang="0">
                    <a:pos x="11" y="0"/>
                  </a:cxn>
                  <a:cxn ang="0">
                    <a:pos x="0" y="8"/>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40148" name="AutoShape 1314"/>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p>
                <a:endParaRPr dirty="0">
                  <a:latin typeface="Arial" panose="020B0604020202090204" pitchFamily="34" charset="0"/>
                </a:endParaRPr>
              </a:p>
            </p:txBody>
          </p:sp>
          <p:sp>
            <p:nvSpPr>
              <p:cNvPr id="40149" name="AutoShape 1315"/>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p>
                <a:endParaRPr dirty="0">
                  <a:latin typeface="Arial" panose="020B0604020202090204" pitchFamily="34" charset="0"/>
                </a:endParaRPr>
              </a:p>
            </p:txBody>
          </p:sp>
          <p:sp>
            <p:nvSpPr>
              <p:cNvPr id="40150" name="Oval 1316"/>
              <p:cNvSpPr/>
              <p:nvPr/>
            </p:nvSpPr>
            <p:spPr>
              <a:xfrm>
                <a:off x="4309" y="2382"/>
                <a:ext cx="159" cy="142"/>
              </a:xfrm>
              <a:prstGeom prst="ellipse">
                <a:avLst/>
              </a:prstGeom>
              <a:solidFill>
                <a:srgbClr val="33CC33"/>
              </a:solidFill>
              <a:ln w="9525">
                <a:noFill/>
              </a:ln>
            </p:spPr>
            <p:txBody>
              <a:bodyPr wrap="none" anchor="ctr" anchorCtr="0"/>
              <a:lstStyle/>
              <a:p>
                <a:endParaRPr dirty="0">
                  <a:latin typeface="Arial" panose="020B0604020202090204" pitchFamily="34" charset="0"/>
                </a:endParaRPr>
              </a:p>
            </p:txBody>
          </p:sp>
          <p:sp>
            <p:nvSpPr>
              <p:cNvPr id="40151" name="Oval 1317"/>
              <p:cNvSpPr/>
              <p:nvPr/>
            </p:nvSpPr>
            <p:spPr>
              <a:xfrm>
                <a:off x="4489" y="2382"/>
                <a:ext cx="159" cy="142"/>
              </a:xfrm>
              <a:prstGeom prst="ellipse">
                <a:avLst/>
              </a:prstGeom>
              <a:solidFill>
                <a:srgbClr val="FF0000"/>
              </a:solidFill>
              <a:ln w="9525">
                <a:noFill/>
              </a:ln>
            </p:spPr>
            <p:txBody>
              <a:bodyPr wrap="none" anchor="ctr" anchorCtr="0"/>
              <a:lstStyle/>
              <a:p>
                <a:pPr algn="ctr" eaLnBrk="1" hangingPunct="1">
                  <a:spcBef>
                    <a:spcPct val="0"/>
                  </a:spcBef>
                  <a:buClrTx/>
                  <a:buSzTx/>
                  <a:buFontTx/>
                </a:pPr>
                <a:endParaRPr sz="1800" dirty="0">
                  <a:solidFill>
                    <a:srgbClr val="FF0000"/>
                  </a:solidFill>
                  <a:latin typeface="Arial" panose="020B0604020202090204" pitchFamily="34" charset="0"/>
                  <a:ea typeface="Arial" panose="020B0604020202090204" pitchFamily="34" charset="0"/>
                </a:endParaRPr>
              </a:p>
            </p:txBody>
          </p:sp>
          <p:sp>
            <p:nvSpPr>
              <p:cNvPr id="40152" name="Oval 1318"/>
              <p:cNvSpPr/>
              <p:nvPr/>
            </p:nvSpPr>
            <p:spPr>
              <a:xfrm>
                <a:off x="4658" y="2382"/>
                <a:ext cx="159" cy="142"/>
              </a:xfrm>
              <a:prstGeom prst="ellipse">
                <a:avLst/>
              </a:prstGeom>
              <a:solidFill>
                <a:srgbClr val="33CC33"/>
              </a:solidFill>
              <a:ln w="9525">
                <a:noFill/>
              </a:ln>
            </p:spPr>
            <p:txBody>
              <a:bodyPr wrap="none" anchor="ctr" anchorCtr="0"/>
              <a:lstStyle/>
              <a:p>
                <a:endParaRPr dirty="0">
                  <a:latin typeface="Arial" panose="020B0604020202090204" pitchFamily="34" charset="0"/>
                </a:endParaRPr>
              </a:p>
            </p:txBody>
          </p:sp>
          <p:sp>
            <p:nvSpPr>
              <p:cNvPr id="40153" name="Rectangle 1319"/>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p>
                <a:endParaRPr dirty="0">
                  <a:latin typeface="Arial" panose="020B0604020202090204" pitchFamily="34" charset="0"/>
                </a:endParaRPr>
              </a:p>
            </p:txBody>
          </p:sp>
        </p:grpSp>
        <p:grpSp>
          <p:nvGrpSpPr>
            <p:cNvPr id="40031" name="Group 1320"/>
            <p:cNvGrpSpPr/>
            <p:nvPr/>
          </p:nvGrpSpPr>
          <p:grpSpPr>
            <a:xfrm>
              <a:off x="3340" y="1287"/>
              <a:ext cx="337" cy="257"/>
              <a:chOff x="877" y="1008"/>
              <a:chExt cx="2747" cy="2591"/>
            </a:xfrm>
          </p:grpSpPr>
          <p:pic>
            <p:nvPicPr>
              <p:cNvPr id="40107" name="Picture 1321" descr="antenna_stylized"/>
              <p:cNvPicPr>
                <a:picLocks noChangeAspect="1"/>
              </p:cNvPicPr>
              <p:nvPr/>
            </p:nvPicPr>
            <p:blipFill>
              <a:blip r:embed="rId13"/>
              <a:stretch>
                <a:fillRect/>
              </a:stretch>
            </p:blipFill>
            <p:spPr>
              <a:xfrm>
                <a:off x="877" y="1008"/>
                <a:ext cx="2725" cy="1421"/>
              </a:xfrm>
              <a:prstGeom prst="rect">
                <a:avLst/>
              </a:prstGeom>
              <a:noFill/>
              <a:ln w="9525">
                <a:noFill/>
              </a:ln>
            </p:spPr>
          </p:pic>
          <p:pic>
            <p:nvPicPr>
              <p:cNvPr id="40108" name="Picture 1322" descr="laptop_keyboard"/>
              <p:cNvPicPr>
                <a:picLocks noChangeAspect="1"/>
              </p:cNvPicPr>
              <p:nvPr/>
            </p:nvPicPr>
            <p:blipFill>
              <a:blip r:embed="rId14"/>
              <a:stretch>
                <a:fillRect/>
              </a:stretch>
            </p:blipFill>
            <p:spPr>
              <a:xfrm rot="109064" flipH="1">
                <a:off x="1009" y="2586"/>
                <a:ext cx="2245" cy="1013"/>
              </a:xfrm>
              <a:prstGeom prst="rect">
                <a:avLst/>
              </a:prstGeom>
              <a:noFill/>
              <a:ln w="9525">
                <a:noFill/>
              </a:ln>
            </p:spPr>
          </p:pic>
          <p:sp>
            <p:nvSpPr>
              <p:cNvPr id="40109" name="Freeform 1323"/>
              <p:cNvSpPr/>
              <p:nvPr/>
            </p:nvSpPr>
            <p:spPr>
              <a:xfrm>
                <a:off x="1753" y="1603"/>
                <a:ext cx="1807" cy="1322"/>
              </a:xfrm>
              <a:custGeom>
                <a:avLst/>
                <a:gdLst>
                  <a:gd name="txL" fmla="*/ 0 w 2982"/>
                  <a:gd name="txT" fmla="*/ 0 h 2442"/>
                  <a:gd name="txR" fmla="*/ 2982 w 2982"/>
                  <a:gd name="txB" fmla="*/ 2442 h 2442"/>
                </a:gdLst>
                <a:ahLst/>
                <a:cxnLst>
                  <a:cxn ang="0">
                    <a:pos x="1" y="0"/>
                  </a:cxn>
                  <a:cxn ang="0">
                    <a:pos x="0" y="1"/>
                  </a:cxn>
                  <a:cxn ang="0">
                    <a:pos x="1" y="1"/>
                  </a:cxn>
                  <a:cxn ang="0">
                    <a:pos x="1" y="1"/>
                  </a:cxn>
                  <a:cxn ang="0">
                    <a:pos x="1"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40110" name="Picture 1324" descr="screen"/>
              <p:cNvPicPr>
                <a:picLocks noChangeAspect="1"/>
              </p:cNvPicPr>
              <p:nvPr/>
            </p:nvPicPr>
            <p:blipFill>
              <a:blip r:embed="rId15"/>
              <a:stretch>
                <a:fillRect/>
              </a:stretch>
            </p:blipFill>
            <p:spPr>
              <a:xfrm>
                <a:off x="1842" y="1637"/>
                <a:ext cx="1642" cy="1203"/>
              </a:xfrm>
              <a:prstGeom prst="rect">
                <a:avLst/>
              </a:prstGeom>
              <a:noFill/>
              <a:ln w="9525">
                <a:noFill/>
              </a:ln>
            </p:spPr>
          </p:pic>
          <p:sp>
            <p:nvSpPr>
              <p:cNvPr id="40111" name="Freeform 1325"/>
              <p:cNvSpPr/>
              <p:nvPr/>
            </p:nvSpPr>
            <p:spPr>
              <a:xfrm>
                <a:off x="2082" y="1564"/>
                <a:ext cx="1531" cy="246"/>
              </a:xfrm>
              <a:custGeom>
                <a:avLst/>
                <a:gdLst>
                  <a:gd name="txL" fmla="*/ 0 w 2528"/>
                  <a:gd name="txT" fmla="*/ 0 h 455"/>
                  <a:gd name="txR" fmla="*/ 2528 w 2528"/>
                  <a:gd name="txB" fmla="*/ 455 h 455"/>
                </a:gdLst>
                <a:ahLst/>
                <a:cxnLst>
                  <a:cxn ang="0">
                    <a:pos x="1" y="0"/>
                  </a:cxn>
                  <a:cxn ang="0">
                    <a:pos x="1" y="1"/>
                  </a:cxn>
                  <a:cxn ang="0">
                    <a:pos x="1" y="1"/>
                  </a:cxn>
                  <a:cxn ang="0">
                    <a:pos x="0" y="1"/>
                  </a:cxn>
                  <a:cxn ang="0">
                    <a:pos x="1"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40112" name="Freeform 1326"/>
              <p:cNvSpPr/>
              <p:nvPr/>
            </p:nvSpPr>
            <p:spPr>
              <a:xfrm>
                <a:off x="1737" y="1562"/>
                <a:ext cx="425" cy="1024"/>
              </a:xfrm>
              <a:custGeom>
                <a:avLst/>
                <a:gdLst>
                  <a:gd name="txL" fmla="*/ 0 w 702"/>
                  <a:gd name="txT" fmla="*/ 0 h 1893"/>
                  <a:gd name="txR" fmla="*/ 702 w 702"/>
                  <a:gd name="txB" fmla="*/ 1893 h 1893"/>
                </a:gdLst>
                <a:ahLst/>
                <a:cxnLst>
                  <a:cxn ang="0">
                    <a:pos x="1" y="0"/>
                  </a:cxn>
                  <a:cxn ang="0">
                    <a:pos x="0" y="1"/>
                  </a:cxn>
                  <a:cxn ang="0">
                    <a:pos x="1" y="1"/>
                  </a:cxn>
                  <a:cxn ang="0">
                    <a:pos x="1" y="1"/>
                  </a:cxn>
                  <a:cxn ang="0">
                    <a:pos x="1"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40113" name="Freeform 1327"/>
              <p:cNvSpPr/>
              <p:nvPr/>
            </p:nvSpPr>
            <p:spPr>
              <a:xfrm>
                <a:off x="3144" y="1745"/>
                <a:ext cx="458" cy="1182"/>
              </a:xfrm>
              <a:custGeom>
                <a:avLst/>
                <a:gdLst>
                  <a:gd name="txL" fmla="*/ 0 w 756"/>
                  <a:gd name="txT" fmla="*/ 0 h 2184"/>
                  <a:gd name="txR" fmla="*/ 756 w 756"/>
                  <a:gd name="txB" fmla="*/ 2184 h 2184"/>
                </a:gdLst>
                <a:ahLst/>
                <a:cxnLst>
                  <a:cxn ang="0">
                    <a:pos x="1" y="0"/>
                  </a:cxn>
                  <a:cxn ang="0">
                    <a:pos x="1" y="1"/>
                  </a:cxn>
                  <a:cxn ang="0">
                    <a:pos x="0" y="1"/>
                  </a:cxn>
                  <a:cxn ang="0">
                    <a:pos x="1" y="1"/>
                  </a:cxn>
                  <a:cxn ang="0">
                    <a:pos x="1"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40114" name="Freeform 1328"/>
              <p:cNvSpPr/>
              <p:nvPr/>
            </p:nvSpPr>
            <p:spPr>
              <a:xfrm>
                <a:off x="1732" y="2534"/>
                <a:ext cx="1680" cy="399"/>
              </a:xfrm>
              <a:custGeom>
                <a:avLst/>
                <a:gdLst>
                  <a:gd name="txL" fmla="*/ 0 w 2773"/>
                  <a:gd name="txT" fmla="*/ 0 h 738"/>
                  <a:gd name="txR" fmla="*/ 2773 w 2773"/>
                  <a:gd name="txB" fmla="*/ 738 h 738"/>
                </a:gdLst>
                <a:ahLst/>
                <a:cxnLst>
                  <a:cxn ang="0">
                    <a:pos x="1" y="0"/>
                  </a:cxn>
                  <a:cxn ang="0">
                    <a:pos x="0" y="1"/>
                  </a:cxn>
                  <a:cxn ang="0">
                    <a:pos x="1" y="1"/>
                  </a:cxn>
                  <a:cxn ang="0">
                    <a:pos x="1" y="1"/>
                  </a:cxn>
                  <a:cxn ang="0">
                    <a:pos x="1"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40115" name="Freeform 1329"/>
              <p:cNvSpPr/>
              <p:nvPr/>
            </p:nvSpPr>
            <p:spPr>
              <a:xfrm>
                <a:off x="3195" y="1755"/>
                <a:ext cx="429" cy="1187"/>
              </a:xfrm>
              <a:custGeom>
                <a:avLst/>
                <a:gdLst>
                  <a:gd name="txL" fmla="*/ 0 w 637"/>
                  <a:gd name="txT" fmla="*/ 0 h 1659"/>
                  <a:gd name="txR" fmla="*/ 637 w 637"/>
                  <a:gd name="txB" fmla="*/ 1659 h 1659"/>
                </a:gdLst>
                <a:ahLst/>
                <a:cxnLst>
                  <a:cxn ang="0">
                    <a:pos x="1" y="0"/>
                  </a:cxn>
                  <a:cxn ang="0">
                    <a:pos x="1" y="0"/>
                  </a:cxn>
                  <a:cxn ang="0">
                    <a:pos x="1" y="11"/>
                  </a:cxn>
                  <a:cxn ang="0">
                    <a:pos x="0" y="11"/>
                  </a:cxn>
                  <a:cxn ang="0">
                    <a:pos x="1"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40116" name="Freeform 1330"/>
              <p:cNvSpPr/>
              <p:nvPr/>
            </p:nvSpPr>
            <p:spPr>
              <a:xfrm>
                <a:off x="1734" y="2587"/>
                <a:ext cx="1494" cy="394"/>
              </a:xfrm>
              <a:custGeom>
                <a:avLst/>
                <a:gdLst>
                  <a:gd name="txL" fmla="*/ 0 w 2216"/>
                  <a:gd name="txT" fmla="*/ 0 h 550"/>
                  <a:gd name="txR" fmla="*/ 2216 w 2216"/>
                  <a:gd name="txB" fmla="*/ 550 h 550"/>
                </a:gdLst>
                <a:ahLst/>
                <a:cxnLst>
                  <a:cxn ang="0">
                    <a:pos x="0" y="0"/>
                  </a:cxn>
                  <a:cxn ang="0">
                    <a:pos x="1" y="1"/>
                  </a:cxn>
                  <a:cxn ang="0">
                    <a:pos x="6" y="4"/>
                  </a:cxn>
                  <a:cxn ang="0">
                    <a:pos x="6" y="3"/>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40117" name="Group 1331"/>
              <p:cNvGrpSpPr/>
              <p:nvPr/>
            </p:nvGrpSpPr>
            <p:grpSpPr>
              <a:xfrm>
                <a:off x="1709" y="3008"/>
                <a:ext cx="507" cy="234"/>
                <a:chOff x="1740" y="2642"/>
                <a:chExt cx="752" cy="327"/>
              </a:xfrm>
            </p:grpSpPr>
            <p:sp>
              <p:nvSpPr>
                <p:cNvPr id="40124" name="Freeform 1332"/>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40125" name="Freeform 1333"/>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40126" name="Freeform 1334"/>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40127" name="Freeform 1335"/>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40128" name="Freeform 1336"/>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40129" name="Freeform 1337"/>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40118" name="Freeform 1338"/>
              <p:cNvSpPr/>
              <p:nvPr/>
            </p:nvSpPr>
            <p:spPr>
              <a:xfrm>
                <a:off x="2577" y="3043"/>
                <a:ext cx="614" cy="514"/>
              </a:xfrm>
              <a:custGeom>
                <a:avLst/>
                <a:gdLst>
                  <a:gd name="txL" fmla="*/ 0 w 990"/>
                  <a:gd name="txT" fmla="*/ 0 h 792"/>
                  <a:gd name="txR" fmla="*/ 990 w 990"/>
                  <a:gd name="txB" fmla="*/ 792 h 792"/>
                </a:gdLst>
                <a:ahLst/>
                <a:cxnLst>
                  <a:cxn ang="0">
                    <a:pos x="1" y="1"/>
                  </a:cxn>
                  <a:cxn ang="0">
                    <a:pos x="1" y="0"/>
                  </a:cxn>
                  <a:cxn ang="0">
                    <a:pos x="1" y="1"/>
                  </a:cxn>
                  <a:cxn ang="0">
                    <a:pos x="0" y="1"/>
                  </a:cxn>
                  <a:cxn ang="0">
                    <a:pos x="1" y="1"/>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40119" name="Freeform 1339"/>
              <p:cNvSpPr/>
              <p:nvPr/>
            </p:nvSpPr>
            <p:spPr>
              <a:xfrm>
                <a:off x="1010" y="3084"/>
                <a:ext cx="1571" cy="469"/>
              </a:xfrm>
              <a:custGeom>
                <a:avLst/>
                <a:gdLst>
                  <a:gd name="txL" fmla="*/ 0 w 2532"/>
                  <a:gd name="txT" fmla="*/ 0 h 723"/>
                  <a:gd name="txR" fmla="*/ 2532 w 2532"/>
                  <a:gd name="txB" fmla="*/ 723 h 723"/>
                </a:gdLst>
                <a:ahLst/>
                <a:cxnLst>
                  <a:cxn ang="0">
                    <a:pos x="1" y="0"/>
                  </a:cxn>
                  <a:cxn ang="0">
                    <a:pos x="1" y="0"/>
                  </a:cxn>
                  <a:cxn ang="0">
                    <a:pos x="2" y="1"/>
                  </a:cxn>
                  <a:cxn ang="0">
                    <a:pos x="2"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0120" name="Freeform 1340"/>
              <p:cNvSpPr/>
              <p:nvPr/>
            </p:nvSpPr>
            <p:spPr>
              <a:xfrm>
                <a:off x="1011" y="2998"/>
                <a:ext cx="17" cy="95"/>
              </a:xfrm>
              <a:custGeom>
                <a:avLst/>
                <a:gdLst>
                  <a:gd name="txL" fmla="*/ 0 w 26"/>
                  <a:gd name="txT" fmla="*/ 0 h 147"/>
                  <a:gd name="txR" fmla="*/ 26 w 26"/>
                  <a:gd name="txB" fmla="*/ 147 h 147"/>
                </a:gdLst>
                <a:ahLst/>
                <a:cxnLst>
                  <a:cxn ang="0">
                    <a:pos x="1" y="1"/>
                  </a:cxn>
                  <a:cxn ang="0">
                    <a:pos x="1" y="1"/>
                  </a:cxn>
                  <a:cxn ang="0">
                    <a:pos x="0" y="1"/>
                  </a:cxn>
                  <a:cxn ang="0">
                    <a:pos x="1" y="0"/>
                  </a:cxn>
                  <a:cxn ang="0">
                    <a:pos x="1" y="1"/>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40121" name="Freeform 1341"/>
              <p:cNvSpPr/>
              <p:nvPr/>
            </p:nvSpPr>
            <p:spPr>
              <a:xfrm>
                <a:off x="1012" y="2611"/>
                <a:ext cx="730" cy="393"/>
              </a:xfrm>
              <a:custGeom>
                <a:avLst/>
                <a:gdLst>
                  <a:gd name="txL" fmla="*/ 0 w 1176"/>
                  <a:gd name="txT" fmla="*/ 0 h 606"/>
                  <a:gd name="txR" fmla="*/ 1176 w 1176"/>
                  <a:gd name="txB" fmla="*/ 606 h 606"/>
                </a:gdLst>
                <a:ahLst/>
                <a:cxnLst>
                  <a:cxn ang="0">
                    <a:pos x="1" y="0"/>
                  </a:cxn>
                  <a:cxn ang="0">
                    <a:pos x="0" y="1"/>
                  </a:cxn>
                  <a:cxn ang="0">
                    <a:pos x="1" y="1"/>
                  </a:cxn>
                  <a:cxn ang="0">
                    <a:pos x="1" y="1"/>
                  </a:cxn>
                  <a:cxn ang="0">
                    <a:pos x="1"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40122" name="Freeform 1342"/>
              <p:cNvSpPr/>
              <p:nvPr/>
            </p:nvSpPr>
            <p:spPr>
              <a:xfrm>
                <a:off x="1061" y="3018"/>
                <a:ext cx="1490" cy="451"/>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0123" name="Freeform 1343"/>
              <p:cNvSpPr/>
              <p:nvPr/>
            </p:nvSpPr>
            <p:spPr>
              <a:xfrm flipV="1">
                <a:off x="2549" y="2986"/>
                <a:ext cx="608" cy="467"/>
              </a:xfrm>
              <a:custGeom>
                <a:avLst/>
                <a:gdLst>
                  <a:gd name="txL" fmla="*/ 0 w 2532"/>
                  <a:gd name="txT" fmla="*/ 0 h 723"/>
                  <a:gd name="txR" fmla="*/ 2532 w 2532"/>
                  <a:gd name="txB" fmla="*/ 723 h 723"/>
                </a:gdLst>
                <a:ahLst/>
                <a:cxnLst>
                  <a:cxn ang="0">
                    <a:pos x="0" y="0"/>
                  </a:cxn>
                  <a:cxn ang="0">
                    <a:pos x="0" y="0"/>
                  </a:cxn>
                  <a:cxn ang="0">
                    <a:pos x="0" y="1"/>
                  </a:cxn>
                  <a:cxn ang="0">
                    <a:pos x="0" y="1"/>
                  </a:cxn>
                  <a:cxn ang="0">
                    <a:pos x="0" y="1"/>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40032" name="Group 1344"/>
            <p:cNvGrpSpPr/>
            <p:nvPr/>
          </p:nvGrpSpPr>
          <p:grpSpPr>
            <a:xfrm>
              <a:off x="4329" y="3456"/>
              <a:ext cx="299" cy="257"/>
              <a:chOff x="877" y="1008"/>
              <a:chExt cx="2747" cy="2591"/>
            </a:xfrm>
          </p:grpSpPr>
          <p:pic>
            <p:nvPicPr>
              <p:cNvPr id="40084" name="Picture 1345" descr="antenna_stylized"/>
              <p:cNvPicPr>
                <a:picLocks noChangeAspect="1"/>
              </p:cNvPicPr>
              <p:nvPr/>
            </p:nvPicPr>
            <p:blipFill>
              <a:blip r:embed="rId16"/>
              <a:stretch>
                <a:fillRect/>
              </a:stretch>
            </p:blipFill>
            <p:spPr>
              <a:xfrm>
                <a:off x="877" y="1008"/>
                <a:ext cx="2725" cy="1421"/>
              </a:xfrm>
              <a:prstGeom prst="rect">
                <a:avLst/>
              </a:prstGeom>
              <a:noFill/>
              <a:ln w="9525">
                <a:noFill/>
              </a:ln>
            </p:spPr>
          </p:pic>
          <p:pic>
            <p:nvPicPr>
              <p:cNvPr id="40085" name="Picture 1346" descr="laptop_keyboard"/>
              <p:cNvPicPr>
                <a:picLocks noChangeAspect="1"/>
              </p:cNvPicPr>
              <p:nvPr/>
            </p:nvPicPr>
            <p:blipFill>
              <a:blip r:embed="rId17"/>
              <a:stretch>
                <a:fillRect/>
              </a:stretch>
            </p:blipFill>
            <p:spPr>
              <a:xfrm rot="109064" flipH="1">
                <a:off x="1009" y="2586"/>
                <a:ext cx="2245" cy="1013"/>
              </a:xfrm>
              <a:prstGeom prst="rect">
                <a:avLst/>
              </a:prstGeom>
              <a:noFill/>
              <a:ln w="9525">
                <a:noFill/>
              </a:ln>
            </p:spPr>
          </p:pic>
          <p:sp>
            <p:nvSpPr>
              <p:cNvPr id="40086" name="Freeform 1347"/>
              <p:cNvSpPr/>
              <p:nvPr/>
            </p:nvSpPr>
            <p:spPr>
              <a:xfrm>
                <a:off x="1753" y="1603"/>
                <a:ext cx="1807" cy="1322"/>
              </a:xfrm>
              <a:custGeom>
                <a:avLst/>
                <a:gdLst>
                  <a:gd name="txL" fmla="*/ 0 w 2982"/>
                  <a:gd name="txT" fmla="*/ 0 h 2442"/>
                  <a:gd name="txR" fmla="*/ 2982 w 2982"/>
                  <a:gd name="txB" fmla="*/ 2442 h 2442"/>
                </a:gdLst>
                <a:ahLst/>
                <a:cxnLst>
                  <a:cxn ang="0">
                    <a:pos x="1" y="0"/>
                  </a:cxn>
                  <a:cxn ang="0">
                    <a:pos x="0" y="1"/>
                  </a:cxn>
                  <a:cxn ang="0">
                    <a:pos x="1" y="1"/>
                  </a:cxn>
                  <a:cxn ang="0">
                    <a:pos x="1" y="1"/>
                  </a:cxn>
                  <a:cxn ang="0">
                    <a:pos x="1"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40087" name="Picture 1348" descr="screen"/>
              <p:cNvPicPr>
                <a:picLocks noChangeAspect="1"/>
              </p:cNvPicPr>
              <p:nvPr/>
            </p:nvPicPr>
            <p:blipFill>
              <a:blip r:embed="rId18"/>
              <a:stretch>
                <a:fillRect/>
              </a:stretch>
            </p:blipFill>
            <p:spPr>
              <a:xfrm>
                <a:off x="1842" y="1637"/>
                <a:ext cx="1642" cy="1203"/>
              </a:xfrm>
              <a:prstGeom prst="rect">
                <a:avLst/>
              </a:prstGeom>
              <a:noFill/>
              <a:ln w="9525">
                <a:noFill/>
              </a:ln>
            </p:spPr>
          </p:pic>
          <p:sp>
            <p:nvSpPr>
              <p:cNvPr id="40088" name="Freeform 1349"/>
              <p:cNvSpPr/>
              <p:nvPr/>
            </p:nvSpPr>
            <p:spPr>
              <a:xfrm>
                <a:off x="2082" y="1564"/>
                <a:ext cx="1531" cy="246"/>
              </a:xfrm>
              <a:custGeom>
                <a:avLst/>
                <a:gdLst>
                  <a:gd name="txL" fmla="*/ 0 w 2528"/>
                  <a:gd name="txT" fmla="*/ 0 h 455"/>
                  <a:gd name="txR" fmla="*/ 2528 w 2528"/>
                  <a:gd name="txB" fmla="*/ 455 h 455"/>
                </a:gdLst>
                <a:ahLst/>
                <a:cxnLst>
                  <a:cxn ang="0">
                    <a:pos x="1" y="0"/>
                  </a:cxn>
                  <a:cxn ang="0">
                    <a:pos x="1" y="1"/>
                  </a:cxn>
                  <a:cxn ang="0">
                    <a:pos x="1" y="1"/>
                  </a:cxn>
                  <a:cxn ang="0">
                    <a:pos x="0" y="1"/>
                  </a:cxn>
                  <a:cxn ang="0">
                    <a:pos x="1"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40089" name="Freeform 1350"/>
              <p:cNvSpPr/>
              <p:nvPr/>
            </p:nvSpPr>
            <p:spPr>
              <a:xfrm>
                <a:off x="1737" y="1562"/>
                <a:ext cx="425" cy="1024"/>
              </a:xfrm>
              <a:custGeom>
                <a:avLst/>
                <a:gdLst>
                  <a:gd name="txL" fmla="*/ 0 w 702"/>
                  <a:gd name="txT" fmla="*/ 0 h 1893"/>
                  <a:gd name="txR" fmla="*/ 702 w 702"/>
                  <a:gd name="txB" fmla="*/ 1893 h 1893"/>
                </a:gdLst>
                <a:ahLst/>
                <a:cxnLst>
                  <a:cxn ang="0">
                    <a:pos x="1" y="0"/>
                  </a:cxn>
                  <a:cxn ang="0">
                    <a:pos x="0" y="1"/>
                  </a:cxn>
                  <a:cxn ang="0">
                    <a:pos x="1" y="1"/>
                  </a:cxn>
                  <a:cxn ang="0">
                    <a:pos x="1" y="1"/>
                  </a:cxn>
                  <a:cxn ang="0">
                    <a:pos x="1"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40090" name="Freeform 1351"/>
              <p:cNvSpPr/>
              <p:nvPr/>
            </p:nvSpPr>
            <p:spPr>
              <a:xfrm>
                <a:off x="3144" y="1745"/>
                <a:ext cx="458" cy="1182"/>
              </a:xfrm>
              <a:custGeom>
                <a:avLst/>
                <a:gdLst>
                  <a:gd name="txL" fmla="*/ 0 w 756"/>
                  <a:gd name="txT" fmla="*/ 0 h 2184"/>
                  <a:gd name="txR" fmla="*/ 756 w 756"/>
                  <a:gd name="txB" fmla="*/ 2184 h 2184"/>
                </a:gdLst>
                <a:ahLst/>
                <a:cxnLst>
                  <a:cxn ang="0">
                    <a:pos x="1" y="0"/>
                  </a:cxn>
                  <a:cxn ang="0">
                    <a:pos x="1" y="1"/>
                  </a:cxn>
                  <a:cxn ang="0">
                    <a:pos x="0" y="1"/>
                  </a:cxn>
                  <a:cxn ang="0">
                    <a:pos x="1" y="1"/>
                  </a:cxn>
                  <a:cxn ang="0">
                    <a:pos x="1"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40091" name="Freeform 1352"/>
              <p:cNvSpPr/>
              <p:nvPr/>
            </p:nvSpPr>
            <p:spPr>
              <a:xfrm>
                <a:off x="1732" y="2534"/>
                <a:ext cx="1680" cy="399"/>
              </a:xfrm>
              <a:custGeom>
                <a:avLst/>
                <a:gdLst>
                  <a:gd name="txL" fmla="*/ 0 w 2773"/>
                  <a:gd name="txT" fmla="*/ 0 h 738"/>
                  <a:gd name="txR" fmla="*/ 2773 w 2773"/>
                  <a:gd name="txB" fmla="*/ 738 h 738"/>
                </a:gdLst>
                <a:ahLst/>
                <a:cxnLst>
                  <a:cxn ang="0">
                    <a:pos x="1" y="0"/>
                  </a:cxn>
                  <a:cxn ang="0">
                    <a:pos x="0" y="1"/>
                  </a:cxn>
                  <a:cxn ang="0">
                    <a:pos x="1" y="1"/>
                  </a:cxn>
                  <a:cxn ang="0">
                    <a:pos x="1" y="1"/>
                  </a:cxn>
                  <a:cxn ang="0">
                    <a:pos x="1"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40092" name="Freeform 1353"/>
              <p:cNvSpPr/>
              <p:nvPr/>
            </p:nvSpPr>
            <p:spPr>
              <a:xfrm>
                <a:off x="3195" y="1755"/>
                <a:ext cx="429" cy="1187"/>
              </a:xfrm>
              <a:custGeom>
                <a:avLst/>
                <a:gdLst>
                  <a:gd name="txL" fmla="*/ 0 w 637"/>
                  <a:gd name="txT" fmla="*/ 0 h 1659"/>
                  <a:gd name="txR" fmla="*/ 637 w 637"/>
                  <a:gd name="txB" fmla="*/ 1659 h 1659"/>
                </a:gdLst>
                <a:ahLst/>
                <a:cxnLst>
                  <a:cxn ang="0">
                    <a:pos x="1" y="0"/>
                  </a:cxn>
                  <a:cxn ang="0">
                    <a:pos x="1" y="0"/>
                  </a:cxn>
                  <a:cxn ang="0">
                    <a:pos x="1" y="11"/>
                  </a:cxn>
                  <a:cxn ang="0">
                    <a:pos x="0" y="11"/>
                  </a:cxn>
                  <a:cxn ang="0">
                    <a:pos x="1"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40093" name="Freeform 1354"/>
              <p:cNvSpPr/>
              <p:nvPr/>
            </p:nvSpPr>
            <p:spPr>
              <a:xfrm>
                <a:off x="1734" y="2587"/>
                <a:ext cx="1494" cy="394"/>
              </a:xfrm>
              <a:custGeom>
                <a:avLst/>
                <a:gdLst>
                  <a:gd name="txL" fmla="*/ 0 w 2216"/>
                  <a:gd name="txT" fmla="*/ 0 h 550"/>
                  <a:gd name="txR" fmla="*/ 2216 w 2216"/>
                  <a:gd name="txB" fmla="*/ 550 h 550"/>
                </a:gdLst>
                <a:ahLst/>
                <a:cxnLst>
                  <a:cxn ang="0">
                    <a:pos x="0" y="0"/>
                  </a:cxn>
                  <a:cxn ang="0">
                    <a:pos x="1" y="1"/>
                  </a:cxn>
                  <a:cxn ang="0">
                    <a:pos x="6" y="4"/>
                  </a:cxn>
                  <a:cxn ang="0">
                    <a:pos x="6" y="3"/>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40094" name="Group 1355"/>
              <p:cNvGrpSpPr/>
              <p:nvPr/>
            </p:nvGrpSpPr>
            <p:grpSpPr>
              <a:xfrm>
                <a:off x="1709" y="3008"/>
                <a:ext cx="507" cy="234"/>
                <a:chOff x="1740" y="2642"/>
                <a:chExt cx="752" cy="327"/>
              </a:xfrm>
            </p:grpSpPr>
            <p:sp>
              <p:nvSpPr>
                <p:cNvPr id="40101" name="Freeform 1356"/>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40102" name="Freeform 1357"/>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40103" name="Freeform 1358"/>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40104" name="Freeform 1359"/>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40105" name="Freeform 1360"/>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40106" name="Freeform 1361"/>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40095" name="Freeform 1362"/>
              <p:cNvSpPr/>
              <p:nvPr/>
            </p:nvSpPr>
            <p:spPr>
              <a:xfrm>
                <a:off x="2577" y="3043"/>
                <a:ext cx="614" cy="514"/>
              </a:xfrm>
              <a:custGeom>
                <a:avLst/>
                <a:gdLst>
                  <a:gd name="txL" fmla="*/ 0 w 990"/>
                  <a:gd name="txT" fmla="*/ 0 h 792"/>
                  <a:gd name="txR" fmla="*/ 990 w 990"/>
                  <a:gd name="txB" fmla="*/ 792 h 792"/>
                </a:gdLst>
                <a:ahLst/>
                <a:cxnLst>
                  <a:cxn ang="0">
                    <a:pos x="1" y="1"/>
                  </a:cxn>
                  <a:cxn ang="0">
                    <a:pos x="1" y="0"/>
                  </a:cxn>
                  <a:cxn ang="0">
                    <a:pos x="1" y="1"/>
                  </a:cxn>
                  <a:cxn ang="0">
                    <a:pos x="0" y="1"/>
                  </a:cxn>
                  <a:cxn ang="0">
                    <a:pos x="1" y="1"/>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40096" name="Freeform 1363"/>
              <p:cNvSpPr/>
              <p:nvPr/>
            </p:nvSpPr>
            <p:spPr>
              <a:xfrm>
                <a:off x="1010" y="3084"/>
                <a:ext cx="1571" cy="469"/>
              </a:xfrm>
              <a:custGeom>
                <a:avLst/>
                <a:gdLst>
                  <a:gd name="txL" fmla="*/ 0 w 2532"/>
                  <a:gd name="txT" fmla="*/ 0 h 723"/>
                  <a:gd name="txR" fmla="*/ 2532 w 2532"/>
                  <a:gd name="txB" fmla="*/ 723 h 723"/>
                </a:gdLst>
                <a:ahLst/>
                <a:cxnLst>
                  <a:cxn ang="0">
                    <a:pos x="1" y="0"/>
                  </a:cxn>
                  <a:cxn ang="0">
                    <a:pos x="1" y="0"/>
                  </a:cxn>
                  <a:cxn ang="0">
                    <a:pos x="2" y="1"/>
                  </a:cxn>
                  <a:cxn ang="0">
                    <a:pos x="2"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0097" name="Freeform 1364"/>
              <p:cNvSpPr/>
              <p:nvPr/>
            </p:nvSpPr>
            <p:spPr>
              <a:xfrm>
                <a:off x="1011" y="2998"/>
                <a:ext cx="17" cy="95"/>
              </a:xfrm>
              <a:custGeom>
                <a:avLst/>
                <a:gdLst>
                  <a:gd name="txL" fmla="*/ 0 w 26"/>
                  <a:gd name="txT" fmla="*/ 0 h 147"/>
                  <a:gd name="txR" fmla="*/ 26 w 26"/>
                  <a:gd name="txB" fmla="*/ 147 h 147"/>
                </a:gdLst>
                <a:ahLst/>
                <a:cxnLst>
                  <a:cxn ang="0">
                    <a:pos x="1" y="1"/>
                  </a:cxn>
                  <a:cxn ang="0">
                    <a:pos x="1" y="1"/>
                  </a:cxn>
                  <a:cxn ang="0">
                    <a:pos x="0" y="1"/>
                  </a:cxn>
                  <a:cxn ang="0">
                    <a:pos x="1" y="0"/>
                  </a:cxn>
                  <a:cxn ang="0">
                    <a:pos x="1" y="1"/>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40098" name="Freeform 1365"/>
              <p:cNvSpPr/>
              <p:nvPr/>
            </p:nvSpPr>
            <p:spPr>
              <a:xfrm>
                <a:off x="1012" y="2611"/>
                <a:ext cx="730" cy="393"/>
              </a:xfrm>
              <a:custGeom>
                <a:avLst/>
                <a:gdLst>
                  <a:gd name="txL" fmla="*/ 0 w 1176"/>
                  <a:gd name="txT" fmla="*/ 0 h 606"/>
                  <a:gd name="txR" fmla="*/ 1176 w 1176"/>
                  <a:gd name="txB" fmla="*/ 606 h 606"/>
                </a:gdLst>
                <a:ahLst/>
                <a:cxnLst>
                  <a:cxn ang="0">
                    <a:pos x="1" y="0"/>
                  </a:cxn>
                  <a:cxn ang="0">
                    <a:pos x="0" y="1"/>
                  </a:cxn>
                  <a:cxn ang="0">
                    <a:pos x="1" y="1"/>
                  </a:cxn>
                  <a:cxn ang="0">
                    <a:pos x="1" y="1"/>
                  </a:cxn>
                  <a:cxn ang="0">
                    <a:pos x="1"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40099" name="Freeform 1366"/>
              <p:cNvSpPr/>
              <p:nvPr/>
            </p:nvSpPr>
            <p:spPr>
              <a:xfrm>
                <a:off x="1061" y="3018"/>
                <a:ext cx="1490" cy="451"/>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0100" name="Freeform 1367"/>
              <p:cNvSpPr/>
              <p:nvPr/>
            </p:nvSpPr>
            <p:spPr>
              <a:xfrm flipV="1">
                <a:off x="2549" y="2986"/>
                <a:ext cx="608" cy="467"/>
              </a:xfrm>
              <a:custGeom>
                <a:avLst/>
                <a:gdLst>
                  <a:gd name="txL" fmla="*/ 0 w 2532"/>
                  <a:gd name="txT" fmla="*/ 0 h 723"/>
                  <a:gd name="txR" fmla="*/ 2532 w 2532"/>
                  <a:gd name="txB" fmla="*/ 723 h 723"/>
                </a:gdLst>
                <a:ahLst/>
                <a:cxnLst>
                  <a:cxn ang="0">
                    <a:pos x="0" y="0"/>
                  </a:cxn>
                  <a:cxn ang="0">
                    <a:pos x="0" y="0"/>
                  </a:cxn>
                  <a:cxn ang="0">
                    <a:pos x="0" y="1"/>
                  </a:cxn>
                  <a:cxn ang="0">
                    <a:pos x="0" y="1"/>
                  </a:cxn>
                  <a:cxn ang="0">
                    <a:pos x="0" y="1"/>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40033" name="Group 1368"/>
            <p:cNvGrpSpPr/>
            <p:nvPr/>
          </p:nvGrpSpPr>
          <p:grpSpPr>
            <a:xfrm>
              <a:off x="3503" y="1916"/>
              <a:ext cx="280" cy="257"/>
              <a:chOff x="877" y="1008"/>
              <a:chExt cx="2747" cy="2591"/>
            </a:xfrm>
          </p:grpSpPr>
          <p:pic>
            <p:nvPicPr>
              <p:cNvPr id="40061" name="Picture 1369" descr="antenna_stylized"/>
              <p:cNvPicPr>
                <a:picLocks noChangeAspect="1"/>
              </p:cNvPicPr>
              <p:nvPr/>
            </p:nvPicPr>
            <p:blipFill>
              <a:blip r:embed="rId19"/>
              <a:stretch>
                <a:fillRect/>
              </a:stretch>
            </p:blipFill>
            <p:spPr>
              <a:xfrm>
                <a:off x="877" y="1008"/>
                <a:ext cx="2725" cy="1421"/>
              </a:xfrm>
              <a:prstGeom prst="rect">
                <a:avLst/>
              </a:prstGeom>
              <a:noFill/>
              <a:ln w="9525">
                <a:noFill/>
              </a:ln>
            </p:spPr>
          </p:pic>
          <p:pic>
            <p:nvPicPr>
              <p:cNvPr id="40062" name="Picture 1370" descr="laptop_keyboard"/>
              <p:cNvPicPr>
                <a:picLocks noChangeAspect="1"/>
              </p:cNvPicPr>
              <p:nvPr/>
            </p:nvPicPr>
            <p:blipFill>
              <a:blip r:embed="rId20"/>
              <a:stretch>
                <a:fillRect/>
              </a:stretch>
            </p:blipFill>
            <p:spPr>
              <a:xfrm rot="109064" flipH="1">
                <a:off x="1009" y="2586"/>
                <a:ext cx="2245" cy="1013"/>
              </a:xfrm>
              <a:prstGeom prst="rect">
                <a:avLst/>
              </a:prstGeom>
              <a:noFill/>
              <a:ln w="9525">
                <a:noFill/>
              </a:ln>
            </p:spPr>
          </p:pic>
          <p:sp>
            <p:nvSpPr>
              <p:cNvPr id="40063" name="Freeform 1371"/>
              <p:cNvSpPr/>
              <p:nvPr/>
            </p:nvSpPr>
            <p:spPr>
              <a:xfrm>
                <a:off x="1753" y="1603"/>
                <a:ext cx="1807" cy="1322"/>
              </a:xfrm>
              <a:custGeom>
                <a:avLst/>
                <a:gdLst>
                  <a:gd name="txL" fmla="*/ 0 w 2982"/>
                  <a:gd name="txT" fmla="*/ 0 h 2442"/>
                  <a:gd name="txR" fmla="*/ 2982 w 2982"/>
                  <a:gd name="txB" fmla="*/ 2442 h 2442"/>
                </a:gdLst>
                <a:ahLst/>
                <a:cxnLst>
                  <a:cxn ang="0">
                    <a:pos x="1" y="0"/>
                  </a:cxn>
                  <a:cxn ang="0">
                    <a:pos x="0" y="1"/>
                  </a:cxn>
                  <a:cxn ang="0">
                    <a:pos x="1" y="1"/>
                  </a:cxn>
                  <a:cxn ang="0">
                    <a:pos x="1" y="1"/>
                  </a:cxn>
                  <a:cxn ang="0">
                    <a:pos x="1"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40064" name="Picture 1372" descr="screen"/>
              <p:cNvPicPr>
                <a:picLocks noChangeAspect="1"/>
              </p:cNvPicPr>
              <p:nvPr/>
            </p:nvPicPr>
            <p:blipFill>
              <a:blip r:embed="rId21"/>
              <a:stretch>
                <a:fillRect/>
              </a:stretch>
            </p:blipFill>
            <p:spPr>
              <a:xfrm>
                <a:off x="1842" y="1637"/>
                <a:ext cx="1642" cy="1203"/>
              </a:xfrm>
              <a:prstGeom prst="rect">
                <a:avLst/>
              </a:prstGeom>
              <a:noFill/>
              <a:ln w="9525">
                <a:noFill/>
              </a:ln>
            </p:spPr>
          </p:pic>
          <p:sp>
            <p:nvSpPr>
              <p:cNvPr id="40065" name="Freeform 1373"/>
              <p:cNvSpPr/>
              <p:nvPr/>
            </p:nvSpPr>
            <p:spPr>
              <a:xfrm>
                <a:off x="2082" y="1564"/>
                <a:ext cx="1531" cy="246"/>
              </a:xfrm>
              <a:custGeom>
                <a:avLst/>
                <a:gdLst>
                  <a:gd name="txL" fmla="*/ 0 w 2528"/>
                  <a:gd name="txT" fmla="*/ 0 h 455"/>
                  <a:gd name="txR" fmla="*/ 2528 w 2528"/>
                  <a:gd name="txB" fmla="*/ 455 h 455"/>
                </a:gdLst>
                <a:ahLst/>
                <a:cxnLst>
                  <a:cxn ang="0">
                    <a:pos x="1" y="0"/>
                  </a:cxn>
                  <a:cxn ang="0">
                    <a:pos x="1" y="1"/>
                  </a:cxn>
                  <a:cxn ang="0">
                    <a:pos x="1" y="1"/>
                  </a:cxn>
                  <a:cxn ang="0">
                    <a:pos x="0" y="1"/>
                  </a:cxn>
                  <a:cxn ang="0">
                    <a:pos x="1"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40066" name="Freeform 1374"/>
              <p:cNvSpPr/>
              <p:nvPr/>
            </p:nvSpPr>
            <p:spPr>
              <a:xfrm>
                <a:off x="1737" y="1562"/>
                <a:ext cx="425" cy="1024"/>
              </a:xfrm>
              <a:custGeom>
                <a:avLst/>
                <a:gdLst>
                  <a:gd name="txL" fmla="*/ 0 w 702"/>
                  <a:gd name="txT" fmla="*/ 0 h 1893"/>
                  <a:gd name="txR" fmla="*/ 702 w 702"/>
                  <a:gd name="txB" fmla="*/ 1893 h 1893"/>
                </a:gdLst>
                <a:ahLst/>
                <a:cxnLst>
                  <a:cxn ang="0">
                    <a:pos x="1" y="0"/>
                  </a:cxn>
                  <a:cxn ang="0">
                    <a:pos x="0" y="1"/>
                  </a:cxn>
                  <a:cxn ang="0">
                    <a:pos x="1" y="1"/>
                  </a:cxn>
                  <a:cxn ang="0">
                    <a:pos x="1" y="1"/>
                  </a:cxn>
                  <a:cxn ang="0">
                    <a:pos x="1"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40067" name="Freeform 1375"/>
              <p:cNvSpPr/>
              <p:nvPr/>
            </p:nvSpPr>
            <p:spPr>
              <a:xfrm>
                <a:off x="3144" y="1745"/>
                <a:ext cx="458" cy="1182"/>
              </a:xfrm>
              <a:custGeom>
                <a:avLst/>
                <a:gdLst>
                  <a:gd name="txL" fmla="*/ 0 w 756"/>
                  <a:gd name="txT" fmla="*/ 0 h 2184"/>
                  <a:gd name="txR" fmla="*/ 756 w 756"/>
                  <a:gd name="txB" fmla="*/ 2184 h 2184"/>
                </a:gdLst>
                <a:ahLst/>
                <a:cxnLst>
                  <a:cxn ang="0">
                    <a:pos x="1" y="0"/>
                  </a:cxn>
                  <a:cxn ang="0">
                    <a:pos x="1" y="1"/>
                  </a:cxn>
                  <a:cxn ang="0">
                    <a:pos x="0" y="1"/>
                  </a:cxn>
                  <a:cxn ang="0">
                    <a:pos x="1" y="1"/>
                  </a:cxn>
                  <a:cxn ang="0">
                    <a:pos x="1"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40068" name="Freeform 1376"/>
              <p:cNvSpPr/>
              <p:nvPr/>
            </p:nvSpPr>
            <p:spPr>
              <a:xfrm>
                <a:off x="1732" y="2534"/>
                <a:ext cx="1680" cy="399"/>
              </a:xfrm>
              <a:custGeom>
                <a:avLst/>
                <a:gdLst>
                  <a:gd name="txL" fmla="*/ 0 w 2773"/>
                  <a:gd name="txT" fmla="*/ 0 h 738"/>
                  <a:gd name="txR" fmla="*/ 2773 w 2773"/>
                  <a:gd name="txB" fmla="*/ 738 h 738"/>
                </a:gdLst>
                <a:ahLst/>
                <a:cxnLst>
                  <a:cxn ang="0">
                    <a:pos x="1" y="0"/>
                  </a:cxn>
                  <a:cxn ang="0">
                    <a:pos x="0" y="1"/>
                  </a:cxn>
                  <a:cxn ang="0">
                    <a:pos x="1" y="1"/>
                  </a:cxn>
                  <a:cxn ang="0">
                    <a:pos x="1" y="1"/>
                  </a:cxn>
                  <a:cxn ang="0">
                    <a:pos x="1"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40069" name="Freeform 1377"/>
              <p:cNvSpPr/>
              <p:nvPr/>
            </p:nvSpPr>
            <p:spPr>
              <a:xfrm>
                <a:off x="3195" y="1755"/>
                <a:ext cx="429" cy="1187"/>
              </a:xfrm>
              <a:custGeom>
                <a:avLst/>
                <a:gdLst>
                  <a:gd name="txL" fmla="*/ 0 w 637"/>
                  <a:gd name="txT" fmla="*/ 0 h 1659"/>
                  <a:gd name="txR" fmla="*/ 637 w 637"/>
                  <a:gd name="txB" fmla="*/ 1659 h 1659"/>
                </a:gdLst>
                <a:ahLst/>
                <a:cxnLst>
                  <a:cxn ang="0">
                    <a:pos x="1" y="0"/>
                  </a:cxn>
                  <a:cxn ang="0">
                    <a:pos x="1" y="0"/>
                  </a:cxn>
                  <a:cxn ang="0">
                    <a:pos x="1" y="11"/>
                  </a:cxn>
                  <a:cxn ang="0">
                    <a:pos x="0" y="11"/>
                  </a:cxn>
                  <a:cxn ang="0">
                    <a:pos x="1"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40070" name="Freeform 1378"/>
              <p:cNvSpPr/>
              <p:nvPr/>
            </p:nvSpPr>
            <p:spPr>
              <a:xfrm>
                <a:off x="1734" y="2587"/>
                <a:ext cx="1494" cy="394"/>
              </a:xfrm>
              <a:custGeom>
                <a:avLst/>
                <a:gdLst>
                  <a:gd name="txL" fmla="*/ 0 w 2216"/>
                  <a:gd name="txT" fmla="*/ 0 h 550"/>
                  <a:gd name="txR" fmla="*/ 2216 w 2216"/>
                  <a:gd name="txB" fmla="*/ 550 h 550"/>
                </a:gdLst>
                <a:ahLst/>
                <a:cxnLst>
                  <a:cxn ang="0">
                    <a:pos x="0" y="0"/>
                  </a:cxn>
                  <a:cxn ang="0">
                    <a:pos x="1" y="1"/>
                  </a:cxn>
                  <a:cxn ang="0">
                    <a:pos x="6" y="4"/>
                  </a:cxn>
                  <a:cxn ang="0">
                    <a:pos x="6" y="3"/>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40071" name="Group 1379"/>
              <p:cNvGrpSpPr/>
              <p:nvPr/>
            </p:nvGrpSpPr>
            <p:grpSpPr>
              <a:xfrm>
                <a:off x="1709" y="3008"/>
                <a:ext cx="507" cy="234"/>
                <a:chOff x="1740" y="2642"/>
                <a:chExt cx="752" cy="327"/>
              </a:xfrm>
            </p:grpSpPr>
            <p:sp>
              <p:nvSpPr>
                <p:cNvPr id="40078" name="Freeform 1380"/>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40079" name="Freeform 1381"/>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40080" name="Freeform 1382"/>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40081" name="Freeform 1383"/>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40082" name="Freeform 1384"/>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40083" name="Freeform 1385"/>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40072" name="Freeform 1386"/>
              <p:cNvSpPr/>
              <p:nvPr/>
            </p:nvSpPr>
            <p:spPr>
              <a:xfrm>
                <a:off x="2577" y="3043"/>
                <a:ext cx="614" cy="514"/>
              </a:xfrm>
              <a:custGeom>
                <a:avLst/>
                <a:gdLst>
                  <a:gd name="txL" fmla="*/ 0 w 990"/>
                  <a:gd name="txT" fmla="*/ 0 h 792"/>
                  <a:gd name="txR" fmla="*/ 990 w 990"/>
                  <a:gd name="txB" fmla="*/ 792 h 792"/>
                </a:gdLst>
                <a:ahLst/>
                <a:cxnLst>
                  <a:cxn ang="0">
                    <a:pos x="1" y="1"/>
                  </a:cxn>
                  <a:cxn ang="0">
                    <a:pos x="1" y="0"/>
                  </a:cxn>
                  <a:cxn ang="0">
                    <a:pos x="1" y="1"/>
                  </a:cxn>
                  <a:cxn ang="0">
                    <a:pos x="0" y="1"/>
                  </a:cxn>
                  <a:cxn ang="0">
                    <a:pos x="1" y="1"/>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40073" name="Freeform 1387"/>
              <p:cNvSpPr/>
              <p:nvPr/>
            </p:nvSpPr>
            <p:spPr>
              <a:xfrm>
                <a:off x="1010" y="3084"/>
                <a:ext cx="1571" cy="469"/>
              </a:xfrm>
              <a:custGeom>
                <a:avLst/>
                <a:gdLst>
                  <a:gd name="txL" fmla="*/ 0 w 2532"/>
                  <a:gd name="txT" fmla="*/ 0 h 723"/>
                  <a:gd name="txR" fmla="*/ 2532 w 2532"/>
                  <a:gd name="txB" fmla="*/ 723 h 723"/>
                </a:gdLst>
                <a:ahLst/>
                <a:cxnLst>
                  <a:cxn ang="0">
                    <a:pos x="1" y="0"/>
                  </a:cxn>
                  <a:cxn ang="0">
                    <a:pos x="1" y="0"/>
                  </a:cxn>
                  <a:cxn ang="0">
                    <a:pos x="2" y="1"/>
                  </a:cxn>
                  <a:cxn ang="0">
                    <a:pos x="2"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0074" name="Freeform 1388"/>
              <p:cNvSpPr/>
              <p:nvPr/>
            </p:nvSpPr>
            <p:spPr>
              <a:xfrm>
                <a:off x="1011" y="2998"/>
                <a:ext cx="17" cy="95"/>
              </a:xfrm>
              <a:custGeom>
                <a:avLst/>
                <a:gdLst>
                  <a:gd name="txL" fmla="*/ 0 w 26"/>
                  <a:gd name="txT" fmla="*/ 0 h 147"/>
                  <a:gd name="txR" fmla="*/ 26 w 26"/>
                  <a:gd name="txB" fmla="*/ 147 h 147"/>
                </a:gdLst>
                <a:ahLst/>
                <a:cxnLst>
                  <a:cxn ang="0">
                    <a:pos x="1" y="1"/>
                  </a:cxn>
                  <a:cxn ang="0">
                    <a:pos x="1" y="1"/>
                  </a:cxn>
                  <a:cxn ang="0">
                    <a:pos x="0" y="1"/>
                  </a:cxn>
                  <a:cxn ang="0">
                    <a:pos x="1" y="0"/>
                  </a:cxn>
                  <a:cxn ang="0">
                    <a:pos x="1" y="1"/>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40075" name="Freeform 1389"/>
              <p:cNvSpPr/>
              <p:nvPr/>
            </p:nvSpPr>
            <p:spPr>
              <a:xfrm>
                <a:off x="1012" y="2611"/>
                <a:ext cx="730" cy="393"/>
              </a:xfrm>
              <a:custGeom>
                <a:avLst/>
                <a:gdLst>
                  <a:gd name="txL" fmla="*/ 0 w 1176"/>
                  <a:gd name="txT" fmla="*/ 0 h 606"/>
                  <a:gd name="txR" fmla="*/ 1176 w 1176"/>
                  <a:gd name="txB" fmla="*/ 606 h 606"/>
                </a:gdLst>
                <a:ahLst/>
                <a:cxnLst>
                  <a:cxn ang="0">
                    <a:pos x="1" y="0"/>
                  </a:cxn>
                  <a:cxn ang="0">
                    <a:pos x="0" y="1"/>
                  </a:cxn>
                  <a:cxn ang="0">
                    <a:pos x="1" y="1"/>
                  </a:cxn>
                  <a:cxn ang="0">
                    <a:pos x="1" y="1"/>
                  </a:cxn>
                  <a:cxn ang="0">
                    <a:pos x="1"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40076" name="Freeform 1390"/>
              <p:cNvSpPr/>
              <p:nvPr/>
            </p:nvSpPr>
            <p:spPr>
              <a:xfrm>
                <a:off x="1061" y="3018"/>
                <a:ext cx="1490" cy="451"/>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0077" name="Freeform 1391"/>
              <p:cNvSpPr/>
              <p:nvPr/>
            </p:nvSpPr>
            <p:spPr>
              <a:xfrm flipV="1">
                <a:off x="2549" y="2986"/>
                <a:ext cx="608" cy="467"/>
              </a:xfrm>
              <a:custGeom>
                <a:avLst/>
                <a:gdLst>
                  <a:gd name="txL" fmla="*/ 0 w 2532"/>
                  <a:gd name="txT" fmla="*/ 0 h 723"/>
                  <a:gd name="txR" fmla="*/ 2532 w 2532"/>
                  <a:gd name="txB" fmla="*/ 723 h 723"/>
                </a:gdLst>
                <a:ahLst/>
                <a:cxnLst>
                  <a:cxn ang="0">
                    <a:pos x="0" y="0"/>
                  </a:cxn>
                  <a:cxn ang="0">
                    <a:pos x="0" y="0"/>
                  </a:cxn>
                  <a:cxn ang="0">
                    <a:pos x="0" y="1"/>
                  </a:cxn>
                  <a:cxn ang="0">
                    <a:pos x="0" y="1"/>
                  </a:cxn>
                  <a:cxn ang="0">
                    <a:pos x="0" y="1"/>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40034" name="Group 1392"/>
            <p:cNvGrpSpPr/>
            <p:nvPr/>
          </p:nvGrpSpPr>
          <p:grpSpPr>
            <a:xfrm flipH="1">
              <a:off x="3742" y="2030"/>
              <a:ext cx="261" cy="235"/>
              <a:chOff x="2839" y="3501"/>
              <a:chExt cx="755" cy="803"/>
            </a:xfrm>
          </p:grpSpPr>
          <p:pic>
            <p:nvPicPr>
              <p:cNvPr id="40059" name="Picture 1393" descr="desktop_computer_stylized_medium"/>
              <p:cNvPicPr>
                <a:picLocks noChangeAspect="1"/>
              </p:cNvPicPr>
              <p:nvPr/>
            </p:nvPicPr>
            <p:blipFill>
              <a:blip r:embed="rId7"/>
              <a:stretch>
                <a:fillRect/>
              </a:stretch>
            </p:blipFill>
            <p:spPr>
              <a:xfrm>
                <a:off x="2839" y="3501"/>
                <a:ext cx="755" cy="803"/>
              </a:xfrm>
              <a:prstGeom prst="rect">
                <a:avLst/>
              </a:prstGeom>
              <a:noFill/>
              <a:ln w="9525">
                <a:noFill/>
              </a:ln>
            </p:spPr>
          </p:pic>
          <p:sp>
            <p:nvSpPr>
              <p:cNvPr id="40060" name="Freeform 1394"/>
              <p:cNvSpPr/>
              <p:nvPr/>
            </p:nvSpPr>
            <p:spPr>
              <a:xfrm>
                <a:off x="2916" y="3578"/>
                <a:ext cx="356" cy="368"/>
              </a:xfrm>
              <a:custGeom>
                <a:avLst/>
                <a:gdLst>
                  <a:gd name="txL" fmla="*/ 0 w 356"/>
                  <a:gd name="txT" fmla="*/ 0 h 368"/>
                  <a:gd name="txR" fmla="*/ 356 w 356"/>
                  <a:gd name="txB" fmla="*/ 368 h 368"/>
                </a:gdLst>
                <a:ahLst/>
                <a:cxnLst>
                  <a:cxn ang="0">
                    <a:pos x="0" y="0"/>
                  </a:cxn>
                  <a:cxn ang="0">
                    <a:pos x="300" y="14"/>
                  </a:cxn>
                  <a:cxn ang="0">
                    <a:pos x="356" y="294"/>
                  </a:cxn>
                  <a:cxn ang="0">
                    <a:pos x="78" y="368"/>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40035" name="Group 1395"/>
            <p:cNvGrpSpPr/>
            <p:nvPr/>
          </p:nvGrpSpPr>
          <p:grpSpPr>
            <a:xfrm>
              <a:off x="4603" y="3416"/>
              <a:ext cx="299" cy="257"/>
              <a:chOff x="877" y="1008"/>
              <a:chExt cx="2747" cy="2591"/>
            </a:xfrm>
          </p:grpSpPr>
          <p:pic>
            <p:nvPicPr>
              <p:cNvPr id="40036" name="Picture 1396" descr="antenna_stylized"/>
              <p:cNvPicPr>
                <a:picLocks noChangeAspect="1"/>
              </p:cNvPicPr>
              <p:nvPr/>
            </p:nvPicPr>
            <p:blipFill>
              <a:blip r:embed="rId16"/>
              <a:stretch>
                <a:fillRect/>
              </a:stretch>
            </p:blipFill>
            <p:spPr>
              <a:xfrm>
                <a:off x="877" y="1008"/>
                <a:ext cx="2725" cy="1421"/>
              </a:xfrm>
              <a:prstGeom prst="rect">
                <a:avLst/>
              </a:prstGeom>
              <a:noFill/>
              <a:ln w="9525">
                <a:noFill/>
              </a:ln>
            </p:spPr>
          </p:pic>
          <p:pic>
            <p:nvPicPr>
              <p:cNvPr id="40037" name="Picture 1397" descr="laptop_keyboard"/>
              <p:cNvPicPr>
                <a:picLocks noChangeAspect="1"/>
              </p:cNvPicPr>
              <p:nvPr/>
            </p:nvPicPr>
            <p:blipFill>
              <a:blip r:embed="rId17"/>
              <a:stretch>
                <a:fillRect/>
              </a:stretch>
            </p:blipFill>
            <p:spPr>
              <a:xfrm rot="109064" flipH="1">
                <a:off x="1009" y="2586"/>
                <a:ext cx="2245" cy="1013"/>
              </a:xfrm>
              <a:prstGeom prst="rect">
                <a:avLst/>
              </a:prstGeom>
              <a:noFill/>
              <a:ln w="9525">
                <a:noFill/>
              </a:ln>
            </p:spPr>
          </p:pic>
          <p:sp>
            <p:nvSpPr>
              <p:cNvPr id="40038" name="Freeform 1398"/>
              <p:cNvSpPr/>
              <p:nvPr/>
            </p:nvSpPr>
            <p:spPr>
              <a:xfrm>
                <a:off x="1753" y="1603"/>
                <a:ext cx="1807" cy="1322"/>
              </a:xfrm>
              <a:custGeom>
                <a:avLst/>
                <a:gdLst>
                  <a:gd name="txL" fmla="*/ 0 w 2982"/>
                  <a:gd name="txT" fmla="*/ 0 h 2442"/>
                  <a:gd name="txR" fmla="*/ 2982 w 2982"/>
                  <a:gd name="txB" fmla="*/ 2442 h 2442"/>
                </a:gdLst>
                <a:ahLst/>
                <a:cxnLst>
                  <a:cxn ang="0">
                    <a:pos x="1" y="0"/>
                  </a:cxn>
                  <a:cxn ang="0">
                    <a:pos x="0" y="1"/>
                  </a:cxn>
                  <a:cxn ang="0">
                    <a:pos x="1" y="1"/>
                  </a:cxn>
                  <a:cxn ang="0">
                    <a:pos x="1" y="1"/>
                  </a:cxn>
                  <a:cxn ang="0">
                    <a:pos x="1"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40039" name="Picture 1399" descr="screen"/>
              <p:cNvPicPr>
                <a:picLocks noChangeAspect="1"/>
              </p:cNvPicPr>
              <p:nvPr/>
            </p:nvPicPr>
            <p:blipFill>
              <a:blip r:embed="rId18"/>
              <a:stretch>
                <a:fillRect/>
              </a:stretch>
            </p:blipFill>
            <p:spPr>
              <a:xfrm>
                <a:off x="1842" y="1637"/>
                <a:ext cx="1642" cy="1203"/>
              </a:xfrm>
              <a:prstGeom prst="rect">
                <a:avLst/>
              </a:prstGeom>
              <a:noFill/>
              <a:ln w="9525">
                <a:noFill/>
              </a:ln>
            </p:spPr>
          </p:pic>
          <p:sp>
            <p:nvSpPr>
              <p:cNvPr id="40040" name="Freeform 1400"/>
              <p:cNvSpPr/>
              <p:nvPr/>
            </p:nvSpPr>
            <p:spPr>
              <a:xfrm>
                <a:off x="2082" y="1564"/>
                <a:ext cx="1531" cy="246"/>
              </a:xfrm>
              <a:custGeom>
                <a:avLst/>
                <a:gdLst>
                  <a:gd name="txL" fmla="*/ 0 w 2528"/>
                  <a:gd name="txT" fmla="*/ 0 h 455"/>
                  <a:gd name="txR" fmla="*/ 2528 w 2528"/>
                  <a:gd name="txB" fmla="*/ 455 h 455"/>
                </a:gdLst>
                <a:ahLst/>
                <a:cxnLst>
                  <a:cxn ang="0">
                    <a:pos x="1" y="0"/>
                  </a:cxn>
                  <a:cxn ang="0">
                    <a:pos x="1" y="1"/>
                  </a:cxn>
                  <a:cxn ang="0">
                    <a:pos x="1" y="1"/>
                  </a:cxn>
                  <a:cxn ang="0">
                    <a:pos x="0" y="1"/>
                  </a:cxn>
                  <a:cxn ang="0">
                    <a:pos x="1"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40041" name="Freeform 1401"/>
              <p:cNvSpPr/>
              <p:nvPr/>
            </p:nvSpPr>
            <p:spPr>
              <a:xfrm>
                <a:off x="1737" y="1562"/>
                <a:ext cx="425" cy="1024"/>
              </a:xfrm>
              <a:custGeom>
                <a:avLst/>
                <a:gdLst>
                  <a:gd name="txL" fmla="*/ 0 w 702"/>
                  <a:gd name="txT" fmla="*/ 0 h 1893"/>
                  <a:gd name="txR" fmla="*/ 702 w 702"/>
                  <a:gd name="txB" fmla="*/ 1893 h 1893"/>
                </a:gdLst>
                <a:ahLst/>
                <a:cxnLst>
                  <a:cxn ang="0">
                    <a:pos x="1" y="0"/>
                  </a:cxn>
                  <a:cxn ang="0">
                    <a:pos x="0" y="1"/>
                  </a:cxn>
                  <a:cxn ang="0">
                    <a:pos x="1" y="1"/>
                  </a:cxn>
                  <a:cxn ang="0">
                    <a:pos x="1" y="1"/>
                  </a:cxn>
                  <a:cxn ang="0">
                    <a:pos x="1"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40042" name="Freeform 1402"/>
              <p:cNvSpPr/>
              <p:nvPr/>
            </p:nvSpPr>
            <p:spPr>
              <a:xfrm>
                <a:off x="3144" y="1745"/>
                <a:ext cx="458" cy="1182"/>
              </a:xfrm>
              <a:custGeom>
                <a:avLst/>
                <a:gdLst>
                  <a:gd name="txL" fmla="*/ 0 w 756"/>
                  <a:gd name="txT" fmla="*/ 0 h 2184"/>
                  <a:gd name="txR" fmla="*/ 756 w 756"/>
                  <a:gd name="txB" fmla="*/ 2184 h 2184"/>
                </a:gdLst>
                <a:ahLst/>
                <a:cxnLst>
                  <a:cxn ang="0">
                    <a:pos x="1" y="0"/>
                  </a:cxn>
                  <a:cxn ang="0">
                    <a:pos x="1" y="1"/>
                  </a:cxn>
                  <a:cxn ang="0">
                    <a:pos x="0" y="1"/>
                  </a:cxn>
                  <a:cxn ang="0">
                    <a:pos x="1" y="1"/>
                  </a:cxn>
                  <a:cxn ang="0">
                    <a:pos x="1"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40043" name="Freeform 1403"/>
              <p:cNvSpPr/>
              <p:nvPr/>
            </p:nvSpPr>
            <p:spPr>
              <a:xfrm>
                <a:off x="1732" y="2534"/>
                <a:ext cx="1680" cy="399"/>
              </a:xfrm>
              <a:custGeom>
                <a:avLst/>
                <a:gdLst>
                  <a:gd name="txL" fmla="*/ 0 w 2773"/>
                  <a:gd name="txT" fmla="*/ 0 h 738"/>
                  <a:gd name="txR" fmla="*/ 2773 w 2773"/>
                  <a:gd name="txB" fmla="*/ 738 h 738"/>
                </a:gdLst>
                <a:ahLst/>
                <a:cxnLst>
                  <a:cxn ang="0">
                    <a:pos x="1" y="0"/>
                  </a:cxn>
                  <a:cxn ang="0">
                    <a:pos x="0" y="1"/>
                  </a:cxn>
                  <a:cxn ang="0">
                    <a:pos x="1" y="1"/>
                  </a:cxn>
                  <a:cxn ang="0">
                    <a:pos x="1" y="1"/>
                  </a:cxn>
                  <a:cxn ang="0">
                    <a:pos x="1"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40044" name="Freeform 1404"/>
              <p:cNvSpPr/>
              <p:nvPr/>
            </p:nvSpPr>
            <p:spPr>
              <a:xfrm>
                <a:off x="3195" y="1755"/>
                <a:ext cx="429" cy="1187"/>
              </a:xfrm>
              <a:custGeom>
                <a:avLst/>
                <a:gdLst>
                  <a:gd name="txL" fmla="*/ 0 w 637"/>
                  <a:gd name="txT" fmla="*/ 0 h 1659"/>
                  <a:gd name="txR" fmla="*/ 637 w 637"/>
                  <a:gd name="txB" fmla="*/ 1659 h 1659"/>
                </a:gdLst>
                <a:ahLst/>
                <a:cxnLst>
                  <a:cxn ang="0">
                    <a:pos x="1" y="0"/>
                  </a:cxn>
                  <a:cxn ang="0">
                    <a:pos x="1" y="0"/>
                  </a:cxn>
                  <a:cxn ang="0">
                    <a:pos x="1" y="11"/>
                  </a:cxn>
                  <a:cxn ang="0">
                    <a:pos x="0" y="11"/>
                  </a:cxn>
                  <a:cxn ang="0">
                    <a:pos x="1"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40045" name="Freeform 1405"/>
              <p:cNvSpPr/>
              <p:nvPr/>
            </p:nvSpPr>
            <p:spPr>
              <a:xfrm>
                <a:off x="1734" y="2587"/>
                <a:ext cx="1494" cy="394"/>
              </a:xfrm>
              <a:custGeom>
                <a:avLst/>
                <a:gdLst>
                  <a:gd name="txL" fmla="*/ 0 w 2216"/>
                  <a:gd name="txT" fmla="*/ 0 h 550"/>
                  <a:gd name="txR" fmla="*/ 2216 w 2216"/>
                  <a:gd name="txB" fmla="*/ 550 h 550"/>
                </a:gdLst>
                <a:ahLst/>
                <a:cxnLst>
                  <a:cxn ang="0">
                    <a:pos x="0" y="0"/>
                  </a:cxn>
                  <a:cxn ang="0">
                    <a:pos x="1" y="1"/>
                  </a:cxn>
                  <a:cxn ang="0">
                    <a:pos x="6" y="4"/>
                  </a:cxn>
                  <a:cxn ang="0">
                    <a:pos x="6" y="3"/>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40046" name="Group 1406"/>
              <p:cNvGrpSpPr/>
              <p:nvPr/>
            </p:nvGrpSpPr>
            <p:grpSpPr>
              <a:xfrm>
                <a:off x="1709" y="3008"/>
                <a:ext cx="507" cy="234"/>
                <a:chOff x="1740" y="2642"/>
                <a:chExt cx="752" cy="327"/>
              </a:xfrm>
            </p:grpSpPr>
            <p:sp>
              <p:nvSpPr>
                <p:cNvPr id="40053" name="Freeform 1407"/>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40054" name="Freeform 1408"/>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40055" name="Freeform 1409"/>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40056" name="Freeform 1410"/>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40057" name="Freeform 1411"/>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40058" name="Freeform 1412"/>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40047" name="Freeform 1413"/>
              <p:cNvSpPr/>
              <p:nvPr/>
            </p:nvSpPr>
            <p:spPr>
              <a:xfrm>
                <a:off x="2577" y="3043"/>
                <a:ext cx="614" cy="514"/>
              </a:xfrm>
              <a:custGeom>
                <a:avLst/>
                <a:gdLst>
                  <a:gd name="txL" fmla="*/ 0 w 990"/>
                  <a:gd name="txT" fmla="*/ 0 h 792"/>
                  <a:gd name="txR" fmla="*/ 990 w 990"/>
                  <a:gd name="txB" fmla="*/ 792 h 792"/>
                </a:gdLst>
                <a:ahLst/>
                <a:cxnLst>
                  <a:cxn ang="0">
                    <a:pos x="1" y="1"/>
                  </a:cxn>
                  <a:cxn ang="0">
                    <a:pos x="1" y="0"/>
                  </a:cxn>
                  <a:cxn ang="0">
                    <a:pos x="1" y="1"/>
                  </a:cxn>
                  <a:cxn ang="0">
                    <a:pos x="0" y="1"/>
                  </a:cxn>
                  <a:cxn ang="0">
                    <a:pos x="1" y="1"/>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40048" name="Freeform 1414"/>
              <p:cNvSpPr/>
              <p:nvPr/>
            </p:nvSpPr>
            <p:spPr>
              <a:xfrm>
                <a:off x="1010" y="3084"/>
                <a:ext cx="1571" cy="469"/>
              </a:xfrm>
              <a:custGeom>
                <a:avLst/>
                <a:gdLst>
                  <a:gd name="txL" fmla="*/ 0 w 2532"/>
                  <a:gd name="txT" fmla="*/ 0 h 723"/>
                  <a:gd name="txR" fmla="*/ 2532 w 2532"/>
                  <a:gd name="txB" fmla="*/ 723 h 723"/>
                </a:gdLst>
                <a:ahLst/>
                <a:cxnLst>
                  <a:cxn ang="0">
                    <a:pos x="1" y="0"/>
                  </a:cxn>
                  <a:cxn ang="0">
                    <a:pos x="1" y="0"/>
                  </a:cxn>
                  <a:cxn ang="0">
                    <a:pos x="2" y="1"/>
                  </a:cxn>
                  <a:cxn ang="0">
                    <a:pos x="2"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0049" name="Freeform 1415"/>
              <p:cNvSpPr/>
              <p:nvPr/>
            </p:nvSpPr>
            <p:spPr>
              <a:xfrm>
                <a:off x="1011" y="2998"/>
                <a:ext cx="17" cy="95"/>
              </a:xfrm>
              <a:custGeom>
                <a:avLst/>
                <a:gdLst>
                  <a:gd name="txL" fmla="*/ 0 w 26"/>
                  <a:gd name="txT" fmla="*/ 0 h 147"/>
                  <a:gd name="txR" fmla="*/ 26 w 26"/>
                  <a:gd name="txB" fmla="*/ 147 h 147"/>
                </a:gdLst>
                <a:ahLst/>
                <a:cxnLst>
                  <a:cxn ang="0">
                    <a:pos x="1" y="1"/>
                  </a:cxn>
                  <a:cxn ang="0">
                    <a:pos x="1" y="1"/>
                  </a:cxn>
                  <a:cxn ang="0">
                    <a:pos x="0" y="1"/>
                  </a:cxn>
                  <a:cxn ang="0">
                    <a:pos x="1" y="0"/>
                  </a:cxn>
                  <a:cxn ang="0">
                    <a:pos x="1" y="1"/>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40050" name="Freeform 1416"/>
              <p:cNvSpPr/>
              <p:nvPr/>
            </p:nvSpPr>
            <p:spPr>
              <a:xfrm>
                <a:off x="1012" y="2611"/>
                <a:ext cx="730" cy="393"/>
              </a:xfrm>
              <a:custGeom>
                <a:avLst/>
                <a:gdLst>
                  <a:gd name="txL" fmla="*/ 0 w 1176"/>
                  <a:gd name="txT" fmla="*/ 0 h 606"/>
                  <a:gd name="txR" fmla="*/ 1176 w 1176"/>
                  <a:gd name="txB" fmla="*/ 606 h 606"/>
                </a:gdLst>
                <a:ahLst/>
                <a:cxnLst>
                  <a:cxn ang="0">
                    <a:pos x="1" y="0"/>
                  </a:cxn>
                  <a:cxn ang="0">
                    <a:pos x="0" y="1"/>
                  </a:cxn>
                  <a:cxn ang="0">
                    <a:pos x="1" y="1"/>
                  </a:cxn>
                  <a:cxn ang="0">
                    <a:pos x="1" y="1"/>
                  </a:cxn>
                  <a:cxn ang="0">
                    <a:pos x="1"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40051" name="Freeform 1417"/>
              <p:cNvSpPr/>
              <p:nvPr/>
            </p:nvSpPr>
            <p:spPr>
              <a:xfrm>
                <a:off x="1061" y="3018"/>
                <a:ext cx="1490" cy="451"/>
              </a:xfrm>
              <a:custGeom>
                <a:avLst/>
                <a:gdLst>
                  <a:gd name="txL" fmla="*/ 0 w 2532"/>
                  <a:gd name="txT" fmla="*/ 0 h 723"/>
                  <a:gd name="txR" fmla="*/ 2532 w 2532"/>
                  <a:gd name="txB" fmla="*/ 723 h 723"/>
                </a:gdLst>
                <a:ahLst/>
                <a:cxnLst>
                  <a:cxn ang="0">
                    <a:pos x="1" y="0"/>
                  </a:cxn>
                  <a:cxn ang="0">
                    <a:pos x="1" y="0"/>
                  </a:cxn>
                  <a:cxn ang="0">
                    <a:pos x="1" y="1"/>
                  </a:cxn>
                  <a:cxn ang="0">
                    <a:pos x="1" y="1"/>
                  </a:cxn>
                  <a:cxn ang="0">
                    <a:pos x="0" y="1"/>
                  </a:cxn>
                  <a:cxn ang="0">
                    <a:pos x="1"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40052" name="Freeform 1418"/>
              <p:cNvSpPr/>
              <p:nvPr/>
            </p:nvSpPr>
            <p:spPr>
              <a:xfrm flipV="1">
                <a:off x="2549" y="2986"/>
                <a:ext cx="608" cy="467"/>
              </a:xfrm>
              <a:custGeom>
                <a:avLst/>
                <a:gdLst>
                  <a:gd name="txL" fmla="*/ 0 w 2532"/>
                  <a:gd name="txT" fmla="*/ 0 h 723"/>
                  <a:gd name="txR" fmla="*/ 2532 w 2532"/>
                  <a:gd name="txB" fmla="*/ 723 h 723"/>
                </a:gdLst>
                <a:ahLst/>
                <a:cxnLst>
                  <a:cxn ang="0">
                    <a:pos x="0" y="0"/>
                  </a:cxn>
                  <a:cxn ang="0">
                    <a:pos x="0" y="0"/>
                  </a:cxn>
                  <a:cxn ang="0">
                    <a:pos x="0" y="1"/>
                  </a:cxn>
                  <a:cxn ang="0">
                    <a:pos x="0" y="1"/>
                  </a:cxn>
                  <a:cxn ang="0">
                    <a:pos x="0" y="1"/>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sp>
        <p:nvSpPr>
          <p:cNvPr id="35729" name="Line 913"/>
          <p:cNvSpPr/>
          <p:nvPr/>
        </p:nvSpPr>
        <p:spPr>
          <a:xfrm>
            <a:off x="6850063" y="3786188"/>
            <a:ext cx="1290637" cy="541337"/>
          </a:xfrm>
          <a:prstGeom prst="line">
            <a:avLst/>
          </a:prstGeom>
          <a:ln w="76200" cap="flat" cmpd="sng">
            <a:solidFill>
              <a:srgbClr val="CC0000"/>
            </a:solidFill>
            <a:prstDash val="solid"/>
            <a:headEnd type="triangle" w="med" len="med"/>
            <a:tailEnd type="triangle" w="med" len="med"/>
          </a:ln>
        </p:spPr>
      </p:sp>
      <p:pic>
        <p:nvPicPr>
          <p:cNvPr id="39941" name="Picture 616" descr="underline_base"/>
          <p:cNvPicPr/>
          <p:nvPr/>
        </p:nvPicPr>
        <p:blipFill>
          <a:blip r:embed="rId22"/>
          <a:stretch>
            <a:fillRect/>
          </a:stretch>
        </p:blipFill>
        <p:spPr>
          <a:xfrm>
            <a:off x="417513" y="766763"/>
            <a:ext cx="5027612" cy="173037"/>
          </a:xfrm>
          <a:prstGeom prst="rect">
            <a:avLst/>
          </a:prstGeom>
          <a:noFill/>
          <a:ln w="9525">
            <a:noFill/>
          </a:ln>
        </p:spPr>
      </p:pic>
      <p:sp>
        <p:nvSpPr>
          <p:cNvPr id="35727" name="Line 911"/>
          <p:cNvSpPr/>
          <p:nvPr/>
        </p:nvSpPr>
        <p:spPr>
          <a:xfrm>
            <a:off x="6945313" y="660400"/>
            <a:ext cx="1700212" cy="3386138"/>
          </a:xfrm>
          <a:prstGeom prst="line">
            <a:avLst/>
          </a:prstGeom>
          <a:ln w="76200" cap="flat" cmpd="sng">
            <a:solidFill>
              <a:srgbClr val="CC0000"/>
            </a:solidFill>
            <a:prstDash val="solid"/>
            <a:headEnd type="triangle" w="med" len="med"/>
            <a:tailEnd type="triangle" w="med" len="med"/>
          </a:ln>
        </p:spPr>
      </p:sp>
      <p:sp>
        <p:nvSpPr>
          <p:cNvPr id="39943" name="Rectangle 2"/>
          <p:cNvSpPr>
            <a:spLocks noGrp="1"/>
          </p:cNvSpPr>
          <p:nvPr>
            <p:ph type="title" idx="4294967295"/>
          </p:nvPr>
        </p:nvSpPr>
        <p:spPr>
          <a:xfrm>
            <a:off x="295275" y="0"/>
            <a:ext cx="8382000" cy="1041400"/>
          </a:xfrm>
        </p:spPr>
        <p:txBody>
          <a:bodyPr vert="horz" wrap="square" lIns="91440" tIns="45720" rIns="91440" bIns="45720" anchor="ctr" anchorCtr="0"/>
          <a:lstStyle/>
          <a:p>
            <a:r>
              <a:rPr lang="en-US" altLang="zh-CN" sz="4000" dirty="0"/>
              <a:t>Creating a network app</a:t>
            </a:r>
          </a:p>
        </p:txBody>
      </p:sp>
      <p:sp>
        <p:nvSpPr>
          <p:cNvPr id="39944" name="Rectangle 3"/>
          <p:cNvSpPr>
            <a:spLocks noGrp="1"/>
          </p:cNvSpPr>
          <p:nvPr>
            <p:ph type="body" sz="half" idx="4294967295"/>
          </p:nvPr>
        </p:nvSpPr>
        <p:spPr>
          <a:xfrm>
            <a:off x="478155" y="1146175"/>
            <a:ext cx="4646930" cy="5114925"/>
          </a:xfrm>
        </p:spPr>
        <p:txBody>
          <a:bodyPr vert="horz" wrap="square" lIns="91440" tIns="45720" rIns="91440" bIns="45720" anchor="t" anchorCtr="0"/>
          <a:lstStyle>
            <a:lvl1pPr lvl="0">
              <a:buClr>
                <a:srgbClr val="000099"/>
              </a:buClr>
              <a:buSzPct val="100000"/>
              <a:buFont typeface="Wingdings" panose="05000000000000000000" pitchFamily="2" charset="2"/>
              <a:defRPr sz="2400"/>
            </a:lvl1pPr>
            <a:lvl2pPr lvl="1">
              <a:buClr>
                <a:srgbClr val="000099"/>
              </a:buClr>
              <a:buSzTx/>
              <a:buFont typeface="Arial" panose="020B0604020202090204" pitchFamily="34" charset="0"/>
              <a:defRPr sz="2000"/>
            </a:lvl2pPr>
            <a:lvl3pPr lvl="2">
              <a:buClrTx/>
              <a:buSzTx/>
              <a:buFontTx/>
              <a:defRPr sz="1800"/>
            </a:lvl3pPr>
            <a:lvl4pPr lvl="3">
              <a:buClrTx/>
              <a:buSzTx/>
              <a:buFontTx/>
              <a:defRPr sz="1800"/>
            </a:lvl4pPr>
            <a:lvl5pPr lvl="4">
              <a:buClrTx/>
              <a:buSzTx/>
              <a:buFontTx/>
              <a:defRPr sz="1800"/>
            </a:lvl5pPr>
          </a:lstStyle>
          <a:p>
            <a:pPr lvl="0">
              <a:buNone/>
            </a:pPr>
            <a:r>
              <a:rPr lang="en-US" altLang="zh-CN" sz="2800" dirty="0">
                <a:solidFill>
                  <a:srgbClr val="CC0000"/>
                </a:solidFill>
              </a:rPr>
              <a:t>write programs that:</a:t>
            </a:r>
          </a:p>
          <a:p>
            <a:pPr lvl="0"/>
            <a:r>
              <a:rPr lang="en-US" altLang="zh-CN" dirty="0"/>
              <a:t>run on (different) </a:t>
            </a:r>
            <a:r>
              <a:rPr lang="en-US" altLang="zh-CN" i="1" dirty="0"/>
              <a:t>end systems</a:t>
            </a:r>
          </a:p>
          <a:p>
            <a:pPr lvl="0"/>
            <a:r>
              <a:rPr lang="en-US" altLang="zh-CN" dirty="0"/>
              <a:t>communicate over network</a:t>
            </a:r>
          </a:p>
          <a:p>
            <a:pPr lvl="0"/>
            <a:r>
              <a:rPr lang="en-US" altLang="zh-CN" dirty="0"/>
              <a:t>e.g., web server software communicates with browser software</a:t>
            </a:r>
          </a:p>
          <a:p>
            <a:pPr marL="0" lvl="0" indent="0">
              <a:spcBef>
                <a:spcPct val="80000"/>
              </a:spcBef>
              <a:buNone/>
            </a:pPr>
            <a:r>
              <a:rPr lang="en-US" altLang="zh-CN" sz="2800" dirty="0">
                <a:solidFill>
                  <a:srgbClr val="CC0000"/>
                </a:solidFill>
              </a:rPr>
              <a:t>no need to write software for network-core devices</a:t>
            </a:r>
          </a:p>
          <a:p>
            <a:pPr lvl="0"/>
            <a:r>
              <a:rPr lang="en-US" altLang="zh-CN" dirty="0"/>
              <a:t>network-core devices do not run user applications </a:t>
            </a:r>
          </a:p>
          <a:p>
            <a:pPr lvl="0"/>
            <a:r>
              <a:rPr lang="en-US" altLang="zh-CN" dirty="0"/>
              <a:t>applications on end systems  allows for rapid app development, propagation</a:t>
            </a:r>
          </a:p>
          <a:p>
            <a:pPr lvl="0">
              <a:buNone/>
            </a:pPr>
            <a:endParaRPr lang="en-US" altLang="zh-CN" dirty="0">
              <a:solidFill>
                <a:srgbClr val="FF0000"/>
              </a:solidFill>
            </a:endParaRPr>
          </a:p>
        </p:txBody>
      </p:sp>
      <p:grpSp>
        <p:nvGrpSpPr>
          <p:cNvPr id="35725" name="Group 618"/>
          <p:cNvGrpSpPr/>
          <p:nvPr/>
        </p:nvGrpSpPr>
        <p:grpSpPr>
          <a:xfrm>
            <a:off x="5857875" y="503238"/>
            <a:ext cx="1044575" cy="965200"/>
            <a:chOff x="4047" y="420"/>
            <a:chExt cx="658" cy="608"/>
          </a:xfrm>
        </p:grpSpPr>
        <p:sp>
          <p:nvSpPr>
            <p:cNvPr id="39964" name="Rectangle 227"/>
            <p:cNvSpPr/>
            <p:nvPr/>
          </p:nvSpPr>
          <p:spPr>
            <a:xfrm>
              <a:off x="4266" y="420"/>
              <a:ext cx="426" cy="489"/>
            </a:xfrm>
            <a:prstGeom prst="rect">
              <a:avLst/>
            </a:prstGeom>
            <a:solidFill>
              <a:schemeClr val="accent2"/>
            </a:solidFill>
            <a:ln w="9525">
              <a:noFill/>
            </a:ln>
          </p:spPr>
          <p:txBody>
            <a:bodyPr wrap="none" anchor="ctr" anchorCtr="0"/>
            <a:lstStyle/>
            <a:p>
              <a:endParaRPr sz="2400" dirty="0">
                <a:latin typeface="Arial" panose="020B0604020202090204" pitchFamily="34" charset="0"/>
              </a:endParaRPr>
            </a:p>
          </p:txBody>
        </p:sp>
        <p:sp>
          <p:nvSpPr>
            <p:cNvPr id="39965" name="Rectangle 228"/>
            <p:cNvSpPr/>
            <p:nvPr/>
          </p:nvSpPr>
          <p:spPr>
            <a:xfrm>
              <a:off x="4245" y="435"/>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p>
              <a:endParaRPr sz="2400" dirty="0">
                <a:latin typeface="Arial" panose="020B0604020202090204" pitchFamily="34" charset="0"/>
              </a:endParaRPr>
            </a:p>
          </p:txBody>
        </p:sp>
        <p:sp>
          <p:nvSpPr>
            <p:cNvPr id="39966" name="Rectangle 229"/>
            <p:cNvSpPr/>
            <p:nvPr/>
          </p:nvSpPr>
          <p:spPr>
            <a:xfrm>
              <a:off x="4251" y="438"/>
              <a:ext cx="426" cy="126"/>
            </a:xfrm>
            <a:prstGeom prst="rect">
              <a:avLst/>
            </a:prstGeom>
            <a:solidFill>
              <a:srgbClr val="CC0000"/>
            </a:solidFill>
            <a:ln w="9525">
              <a:noFill/>
            </a:ln>
          </p:spPr>
          <p:txBody>
            <a:bodyPr wrap="none" anchor="ctr" anchorCtr="0"/>
            <a:lstStyle/>
            <a:p>
              <a:endParaRPr sz="2400" dirty="0">
                <a:latin typeface="Arial" panose="020B0604020202090204" pitchFamily="34" charset="0"/>
              </a:endParaRPr>
            </a:p>
          </p:txBody>
        </p:sp>
        <p:sp>
          <p:nvSpPr>
            <p:cNvPr id="39967" name="Text Box 230"/>
            <p:cNvSpPr txBox="1"/>
            <p:nvPr/>
          </p:nvSpPr>
          <p:spPr>
            <a:xfrm>
              <a:off x="4192" y="420"/>
              <a:ext cx="513" cy="538"/>
            </a:xfrm>
            <a:prstGeom prst="rect">
              <a:avLst/>
            </a:prstGeom>
            <a:noFill/>
            <a:ln w="9525">
              <a:noFill/>
            </a:ln>
          </p:spPr>
          <p:txBody>
            <a:bodyPr>
              <a:spAutoFit/>
            </a:bodyPr>
            <a:lstStyle/>
            <a:p>
              <a:pPr algn="ctr">
                <a:spcBef>
                  <a:spcPct val="0"/>
                </a:spcBef>
                <a:buClrTx/>
                <a:buSzTx/>
                <a:buFontTx/>
              </a:pPr>
              <a:r>
                <a:rPr lang="en-US" altLang="zh-CN" sz="1000" dirty="0">
                  <a:solidFill>
                    <a:schemeClr val="bg1"/>
                  </a:solidFill>
                  <a:latin typeface="Arial" panose="020B0604020202090204" pitchFamily="34" charset="0"/>
                </a:rPr>
                <a:t>application</a:t>
              </a:r>
              <a:endParaRPr lang="en-US" altLang="zh-CN" sz="1000" dirty="0">
                <a:latin typeface="Arial" panose="020B0604020202090204" pitchFamily="34" charset="0"/>
              </a:endParaRPr>
            </a:p>
            <a:p>
              <a:pPr algn="ctr">
                <a:spcBef>
                  <a:spcPct val="0"/>
                </a:spcBef>
                <a:buClrTx/>
                <a:buSzTx/>
                <a:buFontTx/>
              </a:pPr>
              <a:r>
                <a:rPr lang="en-US" altLang="zh-CN" sz="1000" dirty="0">
                  <a:latin typeface="Arial" panose="020B0604020202090204" pitchFamily="34" charset="0"/>
                </a:rPr>
                <a:t>transport</a:t>
              </a:r>
            </a:p>
            <a:p>
              <a:pPr algn="ctr">
                <a:spcBef>
                  <a:spcPct val="0"/>
                </a:spcBef>
                <a:buClrTx/>
                <a:buSzTx/>
                <a:buFontTx/>
              </a:pPr>
              <a:r>
                <a:rPr lang="en-US" altLang="zh-CN" sz="1000" dirty="0">
                  <a:latin typeface="Arial" panose="020B0604020202090204" pitchFamily="34" charset="0"/>
                </a:rPr>
                <a:t>network</a:t>
              </a:r>
            </a:p>
            <a:p>
              <a:pPr algn="ctr">
                <a:spcBef>
                  <a:spcPct val="0"/>
                </a:spcBef>
                <a:buClrTx/>
                <a:buSzTx/>
                <a:buFontTx/>
              </a:pPr>
              <a:r>
                <a:rPr lang="en-US" altLang="zh-CN" sz="1000" dirty="0">
                  <a:latin typeface="Arial" panose="020B0604020202090204" pitchFamily="34" charset="0"/>
                </a:rPr>
                <a:t>data link</a:t>
              </a:r>
            </a:p>
            <a:p>
              <a:pPr algn="ctr">
                <a:spcBef>
                  <a:spcPct val="0"/>
                </a:spcBef>
                <a:buClrTx/>
                <a:buSzTx/>
                <a:buFontTx/>
              </a:pPr>
              <a:r>
                <a:rPr lang="en-US" altLang="zh-CN" sz="1000" dirty="0">
                  <a:latin typeface="Arial" panose="020B0604020202090204" pitchFamily="34" charset="0"/>
                </a:rPr>
                <a:t>physical</a:t>
              </a:r>
              <a:endParaRPr lang="en-US" altLang="zh-CN" sz="2400" dirty="0">
                <a:latin typeface="Arial" panose="020B0604020202090204" pitchFamily="34" charset="0"/>
              </a:endParaRPr>
            </a:p>
          </p:txBody>
        </p:sp>
        <p:sp>
          <p:nvSpPr>
            <p:cNvPr id="39968" name="Line 231"/>
            <p:cNvSpPr/>
            <p:nvPr/>
          </p:nvSpPr>
          <p:spPr>
            <a:xfrm>
              <a:off x="4245" y="651"/>
              <a:ext cx="435" cy="3"/>
            </a:xfrm>
            <a:prstGeom prst="line">
              <a:avLst/>
            </a:prstGeom>
            <a:ln w="12700" cap="flat" cmpd="sng">
              <a:solidFill>
                <a:schemeClr val="tx1"/>
              </a:solidFill>
              <a:prstDash val="solid"/>
              <a:headEnd type="none" w="med" len="med"/>
              <a:tailEnd type="none" w="med" len="med"/>
            </a:ln>
          </p:spPr>
        </p:sp>
        <p:sp>
          <p:nvSpPr>
            <p:cNvPr id="39969" name="Line 232"/>
            <p:cNvSpPr/>
            <p:nvPr/>
          </p:nvSpPr>
          <p:spPr>
            <a:xfrm>
              <a:off x="4251" y="738"/>
              <a:ext cx="435" cy="3"/>
            </a:xfrm>
            <a:prstGeom prst="line">
              <a:avLst/>
            </a:prstGeom>
            <a:ln w="12700" cap="flat" cmpd="sng">
              <a:solidFill>
                <a:schemeClr val="tx1"/>
              </a:solidFill>
              <a:prstDash val="solid"/>
              <a:headEnd type="none" w="med" len="med"/>
              <a:tailEnd type="none" w="med" len="med"/>
            </a:ln>
          </p:spPr>
        </p:sp>
        <p:sp>
          <p:nvSpPr>
            <p:cNvPr id="39970" name="Line 233"/>
            <p:cNvSpPr/>
            <p:nvPr/>
          </p:nvSpPr>
          <p:spPr>
            <a:xfrm>
              <a:off x="4251" y="825"/>
              <a:ext cx="435" cy="3"/>
            </a:xfrm>
            <a:prstGeom prst="line">
              <a:avLst/>
            </a:prstGeom>
            <a:ln w="12700" cap="flat" cmpd="sng">
              <a:solidFill>
                <a:schemeClr val="tx1"/>
              </a:solidFill>
              <a:prstDash val="solid"/>
              <a:headEnd type="none" w="med" len="med"/>
              <a:tailEnd type="none" w="med" len="med"/>
            </a:ln>
          </p:spPr>
        </p:sp>
        <p:sp>
          <p:nvSpPr>
            <p:cNvPr id="39971" name="Freeform 917"/>
            <p:cNvSpPr/>
            <p:nvPr/>
          </p:nvSpPr>
          <p:spPr>
            <a:xfrm>
              <a:off x="4047" y="434"/>
              <a:ext cx="192" cy="594"/>
            </a:xfrm>
            <a:custGeom>
              <a:avLst/>
              <a:gdLst>
                <a:gd name="txL" fmla="*/ 0 w 192"/>
                <a:gd name="txT" fmla="*/ 0 h 594"/>
                <a:gd name="txR" fmla="*/ 192 w 192"/>
                <a:gd name="txB" fmla="*/ 594 h 594"/>
              </a:gdLst>
              <a:ahLst/>
              <a:cxnLst>
                <a:cxn ang="0">
                  <a:pos x="0" y="594"/>
                </a:cxn>
                <a:cxn ang="0">
                  <a:pos x="192" y="0"/>
                </a:cxn>
                <a:cxn ang="0">
                  <a:pos x="192" y="515"/>
                </a:cxn>
                <a:cxn ang="0">
                  <a:pos x="0" y="594"/>
                </a:cxn>
              </a:cxnLst>
              <a:rect l="txL" t="txT" r="txR" b="txB"/>
              <a:pathLst>
                <a:path w="192" h="594">
                  <a:moveTo>
                    <a:pt x="0" y="594"/>
                  </a:moveTo>
                  <a:lnTo>
                    <a:pt x="192" y="0"/>
                  </a:lnTo>
                  <a:lnTo>
                    <a:pt x="192" y="515"/>
                  </a:lnTo>
                  <a:lnTo>
                    <a:pt x="0" y="594"/>
                  </a:lnTo>
                  <a:close/>
                </a:path>
              </a:pathLst>
            </a:custGeom>
            <a:gradFill rotWithShape="1">
              <a:gsLst>
                <a:gs pos="0">
                  <a:schemeClr val="bg1">
                    <a:alpha val="100000"/>
                  </a:schemeClr>
                </a:gs>
                <a:gs pos="100000">
                  <a:srgbClr val="CC0000">
                    <a:alpha val="100000"/>
                  </a:srgbClr>
                </a:gs>
              </a:gsLst>
              <a:lin ang="0" scaled="1"/>
              <a:tileRect/>
            </a:gradFill>
            <a:ln w="9525">
              <a:noFill/>
            </a:ln>
          </p:spPr>
          <p:txBody>
            <a:bodyPr/>
            <a:lstStyle/>
            <a:p>
              <a:endParaRPr lang="zh-CN" altLang="en-US"/>
            </a:p>
          </p:txBody>
        </p:sp>
      </p:grpSp>
      <p:grpSp>
        <p:nvGrpSpPr>
          <p:cNvPr id="35726" name="Group 619"/>
          <p:cNvGrpSpPr/>
          <p:nvPr/>
        </p:nvGrpSpPr>
        <p:grpSpPr>
          <a:xfrm>
            <a:off x="7956550" y="4087813"/>
            <a:ext cx="1044575" cy="965200"/>
            <a:chOff x="4047" y="420"/>
            <a:chExt cx="658" cy="608"/>
          </a:xfrm>
        </p:grpSpPr>
        <p:sp>
          <p:nvSpPr>
            <p:cNvPr id="39956" name="Rectangle 227"/>
            <p:cNvSpPr/>
            <p:nvPr/>
          </p:nvSpPr>
          <p:spPr>
            <a:xfrm>
              <a:off x="4266" y="420"/>
              <a:ext cx="426" cy="489"/>
            </a:xfrm>
            <a:prstGeom prst="rect">
              <a:avLst/>
            </a:prstGeom>
            <a:solidFill>
              <a:schemeClr val="accent2"/>
            </a:solidFill>
            <a:ln w="9525">
              <a:noFill/>
            </a:ln>
          </p:spPr>
          <p:txBody>
            <a:bodyPr wrap="none" anchor="ctr" anchorCtr="0"/>
            <a:lstStyle/>
            <a:p>
              <a:endParaRPr sz="2400" dirty="0">
                <a:latin typeface="Arial" panose="020B0604020202090204" pitchFamily="34" charset="0"/>
              </a:endParaRPr>
            </a:p>
          </p:txBody>
        </p:sp>
        <p:sp>
          <p:nvSpPr>
            <p:cNvPr id="39957" name="Rectangle 228"/>
            <p:cNvSpPr/>
            <p:nvPr/>
          </p:nvSpPr>
          <p:spPr>
            <a:xfrm>
              <a:off x="4245" y="435"/>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p>
              <a:endParaRPr sz="2400" dirty="0">
                <a:latin typeface="Arial" panose="020B0604020202090204" pitchFamily="34" charset="0"/>
              </a:endParaRPr>
            </a:p>
          </p:txBody>
        </p:sp>
        <p:sp>
          <p:nvSpPr>
            <p:cNvPr id="39958" name="Rectangle 229"/>
            <p:cNvSpPr/>
            <p:nvPr/>
          </p:nvSpPr>
          <p:spPr>
            <a:xfrm>
              <a:off x="4251" y="438"/>
              <a:ext cx="426" cy="126"/>
            </a:xfrm>
            <a:prstGeom prst="rect">
              <a:avLst/>
            </a:prstGeom>
            <a:solidFill>
              <a:srgbClr val="CC0000"/>
            </a:solidFill>
            <a:ln w="9525">
              <a:noFill/>
            </a:ln>
          </p:spPr>
          <p:txBody>
            <a:bodyPr wrap="none" anchor="ctr" anchorCtr="0"/>
            <a:lstStyle/>
            <a:p>
              <a:endParaRPr sz="2400" dirty="0">
                <a:latin typeface="Arial" panose="020B0604020202090204" pitchFamily="34" charset="0"/>
              </a:endParaRPr>
            </a:p>
          </p:txBody>
        </p:sp>
        <p:sp>
          <p:nvSpPr>
            <p:cNvPr id="39959" name="Text Box 230"/>
            <p:cNvSpPr txBox="1"/>
            <p:nvPr/>
          </p:nvSpPr>
          <p:spPr>
            <a:xfrm>
              <a:off x="4192" y="420"/>
              <a:ext cx="513" cy="538"/>
            </a:xfrm>
            <a:prstGeom prst="rect">
              <a:avLst/>
            </a:prstGeom>
            <a:noFill/>
            <a:ln w="9525">
              <a:noFill/>
            </a:ln>
          </p:spPr>
          <p:txBody>
            <a:bodyPr>
              <a:spAutoFit/>
            </a:bodyPr>
            <a:lstStyle/>
            <a:p>
              <a:pPr algn="ctr">
                <a:spcBef>
                  <a:spcPct val="0"/>
                </a:spcBef>
                <a:buClrTx/>
                <a:buSzTx/>
                <a:buFontTx/>
              </a:pPr>
              <a:r>
                <a:rPr lang="en-US" altLang="zh-CN" sz="1000" dirty="0">
                  <a:solidFill>
                    <a:schemeClr val="bg1"/>
                  </a:solidFill>
                  <a:latin typeface="Arial" panose="020B0604020202090204" pitchFamily="34" charset="0"/>
                </a:rPr>
                <a:t>application</a:t>
              </a:r>
              <a:endParaRPr lang="en-US" altLang="zh-CN" sz="1000" dirty="0">
                <a:latin typeface="Arial" panose="020B0604020202090204" pitchFamily="34" charset="0"/>
              </a:endParaRPr>
            </a:p>
            <a:p>
              <a:pPr algn="ctr">
                <a:spcBef>
                  <a:spcPct val="0"/>
                </a:spcBef>
                <a:buClrTx/>
                <a:buSzTx/>
                <a:buFontTx/>
              </a:pPr>
              <a:r>
                <a:rPr lang="en-US" altLang="zh-CN" sz="1000" dirty="0">
                  <a:latin typeface="Arial" panose="020B0604020202090204" pitchFamily="34" charset="0"/>
                </a:rPr>
                <a:t>transport</a:t>
              </a:r>
            </a:p>
            <a:p>
              <a:pPr algn="ctr">
                <a:spcBef>
                  <a:spcPct val="0"/>
                </a:spcBef>
                <a:buClrTx/>
                <a:buSzTx/>
                <a:buFontTx/>
              </a:pPr>
              <a:r>
                <a:rPr lang="en-US" altLang="zh-CN" sz="1000" dirty="0">
                  <a:latin typeface="Arial" panose="020B0604020202090204" pitchFamily="34" charset="0"/>
                </a:rPr>
                <a:t>network</a:t>
              </a:r>
            </a:p>
            <a:p>
              <a:pPr algn="ctr">
                <a:spcBef>
                  <a:spcPct val="0"/>
                </a:spcBef>
                <a:buClrTx/>
                <a:buSzTx/>
                <a:buFontTx/>
              </a:pPr>
              <a:r>
                <a:rPr lang="en-US" altLang="zh-CN" sz="1000" dirty="0">
                  <a:latin typeface="Arial" panose="020B0604020202090204" pitchFamily="34" charset="0"/>
                </a:rPr>
                <a:t>data link</a:t>
              </a:r>
            </a:p>
            <a:p>
              <a:pPr algn="ctr">
                <a:spcBef>
                  <a:spcPct val="0"/>
                </a:spcBef>
                <a:buClrTx/>
                <a:buSzTx/>
                <a:buFontTx/>
              </a:pPr>
              <a:r>
                <a:rPr lang="en-US" altLang="zh-CN" sz="1000" dirty="0">
                  <a:latin typeface="Arial" panose="020B0604020202090204" pitchFamily="34" charset="0"/>
                </a:rPr>
                <a:t>physical</a:t>
              </a:r>
              <a:endParaRPr lang="en-US" altLang="zh-CN" sz="2400" dirty="0">
                <a:latin typeface="Arial" panose="020B0604020202090204" pitchFamily="34" charset="0"/>
              </a:endParaRPr>
            </a:p>
          </p:txBody>
        </p:sp>
        <p:sp>
          <p:nvSpPr>
            <p:cNvPr id="39960" name="Line 231"/>
            <p:cNvSpPr/>
            <p:nvPr/>
          </p:nvSpPr>
          <p:spPr>
            <a:xfrm>
              <a:off x="4245" y="651"/>
              <a:ext cx="435" cy="3"/>
            </a:xfrm>
            <a:prstGeom prst="line">
              <a:avLst/>
            </a:prstGeom>
            <a:ln w="12700" cap="flat" cmpd="sng">
              <a:solidFill>
                <a:schemeClr val="tx1"/>
              </a:solidFill>
              <a:prstDash val="solid"/>
              <a:headEnd type="none" w="med" len="med"/>
              <a:tailEnd type="none" w="med" len="med"/>
            </a:ln>
          </p:spPr>
        </p:sp>
        <p:sp>
          <p:nvSpPr>
            <p:cNvPr id="39961" name="Line 232"/>
            <p:cNvSpPr/>
            <p:nvPr/>
          </p:nvSpPr>
          <p:spPr>
            <a:xfrm>
              <a:off x="4251" y="738"/>
              <a:ext cx="435" cy="3"/>
            </a:xfrm>
            <a:prstGeom prst="line">
              <a:avLst/>
            </a:prstGeom>
            <a:ln w="12700" cap="flat" cmpd="sng">
              <a:solidFill>
                <a:schemeClr val="tx1"/>
              </a:solidFill>
              <a:prstDash val="solid"/>
              <a:headEnd type="none" w="med" len="med"/>
              <a:tailEnd type="none" w="med" len="med"/>
            </a:ln>
          </p:spPr>
        </p:sp>
        <p:sp>
          <p:nvSpPr>
            <p:cNvPr id="39962" name="Line 233"/>
            <p:cNvSpPr/>
            <p:nvPr/>
          </p:nvSpPr>
          <p:spPr>
            <a:xfrm>
              <a:off x="4251" y="825"/>
              <a:ext cx="435" cy="3"/>
            </a:xfrm>
            <a:prstGeom prst="line">
              <a:avLst/>
            </a:prstGeom>
            <a:ln w="12700" cap="flat" cmpd="sng">
              <a:solidFill>
                <a:schemeClr val="tx1"/>
              </a:solidFill>
              <a:prstDash val="solid"/>
              <a:headEnd type="none" w="med" len="med"/>
              <a:tailEnd type="none" w="med" len="med"/>
            </a:ln>
          </p:spPr>
        </p:sp>
        <p:sp>
          <p:nvSpPr>
            <p:cNvPr id="39963" name="Freeform 917"/>
            <p:cNvSpPr/>
            <p:nvPr/>
          </p:nvSpPr>
          <p:spPr>
            <a:xfrm>
              <a:off x="4047" y="434"/>
              <a:ext cx="192" cy="594"/>
            </a:xfrm>
            <a:custGeom>
              <a:avLst/>
              <a:gdLst>
                <a:gd name="txL" fmla="*/ 0 w 192"/>
                <a:gd name="txT" fmla="*/ 0 h 594"/>
                <a:gd name="txR" fmla="*/ 192 w 192"/>
                <a:gd name="txB" fmla="*/ 594 h 594"/>
              </a:gdLst>
              <a:ahLst/>
              <a:cxnLst>
                <a:cxn ang="0">
                  <a:pos x="0" y="594"/>
                </a:cxn>
                <a:cxn ang="0">
                  <a:pos x="192" y="0"/>
                </a:cxn>
                <a:cxn ang="0">
                  <a:pos x="192" y="515"/>
                </a:cxn>
                <a:cxn ang="0">
                  <a:pos x="0" y="594"/>
                </a:cxn>
              </a:cxnLst>
              <a:rect l="txL" t="txT" r="txR" b="txB"/>
              <a:pathLst>
                <a:path w="192" h="594">
                  <a:moveTo>
                    <a:pt x="0" y="594"/>
                  </a:moveTo>
                  <a:lnTo>
                    <a:pt x="192" y="0"/>
                  </a:lnTo>
                  <a:lnTo>
                    <a:pt x="192" y="515"/>
                  </a:lnTo>
                  <a:lnTo>
                    <a:pt x="0" y="594"/>
                  </a:lnTo>
                  <a:close/>
                </a:path>
              </a:pathLst>
            </a:custGeom>
            <a:gradFill rotWithShape="1">
              <a:gsLst>
                <a:gs pos="0">
                  <a:schemeClr val="bg1">
                    <a:alpha val="100000"/>
                  </a:schemeClr>
                </a:gs>
                <a:gs pos="100000">
                  <a:srgbClr val="CC0000">
                    <a:alpha val="100000"/>
                  </a:srgbClr>
                </a:gs>
              </a:gsLst>
              <a:lin ang="0" scaled="1"/>
              <a:tileRect/>
            </a:gradFill>
            <a:ln w="9525">
              <a:noFill/>
            </a:ln>
          </p:spPr>
          <p:txBody>
            <a:bodyPr/>
            <a:lstStyle/>
            <a:p>
              <a:endParaRPr lang="zh-CN" altLang="en-US"/>
            </a:p>
          </p:txBody>
        </p:sp>
      </p:grpSp>
      <p:grpSp>
        <p:nvGrpSpPr>
          <p:cNvPr id="35728" name="Group 628"/>
          <p:cNvGrpSpPr/>
          <p:nvPr/>
        </p:nvGrpSpPr>
        <p:grpSpPr>
          <a:xfrm>
            <a:off x="5815013" y="3651250"/>
            <a:ext cx="1044575" cy="965200"/>
            <a:chOff x="4047" y="420"/>
            <a:chExt cx="658" cy="608"/>
          </a:xfrm>
        </p:grpSpPr>
        <p:sp>
          <p:nvSpPr>
            <p:cNvPr id="39948" name="Rectangle 227"/>
            <p:cNvSpPr/>
            <p:nvPr/>
          </p:nvSpPr>
          <p:spPr>
            <a:xfrm>
              <a:off x="4266" y="420"/>
              <a:ext cx="426" cy="489"/>
            </a:xfrm>
            <a:prstGeom prst="rect">
              <a:avLst/>
            </a:prstGeom>
            <a:solidFill>
              <a:schemeClr val="accent2"/>
            </a:solidFill>
            <a:ln w="9525">
              <a:noFill/>
            </a:ln>
          </p:spPr>
          <p:txBody>
            <a:bodyPr wrap="none" anchor="ctr" anchorCtr="0"/>
            <a:lstStyle/>
            <a:p>
              <a:endParaRPr sz="2400" dirty="0">
                <a:latin typeface="Arial" panose="020B0604020202090204" pitchFamily="34" charset="0"/>
              </a:endParaRPr>
            </a:p>
          </p:txBody>
        </p:sp>
        <p:sp>
          <p:nvSpPr>
            <p:cNvPr id="39949" name="Rectangle 228"/>
            <p:cNvSpPr/>
            <p:nvPr/>
          </p:nvSpPr>
          <p:spPr>
            <a:xfrm>
              <a:off x="4245" y="435"/>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p>
              <a:endParaRPr sz="2400" dirty="0">
                <a:latin typeface="Arial" panose="020B0604020202090204" pitchFamily="34" charset="0"/>
              </a:endParaRPr>
            </a:p>
          </p:txBody>
        </p:sp>
        <p:sp>
          <p:nvSpPr>
            <p:cNvPr id="39950" name="Rectangle 229"/>
            <p:cNvSpPr/>
            <p:nvPr/>
          </p:nvSpPr>
          <p:spPr>
            <a:xfrm>
              <a:off x="4251" y="438"/>
              <a:ext cx="426" cy="126"/>
            </a:xfrm>
            <a:prstGeom prst="rect">
              <a:avLst/>
            </a:prstGeom>
            <a:solidFill>
              <a:srgbClr val="CC0000"/>
            </a:solidFill>
            <a:ln w="9525">
              <a:noFill/>
            </a:ln>
          </p:spPr>
          <p:txBody>
            <a:bodyPr wrap="none" anchor="ctr" anchorCtr="0"/>
            <a:lstStyle/>
            <a:p>
              <a:endParaRPr sz="2400" dirty="0">
                <a:latin typeface="Arial" panose="020B0604020202090204" pitchFamily="34" charset="0"/>
              </a:endParaRPr>
            </a:p>
          </p:txBody>
        </p:sp>
        <p:sp>
          <p:nvSpPr>
            <p:cNvPr id="39951" name="Text Box 230"/>
            <p:cNvSpPr txBox="1"/>
            <p:nvPr/>
          </p:nvSpPr>
          <p:spPr>
            <a:xfrm>
              <a:off x="4192" y="420"/>
              <a:ext cx="513" cy="538"/>
            </a:xfrm>
            <a:prstGeom prst="rect">
              <a:avLst/>
            </a:prstGeom>
            <a:noFill/>
            <a:ln w="9525">
              <a:noFill/>
            </a:ln>
          </p:spPr>
          <p:txBody>
            <a:bodyPr>
              <a:spAutoFit/>
            </a:bodyPr>
            <a:lstStyle/>
            <a:p>
              <a:pPr algn="ctr">
                <a:spcBef>
                  <a:spcPct val="0"/>
                </a:spcBef>
                <a:buClrTx/>
                <a:buSzTx/>
                <a:buFontTx/>
              </a:pPr>
              <a:r>
                <a:rPr lang="en-US" altLang="zh-CN" sz="1000" dirty="0">
                  <a:solidFill>
                    <a:schemeClr val="bg1"/>
                  </a:solidFill>
                  <a:latin typeface="Arial" panose="020B0604020202090204" pitchFamily="34" charset="0"/>
                </a:rPr>
                <a:t>application</a:t>
              </a:r>
              <a:endParaRPr lang="en-US" altLang="zh-CN" sz="1000" dirty="0">
                <a:latin typeface="Arial" panose="020B0604020202090204" pitchFamily="34" charset="0"/>
              </a:endParaRPr>
            </a:p>
            <a:p>
              <a:pPr algn="ctr">
                <a:spcBef>
                  <a:spcPct val="0"/>
                </a:spcBef>
                <a:buClrTx/>
                <a:buSzTx/>
                <a:buFontTx/>
              </a:pPr>
              <a:r>
                <a:rPr lang="en-US" altLang="zh-CN" sz="1000" dirty="0">
                  <a:latin typeface="Arial" panose="020B0604020202090204" pitchFamily="34" charset="0"/>
                </a:rPr>
                <a:t>transport</a:t>
              </a:r>
            </a:p>
            <a:p>
              <a:pPr algn="ctr">
                <a:spcBef>
                  <a:spcPct val="0"/>
                </a:spcBef>
                <a:buClrTx/>
                <a:buSzTx/>
                <a:buFontTx/>
              </a:pPr>
              <a:r>
                <a:rPr lang="en-US" altLang="zh-CN" sz="1000" dirty="0">
                  <a:latin typeface="Arial" panose="020B0604020202090204" pitchFamily="34" charset="0"/>
                </a:rPr>
                <a:t>network</a:t>
              </a:r>
            </a:p>
            <a:p>
              <a:pPr algn="ctr">
                <a:spcBef>
                  <a:spcPct val="0"/>
                </a:spcBef>
                <a:buClrTx/>
                <a:buSzTx/>
                <a:buFontTx/>
              </a:pPr>
              <a:r>
                <a:rPr lang="en-US" altLang="zh-CN" sz="1000" dirty="0">
                  <a:latin typeface="Arial" panose="020B0604020202090204" pitchFamily="34" charset="0"/>
                </a:rPr>
                <a:t>data link</a:t>
              </a:r>
            </a:p>
            <a:p>
              <a:pPr algn="ctr">
                <a:spcBef>
                  <a:spcPct val="0"/>
                </a:spcBef>
                <a:buClrTx/>
                <a:buSzTx/>
                <a:buFontTx/>
              </a:pPr>
              <a:r>
                <a:rPr lang="en-US" altLang="zh-CN" sz="1000" dirty="0">
                  <a:latin typeface="Arial" panose="020B0604020202090204" pitchFamily="34" charset="0"/>
                </a:rPr>
                <a:t>physical</a:t>
              </a:r>
              <a:endParaRPr lang="en-US" altLang="zh-CN" sz="2400" dirty="0">
                <a:latin typeface="Arial" panose="020B0604020202090204" pitchFamily="34" charset="0"/>
              </a:endParaRPr>
            </a:p>
          </p:txBody>
        </p:sp>
        <p:sp>
          <p:nvSpPr>
            <p:cNvPr id="39952" name="Line 231"/>
            <p:cNvSpPr/>
            <p:nvPr/>
          </p:nvSpPr>
          <p:spPr>
            <a:xfrm>
              <a:off x="4245" y="651"/>
              <a:ext cx="435" cy="3"/>
            </a:xfrm>
            <a:prstGeom prst="line">
              <a:avLst/>
            </a:prstGeom>
            <a:ln w="12700" cap="flat" cmpd="sng">
              <a:solidFill>
                <a:schemeClr val="tx1"/>
              </a:solidFill>
              <a:prstDash val="solid"/>
              <a:headEnd type="none" w="med" len="med"/>
              <a:tailEnd type="none" w="med" len="med"/>
            </a:ln>
          </p:spPr>
        </p:sp>
        <p:sp>
          <p:nvSpPr>
            <p:cNvPr id="39953" name="Line 232"/>
            <p:cNvSpPr/>
            <p:nvPr/>
          </p:nvSpPr>
          <p:spPr>
            <a:xfrm>
              <a:off x="4251" y="738"/>
              <a:ext cx="435" cy="3"/>
            </a:xfrm>
            <a:prstGeom prst="line">
              <a:avLst/>
            </a:prstGeom>
            <a:ln w="12700" cap="flat" cmpd="sng">
              <a:solidFill>
                <a:schemeClr val="tx1"/>
              </a:solidFill>
              <a:prstDash val="solid"/>
              <a:headEnd type="none" w="med" len="med"/>
              <a:tailEnd type="none" w="med" len="med"/>
            </a:ln>
          </p:spPr>
        </p:sp>
        <p:sp>
          <p:nvSpPr>
            <p:cNvPr id="39954" name="Line 233"/>
            <p:cNvSpPr/>
            <p:nvPr/>
          </p:nvSpPr>
          <p:spPr>
            <a:xfrm>
              <a:off x="4251" y="825"/>
              <a:ext cx="435" cy="3"/>
            </a:xfrm>
            <a:prstGeom prst="line">
              <a:avLst/>
            </a:prstGeom>
            <a:ln w="12700" cap="flat" cmpd="sng">
              <a:solidFill>
                <a:schemeClr val="tx1"/>
              </a:solidFill>
              <a:prstDash val="solid"/>
              <a:headEnd type="none" w="med" len="med"/>
              <a:tailEnd type="none" w="med" len="med"/>
            </a:ln>
          </p:spPr>
        </p:sp>
        <p:sp>
          <p:nvSpPr>
            <p:cNvPr id="39955" name="Freeform 917"/>
            <p:cNvSpPr/>
            <p:nvPr/>
          </p:nvSpPr>
          <p:spPr>
            <a:xfrm>
              <a:off x="4047" y="434"/>
              <a:ext cx="192" cy="594"/>
            </a:xfrm>
            <a:custGeom>
              <a:avLst/>
              <a:gdLst>
                <a:gd name="txL" fmla="*/ 0 w 192"/>
                <a:gd name="txT" fmla="*/ 0 h 594"/>
                <a:gd name="txR" fmla="*/ 192 w 192"/>
                <a:gd name="txB" fmla="*/ 594 h 594"/>
              </a:gdLst>
              <a:ahLst/>
              <a:cxnLst>
                <a:cxn ang="0">
                  <a:pos x="0" y="594"/>
                </a:cxn>
                <a:cxn ang="0">
                  <a:pos x="192" y="0"/>
                </a:cxn>
                <a:cxn ang="0">
                  <a:pos x="192" y="515"/>
                </a:cxn>
                <a:cxn ang="0">
                  <a:pos x="0" y="594"/>
                </a:cxn>
              </a:cxnLst>
              <a:rect l="txL" t="txT" r="txR" b="txB"/>
              <a:pathLst>
                <a:path w="192" h="594">
                  <a:moveTo>
                    <a:pt x="0" y="594"/>
                  </a:moveTo>
                  <a:lnTo>
                    <a:pt x="192" y="0"/>
                  </a:lnTo>
                  <a:lnTo>
                    <a:pt x="192" y="515"/>
                  </a:lnTo>
                  <a:lnTo>
                    <a:pt x="0" y="594"/>
                  </a:lnTo>
                  <a:close/>
                </a:path>
              </a:pathLst>
            </a:custGeom>
            <a:gradFill rotWithShape="1">
              <a:gsLst>
                <a:gs pos="0">
                  <a:schemeClr val="bg1">
                    <a:alpha val="100000"/>
                  </a:schemeClr>
                </a:gs>
                <a:gs pos="100000">
                  <a:srgbClr val="CC0000">
                    <a:alpha val="100000"/>
                  </a:srgbClr>
                </a:gs>
              </a:gsLst>
              <a:lin ang="0" scaled="1"/>
              <a:tileRect/>
            </a:gradFill>
            <a:ln w="9525">
              <a:noFill/>
            </a:ln>
          </p:spPr>
          <p:txBody>
            <a:bodyPr/>
            <a:lstStyle/>
            <a:p>
              <a:endParaRPr lang="zh-CN" altLang="en-US"/>
            </a:p>
          </p:txBody>
        </p:sp>
      </p:grpSp>
      <p:sp>
        <p:nvSpPr>
          <p:cNvPr id="2" name="Rectangle 14"/>
          <p:cNvSpPr>
            <a:spLocks noChangeArrowheads="1"/>
          </p:cNvSpPr>
          <p:nvPr/>
        </p:nvSpPr>
        <p:spPr bwMode="auto">
          <a:xfrm>
            <a:off x="7590424" y="63246"/>
            <a:ext cx="1452880" cy="491490"/>
          </a:xfrm>
          <a:prstGeom prst="rect">
            <a:avLst/>
          </a:prstGeom>
        </p:spPr>
        <p:style>
          <a:lnRef idx="1">
            <a:schemeClr val="accent2"/>
          </a:lnRef>
          <a:fillRef idx="3">
            <a:schemeClr val="accent2"/>
          </a:fillRef>
          <a:effectRef idx="2">
            <a:schemeClr val="accent2"/>
          </a:effectRef>
          <a:fontRef idx="minor">
            <a:schemeClr val="lt1"/>
          </a:fontRef>
        </p:style>
        <p:txBody>
          <a:bodyPr vertOverflow="overflow" horzOverflow="overflow" vert="horz" wrap="none" numCol="1" spcCol="0" rtlCol="0" fromWordArt="0" anchor="ctr" anchorCtr="0" forceAA="0" compatLnSpc="1">
            <a:noAutofit/>
          </a:bodyPr>
          <a:lstStyle>
            <a:lvl1pPr marL="0" lvl="0"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defRPr>
            </a:lvl1pPr>
            <a:lvl2pPr marL="457200" lvl="1"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2pPr>
            <a:lvl3pPr marL="914400" lvl="2"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3pPr>
            <a:lvl4pPr marL="1371600" lvl="3"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4pPr>
            <a:lvl5pPr marL="1828800" lvl="4"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5pPr>
          </a:lstStyle>
          <a:p>
            <a:pPr lvl="0" algn="ctr">
              <a:lnSpc>
                <a:spcPct val="130000"/>
              </a:lnSpc>
              <a:buClrTx/>
              <a:buSzTx/>
              <a:buFontTx/>
            </a:pPr>
            <a:r>
              <a:rPr lang="zh-CN" altLang="en-US" sz="2000">
                <a:solidFill>
                  <a:schemeClr val="bg1"/>
                </a:solidFill>
                <a:sym typeface="+mn-ea"/>
              </a:rPr>
              <a:t>回顾应用层</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725"/>
                                        </p:tgtEl>
                                        <p:attrNameLst>
                                          <p:attrName>style.visibility</p:attrName>
                                        </p:attrNameLst>
                                      </p:cBhvr>
                                      <p:to>
                                        <p:strVal val="visible"/>
                                      </p:to>
                                    </p:set>
                                    <p:animEffect transition="in" filter="wipe(left)">
                                      <p:cBhvr>
                                        <p:cTn id="7" dur="1000"/>
                                        <p:tgtEl>
                                          <p:spTgt spid="35725"/>
                                        </p:tgtEl>
                                      </p:cBhvr>
                                    </p:animEffect>
                                  </p:childTnLst>
                                </p:cTn>
                              </p:par>
                              <p:par>
                                <p:cTn id="8" presetID="22" presetClass="entr" presetSubtype="8" fill="hold" nodeType="withEffect">
                                  <p:stCondLst>
                                    <p:cond delay="0"/>
                                  </p:stCondLst>
                                  <p:childTnLst>
                                    <p:set>
                                      <p:cBhvr>
                                        <p:cTn id="9" dur="1" fill="hold">
                                          <p:stCondLst>
                                            <p:cond delay="0"/>
                                          </p:stCondLst>
                                        </p:cTn>
                                        <p:tgtEl>
                                          <p:spTgt spid="35726"/>
                                        </p:tgtEl>
                                        <p:attrNameLst>
                                          <p:attrName>style.visibility</p:attrName>
                                        </p:attrNameLst>
                                      </p:cBhvr>
                                      <p:to>
                                        <p:strVal val="visible"/>
                                      </p:to>
                                    </p:set>
                                    <p:animEffect transition="in" filter="wipe(left)">
                                      <p:cBhvr>
                                        <p:cTn id="10" dur="1000"/>
                                        <p:tgtEl>
                                          <p:spTgt spid="35726"/>
                                        </p:tgtEl>
                                      </p:cBhvr>
                                    </p:animEffect>
                                  </p:childTnLst>
                                </p:cTn>
                              </p:par>
                              <p:par>
                                <p:cTn id="11" presetID="22" presetClass="entr" presetSubtype="8" fill="hold" nodeType="withEffect">
                                  <p:stCondLst>
                                    <p:cond delay="0"/>
                                  </p:stCondLst>
                                  <p:childTnLst>
                                    <p:set>
                                      <p:cBhvr>
                                        <p:cTn id="12" dur="1" fill="hold">
                                          <p:stCondLst>
                                            <p:cond delay="0"/>
                                          </p:stCondLst>
                                        </p:cTn>
                                        <p:tgtEl>
                                          <p:spTgt spid="35728"/>
                                        </p:tgtEl>
                                        <p:attrNameLst>
                                          <p:attrName>style.visibility</p:attrName>
                                        </p:attrNameLst>
                                      </p:cBhvr>
                                      <p:to>
                                        <p:strVal val="visible"/>
                                      </p:to>
                                    </p:set>
                                    <p:animEffect transition="in" filter="wipe(left)">
                                      <p:cBhvr>
                                        <p:cTn id="13" dur="1000"/>
                                        <p:tgtEl>
                                          <p:spTgt spid="35728"/>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5727"/>
                                        </p:tgtEl>
                                        <p:attrNameLst>
                                          <p:attrName>style.visibility</p:attrName>
                                        </p:attrNameLst>
                                      </p:cBhvr>
                                      <p:to>
                                        <p:strVal val="visible"/>
                                      </p:to>
                                    </p:set>
                                    <p:animEffect transition="in" filter="dissolve">
                                      <p:cBhvr>
                                        <p:cTn id="18" dur="500"/>
                                        <p:tgtEl>
                                          <p:spTgt spid="35727"/>
                                        </p:tgtEl>
                                      </p:cBhvr>
                                    </p:animEffect>
                                  </p:childTnLst>
                                </p:cTn>
                              </p:par>
                              <p:par>
                                <p:cTn id="19" presetID="9" presetClass="entr" presetSubtype="0" fill="hold" nodeType="withEffect">
                                  <p:stCondLst>
                                    <p:cond delay="0"/>
                                  </p:stCondLst>
                                  <p:childTnLst>
                                    <p:set>
                                      <p:cBhvr>
                                        <p:cTn id="20" dur="1" fill="hold">
                                          <p:stCondLst>
                                            <p:cond delay="0"/>
                                          </p:stCondLst>
                                        </p:cTn>
                                        <p:tgtEl>
                                          <p:spTgt spid="35729"/>
                                        </p:tgtEl>
                                        <p:attrNameLst>
                                          <p:attrName>style.visibility</p:attrName>
                                        </p:attrNameLst>
                                      </p:cBhvr>
                                      <p:to>
                                        <p:strVal val="visible"/>
                                      </p:to>
                                    </p:set>
                                    <p:animEffect transition="in" filter="dissolve">
                                      <p:cBhvr>
                                        <p:cTn id="21" dur="500"/>
                                        <p:tgtEl>
                                          <p:spTgt spid="357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Footer Placeholder 5"/>
          <p:cNvSpPr txBox="1">
            <a:spLocks noGrp="1"/>
          </p:cNvSpPr>
          <p:nvPr>
            <p:ph type="ftr" sz="quarter" idx="11"/>
          </p:nvPr>
        </p:nvSpPr>
        <p:spPr bwMode="auto"/>
        <p:txBody>
          <a:bodyPr vert="horz" wrap="square" lIns="91440" tIns="45720" rIns="91440" bIns="45720" numCol="1" anchor="t" anchorCtr="0" compatLnSpc="1"/>
          <a:lstStyle>
            <a:lvl1pPr>
              <a:defRPr sz="1600">
                <a:solidFill>
                  <a:schemeClr val="tx1"/>
                </a:solidFill>
                <a:latin typeface="Tahoma" panose="020B0604030504040204" charset="0"/>
                <a:ea typeface="MS PGothic" charset="0"/>
              </a:defRPr>
            </a:lvl1pPr>
            <a:lvl2pPr marL="742950" indent="-285750">
              <a:defRPr sz="1600">
                <a:solidFill>
                  <a:schemeClr val="tx1"/>
                </a:solidFill>
                <a:latin typeface="Tahoma" panose="020B0604030504040204" charset="0"/>
                <a:ea typeface="MS PGothic" charset="0"/>
              </a:defRPr>
            </a:lvl2pPr>
            <a:lvl3pPr marL="1143000" indent="-228600">
              <a:defRPr sz="1600">
                <a:solidFill>
                  <a:schemeClr val="tx1"/>
                </a:solidFill>
                <a:latin typeface="Tahoma" panose="020B0604030504040204" charset="0"/>
                <a:ea typeface="MS PGothic" charset="0"/>
              </a:defRPr>
            </a:lvl3pPr>
            <a:lvl4pPr marL="1600200" indent="-228600">
              <a:defRPr sz="1600">
                <a:solidFill>
                  <a:schemeClr val="tx1"/>
                </a:solidFill>
                <a:latin typeface="Tahoma" panose="020B0604030504040204" charset="0"/>
                <a:ea typeface="MS PGothic" charset="0"/>
              </a:defRPr>
            </a:lvl4pPr>
            <a:lvl5pPr marL="2057400" indent="-228600">
              <a:defRPr sz="1600">
                <a:solidFill>
                  <a:schemeClr val="tx1"/>
                </a:solidFill>
                <a:latin typeface="Tahoma" panose="020B0604030504040204" charset="0"/>
                <a:ea typeface="MS PGothic" charset="0"/>
              </a:defRPr>
            </a:lvl5pPr>
            <a:lvl6pPr marL="2514600" indent="-228600" algn="ctr" eaLnBrk="0" fontAlgn="base" hangingPunct="0">
              <a:spcBef>
                <a:spcPct val="0"/>
              </a:spcBef>
              <a:spcAft>
                <a:spcPct val="0"/>
              </a:spcAft>
              <a:defRPr sz="1600">
                <a:solidFill>
                  <a:schemeClr val="tx1"/>
                </a:solidFill>
                <a:latin typeface="Tahoma" panose="020B0604030504040204" charset="0"/>
                <a:ea typeface="MS PGothic" charset="0"/>
              </a:defRPr>
            </a:lvl6pPr>
            <a:lvl7pPr marL="2971800" indent="-228600" algn="ctr" eaLnBrk="0" fontAlgn="base" hangingPunct="0">
              <a:spcBef>
                <a:spcPct val="0"/>
              </a:spcBef>
              <a:spcAft>
                <a:spcPct val="0"/>
              </a:spcAft>
              <a:defRPr sz="1600">
                <a:solidFill>
                  <a:schemeClr val="tx1"/>
                </a:solidFill>
                <a:latin typeface="Tahoma" panose="020B0604030504040204" charset="0"/>
                <a:ea typeface="MS PGothic" charset="0"/>
              </a:defRPr>
            </a:lvl7pPr>
            <a:lvl8pPr marL="3429000" indent="-228600" algn="ctr" eaLnBrk="0" fontAlgn="base" hangingPunct="0">
              <a:spcBef>
                <a:spcPct val="0"/>
              </a:spcBef>
              <a:spcAft>
                <a:spcPct val="0"/>
              </a:spcAft>
              <a:defRPr sz="1600">
                <a:solidFill>
                  <a:schemeClr val="tx1"/>
                </a:solidFill>
                <a:latin typeface="Tahoma" panose="020B0604030504040204" charset="0"/>
                <a:ea typeface="MS PGothic" charset="0"/>
              </a:defRPr>
            </a:lvl8pPr>
            <a:lvl9pPr marL="3886200" indent="-228600" algn="ctr" eaLnBrk="0" fontAlgn="base" hangingPunct="0">
              <a:spcBef>
                <a:spcPct val="0"/>
              </a:spcBef>
              <a:spcAft>
                <a:spcPct val="0"/>
              </a:spcAft>
              <a:defRPr sz="1600">
                <a:solidFill>
                  <a:schemeClr val="tx1"/>
                </a:solidFill>
                <a:latin typeface="Tahoma" panose="020B0604030504040204" charset="0"/>
                <a:ea typeface="MS PGothic"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sz="12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Transport</a:t>
            </a:r>
            <a:r>
              <a:rPr kumimoji="0" lang="en-US" sz="14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 </a:t>
            </a:r>
            <a:r>
              <a:rPr kumimoji="0" lang="en-US" sz="12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Layer</a:t>
            </a:r>
          </a:p>
        </p:txBody>
      </p:sp>
      <p:sp>
        <p:nvSpPr>
          <p:cNvPr id="4099" name="Slide Number Placeholder 6"/>
          <p:cNvSpPr txBox="1">
            <a:spLocks noGrp="1"/>
          </p:cNvSpPr>
          <p:nvPr>
            <p:ph type="sldNum" sz="quarter" idx="12"/>
          </p:nvPr>
        </p:nvSpPr>
        <p:spPr bwMode="auto"/>
        <p:txBody>
          <a:bodyPr vert="horz" wrap="square" lIns="91440" tIns="45720" rIns="91440" bIns="45720" numCol="1" anchor="t" anchorCtr="0" compatLnSpc="1"/>
          <a:lstStyle>
            <a:lvl1pPr marL="0" lvl="0"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defRPr>
            </a:lvl1pPr>
            <a:lvl2pPr marL="457200" lvl="1"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2pPr>
            <a:lvl3pPr marL="914400" lvl="2"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3pPr>
            <a:lvl4pPr marL="1371600" lvl="3"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4pPr>
            <a:lvl5pPr marL="1828800" lvl="4"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5pPr>
          </a:lstStyle>
          <a:p>
            <a:pPr lvl="0" algn="l"/>
            <a:r>
              <a:rPr lang="en-US" altLang="zh-CN" sz="1200" dirty="0"/>
              <a:t>3-</a:t>
            </a:r>
            <a:fld id="{9A0DB2DC-4C9A-4742-B13C-FB6460FD3503}" type="slidenum">
              <a:rPr lang="en-US" sz="1200" dirty="0"/>
              <a:t>8</a:t>
            </a:fld>
            <a:endParaRPr lang="en-US" sz="1200" dirty="0"/>
          </a:p>
        </p:txBody>
      </p:sp>
      <p:grpSp>
        <p:nvGrpSpPr>
          <p:cNvPr id="18435" name="Group 894"/>
          <p:cNvGrpSpPr/>
          <p:nvPr/>
        </p:nvGrpSpPr>
        <p:grpSpPr>
          <a:xfrm>
            <a:off x="5102225" y="1601788"/>
            <a:ext cx="3540125" cy="4545012"/>
            <a:chOff x="3277" y="974"/>
            <a:chExt cx="2230" cy="2863"/>
          </a:xfrm>
        </p:grpSpPr>
        <p:sp>
          <p:nvSpPr>
            <p:cNvPr id="18464" name="Freeform 895"/>
            <p:cNvSpPr/>
            <p:nvPr/>
          </p:nvSpPr>
          <p:spPr>
            <a:xfrm>
              <a:off x="3277" y="1079"/>
              <a:ext cx="1094" cy="675"/>
            </a:xfrm>
            <a:custGeom>
              <a:avLst/>
              <a:gdLst/>
              <a:ahLst/>
              <a:cxnLst>
                <a:cxn ang="0">
                  <a:pos x="1116" y="11"/>
                </a:cxn>
                <a:cxn ang="0">
                  <a:pos x="673" y="53"/>
                </a:cxn>
                <a:cxn ang="0">
                  <a:pos x="356" y="129"/>
                </a:cxn>
                <a:cxn ang="0">
                  <a:pos x="264" y="229"/>
                </a:cxn>
                <a:cxn ang="0">
                  <a:pos x="37" y="297"/>
                </a:cxn>
                <a:cxn ang="0">
                  <a:pos x="29" y="459"/>
                </a:cxn>
                <a:cxn ang="0">
                  <a:pos x="227" y="489"/>
                </a:cxn>
                <a:cxn ang="0">
                  <a:pos x="792" y="489"/>
                </a:cxn>
                <a:cxn ang="0">
                  <a:pos x="1030" y="555"/>
                </a:cxn>
                <a:cxn ang="0">
                  <a:pos x="1296" y="657"/>
                </a:cxn>
                <a:cxn ang="0">
                  <a:pos x="1499" y="661"/>
                </a:cxn>
                <a:cxn ang="0">
                  <a:pos x="1640" y="603"/>
                </a:cxn>
                <a:cxn ang="0">
                  <a:pos x="1711" y="445"/>
                </a:cxn>
                <a:cxn ang="0">
                  <a:pos x="1755" y="291"/>
                </a:cxn>
                <a:cxn ang="0">
                  <a:pos x="1760" y="107"/>
                </a:cxn>
                <a:cxn ang="0">
                  <a:pos x="1611" y="17"/>
                </a:cxn>
                <a:cxn ang="0">
                  <a:pos x="1337" y="3"/>
                </a:cxn>
                <a:cxn ang="0">
                  <a:pos x="1116" y="11"/>
                </a:cxn>
              </a:cxnLst>
              <a:rect l="0" t="0" r="0" b="0"/>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DDDDDD">
                <a:alpha val="100000"/>
              </a:srgbClr>
            </a:solidFill>
            <a:ln w="9525">
              <a:noFill/>
            </a:ln>
          </p:spPr>
          <p:txBody>
            <a:bodyPr/>
            <a:lstStyle/>
            <a:p>
              <a:endParaRPr lang="zh-CN" altLang="en-US"/>
            </a:p>
          </p:txBody>
        </p:sp>
        <p:grpSp>
          <p:nvGrpSpPr>
            <p:cNvPr id="18465" name="Group 896"/>
            <p:cNvGrpSpPr/>
            <p:nvPr/>
          </p:nvGrpSpPr>
          <p:grpSpPr>
            <a:xfrm>
              <a:off x="3383" y="1920"/>
              <a:ext cx="919" cy="588"/>
              <a:chOff x="2889" y="1631"/>
              <a:chExt cx="980" cy="743"/>
            </a:xfrm>
          </p:grpSpPr>
          <p:sp>
            <p:nvSpPr>
              <p:cNvPr id="4508" name="Rectangle 897"/>
              <p:cNvSpPr>
                <a:spLocks noChangeArrowheads="1"/>
              </p:cNvSpPr>
              <p:nvPr/>
            </p:nvSpPr>
            <p:spPr bwMode="auto">
              <a:xfrm>
                <a:off x="3046" y="1841"/>
                <a:ext cx="663" cy="533"/>
              </a:xfrm>
              <a:prstGeom prst="rect">
                <a:avLst/>
              </a:prstGeom>
              <a:solidFill>
                <a:srgbClr val="DDDDDD"/>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509" name="AutoShape 898"/>
              <p:cNvSpPr>
                <a:spLocks noChangeArrowheads="1"/>
              </p:cNvSpPr>
              <p:nvPr/>
            </p:nvSpPr>
            <p:spPr bwMode="auto">
              <a:xfrm>
                <a:off x="2889" y="1631"/>
                <a:ext cx="980" cy="253"/>
              </a:xfrm>
              <a:prstGeom prst="triangle">
                <a:avLst>
                  <a:gd name="adj" fmla="val 50000"/>
                </a:avLst>
              </a:prstGeom>
              <a:solidFill>
                <a:srgbClr val="DDDDDD"/>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2400" b="0" i="0" u="none" strike="noStrike" kern="1200" cap="none" spc="0" normalizeH="0" baseline="0" noProof="0">
                  <a:ln>
                    <a:noFill/>
                  </a:ln>
                  <a:solidFill>
                    <a:srgbClr val="00CCFF"/>
                  </a:solidFill>
                  <a:effectLst/>
                  <a:uLnTx/>
                  <a:uFillTx/>
                  <a:latin typeface="Arial" panose="020B0604020202090204" pitchFamily="34" charset="0"/>
                  <a:ea typeface="MS PGothic" charset="0"/>
                  <a:cs typeface="+mn-cs"/>
                </a:endParaRPr>
              </a:p>
            </p:txBody>
          </p:sp>
        </p:grpSp>
        <p:sp>
          <p:nvSpPr>
            <p:cNvPr id="18466" name="Freeform 899"/>
            <p:cNvSpPr/>
            <p:nvPr/>
          </p:nvSpPr>
          <p:spPr>
            <a:xfrm>
              <a:off x="3379" y="2788"/>
              <a:ext cx="2032" cy="1049"/>
            </a:xfrm>
            <a:custGeom>
              <a:avLst/>
              <a:gdLst/>
              <a:ahLst/>
              <a:cxnLst>
                <a:cxn ang="0">
                  <a:pos x="1044" y="26"/>
                </a:cxn>
                <a:cxn ang="0">
                  <a:pos x="847" y="125"/>
                </a:cxn>
                <a:cxn ang="0">
                  <a:pos x="580" y="68"/>
                </a:cxn>
                <a:cxn ang="0">
                  <a:pos x="143" y="170"/>
                </a:cxn>
                <a:cxn ang="0">
                  <a:pos x="48" y="374"/>
                </a:cxn>
                <a:cxn ang="0">
                  <a:pos x="41" y="680"/>
                </a:cxn>
                <a:cxn ang="0">
                  <a:pos x="294" y="744"/>
                </a:cxn>
                <a:cxn ang="0">
                  <a:pos x="660" y="893"/>
                </a:cxn>
                <a:cxn ang="0">
                  <a:pos x="1088" y="1014"/>
                </a:cxn>
                <a:cxn ang="0">
                  <a:pos x="1525" y="1031"/>
                </a:cxn>
                <a:cxn ang="0">
                  <a:pos x="1831" y="907"/>
                </a:cxn>
                <a:cxn ang="0">
                  <a:pos x="2015" y="714"/>
                </a:cxn>
                <a:cxn ang="0">
                  <a:pos x="1931" y="251"/>
                </a:cxn>
                <a:cxn ang="0">
                  <a:pos x="1658" y="114"/>
                </a:cxn>
                <a:cxn ang="0">
                  <a:pos x="1355" y="15"/>
                </a:cxn>
                <a:cxn ang="0">
                  <a:pos x="1044" y="26"/>
                </a:cxn>
              </a:cxnLst>
              <a:rect l="0" t="0" r="0" b="0"/>
              <a:pathLst>
                <a:path w="2032" h="1049">
                  <a:moveTo>
                    <a:pt x="1044" y="26"/>
                  </a:moveTo>
                  <a:cubicBezTo>
                    <a:pt x="959" y="45"/>
                    <a:pt x="924" y="118"/>
                    <a:pt x="847" y="125"/>
                  </a:cubicBezTo>
                  <a:cubicBezTo>
                    <a:pt x="770" y="132"/>
                    <a:pt x="697" y="61"/>
                    <a:pt x="580" y="68"/>
                  </a:cubicBezTo>
                  <a:cubicBezTo>
                    <a:pt x="463" y="75"/>
                    <a:pt x="232" y="119"/>
                    <a:pt x="143" y="170"/>
                  </a:cubicBezTo>
                  <a:cubicBezTo>
                    <a:pt x="54" y="221"/>
                    <a:pt x="65" y="289"/>
                    <a:pt x="48" y="374"/>
                  </a:cubicBezTo>
                  <a:cubicBezTo>
                    <a:pt x="31" y="459"/>
                    <a:pt x="0" y="618"/>
                    <a:pt x="41" y="680"/>
                  </a:cubicBezTo>
                  <a:cubicBezTo>
                    <a:pt x="82" y="742"/>
                    <a:pt x="191" y="709"/>
                    <a:pt x="294" y="744"/>
                  </a:cubicBezTo>
                  <a:cubicBezTo>
                    <a:pt x="397" y="779"/>
                    <a:pt x="527" y="849"/>
                    <a:pt x="660" y="893"/>
                  </a:cubicBezTo>
                  <a:cubicBezTo>
                    <a:pt x="793" y="938"/>
                    <a:pt x="944" y="991"/>
                    <a:pt x="1088" y="1014"/>
                  </a:cubicBezTo>
                  <a:cubicBezTo>
                    <a:pt x="1232" y="1036"/>
                    <a:pt x="1401" y="1049"/>
                    <a:pt x="1525" y="1031"/>
                  </a:cubicBezTo>
                  <a:cubicBezTo>
                    <a:pt x="1649" y="1012"/>
                    <a:pt x="1749" y="960"/>
                    <a:pt x="1831" y="907"/>
                  </a:cubicBezTo>
                  <a:cubicBezTo>
                    <a:pt x="1913" y="855"/>
                    <a:pt x="1998" y="824"/>
                    <a:pt x="2015" y="714"/>
                  </a:cubicBezTo>
                  <a:cubicBezTo>
                    <a:pt x="2032" y="604"/>
                    <a:pt x="1990" y="350"/>
                    <a:pt x="1931" y="251"/>
                  </a:cubicBezTo>
                  <a:cubicBezTo>
                    <a:pt x="1872" y="151"/>
                    <a:pt x="1754" y="153"/>
                    <a:pt x="1658" y="114"/>
                  </a:cubicBezTo>
                  <a:cubicBezTo>
                    <a:pt x="1562" y="76"/>
                    <a:pt x="1457" y="30"/>
                    <a:pt x="1355" y="15"/>
                  </a:cubicBezTo>
                  <a:cubicBezTo>
                    <a:pt x="1253" y="0"/>
                    <a:pt x="1129" y="8"/>
                    <a:pt x="1044" y="26"/>
                  </a:cubicBezTo>
                  <a:close/>
                </a:path>
              </a:pathLst>
            </a:custGeom>
            <a:solidFill>
              <a:srgbClr val="DDDDDD">
                <a:alpha val="100000"/>
              </a:srgbClr>
            </a:solidFill>
            <a:ln w="9525">
              <a:noFill/>
            </a:ln>
          </p:spPr>
          <p:txBody>
            <a:bodyPr/>
            <a:lstStyle/>
            <a:p>
              <a:endParaRPr lang="zh-CN" altLang="en-US"/>
            </a:p>
          </p:txBody>
        </p:sp>
        <p:sp>
          <p:nvSpPr>
            <p:cNvPr id="4132" name="Line 900"/>
            <p:cNvSpPr>
              <a:spLocks noChangeShapeType="1"/>
            </p:cNvSpPr>
            <p:nvPr/>
          </p:nvSpPr>
          <p:spPr bwMode="auto">
            <a:xfrm rot="-5400000">
              <a:off x="4942" y="3252"/>
              <a:ext cx="330" cy="88"/>
            </a:xfrm>
            <a:prstGeom prst="line">
              <a:avLst/>
            </a:prstGeom>
            <a:noFill/>
            <a:ln w="12700">
              <a:solidFill>
                <a:schemeClr val="bg2"/>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33" name="Line 901"/>
            <p:cNvSpPr>
              <a:spLocks noChangeShapeType="1"/>
            </p:cNvSpPr>
            <p:nvPr/>
          </p:nvSpPr>
          <p:spPr bwMode="auto">
            <a:xfrm rot="5400000" flipV="1">
              <a:off x="5034" y="3429"/>
              <a:ext cx="2" cy="54"/>
            </a:xfrm>
            <a:prstGeom prst="line">
              <a:avLst/>
            </a:prstGeom>
            <a:noFill/>
            <a:ln w="12700">
              <a:solidFill>
                <a:schemeClr val="bg2"/>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34" name="Line 902"/>
            <p:cNvSpPr>
              <a:spLocks noChangeShapeType="1"/>
            </p:cNvSpPr>
            <p:nvPr/>
          </p:nvSpPr>
          <p:spPr bwMode="auto">
            <a:xfrm rot="-5400000">
              <a:off x="5151" y="3225"/>
              <a:ext cx="0" cy="72"/>
            </a:xfrm>
            <a:prstGeom prst="line">
              <a:avLst/>
            </a:prstGeom>
            <a:noFill/>
            <a:ln w="12700">
              <a:solidFill>
                <a:schemeClr val="bg2"/>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35" name="Line 903"/>
            <p:cNvSpPr>
              <a:spLocks noChangeShapeType="1"/>
            </p:cNvSpPr>
            <p:nvPr/>
          </p:nvSpPr>
          <p:spPr bwMode="auto">
            <a:xfrm flipH="1">
              <a:off x="3827" y="2977"/>
              <a:ext cx="160" cy="29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36" name="Line 904"/>
            <p:cNvSpPr>
              <a:spLocks noChangeShapeType="1"/>
            </p:cNvSpPr>
            <p:nvPr/>
          </p:nvSpPr>
          <p:spPr bwMode="auto">
            <a:xfrm>
              <a:off x="3843" y="3009"/>
              <a:ext cx="124"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37" name="Line 905"/>
            <p:cNvSpPr>
              <a:spLocks noChangeShapeType="1"/>
            </p:cNvSpPr>
            <p:nvPr/>
          </p:nvSpPr>
          <p:spPr bwMode="auto">
            <a:xfrm>
              <a:off x="3680" y="3221"/>
              <a:ext cx="172"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38" name="Line 906"/>
            <p:cNvSpPr>
              <a:spLocks noChangeShapeType="1"/>
            </p:cNvSpPr>
            <p:nvPr/>
          </p:nvSpPr>
          <p:spPr bwMode="auto">
            <a:xfrm>
              <a:off x="3914" y="3271"/>
              <a:ext cx="309"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39" name="Line 907"/>
            <p:cNvSpPr>
              <a:spLocks noChangeShapeType="1"/>
            </p:cNvSpPr>
            <p:nvPr/>
          </p:nvSpPr>
          <p:spPr bwMode="auto">
            <a:xfrm flipH="1">
              <a:off x="4065" y="3213"/>
              <a:ext cx="34" cy="54"/>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40" name="Line 908"/>
            <p:cNvSpPr>
              <a:spLocks noChangeShapeType="1"/>
            </p:cNvSpPr>
            <p:nvPr/>
          </p:nvSpPr>
          <p:spPr bwMode="auto">
            <a:xfrm>
              <a:off x="3947" y="3269"/>
              <a:ext cx="1" cy="52"/>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41" name="Line 909"/>
            <p:cNvSpPr>
              <a:spLocks noChangeShapeType="1"/>
            </p:cNvSpPr>
            <p:nvPr/>
          </p:nvSpPr>
          <p:spPr bwMode="auto">
            <a:xfrm flipH="1" flipV="1">
              <a:off x="4197" y="3274"/>
              <a:ext cx="0" cy="48"/>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42" name="Line 910"/>
            <p:cNvSpPr>
              <a:spLocks noChangeShapeType="1"/>
            </p:cNvSpPr>
            <p:nvPr/>
          </p:nvSpPr>
          <p:spPr bwMode="auto">
            <a:xfrm>
              <a:off x="4248" y="3185"/>
              <a:ext cx="317" cy="17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43" name="Line 911"/>
            <p:cNvSpPr>
              <a:spLocks noChangeShapeType="1"/>
            </p:cNvSpPr>
            <p:nvPr/>
          </p:nvSpPr>
          <p:spPr bwMode="auto">
            <a:xfrm>
              <a:off x="3901" y="3144"/>
              <a:ext cx="51"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44" name="Line 912"/>
            <p:cNvSpPr>
              <a:spLocks noChangeShapeType="1"/>
            </p:cNvSpPr>
            <p:nvPr/>
          </p:nvSpPr>
          <p:spPr bwMode="auto">
            <a:xfrm>
              <a:off x="3809" y="2257"/>
              <a:ext cx="148"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45" name="Line 913"/>
            <p:cNvSpPr>
              <a:spLocks noChangeShapeType="1"/>
            </p:cNvSpPr>
            <p:nvPr/>
          </p:nvSpPr>
          <p:spPr bwMode="auto">
            <a:xfrm flipV="1">
              <a:off x="3711" y="2354"/>
              <a:ext cx="106" cy="2"/>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481" name="Group 914"/>
            <p:cNvGrpSpPr/>
            <p:nvPr/>
          </p:nvGrpSpPr>
          <p:grpSpPr>
            <a:xfrm>
              <a:off x="3535" y="2207"/>
              <a:ext cx="319" cy="222"/>
              <a:chOff x="2967" y="478"/>
              <a:chExt cx="788" cy="625"/>
            </a:xfrm>
          </p:grpSpPr>
          <p:pic>
            <p:nvPicPr>
              <p:cNvPr id="18841" name="Picture 915" descr="access_point_stylized_small"/>
              <p:cNvPicPr>
                <a:picLocks noChangeAspect="1"/>
              </p:cNvPicPr>
              <p:nvPr/>
            </p:nvPicPr>
            <p:blipFill>
              <a:blip r:embed="rId2"/>
              <a:stretch>
                <a:fillRect/>
              </a:stretch>
            </p:blipFill>
            <p:spPr>
              <a:xfrm>
                <a:off x="3012" y="559"/>
                <a:ext cx="576" cy="544"/>
              </a:xfrm>
              <a:prstGeom prst="rect">
                <a:avLst/>
              </a:prstGeom>
              <a:noFill/>
              <a:ln w="9525">
                <a:noFill/>
              </a:ln>
            </p:spPr>
          </p:pic>
          <p:pic>
            <p:nvPicPr>
              <p:cNvPr id="18842" name="Picture 916" descr="antenna_radiation_stylized"/>
              <p:cNvPicPr>
                <a:picLocks noChangeAspect="1"/>
              </p:cNvPicPr>
              <p:nvPr/>
            </p:nvPicPr>
            <p:blipFill>
              <a:blip r:embed="rId3"/>
              <a:stretch>
                <a:fillRect/>
              </a:stretch>
            </p:blipFill>
            <p:spPr>
              <a:xfrm>
                <a:off x="2967" y="478"/>
                <a:ext cx="788" cy="188"/>
              </a:xfrm>
              <a:prstGeom prst="rect">
                <a:avLst/>
              </a:prstGeom>
              <a:noFill/>
              <a:ln w="9525">
                <a:noFill/>
              </a:ln>
            </p:spPr>
          </p:pic>
        </p:grpSp>
        <p:sp>
          <p:nvSpPr>
            <p:cNvPr id="18482" name="Freeform 917"/>
            <p:cNvSpPr/>
            <p:nvPr/>
          </p:nvSpPr>
          <p:spPr>
            <a:xfrm>
              <a:off x="4419" y="2224"/>
              <a:ext cx="828" cy="425"/>
            </a:xfrm>
            <a:custGeom>
              <a:avLst/>
              <a:gdLst/>
              <a:ahLst/>
              <a:cxnLst>
                <a:cxn ang="0">
                  <a:pos x="382" y="30"/>
                </a:cxn>
                <a:cxn ang="0">
                  <a:pos x="370" y="30"/>
                </a:cxn>
                <a:cxn ang="0">
                  <a:pos x="126" y="32"/>
                </a:cxn>
                <a:cxn ang="0">
                  <a:pos x="6" y="126"/>
                </a:cxn>
                <a:cxn ang="0">
                  <a:pos x="92" y="274"/>
                </a:cxn>
                <a:cxn ang="0">
                  <a:pos x="292" y="384"/>
                </a:cxn>
                <a:cxn ang="0">
                  <a:pos x="540" y="416"/>
                </a:cxn>
                <a:cxn ang="0">
                  <a:pos x="698" y="330"/>
                </a:cxn>
                <a:cxn ang="0">
                  <a:pos x="776" y="170"/>
                </a:cxn>
                <a:cxn ang="0">
                  <a:pos x="792" y="22"/>
                </a:cxn>
                <a:cxn ang="0">
                  <a:pos x="560" y="38"/>
                </a:cxn>
                <a:cxn ang="0">
                  <a:pos x="382" y="30"/>
                </a:cxn>
              </a:cxnLst>
              <a:rect l="0" t="0" r="0" b="0"/>
              <a:pathLst>
                <a:path w="828" h="425">
                  <a:moveTo>
                    <a:pt x="382" y="30"/>
                  </a:moveTo>
                  <a:cubicBezTo>
                    <a:pt x="350" y="29"/>
                    <a:pt x="413" y="30"/>
                    <a:pt x="370" y="30"/>
                  </a:cubicBezTo>
                  <a:cubicBezTo>
                    <a:pt x="327" y="30"/>
                    <a:pt x="187" y="16"/>
                    <a:pt x="126" y="32"/>
                  </a:cubicBezTo>
                  <a:cubicBezTo>
                    <a:pt x="65" y="48"/>
                    <a:pt x="12" y="86"/>
                    <a:pt x="6" y="126"/>
                  </a:cubicBezTo>
                  <a:cubicBezTo>
                    <a:pt x="0" y="166"/>
                    <a:pt x="44" y="231"/>
                    <a:pt x="92" y="274"/>
                  </a:cubicBezTo>
                  <a:cubicBezTo>
                    <a:pt x="140" y="317"/>
                    <a:pt x="217" y="360"/>
                    <a:pt x="292" y="384"/>
                  </a:cubicBezTo>
                  <a:cubicBezTo>
                    <a:pt x="367" y="408"/>
                    <a:pt x="472" y="425"/>
                    <a:pt x="540" y="416"/>
                  </a:cubicBezTo>
                  <a:cubicBezTo>
                    <a:pt x="608" y="407"/>
                    <a:pt x="659" y="371"/>
                    <a:pt x="698" y="330"/>
                  </a:cubicBezTo>
                  <a:cubicBezTo>
                    <a:pt x="737" y="289"/>
                    <a:pt x="760" y="221"/>
                    <a:pt x="776" y="170"/>
                  </a:cubicBezTo>
                  <a:cubicBezTo>
                    <a:pt x="792" y="119"/>
                    <a:pt x="828" y="44"/>
                    <a:pt x="792" y="22"/>
                  </a:cubicBezTo>
                  <a:cubicBezTo>
                    <a:pt x="756" y="0"/>
                    <a:pt x="630" y="37"/>
                    <a:pt x="560" y="38"/>
                  </a:cubicBezTo>
                  <a:cubicBezTo>
                    <a:pt x="490" y="39"/>
                    <a:pt x="414" y="31"/>
                    <a:pt x="382" y="30"/>
                  </a:cubicBezTo>
                  <a:close/>
                </a:path>
              </a:pathLst>
            </a:custGeom>
            <a:solidFill>
              <a:srgbClr val="DDDDDD">
                <a:alpha val="100000"/>
              </a:srgbClr>
            </a:solidFill>
            <a:ln w="9525">
              <a:noFill/>
            </a:ln>
          </p:spPr>
          <p:txBody>
            <a:bodyPr/>
            <a:lstStyle/>
            <a:p>
              <a:endParaRPr lang="zh-CN" altLang="en-US"/>
            </a:p>
          </p:txBody>
        </p:sp>
        <p:sp>
          <p:nvSpPr>
            <p:cNvPr id="18483" name="Freeform 918"/>
            <p:cNvSpPr/>
            <p:nvPr/>
          </p:nvSpPr>
          <p:spPr>
            <a:xfrm>
              <a:off x="4417" y="1263"/>
              <a:ext cx="1090" cy="709"/>
            </a:xfrm>
            <a:custGeom>
              <a:avLst/>
              <a:gdLst/>
              <a:ahLst/>
              <a:cxnLst>
                <a:cxn ang="0">
                  <a:pos x="14627" y="763"/>
                </a:cxn>
                <a:cxn ang="0">
                  <a:pos x="9913" y="5420"/>
                </a:cxn>
                <a:cxn ang="0">
                  <a:pos x="3316" y="7714"/>
                </a:cxn>
                <a:cxn ang="0">
                  <a:pos x="474" y="25995"/>
                </a:cxn>
                <a:cxn ang="0">
                  <a:pos x="6202" y="34346"/>
                </a:cxn>
                <a:cxn ang="0">
                  <a:pos x="11922" y="32921"/>
                </a:cxn>
                <a:cxn ang="0">
                  <a:pos x="20124" y="34346"/>
                </a:cxn>
                <a:cxn ang="0">
                  <a:pos x="24081" y="33549"/>
                </a:cxn>
                <a:cxn ang="0">
                  <a:pos x="25921" y="28785"/>
                </a:cxn>
                <a:cxn ang="0">
                  <a:pos x="25875" y="12218"/>
                </a:cxn>
                <a:cxn ang="0">
                  <a:pos x="22836" y="2665"/>
                </a:cxn>
                <a:cxn ang="0">
                  <a:pos x="14627" y="763"/>
                </a:cxn>
              </a:cxnLst>
              <a:rect l="0" t="0" r="0" b="0"/>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chemeClr val="folHlink">
                    <a:alpha val="100000"/>
                  </a:schemeClr>
                </a:gs>
                <a:gs pos="100000">
                  <a:schemeClr val="bg1">
                    <a:alpha val="100000"/>
                  </a:schemeClr>
                </a:gs>
              </a:gsLst>
              <a:lin ang="0" scaled="1"/>
              <a:tileRect/>
            </a:gradFill>
            <a:ln w="9525">
              <a:noFill/>
            </a:ln>
          </p:spPr>
          <p:txBody>
            <a:bodyPr/>
            <a:lstStyle/>
            <a:p>
              <a:endParaRPr lang="zh-CN" altLang="en-US"/>
            </a:p>
          </p:txBody>
        </p:sp>
        <p:sp>
          <p:nvSpPr>
            <p:cNvPr id="4149" name="Line 919"/>
            <p:cNvSpPr>
              <a:spLocks noChangeShapeType="1"/>
            </p:cNvSpPr>
            <p:nvPr/>
          </p:nvSpPr>
          <p:spPr bwMode="auto">
            <a:xfrm>
              <a:off x="4659" y="2404"/>
              <a:ext cx="103" cy="7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0" name="Line 920"/>
            <p:cNvSpPr>
              <a:spLocks noChangeShapeType="1"/>
            </p:cNvSpPr>
            <p:nvPr/>
          </p:nvSpPr>
          <p:spPr bwMode="auto">
            <a:xfrm>
              <a:off x="4720" y="2354"/>
              <a:ext cx="176"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1" name="Line 921"/>
            <p:cNvSpPr>
              <a:spLocks noChangeShapeType="1"/>
            </p:cNvSpPr>
            <p:nvPr/>
          </p:nvSpPr>
          <p:spPr bwMode="auto">
            <a:xfrm flipV="1">
              <a:off x="4869" y="2408"/>
              <a:ext cx="85" cy="6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2" name="Line 922"/>
            <p:cNvSpPr>
              <a:spLocks noChangeShapeType="1"/>
            </p:cNvSpPr>
            <p:nvPr/>
          </p:nvSpPr>
          <p:spPr bwMode="auto">
            <a:xfrm>
              <a:off x="4235" y="1632"/>
              <a:ext cx="321" cy="2"/>
            </a:xfrm>
            <a:prstGeom prst="line">
              <a:avLst/>
            </a:prstGeom>
            <a:noFill/>
            <a:ln w="9525">
              <a:solidFill>
                <a:srgbClr val="969696"/>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3" name="Line 923"/>
            <p:cNvSpPr>
              <a:spLocks noChangeShapeType="1"/>
            </p:cNvSpPr>
            <p:nvPr/>
          </p:nvSpPr>
          <p:spPr bwMode="auto">
            <a:xfrm>
              <a:off x="4635" y="2961"/>
              <a:ext cx="246" cy="11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4" name="Line 924"/>
            <p:cNvSpPr>
              <a:spLocks noChangeShapeType="1"/>
            </p:cNvSpPr>
            <p:nvPr/>
          </p:nvSpPr>
          <p:spPr bwMode="auto">
            <a:xfrm flipV="1">
              <a:off x="4244" y="2953"/>
              <a:ext cx="203" cy="125"/>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5" name="Line 925"/>
            <p:cNvSpPr>
              <a:spLocks noChangeShapeType="1"/>
            </p:cNvSpPr>
            <p:nvPr/>
          </p:nvSpPr>
          <p:spPr bwMode="auto">
            <a:xfrm flipV="1">
              <a:off x="4271" y="3137"/>
              <a:ext cx="612"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6" name="Line 926"/>
            <p:cNvSpPr>
              <a:spLocks noChangeShapeType="1"/>
            </p:cNvSpPr>
            <p:nvPr/>
          </p:nvSpPr>
          <p:spPr bwMode="auto">
            <a:xfrm flipV="1">
              <a:off x="4773" y="1572"/>
              <a:ext cx="78" cy="55"/>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7" name="Line 927"/>
            <p:cNvSpPr>
              <a:spLocks noChangeShapeType="1"/>
            </p:cNvSpPr>
            <p:nvPr/>
          </p:nvSpPr>
          <p:spPr bwMode="auto">
            <a:xfrm>
              <a:off x="4665" y="1681"/>
              <a:ext cx="0" cy="52"/>
            </a:xfrm>
            <a:prstGeom prst="line">
              <a:avLst/>
            </a:prstGeom>
            <a:noFill/>
            <a:ln w="9525">
              <a:solidFill>
                <a:srgbClr val="969696"/>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8" name="Line 928"/>
            <p:cNvSpPr>
              <a:spLocks noChangeShapeType="1"/>
            </p:cNvSpPr>
            <p:nvPr/>
          </p:nvSpPr>
          <p:spPr bwMode="auto">
            <a:xfrm flipV="1">
              <a:off x="4773" y="1616"/>
              <a:ext cx="166" cy="182"/>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59" name="Line 929"/>
            <p:cNvSpPr>
              <a:spLocks noChangeShapeType="1"/>
            </p:cNvSpPr>
            <p:nvPr/>
          </p:nvSpPr>
          <p:spPr bwMode="auto">
            <a:xfrm>
              <a:off x="5003" y="1615"/>
              <a:ext cx="0" cy="124"/>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60" name="Line 930"/>
            <p:cNvSpPr>
              <a:spLocks noChangeShapeType="1"/>
            </p:cNvSpPr>
            <p:nvPr/>
          </p:nvSpPr>
          <p:spPr bwMode="auto">
            <a:xfrm>
              <a:off x="4785" y="1808"/>
              <a:ext cx="119"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61" name="Line 931"/>
            <p:cNvSpPr>
              <a:spLocks noChangeShapeType="1"/>
            </p:cNvSpPr>
            <p:nvPr/>
          </p:nvSpPr>
          <p:spPr bwMode="auto">
            <a:xfrm>
              <a:off x="5134" y="1802"/>
              <a:ext cx="112"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62" name="Line 932"/>
            <p:cNvSpPr>
              <a:spLocks noChangeShapeType="1"/>
            </p:cNvSpPr>
            <p:nvPr/>
          </p:nvSpPr>
          <p:spPr bwMode="auto">
            <a:xfrm flipH="1">
              <a:off x="4596" y="1850"/>
              <a:ext cx="62" cy="444"/>
            </a:xfrm>
            <a:prstGeom prst="line">
              <a:avLst/>
            </a:prstGeom>
            <a:noFill/>
            <a:ln w="9525">
              <a:solidFill>
                <a:srgbClr val="969696"/>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63" name="Line 933"/>
            <p:cNvSpPr>
              <a:spLocks noChangeShapeType="1"/>
            </p:cNvSpPr>
            <p:nvPr/>
          </p:nvSpPr>
          <p:spPr bwMode="auto">
            <a:xfrm flipH="1">
              <a:off x="4969" y="1850"/>
              <a:ext cx="70" cy="458"/>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64" name="Line 934"/>
            <p:cNvSpPr>
              <a:spLocks noChangeShapeType="1"/>
            </p:cNvSpPr>
            <p:nvPr/>
          </p:nvSpPr>
          <p:spPr bwMode="auto">
            <a:xfrm flipV="1">
              <a:off x="4581" y="2569"/>
              <a:ext cx="143" cy="275"/>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65" name="Line 935"/>
            <p:cNvSpPr>
              <a:spLocks noChangeShapeType="1"/>
            </p:cNvSpPr>
            <p:nvPr/>
          </p:nvSpPr>
          <p:spPr bwMode="auto">
            <a:xfrm>
              <a:off x="5257" y="1801"/>
              <a:ext cx="112" cy="0"/>
            </a:xfrm>
            <a:prstGeom prst="line">
              <a:avLst/>
            </a:prstGeom>
            <a:noFill/>
            <a:ln w="9525">
              <a:solidFill>
                <a:schemeClr val="bg2"/>
              </a:solidFill>
              <a:prstDash val="dash"/>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501" name="Group 936"/>
            <p:cNvGrpSpPr/>
            <p:nvPr/>
          </p:nvGrpSpPr>
          <p:grpSpPr>
            <a:xfrm>
              <a:off x="3813" y="1163"/>
              <a:ext cx="295" cy="391"/>
              <a:chOff x="1653" y="3023"/>
              <a:chExt cx="622" cy="911"/>
            </a:xfrm>
          </p:grpSpPr>
          <p:sp>
            <p:nvSpPr>
              <p:cNvPr id="18824" name="Line 270"/>
              <p:cNvSpPr/>
              <p:nvPr/>
            </p:nvSpPr>
            <p:spPr>
              <a:xfrm flipH="1">
                <a:off x="1766" y="3287"/>
                <a:ext cx="188" cy="586"/>
              </a:xfrm>
              <a:prstGeom prst="line">
                <a:avLst/>
              </a:prstGeom>
              <a:ln w="19050" cap="flat" cmpd="sng">
                <a:solidFill>
                  <a:srgbClr val="808080"/>
                </a:solidFill>
                <a:prstDash val="solid"/>
                <a:headEnd type="none" w="med" len="med"/>
                <a:tailEnd type="none" w="med" len="med"/>
              </a:ln>
            </p:spPr>
          </p:sp>
          <p:sp>
            <p:nvSpPr>
              <p:cNvPr id="18825" name="Line 271"/>
              <p:cNvSpPr/>
              <p:nvPr/>
            </p:nvSpPr>
            <p:spPr>
              <a:xfrm>
                <a:off x="1954" y="3287"/>
                <a:ext cx="188" cy="583"/>
              </a:xfrm>
              <a:prstGeom prst="line">
                <a:avLst/>
              </a:prstGeom>
              <a:ln w="19050" cap="flat" cmpd="sng">
                <a:solidFill>
                  <a:srgbClr val="808080"/>
                </a:solidFill>
                <a:prstDash val="solid"/>
                <a:headEnd type="none" w="med" len="med"/>
                <a:tailEnd type="none" w="med" len="med"/>
              </a:ln>
            </p:spPr>
          </p:sp>
          <p:sp>
            <p:nvSpPr>
              <p:cNvPr id="18826" name="Line 272"/>
              <p:cNvSpPr/>
              <p:nvPr/>
            </p:nvSpPr>
            <p:spPr>
              <a:xfrm>
                <a:off x="1766" y="3870"/>
                <a:ext cx="188" cy="64"/>
              </a:xfrm>
              <a:prstGeom prst="line">
                <a:avLst/>
              </a:prstGeom>
              <a:ln w="19050" cap="flat" cmpd="sng">
                <a:solidFill>
                  <a:srgbClr val="808080"/>
                </a:solidFill>
                <a:prstDash val="solid"/>
                <a:headEnd type="none" w="med" len="med"/>
                <a:tailEnd type="none" w="med" len="med"/>
              </a:ln>
            </p:spPr>
          </p:sp>
          <p:sp>
            <p:nvSpPr>
              <p:cNvPr id="18827" name="Line 273"/>
              <p:cNvSpPr/>
              <p:nvPr/>
            </p:nvSpPr>
            <p:spPr>
              <a:xfrm flipH="1">
                <a:off x="1954" y="3870"/>
                <a:ext cx="188" cy="64"/>
              </a:xfrm>
              <a:prstGeom prst="line">
                <a:avLst/>
              </a:prstGeom>
              <a:ln w="19050" cap="flat" cmpd="sng">
                <a:solidFill>
                  <a:srgbClr val="808080"/>
                </a:solidFill>
                <a:prstDash val="solid"/>
                <a:headEnd type="none" w="med" len="med"/>
                <a:tailEnd type="none" w="med" len="med"/>
              </a:ln>
            </p:spPr>
          </p:sp>
          <p:sp>
            <p:nvSpPr>
              <p:cNvPr id="18828" name="Line 274"/>
              <p:cNvSpPr/>
              <p:nvPr/>
            </p:nvSpPr>
            <p:spPr>
              <a:xfrm>
                <a:off x="1954" y="3300"/>
                <a:ext cx="0" cy="634"/>
              </a:xfrm>
              <a:prstGeom prst="line">
                <a:avLst/>
              </a:prstGeom>
              <a:ln w="19050" cap="flat" cmpd="sng">
                <a:solidFill>
                  <a:srgbClr val="808080"/>
                </a:solidFill>
                <a:prstDash val="solid"/>
                <a:headEnd type="none" w="med" len="med"/>
                <a:tailEnd type="none" w="med" len="med"/>
              </a:ln>
            </p:spPr>
          </p:sp>
          <p:sp>
            <p:nvSpPr>
              <p:cNvPr id="18829" name="Line 275"/>
              <p:cNvSpPr/>
              <p:nvPr/>
            </p:nvSpPr>
            <p:spPr>
              <a:xfrm flipV="1">
                <a:off x="1766" y="3810"/>
                <a:ext cx="188" cy="63"/>
              </a:xfrm>
              <a:prstGeom prst="line">
                <a:avLst/>
              </a:prstGeom>
              <a:ln w="19050" cap="flat" cmpd="sng">
                <a:solidFill>
                  <a:srgbClr val="808080"/>
                </a:solidFill>
                <a:prstDash val="solid"/>
                <a:headEnd type="none" w="med" len="med"/>
                <a:tailEnd type="none" w="med" len="med"/>
              </a:ln>
            </p:spPr>
          </p:sp>
          <p:sp>
            <p:nvSpPr>
              <p:cNvPr id="18830" name="Line 276"/>
              <p:cNvSpPr/>
              <p:nvPr/>
            </p:nvSpPr>
            <p:spPr>
              <a:xfrm flipH="1" flipV="1">
                <a:off x="1954" y="3810"/>
                <a:ext cx="188" cy="60"/>
              </a:xfrm>
              <a:prstGeom prst="line">
                <a:avLst/>
              </a:prstGeom>
              <a:ln w="19050" cap="flat" cmpd="sng">
                <a:solidFill>
                  <a:srgbClr val="808080"/>
                </a:solidFill>
                <a:prstDash val="solid"/>
                <a:headEnd type="none" w="med" len="med"/>
                <a:tailEnd type="none" w="med" len="med"/>
              </a:ln>
            </p:spPr>
          </p:sp>
          <p:sp>
            <p:nvSpPr>
              <p:cNvPr id="18831" name="Line 277"/>
              <p:cNvSpPr/>
              <p:nvPr/>
            </p:nvSpPr>
            <p:spPr>
              <a:xfrm>
                <a:off x="1846" y="3618"/>
                <a:ext cx="108" cy="48"/>
              </a:xfrm>
              <a:prstGeom prst="line">
                <a:avLst/>
              </a:prstGeom>
              <a:ln w="19050" cap="flat" cmpd="sng">
                <a:solidFill>
                  <a:srgbClr val="808080"/>
                </a:solidFill>
                <a:prstDash val="solid"/>
                <a:headEnd type="none" w="med" len="med"/>
                <a:tailEnd type="none" w="med" len="med"/>
              </a:ln>
            </p:spPr>
          </p:sp>
          <p:sp>
            <p:nvSpPr>
              <p:cNvPr id="18832" name="Line 278"/>
              <p:cNvSpPr/>
              <p:nvPr/>
            </p:nvSpPr>
            <p:spPr>
              <a:xfrm flipV="1">
                <a:off x="1954" y="3618"/>
                <a:ext cx="114" cy="48"/>
              </a:xfrm>
              <a:prstGeom prst="line">
                <a:avLst/>
              </a:prstGeom>
              <a:ln w="19050" cap="flat" cmpd="sng">
                <a:solidFill>
                  <a:srgbClr val="808080"/>
                </a:solidFill>
                <a:prstDash val="solid"/>
                <a:headEnd type="none" w="med" len="med"/>
                <a:tailEnd type="none" w="med" len="med"/>
              </a:ln>
            </p:spPr>
          </p:sp>
          <p:sp>
            <p:nvSpPr>
              <p:cNvPr id="18833" name="Line 279"/>
              <p:cNvSpPr/>
              <p:nvPr/>
            </p:nvSpPr>
            <p:spPr>
              <a:xfrm>
                <a:off x="1810" y="3704"/>
                <a:ext cx="139" cy="65"/>
              </a:xfrm>
              <a:prstGeom prst="line">
                <a:avLst/>
              </a:prstGeom>
              <a:ln w="19050" cap="flat" cmpd="sng">
                <a:solidFill>
                  <a:srgbClr val="808080"/>
                </a:solidFill>
                <a:prstDash val="solid"/>
                <a:headEnd type="none" w="med" len="med"/>
                <a:tailEnd type="none" w="med" len="med"/>
              </a:ln>
            </p:spPr>
          </p:sp>
          <p:sp>
            <p:nvSpPr>
              <p:cNvPr id="18834" name="Line 280"/>
              <p:cNvSpPr/>
              <p:nvPr/>
            </p:nvSpPr>
            <p:spPr>
              <a:xfrm flipV="1">
                <a:off x="1954" y="3717"/>
                <a:ext cx="140" cy="57"/>
              </a:xfrm>
              <a:prstGeom prst="line">
                <a:avLst/>
              </a:prstGeom>
              <a:ln w="19050" cap="flat" cmpd="sng">
                <a:solidFill>
                  <a:srgbClr val="808080"/>
                </a:solidFill>
                <a:prstDash val="solid"/>
                <a:headEnd type="none" w="med" len="med"/>
                <a:tailEnd type="none" w="med" len="med"/>
              </a:ln>
            </p:spPr>
          </p:sp>
          <p:sp>
            <p:nvSpPr>
              <p:cNvPr id="18835" name="Line 281"/>
              <p:cNvSpPr/>
              <p:nvPr/>
            </p:nvSpPr>
            <p:spPr>
              <a:xfrm flipV="1">
                <a:off x="1954" y="3530"/>
                <a:ext cx="72" cy="24"/>
              </a:xfrm>
              <a:prstGeom prst="line">
                <a:avLst/>
              </a:prstGeom>
              <a:ln w="19050" cap="flat" cmpd="sng">
                <a:solidFill>
                  <a:srgbClr val="808080"/>
                </a:solidFill>
                <a:prstDash val="solid"/>
                <a:headEnd type="none" w="med" len="med"/>
                <a:tailEnd type="none" w="med" len="med"/>
              </a:ln>
            </p:spPr>
          </p:sp>
          <p:sp>
            <p:nvSpPr>
              <p:cNvPr id="18836" name="Line 282"/>
              <p:cNvSpPr/>
              <p:nvPr/>
            </p:nvSpPr>
            <p:spPr>
              <a:xfrm flipV="1">
                <a:off x="1954" y="3409"/>
                <a:ext cx="45" cy="18"/>
              </a:xfrm>
              <a:prstGeom prst="line">
                <a:avLst/>
              </a:prstGeom>
              <a:ln w="19050" cap="flat" cmpd="sng">
                <a:solidFill>
                  <a:srgbClr val="808080"/>
                </a:solidFill>
                <a:prstDash val="solid"/>
                <a:headEnd type="none" w="med" len="med"/>
                <a:tailEnd type="none" w="med" len="med"/>
              </a:ln>
            </p:spPr>
          </p:sp>
          <p:sp>
            <p:nvSpPr>
              <p:cNvPr id="18837" name="Line 283"/>
              <p:cNvSpPr/>
              <p:nvPr/>
            </p:nvSpPr>
            <p:spPr>
              <a:xfrm>
                <a:off x="1873" y="3522"/>
                <a:ext cx="87" cy="32"/>
              </a:xfrm>
              <a:prstGeom prst="line">
                <a:avLst/>
              </a:prstGeom>
              <a:ln w="19050" cap="flat" cmpd="sng">
                <a:solidFill>
                  <a:srgbClr val="808080"/>
                </a:solidFill>
                <a:prstDash val="solid"/>
                <a:headEnd type="none" w="med" len="med"/>
                <a:tailEnd type="none" w="med" len="med"/>
              </a:ln>
            </p:spPr>
          </p:sp>
          <p:sp>
            <p:nvSpPr>
              <p:cNvPr id="18838" name="Line 284"/>
              <p:cNvSpPr/>
              <p:nvPr/>
            </p:nvSpPr>
            <p:spPr>
              <a:xfrm>
                <a:off x="1912" y="3404"/>
                <a:ext cx="50" cy="31"/>
              </a:xfrm>
              <a:prstGeom prst="line">
                <a:avLst/>
              </a:prstGeom>
              <a:ln w="19050" cap="flat" cmpd="sng">
                <a:solidFill>
                  <a:srgbClr val="808080"/>
                </a:solidFill>
                <a:prstDash val="solid"/>
                <a:headEnd type="none" w="med" len="med"/>
                <a:tailEnd type="none" w="med" len="med"/>
              </a:ln>
            </p:spPr>
          </p:sp>
          <p:sp>
            <p:nvSpPr>
              <p:cNvPr id="4504" name="Oval 952"/>
              <p:cNvSpPr>
                <a:spLocks noChangeArrowheads="1"/>
              </p:cNvSpPr>
              <p:nvPr/>
            </p:nvSpPr>
            <p:spPr bwMode="auto">
              <a:xfrm>
                <a:off x="1921" y="3233"/>
                <a:ext cx="63" cy="68"/>
              </a:xfrm>
              <a:prstGeom prst="ellipse">
                <a:avLst/>
              </a:prstGeom>
              <a:solidFill>
                <a:srgbClr val="808080"/>
              </a:solidFill>
              <a:ln w="9525">
                <a:solidFill>
                  <a:srgbClr val="808080"/>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pic>
            <p:nvPicPr>
              <p:cNvPr id="18840" name="Picture 953" descr="cell_tower_radiation_gray"/>
              <p:cNvPicPr>
                <a:picLocks noChangeAspect="1"/>
              </p:cNvPicPr>
              <p:nvPr/>
            </p:nvPicPr>
            <p:blipFill>
              <a:blip r:embed="rId4"/>
              <a:stretch>
                <a:fillRect/>
              </a:stretch>
            </p:blipFill>
            <p:spPr>
              <a:xfrm>
                <a:off x="1653" y="3023"/>
                <a:ext cx="622" cy="503"/>
              </a:xfrm>
              <a:prstGeom prst="rect">
                <a:avLst/>
              </a:prstGeom>
              <a:noFill/>
              <a:ln w="9525">
                <a:noFill/>
              </a:ln>
            </p:spPr>
          </p:pic>
        </p:grpSp>
        <p:grpSp>
          <p:nvGrpSpPr>
            <p:cNvPr id="18502" name="Group 954"/>
            <p:cNvGrpSpPr/>
            <p:nvPr/>
          </p:nvGrpSpPr>
          <p:grpSpPr>
            <a:xfrm>
              <a:off x="3962" y="1516"/>
              <a:ext cx="286" cy="160"/>
              <a:chOff x="3843" y="1516"/>
              <a:chExt cx="286" cy="160"/>
            </a:xfrm>
          </p:grpSpPr>
          <p:sp>
            <p:nvSpPr>
              <p:cNvPr id="4480" name="Line 955"/>
              <p:cNvSpPr>
                <a:spLocks noChangeShapeType="1"/>
              </p:cNvSpPr>
              <p:nvPr/>
            </p:nvSpPr>
            <p:spPr bwMode="auto">
              <a:xfrm>
                <a:off x="3843" y="1516"/>
                <a:ext cx="96" cy="60"/>
              </a:xfrm>
              <a:prstGeom prst="line">
                <a:avLst/>
              </a:prstGeom>
              <a:noFill/>
              <a:ln w="9525">
                <a:solidFill>
                  <a:srgbClr val="969696"/>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18816" name="Oval 407"/>
              <p:cNvSpPr/>
              <p:nvPr/>
            </p:nvSpPr>
            <p:spPr>
              <a:xfrm>
                <a:off x="3884" y="1616"/>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817" name="Rectangle 410"/>
              <p:cNvSpPr/>
              <p:nvPr/>
            </p:nvSpPr>
            <p:spPr>
              <a:xfrm>
                <a:off x="3884" y="1610"/>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818" name="Oval 411"/>
              <p:cNvSpPr/>
              <p:nvPr/>
            </p:nvSpPr>
            <p:spPr>
              <a:xfrm>
                <a:off x="3883" y="1569"/>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819" name="Group 959"/>
              <p:cNvGrpSpPr/>
              <p:nvPr/>
            </p:nvGrpSpPr>
            <p:grpSpPr>
              <a:xfrm>
                <a:off x="3932" y="1587"/>
                <a:ext cx="138" cy="33"/>
                <a:chOff x="2468" y="1332"/>
                <a:chExt cx="310" cy="60"/>
              </a:xfrm>
            </p:grpSpPr>
            <p:sp>
              <p:nvSpPr>
                <p:cNvPr id="18822" name="Freeform 960"/>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823" name="Freeform 961"/>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85" name="Line 962"/>
              <p:cNvSpPr>
                <a:spLocks noChangeShapeType="1"/>
              </p:cNvSpPr>
              <p:nvPr/>
            </p:nvSpPr>
            <p:spPr bwMode="auto">
              <a:xfrm>
                <a:off x="3884" y="1602"/>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86" name="Line 963"/>
              <p:cNvSpPr>
                <a:spLocks noChangeShapeType="1"/>
              </p:cNvSpPr>
              <p:nvPr/>
            </p:nvSpPr>
            <p:spPr bwMode="auto">
              <a:xfrm>
                <a:off x="4127" y="1604"/>
                <a:ext cx="0" cy="4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03" name="Group 964"/>
            <p:cNvGrpSpPr/>
            <p:nvPr/>
          </p:nvGrpSpPr>
          <p:grpSpPr>
            <a:xfrm>
              <a:off x="4537" y="1571"/>
              <a:ext cx="246" cy="110"/>
              <a:chOff x="4334" y="1470"/>
              <a:chExt cx="246" cy="107"/>
            </a:xfrm>
          </p:grpSpPr>
          <p:sp>
            <p:nvSpPr>
              <p:cNvPr id="18807"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808"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809"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810" name="Group 968"/>
              <p:cNvGrpSpPr/>
              <p:nvPr/>
            </p:nvGrpSpPr>
            <p:grpSpPr>
              <a:xfrm>
                <a:off x="4383" y="1488"/>
                <a:ext cx="138" cy="33"/>
                <a:chOff x="2468" y="1332"/>
                <a:chExt cx="310" cy="60"/>
              </a:xfrm>
            </p:grpSpPr>
            <p:sp>
              <p:nvSpPr>
                <p:cNvPr id="18813" name="Freeform 969"/>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814" name="Freeform 970"/>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76" name="Line 971"/>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77" name="Line 972"/>
              <p:cNvSpPr>
                <a:spLocks noChangeShapeType="1"/>
              </p:cNvSpPr>
              <p:nvPr/>
            </p:nvSpPr>
            <p:spPr bwMode="auto">
              <a:xfrm>
                <a:off x="4578" y="1505"/>
                <a:ext cx="0" cy="4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04" name="Group 973"/>
            <p:cNvGrpSpPr/>
            <p:nvPr/>
          </p:nvGrpSpPr>
          <p:grpSpPr>
            <a:xfrm>
              <a:off x="4544" y="1737"/>
              <a:ext cx="246" cy="110"/>
              <a:chOff x="4334" y="1470"/>
              <a:chExt cx="246" cy="107"/>
            </a:xfrm>
          </p:grpSpPr>
          <p:sp>
            <p:nvSpPr>
              <p:cNvPr id="18799"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800"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801"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802" name="Group 977"/>
              <p:cNvGrpSpPr/>
              <p:nvPr/>
            </p:nvGrpSpPr>
            <p:grpSpPr>
              <a:xfrm>
                <a:off x="4383" y="1488"/>
                <a:ext cx="138" cy="33"/>
                <a:chOff x="2468" y="1332"/>
                <a:chExt cx="310" cy="60"/>
              </a:xfrm>
            </p:grpSpPr>
            <p:sp>
              <p:nvSpPr>
                <p:cNvPr id="18805" name="Freeform 978"/>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806" name="Freeform 979"/>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68" name="Line 980"/>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69" name="Line 981"/>
              <p:cNvSpPr>
                <a:spLocks noChangeShapeType="1"/>
              </p:cNvSpPr>
              <p:nvPr/>
            </p:nvSpPr>
            <p:spPr bwMode="auto">
              <a:xfrm>
                <a:off x="4578" y="1505"/>
                <a:ext cx="0" cy="4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05" name="Group 982"/>
            <p:cNvGrpSpPr/>
            <p:nvPr/>
          </p:nvGrpSpPr>
          <p:grpSpPr>
            <a:xfrm>
              <a:off x="4890" y="1738"/>
              <a:ext cx="246" cy="110"/>
              <a:chOff x="4334" y="1470"/>
              <a:chExt cx="246" cy="107"/>
            </a:xfrm>
          </p:grpSpPr>
          <p:sp>
            <p:nvSpPr>
              <p:cNvPr id="18791"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92"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93"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94" name="Group 986"/>
              <p:cNvGrpSpPr/>
              <p:nvPr/>
            </p:nvGrpSpPr>
            <p:grpSpPr>
              <a:xfrm>
                <a:off x="4383" y="1488"/>
                <a:ext cx="138" cy="33"/>
                <a:chOff x="2468" y="1332"/>
                <a:chExt cx="310" cy="60"/>
              </a:xfrm>
            </p:grpSpPr>
            <p:sp>
              <p:nvSpPr>
                <p:cNvPr id="18797" name="Freeform 987"/>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98" name="Freeform 988"/>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60" name="Line 989"/>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61" name="Line 990"/>
              <p:cNvSpPr>
                <a:spLocks noChangeShapeType="1"/>
              </p:cNvSpPr>
              <p:nvPr/>
            </p:nvSpPr>
            <p:spPr bwMode="auto">
              <a:xfrm>
                <a:off x="4578" y="1505"/>
                <a:ext cx="0" cy="4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06" name="Group 991"/>
            <p:cNvGrpSpPr/>
            <p:nvPr/>
          </p:nvGrpSpPr>
          <p:grpSpPr>
            <a:xfrm>
              <a:off x="4844" y="1508"/>
              <a:ext cx="246" cy="110"/>
              <a:chOff x="4334" y="1470"/>
              <a:chExt cx="246" cy="107"/>
            </a:xfrm>
          </p:grpSpPr>
          <p:sp>
            <p:nvSpPr>
              <p:cNvPr id="18783"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84"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85"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86" name="Group 995"/>
              <p:cNvGrpSpPr/>
              <p:nvPr/>
            </p:nvGrpSpPr>
            <p:grpSpPr>
              <a:xfrm>
                <a:off x="4383" y="1488"/>
                <a:ext cx="138" cy="33"/>
                <a:chOff x="2468" y="1332"/>
                <a:chExt cx="310" cy="60"/>
              </a:xfrm>
            </p:grpSpPr>
            <p:sp>
              <p:nvSpPr>
                <p:cNvPr id="18789" name="Freeform 996"/>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90" name="Freeform 997"/>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52" name="Line 998"/>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53" name="Line 999"/>
              <p:cNvSpPr>
                <a:spLocks noChangeShapeType="1"/>
              </p:cNvSpPr>
              <p:nvPr/>
            </p:nvSpPr>
            <p:spPr bwMode="auto">
              <a:xfrm>
                <a:off x="4578" y="1505"/>
                <a:ext cx="0" cy="46"/>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07" name="Group 1000"/>
            <p:cNvGrpSpPr/>
            <p:nvPr/>
          </p:nvGrpSpPr>
          <p:grpSpPr>
            <a:xfrm>
              <a:off x="4874" y="2296"/>
              <a:ext cx="310" cy="130"/>
              <a:chOff x="4334" y="1470"/>
              <a:chExt cx="246" cy="107"/>
            </a:xfrm>
          </p:grpSpPr>
          <p:sp>
            <p:nvSpPr>
              <p:cNvPr id="18775"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76"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77"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78" name="Group 1004"/>
              <p:cNvGrpSpPr/>
              <p:nvPr/>
            </p:nvGrpSpPr>
            <p:grpSpPr>
              <a:xfrm>
                <a:off x="4383" y="1488"/>
                <a:ext cx="138" cy="33"/>
                <a:chOff x="2468" y="1332"/>
                <a:chExt cx="310" cy="60"/>
              </a:xfrm>
            </p:grpSpPr>
            <p:sp>
              <p:nvSpPr>
                <p:cNvPr id="18781" name="Freeform 1005"/>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82" name="Freeform 1006"/>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44" name="Line 1007"/>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45" name="Line 1008"/>
              <p:cNvSpPr>
                <a:spLocks noChangeShapeType="1"/>
              </p:cNvSpPr>
              <p:nvPr/>
            </p:nvSpPr>
            <p:spPr bwMode="auto">
              <a:xfrm>
                <a:off x="4578" y="1505"/>
                <a:ext cx="0" cy="44"/>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4173" name="Line 1009"/>
            <p:cNvSpPr>
              <a:spLocks noChangeShapeType="1"/>
            </p:cNvSpPr>
            <p:nvPr/>
          </p:nvSpPr>
          <p:spPr bwMode="auto">
            <a:xfrm>
              <a:off x="4049" y="2358"/>
              <a:ext cx="428" cy="0"/>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509" name="Group 1010"/>
            <p:cNvGrpSpPr/>
            <p:nvPr/>
          </p:nvGrpSpPr>
          <p:grpSpPr>
            <a:xfrm>
              <a:off x="4464" y="2288"/>
              <a:ext cx="310" cy="130"/>
              <a:chOff x="4334" y="1470"/>
              <a:chExt cx="246" cy="107"/>
            </a:xfrm>
          </p:grpSpPr>
          <p:sp>
            <p:nvSpPr>
              <p:cNvPr id="18767"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68"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69"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70" name="Group 1014"/>
              <p:cNvGrpSpPr/>
              <p:nvPr/>
            </p:nvGrpSpPr>
            <p:grpSpPr>
              <a:xfrm>
                <a:off x="4383" y="1488"/>
                <a:ext cx="138" cy="33"/>
                <a:chOff x="2468" y="1332"/>
                <a:chExt cx="310" cy="60"/>
              </a:xfrm>
            </p:grpSpPr>
            <p:sp>
              <p:nvSpPr>
                <p:cNvPr id="18773" name="Freeform 1015"/>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74" name="Freeform 1016"/>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36" name="Line 1017"/>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37" name="Line 1018"/>
              <p:cNvSpPr>
                <a:spLocks noChangeShapeType="1"/>
              </p:cNvSpPr>
              <p:nvPr/>
            </p:nvSpPr>
            <p:spPr bwMode="auto">
              <a:xfrm>
                <a:off x="4578" y="1505"/>
                <a:ext cx="0" cy="44"/>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10" name="Group 1019"/>
            <p:cNvGrpSpPr/>
            <p:nvPr/>
          </p:nvGrpSpPr>
          <p:grpSpPr>
            <a:xfrm>
              <a:off x="4660" y="2464"/>
              <a:ext cx="310" cy="130"/>
              <a:chOff x="4334" y="1470"/>
              <a:chExt cx="246" cy="107"/>
            </a:xfrm>
          </p:grpSpPr>
          <p:sp>
            <p:nvSpPr>
              <p:cNvPr id="18759"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60"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61"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62" name="Group 1023"/>
              <p:cNvGrpSpPr/>
              <p:nvPr/>
            </p:nvGrpSpPr>
            <p:grpSpPr>
              <a:xfrm>
                <a:off x="4383" y="1488"/>
                <a:ext cx="138" cy="33"/>
                <a:chOff x="2468" y="1332"/>
                <a:chExt cx="310" cy="60"/>
              </a:xfrm>
            </p:grpSpPr>
            <p:sp>
              <p:nvSpPr>
                <p:cNvPr id="18765" name="Freeform 1024"/>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66" name="Freeform 1025"/>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28" name="Line 1026"/>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29" name="Line 1027"/>
              <p:cNvSpPr>
                <a:spLocks noChangeShapeType="1"/>
              </p:cNvSpPr>
              <p:nvPr/>
            </p:nvSpPr>
            <p:spPr bwMode="auto">
              <a:xfrm>
                <a:off x="4578" y="1505"/>
                <a:ext cx="0" cy="44"/>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11" name="Group 1028"/>
            <p:cNvGrpSpPr/>
            <p:nvPr/>
          </p:nvGrpSpPr>
          <p:grpSpPr>
            <a:xfrm>
              <a:off x="4782" y="3028"/>
              <a:ext cx="392" cy="154"/>
              <a:chOff x="4334" y="1470"/>
              <a:chExt cx="246" cy="107"/>
            </a:xfrm>
          </p:grpSpPr>
          <p:sp>
            <p:nvSpPr>
              <p:cNvPr id="18751"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52"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53"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54" name="Group 1032"/>
              <p:cNvGrpSpPr/>
              <p:nvPr/>
            </p:nvGrpSpPr>
            <p:grpSpPr>
              <a:xfrm>
                <a:off x="4383" y="1488"/>
                <a:ext cx="138" cy="33"/>
                <a:chOff x="2468" y="1332"/>
                <a:chExt cx="310" cy="60"/>
              </a:xfrm>
            </p:grpSpPr>
            <p:sp>
              <p:nvSpPr>
                <p:cNvPr id="18757" name="Freeform 1033"/>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58" name="Freeform 1034"/>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20" name="Line 1035"/>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21" name="Line 1036"/>
              <p:cNvSpPr>
                <a:spLocks noChangeShapeType="1"/>
              </p:cNvSpPr>
              <p:nvPr/>
            </p:nvSpPr>
            <p:spPr bwMode="auto">
              <a:xfrm>
                <a:off x="4578" y="1505"/>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12" name="Group 1037"/>
            <p:cNvGrpSpPr/>
            <p:nvPr/>
          </p:nvGrpSpPr>
          <p:grpSpPr>
            <a:xfrm>
              <a:off x="4388" y="2840"/>
              <a:ext cx="392" cy="154"/>
              <a:chOff x="4334" y="1470"/>
              <a:chExt cx="246" cy="107"/>
            </a:xfrm>
          </p:grpSpPr>
          <p:sp>
            <p:nvSpPr>
              <p:cNvPr id="18743"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44"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45"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46" name="Group 1041"/>
              <p:cNvGrpSpPr/>
              <p:nvPr/>
            </p:nvGrpSpPr>
            <p:grpSpPr>
              <a:xfrm>
                <a:off x="4383" y="1488"/>
                <a:ext cx="138" cy="33"/>
                <a:chOff x="2468" y="1332"/>
                <a:chExt cx="310" cy="60"/>
              </a:xfrm>
            </p:grpSpPr>
            <p:sp>
              <p:nvSpPr>
                <p:cNvPr id="18749" name="Freeform 1042"/>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50" name="Freeform 1043"/>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12" name="Line 1044"/>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13" name="Line 1045"/>
              <p:cNvSpPr>
                <a:spLocks noChangeShapeType="1"/>
              </p:cNvSpPr>
              <p:nvPr/>
            </p:nvSpPr>
            <p:spPr bwMode="auto">
              <a:xfrm>
                <a:off x="4578" y="1505"/>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13" name="Group 1046"/>
            <p:cNvGrpSpPr/>
            <p:nvPr/>
          </p:nvGrpSpPr>
          <p:grpSpPr>
            <a:xfrm>
              <a:off x="3932" y="3056"/>
              <a:ext cx="392" cy="154"/>
              <a:chOff x="4334" y="1470"/>
              <a:chExt cx="246" cy="107"/>
            </a:xfrm>
          </p:grpSpPr>
          <p:sp>
            <p:nvSpPr>
              <p:cNvPr id="18735"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36"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37"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38" name="Group 1050"/>
              <p:cNvGrpSpPr/>
              <p:nvPr/>
            </p:nvGrpSpPr>
            <p:grpSpPr>
              <a:xfrm>
                <a:off x="4383" y="1488"/>
                <a:ext cx="138" cy="33"/>
                <a:chOff x="2468" y="1332"/>
                <a:chExt cx="310" cy="60"/>
              </a:xfrm>
            </p:grpSpPr>
            <p:sp>
              <p:nvSpPr>
                <p:cNvPr id="18741" name="Freeform 1051"/>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42" name="Freeform 1052"/>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404" name="Line 1053"/>
              <p:cNvSpPr>
                <a:spLocks noChangeShapeType="1"/>
              </p:cNvSpPr>
              <p:nvPr/>
            </p:nvSpPr>
            <p:spPr bwMode="auto">
              <a:xfrm>
                <a:off x="4335" y="1503"/>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405" name="Line 1054"/>
              <p:cNvSpPr>
                <a:spLocks noChangeShapeType="1"/>
              </p:cNvSpPr>
              <p:nvPr/>
            </p:nvSpPr>
            <p:spPr bwMode="auto">
              <a:xfrm>
                <a:off x="4578" y="1505"/>
                <a:ext cx="0" cy="47"/>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14" name="Group 1055"/>
            <p:cNvGrpSpPr/>
            <p:nvPr/>
          </p:nvGrpSpPr>
          <p:grpSpPr>
            <a:xfrm>
              <a:off x="3812" y="2296"/>
              <a:ext cx="246" cy="108"/>
              <a:chOff x="4334" y="1470"/>
              <a:chExt cx="246" cy="107"/>
            </a:xfrm>
          </p:grpSpPr>
          <p:sp>
            <p:nvSpPr>
              <p:cNvPr id="18727" name="Oval 407"/>
              <p:cNvSpPr/>
              <p:nvPr/>
            </p:nvSpPr>
            <p:spPr>
              <a:xfrm>
                <a:off x="4335" y="1517"/>
                <a:ext cx="244" cy="6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sp>
            <p:nvSpPr>
              <p:cNvPr id="18728" name="Rectangle 410"/>
              <p:cNvSpPr/>
              <p:nvPr/>
            </p:nvSpPr>
            <p:spPr>
              <a:xfrm>
                <a:off x="4335" y="1511"/>
                <a:ext cx="245" cy="37"/>
              </a:xfrm>
              <a:prstGeom prst="rect">
                <a:avLst/>
              </a:prstGeom>
              <a:gradFill rotWithShape="1">
                <a:gsLst>
                  <a:gs pos="0">
                    <a:schemeClr val="folHlink"/>
                  </a:gs>
                  <a:gs pos="100000">
                    <a:srgbClr val="EAEAEA"/>
                  </a:gs>
                </a:gsLst>
                <a:lin ang="0" scaled="1"/>
                <a:tileRect/>
              </a:gradFill>
              <a:ln w="12700">
                <a:noFill/>
              </a:ln>
            </p:spPr>
            <p:txBody>
              <a:bodyPr wrap="none" anchor="ctr" anchorCtr="0"/>
              <a:lstStyle/>
              <a:p>
                <a:endParaRPr sz="2400" dirty="0">
                  <a:latin typeface="Times New Roman" panose="02020503050405090304" charset="0"/>
                  <a:ea typeface="Arial" panose="020B0604020202090204" pitchFamily="34" charset="0"/>
                </a:endParaRPr>
              </a:p>
            </p:txBody>
          </p:sp>
          <p:sp>
            <p:nvSpPr>
              <p:cNvPr id="18729" name="Oval 411"/>
              <p:cNvSpPr/>
              <p:nvPr/>
            </p:nvSpPr>
            <p:spPr>
              <a:xfrm>
                <a:off x="4334" y="1470"/>
                <a:ext cx="244" cy="70"/>
              </a:xfrm>
              <a:prstGeom prst="ellipse">
                <a:avLst/>
              </a:prstGeom>
              <a:gradFill rotWithShape="1">
                <a:gsLst>
                  <a:gs pos="0">
                    <a:schemeClr val="folHlink"/>
                  </a:gs>
                  <a:gs pos="100000">
                    <a:srgbClr val="EAEAEA"/>
                  </a:gs>
                </a:gsLst>
                <a:lin ang="0" scaled="1"/>
                <a:tileRect/>
              </a:gradFill>
              <a:ln w="9525" cap="flat" cmpd="sng">
                <a:solidFill>
                  <a:schemeClr val="bg2"/>
                </a:solidFill>
                <a:prstDash val="solid"/>
                <a:headEnd type="none" w="med" len="med"/>
                <a:tailEnd type="none" w="med" len="med"/>
              </a:ln>
            </p:spPr>
            <p:txBody>
              <a:bodyPr wrap="none" anchor="ctr" anchorCtr="0"/>
              <a:lstStyle/>
              <a:p>
                <a:pPr algn="l"/>
                <a:endParaRPr sz="2400" dirty="0">
                  <a:latin typeface="Times New Roman" panose="02020503050405090304" charset="0"/>
                  <a:ea typeface="Arial" panose="020B0604020202090204" pitchFamily="34" charset="0"/>
                </a:endParaRPr>
              </a:p>
            </p:txBody>
          </p:sp>
          <p:grpSp>
            <p:nvGrpSpPr>
              <p:cNvPr id="18730" name="Group 1059"/>
              <p:cNvGrpSpPr/>
              <p:nvPr/>
            </p:nvGrpSpPr>
            <p:grpSpPr>
              <a:xfrm>
                <a:off x="4383" y="1488"/>
                <a:ext cx="138" cy="33"/>
                <a:chOff x="2468" y="1332"/>
                <a:chExt cx="310" cy="60"/>
              </a:xfrm>
            </p:grpSpPr>
            <p:sp>
              <p:nvSpPr>
                <p:cNvPr id="18733" name="Freeform 1060"/>
                <p:cNvSpPr/>
                <p:nvPr/>
              </p:nvSpPr>
              <p:spPr>
                <a:xfrm>
                  <a:off x="2468" y="1332"/>
                  <a:ext cx="310" cy="60"/>
                </a:xfrm>
                <a:custGeom>
                  <a:avLst/>
                  <a:gdLst/>
                  <a:ahLst/>
                  <a:cxnLst>
                    <a:cxn ang="0">
                      <a:pos x="0" y="60"/>
                    </a:cxn>
                    <a:cxn ang="0">
                      <a:pos x="96" y="60"/>
                    </a:cxn>
                    <a:cxn ang="0">
                      <a:pos x="192" y="0"/>
                    </a:cxn>
                    <a:cxn ang="0">
                      <a:pos x="310" y="0"/>
                    </a:cxn>
                  </a:cxnLst>
                  <a:rect l="0" t="0" r="0" b="0"/>
                  <a:pathLst>
                    <a:path w="310" h="60">
                      <a:moveTo>
                        <a:pt x="0" y="60"/>
                      </a:moveTo>
                      <a:lnTo>
                        <a:pt x="96" y="60"/>
                      </a:lnTo>
                      <a:lnTo>
                        <a:pt x="192" y="0"/>
                      </a:lnTo>
                      <a:lnTo>
                        <a:pt x="310" y="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34" name="Freeform 1061"/>
                <p:cNvSpPr/>
                <p:nvPr/>
              </p:nvSpPr>
              <p:spPr>
                <a:xfrm>
                  <a:off x="2482" y="1332"/>
                  <a:ext cx="282" cy="60"/>
                </a:xfrm>
                <a:custGeom>
                  <a:avLst/>
                  <a:gdLst/>
                  <a:ahLst/>
                  <a:cxnLst>
                    <a:cxn ang="0">
                      <a:pos x="0" y="0"/>
                    </a:cxn>
                    <a:cxn ang="0">
                      <a:pos x="96" y="0"/>
                    </a:cxn>
                    <a:cxn ang="0">
                      <a:pos x="192" y="60"/>
                    </a:cxn>
                    <a:cxn ang="0">
                      <a:pos x="282" y="60"/>
                    </a:cxn>
                  </a:cxnLst>
                  <a:rect l="0" t="0" r="0" b="0"/>
                  <a:pathLst>
                    <a:path w="282" h="60">
                      <a:moveTo>
                        <a:pt x="0" y="0"/>
                      </a:moveTo>
                      <a:lnTo>
                        <a:pt x="96" y="0"/>
                      </a:lnTo>
                      <a:lnTo>
                        <a:pt x="192" y="60"/>
                      </a:lnTo>
                      <a:lnTo>
                        <a:pt x="282" y="60"/>
                      </a:lnTo>
                    </a:path>
                  </a:pathLst>
                </a:custGeom>
                <a:gradFill rotWithShape="1">
                  <a:gsLst>
                    <a:gs pos="0">
                      <a:schemeClr val="folHlink">
                        <a:alpha val="100000"/>
                      </a:schemeClr>
                    </a:gs>
                    <a:gs pos="100000">
                      <a:srgbClr val="EAEAEA">
                        <a:alpha val="100000"/>
                      </a:srgbClr>
                    </a:gs>
                  </a:gsLst>
                  <a:lin ang="0" scaled="1"/>
                  <a:tileRect/>
                </a:gradFill>
                <a:ln w="12700" cap="flat" cmpd="sng">
                  <a:solidFill>
                    <a:schemeClr val="bg2">
                      <a:alpha val="100000"/>
                    </a:schemeClr>
                  </a:solidFill>
                  <a:prstDash val="solid"/>
                  <a:round/>
                  <a:headEnd type="none" w="med" len="med"/>
                  <a:tailEnd type="none" w="med" len="med"/>
                </a:ln>
              </p:spPr>
              <p:txBody>
                <a:bodyPr/>
                <a:lstStyle/>
                <a:p>
                  <a:endParaRPr lang="zh-CN" altLang="en-US"/>
                </a:p>
              </p:txBody>
            </p:sp>
          </p:grpSp>
          <p:sp>
            <p:nvSpPr>
              <p:cNvPr id="4396" name="Line 1062"/>
              <p:cNvSpPr>
                <a:spLocks noChangeShapeType="1"/>
              </p:cNvSpPr>
              <p:nvPr/>
            </p:nvSpPr>
            <p:spPr bwMode="auto">
              <a:xfrm>
                <a:off x="4335" y="1503"/>
                <a:ext cx="0" cy="54"/>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97" name="Line 1063"/>
              <p:cNvSpPr>
                <a:spLocks noChangeShapeType="1"/>
              </p:cNvSpPr>
              <p:nvPr/>
            </p:nvSpPr>
            <p:spPr bwMode="auto">
              <a:xfrm>
                <a:off x="4578" y="1505"/>
                <a:ext cx="0" cy="53"/>
              </a:xfrm>
              <a:prstGeom prst="line">
                <a:avLst/>
              </a:prstGeom>
              <a:noFill/>
              <a:ln w="9525">
                <a:solidFill>
                  <a:schemeClr val="bg2"/>
                </a:solidFill>
                <a:round/>
              </a:ln>
              <a:effectLst/>
            </p:spPr>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15" name="Group 1064"/>
            <p:cNvGrpSpPr/>
            <p:nvPr/>
          </p:nvGrpSpPr>
          <p:grpSpPr>
            <a:xfrm>
              <a:off x="4511" y="3153"/>
              <a:ext cx="281" cy="266"/>
              <a:chOff x="5072" y="3611"/>
              <a:chExt cx="459" cy="380"/>
            </a:xfrm>
          </p:grpSpPr>
          <p:grpSp>
            <p:nvGrpSpPr>
              <p:cNvPr id="18713" name="Group 1065"/>
              <p:cNvGrpSpPr/>
              <p:nvPr/>
            </p:nvGrpSpPr>
            <p:grpSpPr>
              <a:xfrm>
                <a:off x="5144" y="3611"/>
                <a:ext cx="387" cy="99"/>
                <a:chOff x="5030" y="2639"/>
                <a:chExt cx="387" cy="99"/>
              </a:xfrm>
            </p:grpSpPr>
            <p:sp>
              <p:nvSpPr>
                <p:cNvPr id="18715" name="Freeform 1066"/>
                <p:cNvSpPr/>
                <p:nvPr/>
              </p:nvSpPr>
              <p:spPr>
                <a:xfrm>
                  <a:off x="5134" y="2657"/>
                  <a:ext cx="69" cy="55"/>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99" h="232">
                      <a:moveTo>
                        <a:pt x="70" y="29"/>
                      </a:moveTo>
                      <a:lnTo>
                        <a:pt x="55" y="39"/>
                      </a:lnTo>
                      <a:lnTo>
                        <a:pt x="42" y="50"/>
                      </a:lnTo>
                      <a:lnTo>
                        <a:pt x="30" y="63"/>
                      </a:lnTo>
                      <a:lnTo>
                        <a:pt x="20" y="77"/>
                      </a:lnTo>
                      <a:lnTo>
                        <a:pt x="12" y="91"/>
                      </a:lnTo>
                      <a:lnTo>
                        <a:pt x="6" y="108"/>
                      </a:lnTo>
                      <a:lnTo>
                        <a:pt x="2" y="125"/>
                      </a:lnTo>
                      <a:lnTo>
                        <a:pt x="0" y="142"/>
                      </a:lnTo>
                      <a:lnTo>
                        <a:pt x="2" y="166"/>
                      </a:lnTo>
                      <a:lnTo>
                        <a:pt x="12" y="186"/>
                      </a:lnTo>
                      <a:lnTo>
                        <a:pt x="26" y="203"/>
                      </a:lnTo>
                      <a:lnTo>
                        <a:pt x="45" y="216"/>
                      </a:lnTo>
                      <a:lnTo>
                        <a:pt x="66" y="226"/>
                      </a:lnTo>
                      <a:lnTo>
                        <a:pt x="88" y="230"/>
                      </a:lnTo>
                      <a:lnTo>
                        <a:pt x="111" y="232"/>
                      </a:lnTo>
                      <a:lnTo>
                        <a:pt x="134" y="228"/>
                      </a:lnTo>
                      <a:lnTo>
                        <a:pt x="138" y="228"/>
                      </a:lnTo>
                      <a:lnTo>
                        <a:pt x="143" y="226"/>
                      </a:lnTo>
                      <a:lnTo>
                        <a:pt x="147" y="222"/>
                      </a:lnTo>
                      <a:lnTo>
                        <a:pt x="148" y="218"/>
                      </a:lnTo>
                      <a:lnTo>
                        <a:pt x="145" y="212"/>
                      </a:lnTo>
                      <a:lnTo>
                        <a:pt x="141" y="207"/>
                      </a:lnTo>
                      <a:lnTo>
                        <a:pt x="135" y="203"/>
                      </a:lnTo>
                      <a:lnTo>
                        <a:pt x="129" y="201"/>
                      </a:lnTo>
                      <a:lnTo>
                        <a:pt x="117" y="197"/>
                      </a:lnTo>
                      <a:lnTo>
                        <a:pt x="105" y="195"/>
                      </a:lnTo>
                      <a:lnTo>
                        <a:pt x="94" y="193"/>
                      </a:lnTo>
                      <a:lnTo>
                        <a:pt x="83" y="190"/>
                      </a:lnTo>
                      <a:lnTo>
                        <a:pt x="73" y="187"/>
                      </a:lnTo>
                      <a:lnTo>
                        <a:pt x="62" y="182"/>
                      </a:lnTo>
                      <a:lnTo>
                        <a:pt x="53" y="176"/>
                      </a:lnTo>
                      <a:lnTo>
                        <a:pt x="43" y="167"/>
                      </a:lnTo>
                      <a:lnTo>
                        <a:pt x="40" y="128"/>
                      </a:lnTo>
                      <a:lnTo>
                        <a:pt x="49" y="96"/>
                      </a:lnTo>
                      <a:lnTo>
                        <a:pt x="68" y="71"/>
                      </a:lnTo>
                      <a:lnTo>
                        <a:pt x="94" y="50"/>
                      </a:lnTo>
                      <a:lnTo>
                        <a:pt x="122" y="34"/>
                      </a:lnTo>
                      <a:lnTo>
                        <a:pt x="151" y="21"/>
                      </a:lnTo>
                      <a:lnTo>
                        <a:pt x="178" y="12"/>
                      </a:lnTo>
                      <a:lnTo>
                        <a:pt x="199" y="4"/>
                      </a:lnTo>
                      <a:lnTo>
                        <a:pt x="186" y="1"/>
                      </a:lnTo>
                      <a:lnTo>
                        <a:pt x="172" y="0"/>
                      </a:lnTo>
                      <a:lnTo>
                        <a:pt x="156" y="2"/>
                      </a:lnTo>
                      <a:lnTo>
                        <a:pt x="138" y="4"/>
                      </a:lnTo>
                      <a:lnTo>
                        <a:pt x="121" y="10"/>
                      </a:lnTo>
                      <a:lnTo>
                        <a:pt x="103" y="16"/>
                      </a:lnTo>
                      <a:lnTo>
                        <a:pt x="86" y="23"/>
                      </a:lnTo>
                      <a:lnTo>
                        <a:pt x="70" y="29"/>
                      </a:lnTo>
                      <a:close/>
                    </a:path>
                  </a:pathLst>
                </a:custGeom>
                <a:solidFill>
                  <a:srgbClr val="C9E8FF">
                    <a:alpha val="100000"/>
                  </a:srgbClr>
                </a:solidFill>
                <a:ln w="9525">
                  <a:noFill/>
                </a:ln>
              </p:spPr>
              <p:txBody>
                <a:bodyPr/>
                <a:lstStyle/>
                <a:p>
                  <a:endParaRPr lang="zh-CN" altLang="en-US"/>
                </a:p>
              </p:txBody>
            </p:sp>
            <p:sp>
              <p:nvSpPr>
                <p:cNvPr id="18716" name="Freeform 1067"/>
                <p:cNvSpPr/>
                <p:nvPr/>
              </p:nvSpPr>
              <p:spPr>
                <a:xfrm>
                  <a:off x="5252" y="2656"/>
                  <a:ext cx="47" cy="42"/>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28" h="180">
                      <a:moveTo>
                        <a:pt x="108" y="59"/>
                      </a:moveTo>
                      <a:lnTo>
                        <a:pt x="113" y="77"/>
                      </a:lnTo>
                      <a:lnTo>
                        <a:pt x="111" y="94"/>
                      </a:lnTo>
                      <a:lnTo>
                        <a:pt x="103" y="108"/>
                      </a:lnTo>
                      <a:lnTo>
                        <a:pt x="91" y="121"/>
                      </a:lnTo>
                      <a:lnTo>
                        <a:pt x="77" y="132"/>
                      </a:lnTo>
                      <a:lnTo>
                        <a:pt x="61" y="144"/>
                      </a:lnTo>
                      <a:lnTo>
                        <a:pt x="45" y="154"/>
                      </a:lnTo>
                      <a:lnTo>
                        <a:pt x="30" y="164"/>
                      </a:lnTo>
                      <a:lnTo>
                        <a:pt x="28" y="168"/>
                      </a:lnTo>
                      <a:lnTo>
                        <a:pt x="27" y="170"/>
                      </a:lnTo>
                      <a:lnTo>
                        <a:pt x="27" y="174"/>
                      </a:lnTo>
                      <a:lnTo>
                        <a:pt x="28" y="177"/>
                      </a:lnTo>
                      <a:lnTo>
                        <a:pt x="32" y="179"/>
                      </a:lnTo>
                      <a:lnTo>
                        <a:pt x="35" y="180"/>
                      </a:lnTo>
                      <a:lnTo>
                        <a:pt x="37" y="180"/>
                      </a:lnTo>
                      <a:lnTo>
                        <a:pt x="41" y="179"/>
                      </a:lnTo>
                      <a:lnTo>
                        <a:pt x="60" y="169"/>
                      </a:lnTo>
                      <a:lnTo>
                        <a:pt x="77" y="158"/>
                      </a:lnTo>
                      <a:lnTo>
                        <a:pt x="94" y="145"/>
                      </a:lnTo>
                      <a:lnTo>
                        <a:pt x="109" y="130"/>
                      </a:lnTo>
                      <a:lnTo>
                        <a:pt x="120" y="114"/>
                      </a:lnTo>
                      <a:lnTo>
                        <a:pt x="127" y="95"/>
                      </a:lnTo>
                      <a:lnTo>
                        <a:pt x="128" y="76"/>
                      </a:lnTo>
                      <a:lnTo>
                        <a:pt x="123" y="55"/>
                      </a:lnTo>
                      <a:lnTo>
                        <a:pt x="113" y="39"/>
                      </a:lnTo>
                      <a:lnTo>
                        <a:pt x="97" y="25"/>
                      </a:lnTo>
                      <a:lnTo>
                        <a:pt x="79" y="15"/>
                      </a:lnTo>
                      <a:lnTo>
                        <a:pt x="57" y="7"/>
                      </a:lnTo>
                      <a:lnTo>
                        <a:pt x="36" y="2"/>
                      </a:lnTo>
                      <a:lnTo>
                        <a:pt x="19" y="0"/>
                      </a:lnTo>
                      <a:lnTo>
                        <a:pt x="6" y="0"/>
                      </a:lnTo>
                      <a:lnTo>
                        <a:pt x="0" y="4"/>
                      </a:lnTo>
                      <a:lnTo>
                        <a:pt x="14" y="9"/>
                      </a:lnTo>
                      <a:lnTo>
                        <a:pt x="29" y="14"/>
                      </a:lnTo>
                      <a:lnTo>
                        <a:pt x="46" y="19"/>
                      </a:lnTo>
                      <a:lnTo>
                        <a:pt x="61" y="23"/>
                      </a:lnTo>
                      <a:lnTo>
                        <a:pt x="76" y="29"/>
                      </a:lnTo>
                      <a:lnTo>
                        <a:pt x="89" y="37"/>
                      </a:lnTo>
                      <a:lnTo>
                        <a:pt x="100" y="46"/>
                      </a:lnTo>
                      <a:lnTo>
                        <a:pt x="108" y="59"/>
                      </a:lnTo>
                      <a:close/>
                    </a:path>
                  </a:pathLst>
                </a:custGeom>
                <a:solidFill>
                  <a:srgbClr val="C9E8FF">
                    <a:alpha val="100000"/>
                  </a:srgbClr>
                </a:solidFill>
                <a:ln w="9525">
                  <a:noFill/>
                </a:ln>
              </p:spPr>
              <p:txBody>
                <a:bodyPr/>
                <a:lstStyle/>
                <a:p>
                  <a:endParaRPr lang="zh-CN" altLang="en-US"/>
                </a:p>
              </p:txBody>
            </p:sp>
            <p:sp>
              <p:nvSpPr>
                <p:cNvPr id="18717" name="Freeform 1068"/>
                <p:cNvSpPr/>
                <p:nvPr/>
              </p:nvSpPr>
              <p:spPr>
                <a:xfrm>
                  <a:off x="5089" y="2646"/>
                  <a:ext cx="114" cy="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322" h="378">
                      <a:moveTo>
                        <a:pt x="125" y="49"/>
                      </a:moveTo>
                      <a:lnTo>
                        <a:pt x="100" y="70"/>
                      </a:lnTo>
                      <a:lnTo>
                        <a:pt x="76" y="90"/>
                      </a:lnTo>
                      <a:lnTo>
                        <a:pt x="53" y="115"/>
                      </a:lnTo>
                      <a:lnTo>
                        <a:pt x="34" y="140"/>
                      </a:lnTo>
                      <a:lnTo>
                        <a:pt x="17" y="166"/>
                      </a:lnTo>
                      <a:lnTo>
                        <a:pt x="5" y="195"/>
                      </a:lnTo>
                      <a:lnTo>
                        <a:pt x="0" y="226"/>
                      </a:lnTo>
                      <a:lnTo>
                        <a:pt x="1" y="258"/>
                      </a:lnTo>
                      <a:lnTo>
                        <a:pt x="3" y="266"/>
                      </a:lnTo>
                      <a:lnTo>
                        <a:pt x="5" y="275"/>
                      </a:lnTo>
                      <a:lnTo>
                        <a:pt x="9" y="282"/>
                      </a:lnTo>
                      <a:lnTo>
                        <a:pt x="14" y="290"/>
                      </a:lnTo>
                      <a:lnTo>
                        <a:pt x="19" y="297"/>
                      </a:lnTo>
                      <a:lnTo>
                        <a:pt x="26" y="304"/>
                      </a:lnTo>
                      <a:lnTo>
                        <a:pt x="32" y="310"/>
                      </a:lnTo>
                      <a:lnTo>
                        <a:pt x="41" y="314"/>
                      </a:lnTo>
                      <a:lnTo>
                        <a:pt x="56" y="324"/>
                      </a:lnTo>
                      <a:lnTo>
                        <a:pt x="71" y="332"/>
                      </a:lnTo>
                      <a:lnTo>
                        <a:pt x="86" y="338"/>
                      </a:lnTo>
                      <a:lnTo>
                        <a:pt x="103" y="344"/>
                      </a:lnTo>
                      <a:lnTo>
                        <a:pt x="119" y="350"/>
                      </a:lnTo>
                      <a:lnTo>
                        <a:pt x="136" y="355"/>
                      </a:lnTo>
                      <a:lnTo>
                        <a:pt x="152" y="359"/>
                      </a:lnTo>
                      <a:lnTo>
                        <a:pt x="168" y="363"/>
                      </a:lnTo>
                      <a:lnTo>
                        <a:pt x="186" y="366"/>
                      </a:lnTo>
                      <a:lnTo>
                        <a:pt x="202" y="368"/>
                      </a:lnTo>
                      <a:lnTo>
                        <a:pt x="220" y="371"/>
                      </a:lnTo>
                      <a:lnTo>
                        <a:pt x="238" y="373"/>
                      </a:lnTo>
                      <a:lnTo>
                        <a:pt x="254" y="374"/>
                      </a:lnTo>
                      <a:lnTo>
                        <a:pt x="272" y="375"/>
                      </a:lnTo>
                      <a:lnTo>
                        <a:pt x="289" y="376"/>
                      </a:lnTo>
                      <a:lnTo>
                        <a:pt x="306" y="378"/>
                      </a:lnTo>
                      <a:lnTo>
                        <a:pt x="311" y="378"/>
                      </a:lnTo>
                      <a:lnTo>
                        <a:pt x="316" y="375"/>
                      </a:lnTo>
                      <a:lnTo>
                        <a:pt x="320" y="371"/>
                      </a:lnTo>
                      <a:lnTo>
                        <a:pt x="322" y="366"/>
                      </a:lnTo>
                      <a:lnTo>
                        <a:pt x="322" y="360"/>
                      </a:lnTo>
                      <a:lnTo>
                        <a:pt x="320" y="356"/>
                      </a:lnTo>
                      <a:lnTo>
                        <a:pt x="315" y="352"/>
                      </a:lnTo>
                      <a:lnTo>
                        <a:pt x="309" y="350"/>
                      </a:lnTo>
                      <a:lnTo>
                        <a:pt x="294" y="347"/>
                      </a:lnTo>
                      <a:lnTo>
                        <a:pt x="279" y="344"/>
                      </a:lnTo>
                      <a:lnTo>
                        <a:pt x="263" y="341"/>
                      </a:lnTo>
                      <a:lnTo>
                        <a:pt x="247" y="338"/>
                      </a:lnTo>
                      <a:lnTo>
                        <a:pt x="232" y="336"/>
                      </a:lnTo>
                      <a:lnTo>
                        <a:pt x="216" y="334"/>
                      </a:lnTo>
                      <a:lnTo>
                        <a:pt x="200" y="332"/>
                      </a:lnTo>
                      <a:lnTo>
                        <a:pt x="185" y="328"/>
                      </a:lnTo>
                      <a:lnTo>
                        <a:pt x="170" y="326"/>
                      </a:lnTo>
                      <a:lnTo>
                        <a:pt x="154" y="322"/>
                      </a:lnTo>
                      <a:lnTo>
                        <a:pt x="139" y="318"/>
                      </a:lnTo>
                      <a:lnTo>
                        <a:pt x="124" y="314"/>
                      </a:lnTo>
                      <a:lnTo>
                        <a:pt x="110" y="309"/>
                      </a:lnTo>
                      <a:lnTo>
                        <a:pt x="94" y="303"/>
                      </a:lnTo>
                      <a:lnTo>
                        <a:pt x="80" y="297"/>
                      </a:lnTo>
                      <a:lnTo>
                        <a:pt x="66" y="289"/>
                      </a:lnTo>
                      <a:lnTo>
                        <a:pt x="55" y="281"/>
                      </a:lnTo>
                      <a:lnTo>
                        <a:pt x="45" y="271"/>
                      </a:lnTo>
                      <a:lnTo>
                        <a:pt x="38" y="259"/>
                      </a:lnTo>
                      <a:lnTo>
                        <a:pt x="35" y="245"/>
                      </a:lnTo>
                      <a:lnTo>
                        <a:pt x="34" y="232"/>
                      </a:lnTo>
                      <a:lnTo>
                        <a:pt x="35" y="216"/>
                      </a:lnTo>
                      <a:lnTo>
                        <a:pt x="38" y="200"/>
                      </a:lnTo>
                      <a:lnTo>
                        <a:pt x="43" y="187"/>
                      </a:lnTo>
                      <a:lnTo>
                        <a:pt x="51" y="170"/>
                      </a:lnTo>
                      <a:lnTo>
                        <a:pt x="60" y="152"/>
                      </a:lnTo>
                      <a:lnTo>
                        <a:pt x="71" y="137"/>
                      </a:lnTo>
                      <a:lnTo>
                        <a:pt x="83" y="124"/>
                      </a:lnTo>
                      <a:lnTo>
                        <a:pt x="94" y="110"/>
                      </a:lnTo>
                      <a:lnTo>
                        <a:pt x="107" y="96"/>
                      </a:lnTo>
                      <a:lnTo>
                        <a:pt x="123" y="82"/>
                      </a:lnTo>
                      <a:lnTo>
                        <a:pt x="138" y="69"/>
                      </a:lnTo>
                      <a:lnTo>
                        <a:pt x="153" y="57"/>
                      </a:lnTo>
                      <a:lnTo>
                        <a:pt x="173" y="47"/>
                      </a:lnTo>
                      <a:lnTo>
                        <a:pt x="195" y="38"/>
                      </a:lnTo>
                      <a:lnTo>
                        <a:pt x="218" y="28"/>
                      </a:lnTo>
                      <a:lnTo>
                        <a:pt x="238" y="20"/>
                      </a:lnTo>
                      <a:lnTo>
                        <a:pt x="254" y="13"/>
                      </a:lnTo>
                      <a:lnTo>
                        <a:pt x="264" y="7"/>
                      </a:lnTo>
                      <a:lnTo>
                        <a:pt x="268" y="2"/>
                      </a:lnTo>
                      <a:lnTo>
                        <a:pt x="256" y="0"/>
                      </a:lnTo>
                      <a:lnTo>
                        <a:pt x="240" y="1"/>
                      </a:lnTo>
                      <a:lnTo>
                        <a:pt x="221" y="4"/>
                      </a:lnTo>
                      <a:lnTo>
                        <a:pt x="201" y="10"/>
                      </a:lnTo>
                      <a:lnTo>
                        <a:pt x="180" y="18"/>
                      </a:lnTo>
                      <a:lnTo>
                        <a:pt x="160" y="27"/>
                      </a:lnTo>
                      <a:lnTo>
                        <a:pt x="141" y="38"/>
                      </a:lnTo>
                      <a:lnTo>
                        <a:pt x="125" y="49"/>
                      </a:lnTo>
                      <a:close/>
                    </a:path>
                  </a:pathLst>
                </a:custGeom>
                <a:solidFill>
                  <a:srgbClr val="C9E8FF">
                    <a:alpha val="100000"/>
                  </a:srgbClr>
                </a:solidFill>
                <a:ln w="9525">
                  <a:noFill/>
                </a:ln>
              </p:spPr>
              <p:txBody>
                <a:bodyPr/>
                <a:lstStyle/>
                <a:p>
                  <a:endParaRPr lang="zh-CN" altLang="en-US"/>
                </a:p>
              </p:txBody>
            </p:sp>
            <p:sp>
              <p:nvSpPr>
                <p:cNvPr id="18718" name="Freeform 1069"/>
                <p:cNvSpPr/>
                <p:nvPr/>
              </p:nvSpPr>
              <p:spPr>
                <a:xfrm>
                  <a:off x="5250" y="2643"/>
                  <a:ext cx="99" cy="5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283" h="252">
                      <a:moveTo>
                        <a:pt x="235" y="77"/>
                      </a:moveTo>
                      <a:lnTo>
                        <a:pt x="248" y="91"/>
                      </a:lnTo>
                      <a:lnTo>
                        <a:pt x="256" y="107"/>
                      </a:lnTo>
                      <a:lnTo>
                        <a:pt x="259" y="124"/>
                      </a:lnTo>
                      <a:lnTo>
                        <a:pt x="259" y="142"/>
                      </a:lnTo>
                      <a:lnTo>
                        <a:pt x="257" y="157"/>
                      </a:lnTo>
                      <a:lnTo>
                        <a:pt x="252" y="170"/>
                      </a:lnTo>
                      <a:lnTo>
                        <a:pt x="244" y="183"/>
                      </a:lnTo>
                      <a:lnTo>
                        <a:pt x="236" y="193"/>
                      </a:lnTo>
                      <a:lnTo>
                        <a:pt x="225" y="204"/>
                      </a:lnTo>
                      <a:lnTo>
                        <a:pt x="215" y="214"/>
                      </a:lnTo>
                      <a:lnTo>
                        <a:pt x="204" y="224"/>
                      </a:lnTo>
                      <a:lnTo>
                        <a:pt x="194" y="234"/>
                      </a:lnTo>
                      <a:lnTo>
                        <a:pt x="191" y="238"/>
                      </a:lnTo>
                      <a:lnTo>
                        <a:pt x="191" y="241"/>
                      </a:lnTo>
                      <a:lnTo>
                        <a:pt x="191" y="245"/>
                      </a:lnTo>
                      <a:lnTo>
                        <a:pt x="194" y="248"/>
                      </a:lnTo>
                      <a:lnTo>
                        <a:pt x="197" y="250"/>
                      </a:lnTo>
                      <a:lnTo>
                        <a:pt x="202" y="252"/>
                      </a:lnTo>
                      <a:lnTo>
                        <a:pt x="205" y="250"/>
                      </a:lnTo>
                      <a:lnTo>
                        <a:pt x="209" y="248"/>
                      </a:lnTo>
                      <a:lnTo>
                        <a:pt x="232" y="233"/>
                      </a:lnTo>
                      <a:lnTo>
                        <a:pt x="252" y="214"/>
                      </a:lnTo>
                      <a:lnTo>
                        <a:pt x="268" y="192"/>
                      </a:lnTo>
                      <a:lnTo>
                        <a:pt x="278" y="167"/>
                      </a:lnTo>
                      <a:lnTo>
                        <a:pt x="283" y="141"/>
                      </a:lnTo>
                      <a:lnTo>
                        <a:pt x="280" y="115"/>
                      </a:lnTo>
                      <a:lnTo>
                        <a:pt x="271" y="91"/>
                      </a:lnTo>
                      <a:lnTo>
                        <a:pt x="252" y="69"/>
                      </a:lnTo>
                      <a:lnTo>
                        <a:pt x="238" y="57"/>
                      </a:lnTo>
                      <a:lnTo>
                        <a:pt x="222" y="48"/>
                      </a:lnTo>
                      <a:lnTo>
                        <a:pt x="204" y="39"/>
                      </a:lnTo>
                      <a:lnTo>
                        <a:pt x="184" y="31"/>
                      </a:lnTo>
                      <a:lnTo>
                        <a:pt x="164" y="23"/>
                      </a:lnTo>
                      <a:lnTo>
                        <a:pt x="144" y="17"/>
                      </a:lnTo>
                      <a:lnTo>
                        <a:pt x="123" y="13"/>
                      </a:lnTo>
                      <a:lnTo>
                        <a:pt x="103" y="8"/>
                      </a:lnTo>
                      <a:lnTo>
                        <a:pt x="83" y="5"/>
                      </a:lnTo>
                      <a:lnTo>
                        <a:pt x="66" y="2"/>
                      </a:lnTo>
                      <a:lnTo>
                        <a:pt x="48" y="0"/>
                      </a:lnTo>
                      <a:lnTo>
                        <a:pt x="34" y="0"/>
                      </a:lnTo>
                      <a:lnTo>
                        <a:pt x="21" y="0"/>
                      </a:lnTo>
                      <a:lnTo>
                        <a:pt x="11" y="0"/>
                      </a:lnTo>
                      <a:lnTo>
                        <a:pt x="4" y="2"/>
                      </a:lnTo>
                      <a:lnTo>
                        <a:pt x="0" y="5"/>
                      </a:lnTo>
                      <a:lnTo>
                        <a:pt x="12" y="7"/>
                      </a:lnTo>
                      <a:lnTo>
                        <a:pt x="24" y="8"/>
                      </a:lnTo>
                      <a:lnTo>
                        <a:pt x="38" y="10"/>
                      </a:lnTo>
                      <a:lnTo>
                        <a:pt x="52" y="13"/>
                      </a:lnTo>
                      <a:lnTo>
                        <a:pt x="66" y="16"/>
                      </a:lnTo>
                      <a:lnTo>
                        <a:pt x="82" y="18"/>
                      </a:lnTo>
                      <a:lnTo>
                        <a:pt x="98" y="22"/>
                      </a:lnTo>
                      <a:lnTo>
                        <a:pt x="114" y="25"/>
                      </a:lnTo>
                      <a:lnTo>
                        <a:pt x="129" y="30"/>
                      </a:lnTo>
                      <a:lnTo>
                        <a:pt x="146" y="34"/>
                      </a:lnTo>
                      <a:lnTo>
                        <a:pt x="162" y="39"/>
                      </a:lnTo>
                      <a:lnTo>
                        <a:pt x="177" y="45"/>
                      </a:lnTo>
                      <a:lnTo>
                        <a:pt x="193" y="52"/>
                      </a:lnTo>
                      <a:lnTo>
                        <a:pt x="208" y="60"/>
                      </a:lnTo>
                      <a:lnTo>
                        <a:pt x="222" y="68"/>
                      </a:lnTo>
                      <a:lnTo>
                        <a:pt x="235" y="77"/>
                      </a:lnTo>
                      <a:close/>
                    </a:path>
                  </a:pathLst>
                </a:custGeom>
                <a:solidFill>
                  <a:srgbClr val="C9E8FF">
                    <a:alpha val="100000"/>
                  </a:srgbClr>
                </a:solidFill>
                <a:ln w="9525">
                  <a:noFill/>
                </a:ln>
              </p:spPr>
              <p:txBody>
                <a:bodyPr/>
                <a:lstStyle/>
                <a:p>
                  <a:endParaRPr lang="zh-CN" altLang="en-US"/>
                </a:p>
              </p:txBody>
            </p:sp>
            <p:sp>
              <p:nvSpPr>
                <p:cNvPr id="18719" name="Freeform 1070"/>
                <p:cNvSpPr/>
                <p:nvPr/>
              </p:nvSpPr>
              <p:spPr>
                <a:xfrm>
                  <a:off x="5047" y="2671"/>
                  <a:ext cx="40" cy="55"/>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14" h="238">
                      <a:moveTo>
                        <a:pt x="0" y="130"/>
                      </a:moveTo>
                      <a:lnTo>
                        <a:pt x="0" y="149"/>
                      </a:lnTo>
                      <a:lnTo>
                        <a:pt x="4" y="168"/>
                      </a:lnTo>
                      <a:lnTo>
                        <a:pt x="12" y="185"/>
                      </a:lnTo>
                      <a:lnTo>
                        <a:pt x="24" y="200"/>
                      </a:lnTo>
                      <a:lnTo>
                        <a:pt x="38" y="213"/>
                      </a:lnTo>
                      <a:lnTo>
                        <a:pt x="55" y="224"/>
                      </a:lnTo>
                      <a:lnTo>
                        <a:pt x="73" y="232"/>
                      </a:lnTo>
                      <a:lnTo>
                        <a:pt x="92" y="237"/>
                      </a:lnTo>
                      <a:lnTo>
                        <a:pt x="98" y="238"/>
                      </a:lnTo>
                      <a:lnTo>
                        <a:pt x="104" y="235"/>
                      </a:lnTo>
                      <a:lnTo>
                        <a:pt x="109" y="232"/>
                      </a:lnTo>
                      <a:lnTo>
                        <a:pt x="111" y="227"/>
                      </a:lnTo>
                      <a:lnTo>
                        <a:pt x="111" y="222"/>
                      </a:lnTo>
                      <a:lnTo>
                        <a:pt x="110" y="216"/>
                      </a:lnTo>
                      <a:lnTo>
                        <a:pt x="106" y="211"/>
                      </a:lnTo>
                      <a:lnTo>
                        <a:pt x="100" y="209"/>
                      </a:lnTo>
                      <a:lnTo>
                        <a:pt x="82" y="202"/>
                      </a:lnTo>
                      <a:lnTo>
                        <a:pt x="64" y="193"/>
                      </a:lnTo>
                      <a:lnTo>
                        <a:pt x="50" y="180"/>
                      </a:lnTo>
                      <a:lnTo>
                        <a:pt x="39" y="167"/>
                      </a:lnTo>
                      <a:lnTo>
                        <a:pt x="32" y="149"/>
                      </a:lnTo>
                      <a:lnTo>
                        <a:pt x="29" y="131"/>
                      </a:lnTo>
                      <a:lnTo>
                        <a:pt x="29" y="111"/>
                      </a:lnTo>
                      <a:lnTo>
                        <a:pt x="35" y="91"/>
                      </a:lnTo>
                      <a:lnTo>
                        <a:pt x="42" y="76"/>
                      </a:lnTo>
                      <a:lnTo>
                        <a:pt x="51" y="62"/>
                      </a:lnTo>
                      <a:lnTo>
                        <a:pt x="62" y="49"/>
                      </a:lnTo>
                      <a:lnTo>
                        <a:pt x="73" y="38"/>
                      </a:lnTo>
                      <a:lnTo>
                        <a:pt x="84" y="28"/>
                      </a:lnTo>
                      <a:lnTo>
                        <a:pt x="96" y="18"/>
                      </a:lnTo>
                      <a:lnTo>
                        <a:pt x="106" y="9"/>
                      </a:lnTo>
                      <a:lnTo>
                        <a:pt x="114" y="1"/>
                      </a:lnTo>
                      <a:lnTo>
                        <a:pt x="106" y="0"/>
                      </a:lnTo>
                      <a:lnTo>
                        <a:pt x="93" y="6"/>
                      </a:lnTo>
                      <a:lnTo>
                        <a:pt x="76" y="18"/>
                      </a:lnTo>
                      <a:lnTo>
                        <a:pt x="56" y="36"/>
                      </a:lnTo>
                      <a:lnTo>
                        <a:pt x="37" y="57"/>
                      </a:lnTo>
                      <a:lnTo>
                        <a:pt x="20" y="80"/>
                      </a:lnTo>
                      <a:lnTo>
                        <a:pt x="7" y="106"/>
                      </a:lnTo>
                      <a:lnTo>
                        <a:pt x="0" y="130"/>
                      </a:lnTo>
                      <a:close/>
                    </a:path>
                  </a:pathLst>
                </a:custGeom>
                <a:solidFill>
                  <a:srgbClr val="C9E8FF">
                    <a:alpha val="100000"/>
                  </a:srgbClr>
                </a:solidFill>
                <a:ln w="9525">
                  <a:noFill/>
                </a:ln>
              </p:spPr>
              <p:txBody>
                <a:bodyPr/>
                <a:lstStyle/>
                <a:p>
                  <a:endParaRPr lang="zh-CN" altLang="en-US"/>
                </a:p>
              </p:txBody>
            </p:sp>
            <p:sp>
              <p:nvSpPr>
                <p:cNvPr id="18720" name="Freeform 1071"/>
                <p:cNvSpPr/>
                <p:nvPr/>
              </p:nvSpPr>
              <p:spPr>
                <a:xfrm>
                  <a:off x="5330" y="2639"/>
                  <a:ext cx="87" cy="73"/>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246" h="310">
                      <a:moveTo>
                        <a:pt x="199" y="116"/>
                      </a:moveTo>
                      <a:lnTo>
                        <a:pt x="207" y="124"/>
                      </a:lnTo>
                      <a:lnTo>
                        <a:pt x="214" y="133"/>
                      </a:lnTo>
                      <a:lnTo>
                        <a:pt x="219" y="143"/>
                      </a:lnTo>
                      <a:lnTo>
                        <a:pt x="223" y="154"/>
                      </a:lnTo>
                      <a:lnTo>
                        <a:pt x="225" y="164"/>
                      </a:lnTo>
                      <a:lnTo>
                        <a:pt x="225" y="176"/>
                      </a:lnTo>
                      <a:lnTo>
                        <a:pt x="221" y="187"/>
                      </a:lnTo>
                      <a:lnTo>
                        <a:pt x="216" y="197"/>
                      </a:lnTo>
                      <a:lnTo>
                        <a:pt x="208" y="209"/>
                      </a:lnTo>
                      <a:lnTo>
                        <a:pt x="199" y="219"/>
                      </a:lnTo>
                      <a:lnTo>
                        <a:pt x="188" y="228"/>
                      </a:lnTo>
                      <a:lnTo>
                        <a:pt x="177" y="238"/>
                      </a:lnTo>
                      <a:lnTo>
                        <a:pt x="166" y="246"/>
                      </a:lnTo>
                      <a:lnTo>
                        <a:pt x="154" y="255"/>
                      </a:lnTo>
                      <a:lnTo>
                        <a:pt x="143" y="264"/>
                      </a:lnTo>
                      <a:lnTo>
                        <a:pt x="132" y="274"/>
                      </a:lnTo>
                      <a:lnTo>
                        <a:pt x="129" y="278"/>
                      </a:lnTo>
                      <a:lnTo>
                        <a:pt x="126" y="282"/>
                      </a:lnTo>
                      <a:lnTo>
                        <a:pt x="124" y="287"/>
                      </a:lnTo>
                      <a:lnTo>
                        <a:pt x="121" y="292"/>
                      </a:lnTo>
                      <a:lnTo>
                        <a:pt x="120" y="296"/>
                      </a:lnTo>
                      <a:lnTo>
                        <a:pt x="120" y="301"/>
                      </a:lnTo>
                      <a:lnTo>
                        <a:pt x="121" y="305"/>
                      </a:lnTo>
                      <a:lnTo>
                        <a:pt x="125" y="309"/>
                      </a:lnTo>
                      <a:lnTo>
                        <a:pt x="130" y="310"/>
                      </a:lnTo>
                      <a:lnTo>
                        <a:pt x="134" y="310"/>
                      </a:lnTo>
                      <a:lnTo>
                        <a:pt x="139" y="309"/>
                      </a:lnTo>
                      <a:lnTo>
                        <a:pt x="143" y="305"/>
                      </a:lnTo>
                      <a:lnTo>
                        <a:pt x="154" y="293"/>
                      </a:lnTo>
                      <a:lnTo>
                        <a:pt x="167" y="280"/>
                      </a:lnTo>
                      <a:lnTo>
                        <a:pt x="180" y="269"/>
                      </a:lnTo>
                      <a:lnTo>
                        <a:pt x="194" y="257"/>
                      </a:lnTo>
                      <a:lnTo>
                        <a:pt x="207" y="246"/>
                      </a:lnTo>
                      <a:lnTo>
                        <a:pt x="219" y="233"/>
                      </a:lnTo>
                      <a:lnTo>
                        <a:pt x="231" y="219"/>
                      </a:lnTo>
                      <a:lnTo>
                        <a:pt x="239" y="204"/>
                      </a:lnTo>
                      <a:lnTo>
                        <a:pt x="245" y="187"/>
                      </a:lnTo>
                      <a:lnTo>
                        <a:pt x="246" y="170"/>
                      </a:lnTo>
                      <a:lnTo>
                        <a:pt x="242" y="153"/>
                      </a:lnTo>
                      <a:lnTo>
                        <a:pt x="236" y="136"/>
                      </a:lnTo>
                      <a:lnTo>
                        <a:pt x="227" y="120"/>
                      </a:lnTo>
                      <a:lnTo>
                        <a:pt x="215" y="107"/>
                      </a:lnTo>
                      <a:lnTo>
                        <a:pt x="201" y="94"/>
                      </a:lnTo>
                      <a:lnTo>
                        <a:pt x="187" y="82"/>
                      </a:lnTo>
                      <a:lnTo>
                        <a:pt x="177" y="74"/>
                      </a:lnTo>
                      <a:lnTo>
                        <a:pt x="165" y="68"/>
                      </a:lnTo>
                      <a:lnTo>
                        <a:pt x="152" y="60"/>
                      </a:lnTo>
                      <a:lnTo>
                        <a:pt x="139" y="51"/>
                      </a:lnTo>
                      <a:lnTo>
                        <a:pt x="126" y="43"/>
                      </a:lnTo>
                      <a:lnTo>
                        <a:pt x="112" y="35"/>
                      </a:lnTo>
                      <a:lnTo>
                        <a:pt x="98" y="28"/>
                      </a:lnTo>
                      <a:lnTo>
                        <a:pt x="85" y="22"/>
                      </a:lnTo>
                      <a:lnTo>
                        <a:pt x="72" y="16"/>
                      </a:lnTo>
                      <a:lnTo>
                        <a:pt x="59" y="10"/>
                      </a:lnTo>
                      <a:lnTo>
                        <a:pt x="46" y="7"/>
                      </a:lnTo>
                      <a:lnTo>
                        <a:pt x="35" y="3"/>
                      </a:lnTo>
                      <a:lnTo>
                        <a:pt x="24" y="1"/>
                      </a:lnTo>
                      <a:lnTo>
                        <a:pt x="15" y="0"/>
                      </a:lnTo>
                      <a:lnTo>
                        <a:pt x="7" y="1"/>
                      </a:lnTo>
                      <a:lnTo>
                        <a:pt x="0" y="3"/>
                      </a:lnTo>
                      <a:lnTo>
                        <a:pt x="8" y="6"/>
                      </a:lnTo>
                      <a:lnTo>
                        <a:pt x="17" y="9"/>
                      </a:lnTo>
                      <a:lnTo>
                        <a:pt x="28" y="14"/>
                      </a:lnTo>
                      <a:lnTo>
                        <a:pt x="38" y="18"/>
                      </a:lnTo>
                      <a:lnTo>
                        <a:pt x="51" y="24"/>
                      </a:lnTo>
                      <a:lnTo>
                        <a:pt x="64" y="30"/>
                      </a:lnTo>
                      <a:lnTo>
                        <a:pt x="78" y="37"/>
                      </a:lnTo>
                      <a:lnTo>
                        <a:pt x="92" y="43"/>
                      </a:lnTo>
                      <a:lnTo>
                        <a:pt x="106" y="51"/>
                      </a:lnTo>
                      <a:lnTo>
                        <a:pt x="120" y="60"/>
                      </a:lnTo>
                      <a:lnTo>
                        <a:pt x="134" y="69"/>
                      </a:lnTo>
                      <a:lnTo>
                        <a:pt x="148" y="78"/>
                      </a:lnTo>
                      <a:lnTo>
                        <a:pt x="163" y="87"/>
                      </a:lnTo>
                      <a:lnTo>
                        <a:pt x="175" y="96"/>
                      </a:lnTo>
                      <a:lnTo>
                        <a:pt x="187" y="105"/>
                      </a:lnTo>
                      <a:lnTo>
                        <a:pt x="199" y="116"/>
                      </a:lnTo>
                      <a:close/>
                    </a:path>
                  </a:pathLst>
                </a:custGeom>
                <a:solidFill>
                  <a:srgbClr val="C9E8FF">
                    <a:alpha val="100000"/>
                  </a:srgbClr>
                </a:solidFill>
                <a:ln w="9525">
                  <a:noFill/>
                </a:ln>
              </p:spPr>
              <p:txBody>
                <a:bodyPr/>
                <a:lstStyle/>
                <a:p>
                  <a:endParaRPr lang="zh-CN" altLang="en-US"/>
                </a:p>
              </p:txBody>
            </p:sp>
            <p:sp>
              <p:nvSpPr>
                <p:cNvPr id="18721" name="Freeform 1072"/>
                <p:cNvSpPr/>
                <p:nvPr/>
              </p:nvSpPr>
              <p:spPr>
                <a:xfrm>
                  <a:off x="5115" y="2660"/>
                  <a:ext cx="69" cy="55"/>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98" h="236">
                      <a:moveTo>
                        <a:pt x="73" y="36"/>
                      </a:moveTo>
                      <a:lnTo>
                        <a:pt x="58" y="46"/>
                      </a:lnTo>
                      <a:lnTo>
                        <a:pt x="46" y="58"/>
                      </a:lnTo>
                      <a:lnTo>
                        <a:pt x="33" y="72"/>
                      </a:lnTo>
                      <a:lnTo>
                        <a:pt x="22" y="85"/>
                      </a:lnTo>
                      <a:lnTo>
                        <a:pt x="14" y="100"/>
                      </a:lnTo>
                      <a:lnTo>
                        <a:pt x="7" y="115"/>
                      </a:lnTo>
                      <a:lnTo>
                        <a:pt x="2" y="130"/>
                      </a:lnTo>
                      <a:lnTo>
                        <a:pt x="0" y="146"/>
                      </a:lnTo>
                      <a:lnTo>
                        <a:pt x="2" y="170"/>
                      </a:lnTo>
                      <a:lnTo>
                        <a:pt x="12" y="190"/>
                      </a:lnTo>
                      <a:lnTo>
                        <a:pt x="26" y="207"/>
                      </a:lnTo>
                      <a:lnTo>
                        <a:pt x="43" y="220"/>
                      </a:lnTo>
                      <a:lnTo>
                        <a:pt x="64" y="229"/>
                      </a:lnTo>
                      <a:lnTo>
                        <a:pt x="88" y="235"/>
                      </a:lnTo>
                      <a:lnTo>
                        <a:pt x="110" y="236"/>
                      </a:lnTo>
                      <a:lnTo>
                        <a:pt x="132" y="232"/>
                      </a:lnTo>
                      <a:lnTo>
                        <a:pt x="137" y="232"/>
                      </a:lnTo>
                      <a:lnTo>
                        <a:pt x="142" y="230"/>
                      </a:lnTo>
                      <a:lnTo>
                        <a:pt x="145" y="226"/>
                      </a:lnTo>
                      <a:lnTo>
                        <a:pt x="146" y="221"/>
                      </a:lnTo>
                      <a:lnTo>
                        <a:pt x="145" y="219"/>
                      </a:lnTo>
                      <a:lnTo>
                        <a:pt x="142" y="219"/>
                      </a:lnTo>
                      <a:lnTo>
                        <a:pt x="137" y="217"/>
                      </a:lnTo>
                      <a:lnTo>
                        <a:pt x="131" y="217"/>
                      </a:lnTo>
                      <a:lnTo>
                        <a:pt x="124" y="217"/>
                      </a:lnTo>
                      <a:lnTo>
                        <a:pt x="118" y="217"/>
                      </a:lnTo>
                      <a:lnTo>
                        <a:pt x="112" y="217"/>
                      </a:lnTo>
                      <a:lnTo>
                        <a:pt x="109" y="217"/>
                      </a:lnTo>
                      <a:lnTo>
                        <a:pt x="97" y="216"/>
                      </a:lnTo>
                      <a:lnTo>
                        <a:pt x="87" y="215"/>
                      </a:lnTo>
                      <a:lnTo>
                        <a:pt x="75" y="214"/>
                      </a:lnTo>
                      <a:lnTo>
                        <a:pt x="63" y="211"/>
                      </a:lnTo>
                      <a:lnTo>
                        <a:pt x="51" y="207"/>
                      </a:lnTo>
                      <a:lnTo>
                        <a:pt x="40" y="199"/>
                      </a:lnTo>
                      <a:lnTo>
                        <a:pt x="29" y="189"/>
                      </a:lnTo>
                      <a:lnTo>
                        <a:pt x="17" y="174"/>
                      </a:lnTo>
                      <a:lnTo>
                        <a:pt x="15" y="157"/>
                      </a:lnTo>
                      <a:lnTo>
                        <a:pt x="16" y="141"/>
                      </a:lnTo>
                      <a:lnTo>
                        <a:pt x="21" y="124"/>
                      </a:lnTo>
                      <a:lnTo>
                        <a:pt x="28" y="109"/>
                      </a:lnTo>
                      <a:lnTo>
                        <a:pt x="39" y="96"/>
                      </a:lnTo>
                      <a:lnTo>
                        <a:pt x="50" y="82"/>
                      </a:lnTo>
                      <a:lnTo>
                        <a:pt x="63" y="70"/>
                      </a:lnTo>
                      <a:lnTo>
                        <a:pt x="78" y="59"/>
                      </a:lnTo>
                      <a:lnTo>
                        <a:pt x="94" y="49"/>
                      </a:lnTo>
                      <a:lnTo>
                        <a:pt x="110" y="39"/>
                      </a:lnTo>
                      <a:lnTo>
                        <a:pt x="126" y="31"/>
                      </a:lnTo>
                      <a:lnTo>
                        <a:pt x="142" y="24"/>
                      </a:lnTo>
                      <a:lnTo>
                        <a:pt x="158" y="19"/>
                      </a:lnTo>
                      <a:lnTo>
                        <a:pt x="172" y="13"/>
                      </a:lnTo>
                      <a:lnTo>
                        <a:pt x="186" y="10"/>
                      </a:lnTo>
                      <a:lnTo>
                        <a:pt x="198" y="7"/>
                      </a:lnTo>
                      <a:lnTo>
                        <a:pt x="190" y="3"/>
                      </a:lnTo>
                      <a:lnTo>
                        <a:pt x="177" y="0"/>
                      </a:lnTo>
                      <a:lnTo>
                        <a:pt x="162" y="3"/>
                      </a:lnTo>
                      <a:lnTo>
                        <a:pt x="144" y="6"/>
                      </a:lnTo>
                      <a:lnTo>
                        <a:pt x="124" y="12"/>
                      </a:lnTo>
                      <a:lnTo>
                        <a:pt x="105" y="19"/>
                      </a:lnTo>
                      <a:lnTo>
                        <a:pt x="88" y="28"/>
                      </a:lnTo>
                      <a:lnTo>
                        <a:pt x="73" y="3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22" name="Freeform 1073"/>
                <p:cNvSpPr/>
                <p:nvPr/>
              </p:nvSpPr>
              <p:spPr>
                <a:xfrm>
                  <a:off x="5233" y="2660"/>
                  <a:ext cx="47" cy="42"/>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28" h="183">
                      <a:moveTo>
                        <a:pt x="108" y="61"/>
                      </a:moveTo>
                      <a:lnTo>
                        <a:pt x="111" y="80"/>
                      </a:lnTo>
                      <a:lnTo>
                        <a:pt x="109" y="97"/>
                      </a:lnTo>
                      <a:lnTo>
                        <a:pt x="101" y="110"/>
                      </a:lnTo>
                      <a:lnTo>
                        <a:pt x="89" y="123"/>
                      </a:lnTo>
                      <a:lnTo>
                        <a:pt x="75" y="134"/>
                      </a:lnTo>
                      <a:lnTo>
                        <a:pt x="60" y="145"/>
                      </a:lnTo>
                      <a:lnTo>
                        <a:pt x="43" y="156"/>
                      </a:lnTo>
                      <a:lnTo>
                        <a:pt x="29" y="167"/>
                      </a:lnTo>
                      <a:lnTo>
                        <a:pt x="27" y="170"/>
                      </a:lnTo>
                      <a:lnTo>
                        <a:pt x="26" y="172"/>
                      </a:lnTo>
                      <a:lnTo>
                        <a:pt x="26" y="176"/>
                      </a:lnTo>
                      <a:lnTo>
                        <a:pt x="28" y="179"/>
                      </a:lnTo>
                      <a:lnTo>
                        <a:pt x="30" y="182"/>
                      </a:lnTo>
                      <a:lnTo>
                        <a:pt x="34" y="183"/>
                      </a:lnTo>
                      <a:lnTo>
                        <a:pt x="37" y="183"/>
                      </a:lnTo>
                      <a:lnTo>
                        <a:pt x="41" y="182"/>
                      </a:lnTo>
                      <a:lnTo>
                        <a:pt x="58" y="171"/>
                      </a:lnTo>
                      <a:lnTo>
                        <a:pt x="76" y="160"/>
                      </a:lnTo>
                      <a:lnTo>
                        <a:pt x="92" y="147"/>
                      </a:lnTo>
                      <a:lnTo>
                        <a:pt x="108" y="132"/>
                      </a:lnTo>
                      <a:lnTo>
                        <a:pt x="118" y="116"/>
                      </a:lnTo>
                      <a:lnTo>
                        <a:pt x="125" y="98"/>
                      </a:lnTo>
                      <a:lnTo>
                        <a:pt x="128" y="78"/>
                      </a:lnTo>
                      <a:lnTo>
                        <a:pt x="123" y="58"/>
                      </a:lnTo>
                      <a:lnTo>
                        <a:pt x="112" y="41"/>
                      </a:lnTo>
                      <a:lnTo>
                        <a:pt x="98" y="28"/>
                      </a:lnTo>
                      <a:lnTo>
                        <a:pt x="80" y="16"/>
                      </a:lnTo>
                      <a:lnTo>
                        <a:pt x="61" y="8"/>
                      </a:lnTo>
                      <a:lnTo>
                        <a:pt x="41" y="2"/>
                      </a:lnTo>
                      <a:lnTo>
                        <a:pt x="23" y="0"/>
                      </a:lnTo>
                      <a:lnTo>
                        <a:pt x="9" y="1"/>
                      </a:lnTo>
                      <a:lnTo>
                        <a:pt x="0" y="6"/>
                      </a:lnTo>
                      <a:lnTo>
                        <a:pt x="16" y="10"/>
                      </a:lnTo>
                      <a:lnTo>
                        <a:pt x="33" y="14"/>
                      </a:lnTo>
                      <a:lnTo>
                        <a:pt x="48" y="17"/>
                      </a:lnTo>
                      <a:lnTo>
                        <a:pt x="63" y="22"/>
                      </a:lnTo>
                      <a:lnTo>
                        <a:pt x="77" y="28"/>
                      </a:lnTo>
                      <a:lnTo>
                        <a:pt x="90" y="36"/>
                      </a:lnTo>
                      <a:lnTo>
                        <a:pt x="101" y="46"/>
                      </a:lnTo>
                      <a:lnTo>
                        <a:pt x="108" y="61"/>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23" name="Freeform 1074"/>
                <p:cNvSpPr/>
                <p:nvPr/>
              </p:nvSpPr>
              <p:spPr>
                <a:xfrm>
                  <a:off x="5070" y="2650"/>
                  <a:ext cx="112" cy="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323" h="379">
                      <a:moveTo>
                        <a:pt x="126" y="50"/>
                      </a:moveTo>
                      <a:lnTo>
                        <a:pt x="101" y="70"/>
                      </a:lnTo>
                      <a:lnTo>
                        <a:pt x="76" y="92"/>
                      </a:lnTo>
                      <a:lnTo>
                        <a:pt x="54" y="115"/>
                      </a:lnTo>
                      <a:lnTo>
                        <a:pt x="34" y="140"/>
                      </a:lnTo>
                      <a:lnTo>
                        <a:pt x="18" y="167"/>
                      </a:lnTo>
                      <a:lnTo>
                        <a:pt x="6" y="196"/>
                      </a:lnTo>
                      <a:lnTo>
                        <a:pt x="0" y="227"/>
                      </a:lnTo>
                      <a:lnTo>
                        <a:pt x="1" y="259"/>
                      </a:lnTo>
                      <a:lnTo>
                        <a:pt x="4" y="267"/>
                      </a:lnTo>
                      <a:lnTo>
                        <a:pt x="7" y="277"/>
                      </a:lnTo>
                      <a:lnTo>
                        <a:pt x="11" y="283"/>
                      </a:lnTo>
                      <a:lnTo>
                        <a:pt x="15" y="291"/>
                      </a:lnTo>
                      <a:lnTo>
                        <a:pt x="21" y="298"/>
                      </a:lnTo>
                      <a:lnTo>
                        <a:pt x="27" y="305"/>
                      </a:lnTo>
                      <a:lnTo>
                        <a:pt x="34" y="311"/>
                      </a:lnTo>
                      <a:lnTo>
                        <a:pt x="41" y="316"/>
                      </a:lnTo>
                      <a:lnTo>
                        <a:pt x="57" y="325"/>
                      </a:lnTo>
                      <a:lnTo>
                        <a:pt x="72" y="333"/>
                      </a:lnTo>
                      <a:lnTo>
                        <a:pt x="87" y="340"/>
                      </a:lnTo>
                      <a:lnTo>
                        <a:pt x="103" y="345"/>
                      </a:lnTo>
                      <a:lnTo>
                        <a:pt x="120" y="351"/>
                      </a:lnTo>
                      <a:lnTo>
                        <a:pt x="136" y="356"/>
                      </a:lnTo>
                      <a:lnTo>
                        <a:pt x="153" y="360"/>
                      </a:lnTo>
                      <a:lnTo>
                        <a:pt x="169" y="364"/>
                      </a:lnTo>
                      <a:lnTo>
                        <a:pt x="187" y="367"/>
                      </a:lnTo>
                      <a:lnTo>
                        <a:pt x="204" y="370"/>
                      </a:lnTo>
                      <a:lnTo>
                        <a:pt x="221" y="372"/>
                      </a:lnTo>
                      <a:lnTo>
                        <a:pt x="238" y="374"/>
                      </a:lnTo>
                      <a:lnTo>
                        <a:pt x="256" y="375"/>
                      </a:lnTo>
                      <a:lnTo>
                        <a:pt x="273" y="376"/>
                      </a:lnTo>
                      <a:lnTo>
                        <a:pt x="290" y="378"/>
                      </a:lnTo>
                      <a:lnTo>
                        <a:pt x="307" y="379"/>
                      </a:lnTo>
                      <a:lnTo>
                        <a:pt x="312" y="379"/>
                      </a:lnTo>
                      <a:lnTo>
                        <a:pt x="317" y="375"/>
                      </a:lnTo>
                      <a:lnTo>
                        <a:pt x="320" y="372"/>
                      </a:lnTo>
                      <a:lnTo>
                        <a:pt x="323" y="366"/>
                      </a:lnTo>
                      <a:lnTo>
                        <a:pt x="323" y="360"/>
                      </a:lnTo>
                      <a:lnTo>
                        <a:pt x="320" y="356"/>
                      </a:lnTo>
                      <a:lnTo>
                        <a:pt x="316" y="352"/>
                      </a:lnTo>
                      <a:lnTo>
                        <a:pt x="311" y="351"/>
                      </a:lnTo>
                      <a:lnTo>
                        <a:pt x="295" y="351"/>
                      </a:lnTo>
                      <a:lnTo>
                        <a:pt x="279" y="351"/>
                      </a:lnTo>
                      <a:lnTo>
                        <a:pt x="263" y="350"/>
                      </a:lnTo>
                      <a:lnTo>
                        <a:pt x="248" y="349"/>
                      </a:lnTo>
                      <a:lnTo>
                        <a:pt x="231" y="348"/>
                      </a:lnTo>
                      <a:lnTo>
                        <a:pt x="215" y="345"/>
                      </a:lnTo>
                      <a:lnTo>
                        <a:pt x="200" y="343"/>
                      </a:lnTo>
                      <a:lnTo>
                        <a:pt x="183" y="341"/>
                      </a:lnTo>
                      <a:lnTo>
                        <a:pt x="168" y="337"/>
                      </a:lnTo>
                      <a:lnTo>
                        <a:pt x="151" y="334"/>
                      </a:lnTo>
                      <a:lnTo>
                        <a:pt x="136" y="329"/>
                      </a:lnTo>
                      <a:lnTo>
                        <a:pt x="121" y="325"/>
                      </a:lnTo>
                      <a:lnTo>
                        <a:pt x="106" y="320"/>
                      </a:lnTo>
                      <a:lnTo>
                        <a:pt x="92" y="313"/>
                      </a:lnTo>
                      <a:lnTo>
                        <a:pt x="76" y="306"/>
                      </a:lnTo>
                      <a:lnTo>
                        <a:pt x="62" y="300"/>
                      </a:lnTo>
                      <a:lnTo>
                        <a:pt x="51" y="291"/>
                      </a:lnTo>
                      <a:lnTo>
                        <a:pt x="41" y="280"/>
                      </a:lnTo>
                      <a:lnTo>
                        <a:pt x="35" y="269"/>
                      </a:lnTo>
                      <a:lnTo>
                        <a:pt x="31" y="255"/>
                      </a:lnTo>
                      <a:lnTo>
                        <a:pt x="31" y="239"/>
                      </a:lnTo>
                      <a:lnTo>
                        <a:pt x="33" y="218"/>
                      </a:lnTo>
                      <a:lnTo>
                        <a:pt x="38" y="197"/>
                      </a:lnTo>
                      <a:lnTo>
                        <a:pt x="42" y="182"/>
                      </a:lnTo>
                      <a:lnTo>
                        <a:pt x="51" y="165"/>
                      </a:lnTo>
                      <a:lnTo>
                        <a:pt x="60" y="150"/>
                      </a:lnTo>
                      <a:lnTo>
                        <a:pt x="68" y="136"/>
                      </a:lnTo>
                      <a:lnTo>
                        <a:pt x="79" y="124"/>
                      </a:lnTo>
                      <a:lnTo>
                        <a:pt x="89" y="111"/>
                      </a:lnTo>
                      <a:lnTo>
                        <a:pt x="101" y="100"/>
                      </a:lnTo>
                      <a:lnTo>
                        <a:pt x="114" y="88"/>
                      </a:lnTo>
                      <a:lnTo>
                        <a:pt x="129" y="76"/>
                      </a:lnTo>
                      <a:lnTo>
                        <a:pt x="144" y="64"/>
                      </a:lnTo>
                      <a:lnTo>
                        <a:pt x="162" y="53"/>
                      </a:lnTo>
                      <a:lnTo>
                        <a:pt x="181" y="41"/>
                      </a:lnTo>
                      <a:lnTo>
                        <a:pt x="201" y="31"/>
                      </a:lnTo>
                      <a:lnTo>
                        <a:pt x="219" y="22"/>
                      </a:lnTo>
                      <a:lnTo>
                        <a:pt x="237" y="14"/>
                      </a:lnTo>
                      <a:lnTo>
                        <a:pt x="253" y="7"/>
                      </a:lnTo>
                      <a:lnTo>
                        <a:pt x="268" y="1"/>
                      </a:lnTo>
                      <a:lnTo>
                        <a:pt x="255" y="0"/>
                      </a:lnTo>
                      <a:lnTo>
                        <a:pt x="238" y="1"/>
                      </a:lnTo>
                      <a:lnTo>
                        <a:pt x="221" y="5"/>
                      </a:lnTo>
                      <a:lnTo>
                        <a:pt x="201" y="11"/>
                      </a:lnTo>
                      <a:lnTo>
                        <a:pt x="181" y="19"/>
                      </a:lnTo>
                      <a:lnTo>
                        <a:pt x="161" y="28"/>
                      </a:lnTo>
                      <a:lnTo>
                        <a:pt x="142" y="39"/>
                      </a:lnTo>
                      <a:lnTo>
                        <a:pt x="126" y="50"/>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24" name="Freeform 1075"/>
                <p:cNvSpPr/>
                <p:nvPr/>
              </p:nvSpPr>
              <p:spPr>
                <a:xfrm>
                  <a:off x="5229" y="2647"/>
                  <a:ext cx="99" cy="5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282" h="253">
                      <a:moveTo>
                        <a:pt x="235" y="78"/>
                      </a:moveTo>
                      <a:lnTo>
                        <a:pt x="248" y="92"/>
                      </a:lnTo>
                      <a:lnTo>
                        <a:pt x="255" y="108"/>
                      </a:lnTo>
                      <a:lnTo>
                        <a:pt x="259" y="125"/>
                      </a:lnTo>
                      <a:lnTo>
                        <a:pt x="259" y="144"/>
                      </a:lnTo>
                      <a:lnTo>
                        <a:pt x="257" y="159"/>
                      </a:lnTo>
                      <a:lnTo>
                        <a:pt x="252" y="171"/>
                      </a:lnTo>
                      <a:lnTo>
                        <a:pt x="244" y="184"/>
                      </a:lnTo>
                      <a:lnTo>
                        <a:pt x="236" y="194"/>
                      </a:lnTo>
                      <a:lnTo>
                        <a:pt x="225" y="206"/>
                      </a:lnTo>
                      <a:lnTo>
                        <a:pt x="215" y="215"/>
                      </a:lnTo>
                      <a:lnTo>
                        <a:pt x="204" y="225"/>
                      </a:lnTo>
                      <a:lnTo>
                        <a:pt x="194" y="236"/>
                      </a:lnTo>
                      <a:lnTo>
                        <a:pt x="191" y="239"/>
                      </a:lnTo>
                      <a:lnTo>
                        <a:pt x="190" y="242"/>
                      </a:lnTo>
                      <a:lnTo>
                        <a:pt x="191" y="246"/>
                      </a:lnTo>
                      <a:lnTo>
                        <a:pt x="194" y="249"/>
                      </a:lnTo>
                      <a:lnTo>
                        <a:pt x="197" y="252"/>
                      </a:lnTo>
                      <a:lnTo>
                        <a:pt x="201" y="253"/>
                      </a:lnTo>
                      <a:lnTo>
                        <a:pt x="205" y="252"/>
                      </a:lnTo>
                      <a:lnTo>
                        <a:pt x="209" y="249"/>
                      </a:lnTo>
                      <a:lnTo>
                        <a:pt x="232" y="234"/>
                      </a:lnTo>
                      <a:lnTo>
                        <a:pt x="251" y="215"/>
                      </a:lnTo>
                      <a:lnTo>
                        <a:pt x="267" y="192"/>
                      </a:lnTo>
                      <a:lnTo>
                        <a:pt x="278" y="168"/>
                      </a:lnTo>
                      <a:lnTo>
                        <a:pt x="282" y="141"/>
                      </a:lnTo>
                      <a:lnTo>
                        <a:pt x="279" y="116"/>
                      </a:lnTo>
                      <a:lnTo>
                        <a:pt x="270" y="92"/>
                      </a:lnTo>
                      <a:lnTo>
                        <a:pt x="251" y="70"/>
                      </a:lnTo>
                      <a:lnTo>
                        <a:pt x="237" y="59"/>
                      </a:lnTo>
                      <a:lnTo>
                        <a:pt x="221" y="48"/>
                      </a:lnTo>
                      <a:lnTo>
                        <a:pt x="202" y="39"/>
                      </a:lnTo>
                      <a:lnTo>
                        <a:pt x="183" y="31"/>
                      </a:lnTo>
                      <a:lnTo>
                        <a:pt x="163" y="24"/>
                      </a:lnTo>
                      <a:lnTo>
                        <a:pt x="142" y="18"/>
                      </a:lnTo>
                      <a:lnTo>
                        <a:pt x="122" y="13"/>
                      </a:lnTo>
                      <a:lnTo>
                        <a:pt x="101" y="8"/>
                      </a:lnTo>
                      <a:lnTo>
                        <a:pt x="82" y="5"/>
                      </a:lnTo>
                      <a:lnTo>
                        <a:pt x="63" y="2"/>
                      </a:lnTo>
                      <a:lnTo>
                        <a:pt x="47" y="0"/>
                      </a:lnTo>
                      <a:lnTo>
                        <a:pt x="32" y="0"/>
                      </a:lnTo>
                      <a:lnTo>
                        <a:pt x="19" y="0"/>
                      </a:lnTo>
                      <a:lnTo>
                        <a:pt x="10" y="1"/>
                      </a:lnTo>
                      <a:lnTo>
                        <a:pt x="4" y="4"/>
                      </a:lnTo>
                      <a:lnTo>
                        <a:pt x="0" y="6"/>
                      </a:lnTo>
                      <a:lnTo>
                        <a:pt x="12" y="8"/>
                      </a:lnTo>
                      <a:lnTo>
                        <a:pt x="25" y="9"/>
                      </a:lnTo>
                      <a:lnTo>
                        <a:pt x="38" y="12"/>
                      </a:lnTo>
                      <a:lnTo>
                        <a:pt x="52" y="14"/>
                      </a:lnTo>
                      <a:lnTo>
                        <a:pt x="67" y="16"/>
                      </a:lnTo>
                      <a:lnTo>
                        <a:pt x="82" y="18"/>
                      </a:lnTo>
                      <a:lnTo>
                        <a:pt x="97" y="22"/>
                      </a:lnTo>
                      <a:lnTo>
                        <a:pt x="114" y="25"/>
                      </a:lnTo>
                      <a:lnTo>
                        <a:pt x="129" y="30"/>
                      </a:lnTo>
                      <a:lnTo>
                        <a:pt x="146" y="35"/>
                      </a:lnTo>
                      <a:lnTo>
                        <a:pt x="162" y="40"/>
                      </a:lnTo>
                      <a:lnTo>
                        <a:pt x="177" y="46"/>
                      </a:lnTo>
                      <a:lnTo>
                        <a:pt x="192" y="53"/>
                      </a:lnTo>
                      <a:lnTo>
                        <a:pt x="208" y="60"/>
                      </a:lnTo>
                      <a:lnTo>
                        <a:pt x="222" y="69"/>
                      </a:lnTo>
                      <a:lnTo>
                        <a:pt x="235" y="7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25" name="Freeform 1076"/>
                <p:cNvSpPr/>
                <p:nvPr/>
              </p:nvSpPr>
              <p:spPr>
                <a:xfrm>
                  <a:off x="5030" y="2680"/>
                  <a:ext cx="40" cy="5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15" h="236">
                      <a:moveTo>
                        <a:pt x="0" y="128"/>
                      </a:moveTo>
                      <a:lnTo>
                        <a:pt x="0" y="148"/>
                      </a:lnTo>
                      <a:lnTo>
                        <a:pt x="5" y="166"/>
                      </a:lnTo>
                      <a:lnTo>
                        <a:pt x="13" y="184"/>
                      </a:lnTo>
                      <a:lnTo>
                        <a:pt x="24" y="198"/>
                      </a:lnTo>
                      <a:lnTo>
                        <a:pt x="39" y="211"/>
                      </a:lnTo>
                      <a:lnTo>
                        <a:pt x="55" y="223"/>
                      </a:lnTo>
                      <a:lnTo>
                        <a:pt x="74" y="231"/>
                      </a:lnTo>
                      <a:lnTo>
                        <a:pt x="92" y="235"/>
                      </a:lnTo>
                      <a:lnTo>
                        <a:pt x="98" y="236"/>
                      </a:lnTo>
                      <a:lnTo>
                        <a:pt x="104" y="234"/>
                      </a:lnTo>
                      <a:lnTo>
                        <a:pt x="109" y="231"/>
                      </a:lnTo>
                      <a:lnTo>
                        <a:pt x="111" y="226"/>
                      </a:lnTo>
                      <a:lnTo>
                        <a:pt x="111" y="220"/>
                      </a:lnTo>
                      <a:lnTo>
                        <a:pt x="110" y="215"/>
                      </a:lnTo>
                      <a:lnTo>
                        <a:pt x="107" y="210"/>
                      </a:lnTo>
                      <a:lnTo>
                        <a:pt x="101" y="208"/>
                      </a:lnTo>
                      <a:lnTo>
                        <a:pt x="82" y="201"/>
                      </a:lnTo>
                      <a:lnTo>
                        <a:pt x="64" y="192"/>
                      </a:lnTo>
                      <a:lnTo>
                        <a:pt x="50" y="179"/>
                      </a:lnTo>
                      <a:lnTo>
                        <a:pt x="40" y="165"/>
                      </a:lnTo>
                      <a:lnTo>
                        <a:pt x="33" y="148"/>
                      </a:lnTo>
                      <a:lnTo>
                        <a:pt x="29" y="130"/>
                      </a:lnTo>
                      <a:lnTo>
                        <a:pt x="29" y="110"/>
                      </a:lnTo>
                      <a:lnTo>
                        <a:pt x="35" y="89"/>
                      </a:lnTo>
                      <a:lnTo>
                        <a:pt x="43" y="74"/>
                      </a:lnTo>
                      <a:lnTo>
                        <a:pt x="56" y="60"/>
                      </a:lnTo>
                      <a:lnTo>
                        <a:pt x="70" y="46"/>
                      </a:lnTo>
                      <a:lnTo>
                        <a:pt x="85" y="33"/>
                      </a:lnTo>
                      <a:lnTo>
                        <a:pt x="98" y="23"/>
                      </a:lnTo>
                      <a:lnTo>
                        <a:pt x="109" y="12"/>
                      </a:lnTo>
                      <a:lnTo>
                        <a:pt x="115" y="6"/>
                      </a:lnTo>
                      <a:lnTo>
                        <a:pt x="115" y="0"/>
                      </a:lnTo>
                      <a:lnTo>
                        <a:pt x="102" y="4"/>
                      </a:lnTo>
                      <a:lnTo>
                        <a:pt x="85" y="12"/>
                      </a:lnTo>
                      <a:lnTo>
                        <a:pt x="68" y="26"/>
                      </a:lnTo>
                      <a:lnTo>
                        <a:pt x="49" y="42"/>
                      </a:lnTo>
                      <a:lnTo>
                        <a:pt x="32" y="61"/>
                      </a:lnTo>
                      <a:lnTo>
                        <a:pt x="17" y="82"/>
                      </a:lnTo>
                      <a:lnTo>
                        <a:pt x="6" y="105"/>
                      </a:lnTo>
                      <a:lnTo>
                        <a:pt x="0" y="12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26" name="Freeform 1077"/>
                <p:cNvSpPr/>
                <p:nvPr/>
              </p:nvSpPr>
              <p:spPr>
                <a:xfrm>
                  <a:off x="5311" y="2643"/>
                  <a:ext cx="87" cy="73"/>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245" h="310">
                      <a:moveTo>
                        <a:pt x="200" y="116"/>
                      </a:moveTo>
                      <a:lnTo>
                        <a:pt x="208" y="124"/>
                      </a:lnTo>
                      <a:lnTo>
                        <a:pt x="214" y="133"/>
                      </a:lnTo>
                      <a:lnTo>
                        <a:pt x="220" y="144"/>
                      </a:lnTo>
                      <a:lnTo>
                        <a:pt x="223" y="154"/>
                      </a:lnTo>
                      <a:lnTo>
                        <a:pt x="226" y="164"/>
                      </a:lnTo>
                      <a:lnTo>
                        <a:pt x="224" y="176"/>
                      </a:lnTo>
                      <a:lnTo>
                        <a:pt x="222" y="187"/>
                      </a:lnTo>
                      <a:lnTo>
                        <a:pt x="216" y="198"/>
                      </a:lnTo>
                      <a:lnTo>
                        <a:pt x="208" y="209"/>
                      </a:lnTo>
                      <a:lnTo>
                        <a:pt x="199" y="219"/>
                      </a:lnTo>
                      <a:lnTo>
                        <a:pt x="188" y="229"/>
                      </a:lnTo>
                      <a:lnTo>
                        <a:pt x="177" y="238"/>
                      </a:lnTo>
                      <a:lnTo>
                        <a:pt x="166" y="246"/>
                      </a:lnTo>
                      <a:lnTo>
                        <a:pt x="154" y="255"/>
                      </a:lnTo>
                      <a:lnTo>
                        <a:pt x="142" y="264"/>
                      </a:lnTo>
                      <a:lnTo>
                        <a:pt x="132" y="275"/>
                      </a:lnTo>
                      <a:lnTo>
                        <a:pt x="128" y="278"/>
                      </a:lnTo>
                      <a:lnTo>
                        <a:pt x="126" y="283"/>
                      </a:lnTo>
                      <a:lnTo>
                        <a:pt x="124" y="287"/>
                      </a:lnTo>
                      <a:lnTo>
                        <a:pt x="121" y="292"/>
                      </a:lnTo>
                      <a:lnTo>
                        <a:pt x="120" y="296"/>
                      </a:lnTo>
                      <a:lnTo>
                        <a:pt x="120" y="301"/>
                      </a:lnTo>
                      <a:lnTo>
                        <a:pt x="122" y="306"/>
                      </a:lnTo>
                      <a:lnTo>
                        <a:pt x="126" y="309"/>
                      </a:lnTo>
                      <a:lnTo>
                        <a:pt x="131" y="310"/>
                      </a:lnTo>
                      <a:lnTo>
                        <a:pt x="135" y="310"/>
                      </a:lnTo>
                      <a:lnTo>
                        <a:pt x="139" y="309"/>
                      </a:lnTo>
                      <a:lnTo>
                        <a:pt x="142" y="306"/>
                      </a:lnTo>
                      <a:lnTo>
                        <a:pt x="154" y="292"/>
                      </a:lnTo>
                      <a:lnTo>
                        <a:pt x="167" y="280"/>
                      </a:lnTo>
                      <a:lnTo>
                        <a:pt x="180" y="269"/>
                      </a:lnTo>
                      <a:lnTo>
                        <a:pt x="194" y="257"/>
                      </a:lnTo>
                      <a:lnTo>
                        <a:pt x="207" y="246"/>
                      </a:lnTo>
                      <a:lnTo>
                        <a:pt x="220" y="233"/>
                      </a:lnTo>
                      <a:lnTo>
                        <a:pt x="230" y="219"/>
                      </a:lnTo>
                      <a:lnTo>
                        <a:pt x="238" y="204"/>
                      </a:lnTo>
                      <a:lnTo>
                        <a:pt x="244" y="186"/>
                      </a:lnTo>
                      <a:lnTo>
                        <a:pt x="245" y="169"/>
                      </a:lnTo>
                      <a:lnTo>
                        <a:pt x="243" y="152"/>
                      </a:lnTo>
                      <a:lnTo>
                        <a:pt x="237" y="134"/>
                      </a:lnTo>
                      <a:lnTo>
                        <a:pt x="228" y="119"/>
                      </a:lnTo>
                      <a:lnTo>
                        <a:pt x="217" y="105"/>
                      </a:lnTo>
                      <a:lnTo>
                        <a:pt x="203" y="93"/>
                      </a:lnTo>
                      <a:lnTo>
                        <a:pt x="188" y="83"/>
                      </a:lnTo>
                      <a:lnTo>
                        <a:pt x="176" y="76"/>
                      </a:lnTo>
                      <a:lnTo>
                        <a:pt x="163" y="69"/>
                      </a:lnTo>
                      <a:lnTo>
                        <a:pt x="151" y="61"/>
                      </a:lnTo>
                      <a:lnTo>
                        <a:pt x="136" y="54"/>
                      </a:lnTo>
                      <a:lnTo>
                        <a:pt x="122" y="46"/>
                      </a:lnTo>
                      <a:lnTo>
                        <a:pt x="107" y="39"/>
                      </a:lnTo>
                      <a:lnTo>
                        <a:pt x="93" y="31"/>
                      </a:lnTo>
                      <a:lnTo>
                        <a:pt x="79" y="24"/>
                      </a:lnTo>
                      <a:lnTo>
                        <a:pt x="66" y="18"/>
                      </a:lnTo>
                      <a:lnTo>
                        <a:pt x="53" y="13"/>
                      </a:lnTo>
                      <a:lnTo>
                        <a:pt x="40" y="8"/>
                      </a:lnTo>
                      <a:lnTo>
                        <a:pt x="30" y="5"/>
                      </a:lnTo>
                      <a:lnTo>
                        <a:pt x="20" y="1"/>
                      </a:lnTo>
                      <a:lnTo>
                        <a:pt x="12" y="0"/>
                      </a:lnTo>
                      <a:lnTo>
                        <a:pt x="5" y="0"/>
                      </a:lnTo>
                      <a:lnTo>
                        <a:pt x="0" y="2"/>
                      </a:lnTo>
                      <a:lnTo>
                        <a:pt x="11" y="8"/>
                      </a:lnTo>
                      <a:lnTo>
                        <a:pt x="23" y="14"/>
                      </a:lnTo>
                      <a:lnTo>
                        <a:pt x="36" y="20"/>
                      </a:lnTo>
                      <a:lnTo>
                        <a:pt x="47" y="25"/>
                      </a:lnTo>
                      <a:lnTo>
                        <a:pt x="60" y="31"/>
                      </a:lnTo>
                      <a:lnTo>
                        <a:pt x="73" y="37"/>
                      </a:lnTo>
                      <a:lnTo>
                        <a:pt x="86" y="44"/>
                      </a:lnTo>
                      <a:lnTo>
                        <a:pt x="99" y="51"/>
                      </a:lnTo>
                      <a:lnTo>
                        <a:pt x="113" y="57"/>
                      </a:lnTo>
                      <a:lnTo>
                        <a:pt x="126" y="64"/>
                      </a:lnTo>
                      <a:lnTo>
                        <a:pt x="139" y="71"/>
                      </a:lnTo>
                      <a:lnTo>
                        <a:pt x="152" y="79"/>
                      </a:lnTo>
                      <a:lnTo>
                        <a:pt x="165" y="88"/>
                      </a:lnTo>
                      <a:lnTo>
                        <a:pt x="176" y="96"/>
                      </a:lnTo>
                      <a:lnTo>
                        <a:pt x="188" y="106"/>
                      </a:lnTo>
                      <a:lnTo>
                        <a:pt x="200" y="11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grpSp>
          <p:pic>
            <p:nvPicPr>
              <p:cNvPr id="18714" name="Picture 1078" descr="access_point_stylized_gray_small"/>
              <p:cNvPicPr>
                <a:picLocks noChangeAspect="1"/>
              </p:cNvPicPr>
              <p:nvPr/>
            </p:nvPicPr>
            <p:blipFill>
              <a:blip r:embed="rId5"/>
              <a:stretch>
                <a:fillRect/>
              </a:stretch>
            </p:blipFill>
            <p:spPr>
              <a:xfrm>
                <a:off x="5072" y="3642"/>
                <a:ext cx="430" cy="349"/>
              </a:xfrm>
              <a:prstGeom prst="rect">
                <a:avLst/>
              </a:prstGeom>
              <a:noFill/>
              <a:ln w="9525">
                <a:noFill/>
              </a:ln>
            </p:spPr>
          </p:pic>
        </p:grpSp>
        <p:grpSp>
          <p:nvGrpSpPr>
            <p:cNvPr id="18516" name="Group 1079"/>
            <p:cNvGrpSpPr/>
            <p:nvPr/>
          </p:nvGrpSpPr>
          <p:grpSpPr>
            <a:xfrm>
              <a:off x="3552" y="2211"/>
              <a:ext cx="251" cy="226"/>
              <a:chOff x="5072" y="3611"/>
              <a:chExt cx="459" cy="380"/>
            </a:xfrm>
          </p:grpSpPr>
          <p:grpSp>
            <p:nvGrpSpPr>
              <p:cNvPr id="18699" name="Group 1080"/>
              <p:cNvGrpSpPr/>
              <p:nvPr/>
            </p:nvGrpSpPr>
            <p:grpSpPr>
              <a:xfrm>
                <a:off x="5144" y="3611"/>
                <a:ext cx="387" cy="99"/>
                <a:chOff x="5030" y="2639"/>
                <a:chExt cx="387" cy="99"/>
              </a:xfrm>
            </p:grpSpPr>
            <p:sp>
              <p:nvSpPr>
                <p:cNvPr id="18701" name="Freeform 1081"/>
                <p:cNvSpPr/>
                <p:nvPr/>
              </p:nvSpPr>
              <p:spPr>
                <a:xfrm>
                  <a:off x="5134" y="2657"/>
                  <a:ext cx="69" cy="55"/>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99" h="232">
                      <a:moveTo>
                        <a:pt x="70" y="29"/>
                      </a:moveTo>
                      <a:lnTo>
                        <a:pt x="55" y="39"/>
                      </a:lnTo>
                      <a:lnTo>
                        <a:pt x="42" y="50"/>
                      </a:lnTo>
                      <a:lnTo>
                        <a:pt x="30" y="63"/>
                      </a:lnTo>
                      <a:lnTo>
                        <a:pt x="20" y="77"/>
                      </a:lnTo>
                      <a:lnTo>
                        <a:pt x="12" y="91"/>
                      </a:lnTo>
                      <a:lnTo>
                        <a:pt x="6" y="108"/>
                      </a:lnTo>
                      <a:lnTo>
                        <a:pt x="2" y="125"/>
                      </a:lnTo>
                      <a:lnTo>
                        <a:pt x="0" y="142"/>
                      </a:lnTo>
                      <a:lnTo>
                        <a:pt x="2" y="166"/>
                      </a:lnTo>
                      <a:lnTo>
                        <a:pt x="12" y="186"/>
                      </a:lnTo>
                      <a:lnTo>
                        <a:pt x="26" y="203"/>
                      </a:lnTo>
                      <a:lnTo>
                        <a:pt x="45" y="216"/>
                      </a:lnTo>
                      <a:lnTo>
                        <a:pt x="66" y="226"/>
                      </a:lnTo>
                      <a:lnTo>
                        <a:pt x="88" y="230"/>
                      </a:lnTo>
                      <a:lnTo>
                        <a:pt x="111" y="232"/>
                      </a:lnTo>
                      <a:lnTo>
                        <a:pt x="134" y="228"/>
                      </a:lnTo>
                      <a:lnTo>
                        <a:pt x="138" y="228"/>
                      </a:lnTo>
                      <a:lnTo>
                        <a:pt x="143" y="226"/>
                      </a:lnTo>
                      <a:lnTo>
                        <a:pt x="147" y="222"/>
                      </a:lnTo>
                      <a:lnTo>
                        <a:pt x="148" y="218"/>
                      </a:lnTo>
                      <a:lnTo>
                        <a:pt x="145" y="212"/>
                      </a:lnTo>
                      <a:lnTo>
                        <a:pt x="141" y="207"/>
                      </a:lnTo>
                      <a:lnTo>
                        <a:pt x="135" y="203"/>
                      </a:lnTo>
                      <a:lnTo>
                        <a:pt x="129" y="201"/>
                      </a:lnTo>
                      <a:lnTo>
                        <a:pt x="117" y="197"/>
                      </a:lnTo>
                      <a:lnTo>
                        <a:pt x="105" y="195"/>
                      </a:lnTo>
                      <a:lnTo>
                        <a:pt x="94" y="193"/>
                      </a:lnTo>
                      <a:lnTo>
                        <a:pt x="83" y="190"/>
                      </a:lnTo>
                      <a:lnTo>
                        <a:pt x="73" y="187"/>
                      </a:lnTo>
                      <a:lnTo>
                        <a:pt x="62" y="182"/>
                      </a:lnTo>
                      <a:lnTo>
                        <a:pt x="53" y="176"/>
                      </a:lnTo>
                      <a:lnTo>
                        <a:pt x="43" y="167"/>
                      </a:lnTo>
                      <a:lnTo>
                        <a:pt x="40" y="128"/>
                      </a:lnTo>
                      <a:lnTo>
                        <a:pt x="49" y="96"/>
                      </a:lnTo>
                      <a:lnTo>
                        <a:pt x="68" y="71"/>
                      </a:lnTo>
                      <a:lnTo>
                        <a:pt x="94" y="50"/>
                      </a:lnTo>
                      <a:lnTo>
                        <a:pt x="122" y="34"/>
                      </a:lnTo>
                      <a:lnTo>
                        <a:pt x="151" y="21"/>
                      </a:lnTo>
                      <a:lnTo>
                        <a:pt x="178" y="12"/>
                      </a:lnTo>
                      <a:lnTo>
                        <a:pt x="199" y="4"/>
                      </a:lnTo>
                      <a:lnTo>
                        <a:pt x="186" y="1"/>
                      </a:lnTo>
                      <a:lnTo>
                        <a:pt x="172" y="0"/>
                      </a:lnTo>
                      <a:lnTo>
                        <a:pt x="156" y="2"/>
                      </a:lnTo>
                      <a:lnTo>
                        <a:pt x="138" y="4"/>
                      </a:lnTo>
                      <a:lnTo>
                        <a:pt x="121" y="10"/>
                      </a:lnTo>
                      <a:lnTo>
                        <a:pt x="103" y="16"/>
                      </a:lnTo>
                      <a:lnTo>
                        <a:pt x="86" y="23"/>
                      </a:lnTo>
                      <a:lnTo>
                        <a:pt x="70" y="29"/>
                      </a:lnTo>
                      <a:close/>
                    </a:path>
                  </a:pathLst>
                </a:custGeom>
                <a:solidFill>
                  <a:srgbClr val="C9E8FF">
                    <a:alpha val="100000"/>
                  </a:srgbClr>
                </a:solidFill>
                <a:ln w="9525">
                  <a:noFill/>
                </a:ln>
              </p:spPr>
              <p:txBody>
                <a:bodyPr/>
                <a:lstStyle/>
                <a:p>
                  <a:endParaRPr lang="zh-CN" altLang="en-US"/>
                </a:p>
              </p:txBody>
            </p:sp>
            <p:sp>
              <p:nvSpPr>
                <p:cNvPr id="18702" name="Freeform 1082"/>
                <p:cNvSpPr/>
                <p:nvPr/>
              </p:nvSpPr>
              <p:spPr>
                <a:xfrm>
                  <a:off x="5252" y="2656"/>
                  <a:ext cx="47" cy="42"/>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28" h="180">
                      <a:moveTo>
                        <a:pt x="108" y="59"/>
                      </a:moveTo>
                      <a:lnTo>
                        <a:pt x="113" y="77"/>
                      </a:lnTo>
                      <a:lnTo>
                        <a:pt x="111" y="94"/>
                      </a:lnTo>
                      <a:lnTo>
                        <a:pt x="103" y="108"/>
                      </a:lnTo>
                      <a:lnTo>
                        <a:pt x="91" y="121"/>
                      </a:lnTo>
                      <a:lnTo>
                        <a:pt x="77" y="132"/>
                      </a:lnTo>
                      <a:lnTo>
                        <a:pt x="61" y="144"/>
                      </a:lnTo>
                      <a:lnTo>
                        <a:pt x="45" y="154"/>
                      </a:lnTo>
                      <a:lnTo>
                        <a:pt x="30" y="164"/>
                      </a:lnTo>
                      <a:lnTo>
                        <a:pt x="28" y="168"/>
                      </a:lnTo>
                      <a:lnTo>
                        <a:pt x="27" y="170"/>
                      </a:lnTo>
                      <a:lnTo>
                        <a:pt x="27" y="174"/>
                      </a:lnTo>
                      <a:lnTo>
                        <a:pt x="28" y="177"/>
                      </a:lnTo>
                      <a:lnTo>
                        <a:pt x="32" y="179"/>
                      </a:lnTo>
                      <a:lnTo>
                        <a:pt x="35" y="180"/>
                      </a:lnTo>
                      <a:lnTo>
                        <a:pt x="37" y="180"/>
                      </a:lnTo>
                      <a:lnTo>
                        <a:pt x="41" y="179"/>
                      </a:lnTo>
                      <a:lnTo>
                        <a:pt x="60" y="169"/>
                      </a:lnTo>
                      <a:lnTo>
                        <a:pt x="77" y="158"/>
                      </a:lnTo>
                      <a:lnTo>
                        <a:pt x="94" y="145"/>
                      </a:lnTo>
                      <a:lnTo>
                        <a:pt x="109" y="130"/>
                      </a:lnTo>
                      <a:lnTo>
                        <a:pt x="120" y="114"/>
                      </a:lnTo>
                      <a:lnTo>
                        <a:pt x="127" y="95"/>
                      </a:lnTo>
                      <a:lnTo>
                        <a:pt x="128" y="76"/>
                      </a:lnTo>
                      <a:lnTo>
                        <a:pt x="123" y="55"/>
                      </a:lnTo>
                      <a:lnTo>
                        <a:pt x="113" y="39"/>
                      </a:lnTo>
                      <a:lnTo>
                        <a:pt x="97" y="25"/>
                      </a:lnTo>
                      <a:lnTo>
                        <a:pt x="79" y="15"/>
                      </a:lnTo>
                      <a:lnTo>
                        <a:pt x="57" y="7"/>
                      </a:lnTo>
                      <a:lnTo>
                        <a:pt x="36" y="2"/>
                      </a:lnTo>
                      <a:lnTo>
                        <a:pt x="19" y="0"/>
                      </a:lnTo>
                      <a:lnTo>
                        <a:pt x="6" y="0"/>
                      </a:lnTo>
                      <a:lnTo>
                        <a:pt x="0" y="4"/>
                      </a:lnTo>
                      <a:lnTo>
                        <a:pt x="14" y="9"/>
                      </a:lnTo>
                      <a:lnTo>
                        <a:pt x="29" y="14"/>
                      </a:lnTo>
                      <a:lnTo>
                        <a:pt x="46" y="19"/>
                      </a:lnTo>
                      <a:lnTo>
                        <a:pt x="61" y="23"/>
                      </a:lnTo>
                      <a:lnTo>
                        <a:pt x="76" y="29"/>
                      </a:lnTo>
                      <a:lnTo>
                        <a:pt x="89" y="37"/>
                      </a:lnTo>
                      <a:lnTo>
                        <a:pt x="100" y="46"/>
                      </a:lnTo>
                      <a:lnTo>
                        <a:pt x="108" y="59"/>
                      </a:lnTo>
                      <a:close/>
                    </a:path>
                  </a:pathLst>
                </a:custGeom>
                <a:solidFill>
                  <a:srgbClr val="C9E8FF">
                    <a:alpha val="100000"/>
                  </a:srgbClr>
                </a:solidFill>
                <a:ln w="9525">
                  <a:noFill/>
                </a:ln>
              </p:spPr>
              <p:txBody>
                <a:bodyPr/>
                <a:lstStyle/>
                <a:p>
                  <a:endParaRPr lang="zh-CN" altLang="en-US"/>
                </a:p>
              </p:txBody>
            </p:sp>
            <p:sp>
              <p:nvSpPr>
                <p:cNvPr id="18703" name="Freeform 1083"/>
                <p:cNvSpPr/>
                <p:nvPr/>
              </p:nvSpPr>
              <p:spPr>
                <a:xfrm>
                  <a:off x="5089" y="2646"/>
                  <a:ext cx="114" cy="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322" h="378">
                      <a:moveTo>
                        <a:pt x="125" y="49"/>
                      </a:moveTo>
                      <a:lnTo>
                        <a:pt x="100" y="70"/>
                      </a:lnTo>
                      <a:lnTo>
                        <a:pt x="76" y="90"/>
                      </a:lnTo>
                      <a:lnTo>
                        <a:pt x="53" y="115"/>
                      </a:lnTo>
                      <a:lnTo>
                        <a:pt x="34" y="140"/>
                      </a:lnTo>
                      <a:lnTo>
                        <a:pt x="17" y="166"/>
                      </a:lnTo>
                      <a:lnTo>
                        <a:pt x="5" y="195"/>
                      </a:lnTo>
                      <a:lnTo>
                        <a:pt x="0" y="226"/>
                      </a:lnTo>
                      <a:lnTo>
                        <a:pt x="1" y="258"/>
                      </a:lnTo>
                      <a:lnTo>
                        <a:pt x="3" y="266"/>
                      </a:lnTo>
                      <a:lnTo>
                        <a:pt x="5" y="275"/>
                      </a:lnTo>
                      <a:lnTo>
                        <a:pt x="9" y="282"/>
                      </a:lnTo>
                      <a:lnTo>
                        <a:pt x="14" y="290"/>
                      </a:lnTo>
                      <a:lnTo>
                        <a:pt x="19" y="297"/>
                      </a:lnTo>
                      <a:lnTo>
                        <a:pt x="26" y="304"/>
                      </a:lnTo>
                      <a:lnTo>
                        <a:pt x="32" y="310"/>
                      </a:lnTo>
                      <a:lnTo>
                        <a:pt x="41" y="314"/>
                      </a:lnTo>
                      <a:lnTo>
                        <a:pt x="56" y="324"/>
                      </a:lnTo>
                      <a:lnTo>
                        <a:pt x="71" y="332"/>
                      </a:lnTo>
                      <a:lnTo>
                        <a:pt x="86" y="338"/>
                      </a:lnTo>
                      <a:lnTo>
                        <a:pt x="103" y="344"/>
                      </a:lnTo>
                      <a:lnTo>
                        <a:pt x="119" y="350"/>
                      </a:lnTo>
                      <a:lnTo>
                        <a:pt x="136" y="355"/>
                      </a:lnTo>
                      <a:lnTo>
                        <a:pt x="152" y="359"/>
                      </a:lnTo>
                      <a:lnTo>
                        <a:pt x="168" y="363"/>
                      </a:lnTo>
                      <a:lnTo>
                        <a:pt x="186" y="366"/>
                      </a:lnTo>
                      <a:lnTo>
                        <a:pt x="202" y="368"/>
                      </a:lnTo>
                      <a:lnTo>
                        <a:pt x="220" y="371"/>
                      </a:lnTo>
                      <a:lnTo>
                        <a:pt x="238" y="373"/>
                      </a:lnTo>
                      <a:lnTo>
                        <a:pt x="254" y="374"/>
                      </a:lnTo>
                      <a:lnTo>
                        <a:pt x="272" y="375"/>
                      </a:lnTo>
                      <a:lnTo>
                        <a:pt x="289" y="376"/>
                      </a:lnTo>
                      <a:lnTo>
                        <a:pt x="306" y="378"/>
                      </a:lnTo>
                      <a:lnTo>
                        <a:pt x="311" y="378"/>
                      </a:lnTo>
                      <a:lnTo>
                        <a:pt x="316" y="375"/>
                      </a:lnTo>
                      <a:lnTo>
                        <a:pt x="320" y="371"/>
                      </a:lnTo>
                      <a:lnTo>
                        <a:pt x="322" y="366"/>
                      </a:lnTo>
                      <a:lnTo>
                        <a:pt x="322" y="360"/>
                      </a:lnTo>
                      <a:lnTo>
                        <a:pt x="320" y="356"/>
                      </a:lnTo>
                      <a:lnTo>
                        <a:pt x="315" y="352"/>
                      </a:lnTo>
                      <a:lnTo>
                        <a:pt x="309" y="350"/>
                      </a:lnTo>
                      <a:lnTo>
                        <a:pt x="294" y="347"/>
                      </a:lnTo>
                      <a:lnTo>
                        <a:pt x="279" y="344"/>
                      </a:lnTo>
                      <a:lnTo>
                        <a:pt x="263" y="341"/>
                      </a:lnTo>
                      <a:lnTo>
                        <a:pt x="247" y="338"/>
                      </a:lnTo>
                      <a:lnTo>
                        <a:pt x="232" y="336"/>
                      </a:lnTo>
                      <a:lnTo>
                        <a:pt x="216" y="334"/>
                      </a:lnTo>
                      <a:lnTo>
                        <a:pt x="200" y="332"/>
                      </a:lnTo>
                      <a:lnTo>
                        <a:pt x="185" y="328"/>
                      </a:lnTo>
                      <a:lnTo>
                        <a:pt x="170" y="326"/>
                      </a:lnTo>
                      <a:lnTo>
                        <a:pt x="154" y="322"/>
                      </a:lnTo>
                      <a:lnTo>
                        <a:pt x="139" y="318"/>
                      </a:lnTo>
                      <a:lnTo>
                        <a:pt x="124" y="314"/>
                      </a:lnTo>
                      <a:lnTo>
                        <a:pt x="110" y="309"/>
                      </a:lnTo>
                      <a:lnTo>
                        <a:pt x="94" y="303"/>
                      </a:lnTo>
                      <a:lnTo>
                        <a:pt x="80" y="297"/>
                      </a:lnTo>
                      <a:lnTo>
                        <a:pt x="66" y="289"/>
                      </a:lnTo>
                      <a:lnTo>
                        <a:pt x="55" y="281"/>
                      </a:lnTo>
                      <a:lnTo>
                        <a:pt x="45" y="271"/>
                      </a:lnTo>
                      <a:lnTo>
                        <a:pt x="38" y="259"/>
                      </a:lnTo>
                      <a:lnTo>
                        <a:pt x="35" y="245"/>
                      </a:lnTo>
                      <a:lnTo>
                        <a:pt x="34" y="232"/>
                      </a:lnTo>
                      <a:lnTo>
                        <a:pt x="35" y="216"/>
                      </a:lnTo>
                      <a:lnTo>
                        <a:pt x="38" y="200"/>
                      </a:lnTo>
                      <a:lnTo>
                        <a:pt x="43" y="187"/>
                      </a:lnTo>
                      <a:lnTo>
                        <a:pt x="51" y="170"/>
                      </a:lnTo>
                      <a:lnTo>
                        <a:pt x="60" y="152"/>
                      </a:lnTo>
                      <a:lnTo>
                        <a:pt x="71" y="137"/>
                      </a:lnTo>
                      <a:lnTo>
                        <a:pt x="83" y="124"/>
                      </a:lnTo>
                      <a:lnTo>
                        <a:pt x="94" y="110"/>
                      </a:lnTo>
                      <a:lnTo>
                        <a:pt x="107" y="96"/>
                      </a:lnTo>
                      <a:lnTo>
                        <a:pt x="123" y="82"/>
                      </a:lnTo>
                      <a:lnTo>
                        <a:pt x="138" y="69"/>
                      </a:lnTo>
                      <a:lnTo>
                        <a:pt x="153" y="57"/>
                      </a:lnTo>
                      <a:lnTo>
                        <a:pt x="173" y="47"/>
                      </a:lnTo>
                      <a:lnTo>
                        <a:pt x="195" y="38"/>
                      </a:lnTo>
                      <a:lnTo>
                        <a:pt x="218" y="28"/>
                      </a:lnTo>
                      <a:lnTo>
                        <a:pt x="238" y="20"/>
                      </a:lnTo>
                      <a:lnTo>
                        <a:pt x="254" y="13"/>
                      </a:lnTo>
                      <a:lnTo>
                        <a:pt x="264" y="7"/>
                      </a:lnTo>
                      <a:lnTo>
                        <a:pt x="268" y="2"/>
                      </a:lnTo>
                      <a:lnTo>
                        <a:pt x="256" y="0"/>
                      </a:lnTo>
                      <a:lnTo>
                        <a:pt x="240" y="1"/>
                      </a:lnTo>
                      <a:lnTo>
                        <a:pt x="221" y="4"/>
                      </a:lnTo>
                      <a:lnTo>
                        <a:pt x="201" y="10"/>
                      </a:lnTo>
                      <a:lnTo>
                        <a:pt x="180" y="18"/>
                      </a:lnTo>
                      <a:lnTo>
                        <a:pt x="160" y="27"/>
                      </a:lnTo>
                      <a:lnTo>
                        <a:pt x="141" y="38"/>
                      </a:lnTo>
                      <a:lnTo>
                        <a:pt x="125" y="49"/>
                      </a:lnTo>
                      <a:close/>
                    </a:path>
                  </a:pathLst>
                </a:custGeom>
                <a:solidFill>
                  <a:srgbClr val="C9E8FF">
                    <a:alpha val="100000"/>
                  </a:srgbClr>
                </a:solidFill>
                <a:ln w="9525">
                  <a:noFill/>
                </a:ln>
              </p:spPr>
              <p:txBody>
                <a:bodyPr/>
                <a:lstStyle/>
                <a:p>
                  <a:endParaRPr lang="zh-CN" altLang="en-US"/>
                </a:p>
              </p:txBody>
            </p:sp>
            <p:sp>
              <p:nvSpPr>
                <p:cNvPr id="18704" name="Freeform 1084"/>
                <p:cNvSpPr/>
                <p:nvPr/>
              </p:nvSpPr>
              <p:spPr>
                <a:xfrm>
                  <a:off x="5250" y="2643"/>
                  <a:ext cx="99" cy="5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283" h="252">
                      <a:moveTo>
                        <a:pt x="235" y="77"/>
                      </a:moveTo>
                      <a:lnTo>
                        <a:pt x="248" y="91"/>
                      </a:lnTo>
                      <a:lnTo>
                        <a:pt x="256" y="107"/>
                      </a:lnTo>
                      <a:lnTo>
                        <a:pt x="259" y="124"/>
                      </a:lnTo>
                      <a:lnTo>
                        <a:pt x="259" y="142"/>
                      </a:lnTo>
                      <a:lnTo>
                        <a:pt x="257" y="157"/>
                      </a:lnTo>
                      <a:lnTo>
                        <a:pt x="252" y="170"/>
                      </a:lnTo>
                      <a:lnTo>
                        <a:pt x="244" y="183"/>
                      </a:lnTo>
                      <a:lnTo>
                        <a:pt x="236" y="193"/>
                      </a:lnTo>
                      <a:lnTo>
                        <a:pt x="225" y="204"/>
                      </a:lnTo>
                      <a:lnTo>
                        <a:pt x="215" y="214"/>
                      </a:lnTo>
                      <a:lnTo>
                        <a:pt x="204" y="224"/>
                      </a:lnTo>
                      <a:lnTo>
                        <a:pt x="194" y="234"/>
                      </a:lnTo>
                      <a:lnTo>
                        <a:pt x="191" y="238"/>
                      </a:lnTo>
                      <a:lnTo>
                        <a:pt x="191" y="241"/>
                      </a:lnTo>
                      <a:lnTo>
                        <a:pt x="191" y="245"/>
                      </a:lnTo>
                      <a:lnTo>
                        <a:pt x="194" y="248"/>
                      </a:lnTo>
                      <a:lnTo>
                        <a:pt x="197" y="250"/>
                      </a:lnTo>
                      <a:lnTo>
                        <a:pt x="202" y="252"/>
                      </a:lnTo>
                      <a:lnTo>
                        <a:pt x="205" y="250"/>
                      </a:lnTo>
                      <a:lnTo>
                        <a:pt x="209" y="248"/>
                      </a:lnTo>
                      <a:lnTo>
                        <a:pt x="232" y="233"/>
                      </a:lnTo>
                      <a:lnTo>
                        <a:pt x="252" y="214"/>
                      </a:lnTo>
                      <a:lnTo>
                        <a:pt x="268" y="192"/>
                      </a:lnTo>
                      <a:lnTo>
                        <a:pt x="278" y="167"/>
                      </a:lnTo>
                      <a:lnTo>
                        <a:pt x="283" y="141"/>
                      </a:lnTo>
                      <a:lnTo>
                        <a:pt x="280" y="115"/>
                      </a:lnTo>
                      <a:lnTo>
                        <a:pt x="271" y="91"/>
                      </a:lnTo>
                      <a:lnTo>
                        <a:pt x="252" y="69"/>
                      </a:lnTo>
                      <a:lnTo>
                        <a:pt x="238" y="57"/>
                      </a:lnTo>
                      <a:lnTo>
                        <a:pt x="222" y="48"/>
                      </a:lnTo>
                      <a:lnTo>
                        <a:pt x="204" y="39"/>
                      </a:lnTo>
                      <a:lnTo>
                        <a:pt x="184" y="31"/>
                      </a:lnTo>
                      <a:lnTo>
                        <a:pt x="164" y="23"/>
                      </a:lnTo>
                      <a:lnTo>
                        <a:pt x="144" y="17"/>
                      </a:lnTo>
                      <a:lnTo>
                        <a:pt x="123" y="13"/>
                      </a:lnTo>
                      <a:lnTo>
                        <a:pt x="103" y="8"/>
                      </a:lnTo>
                      <a:lnTo>
                        <a:pt x="83" y="5"/>
                      </a:lnTo>
                      <a:lnTo>
                        <a:pt x="66" y="2"/>
                      </a:lnTo>
                      <a:lnTo>
                        <a:pt x="48" y="0"/>
                      </a:lnTo>
                      <a:lnTo>
                        <a:pt x="34" y="0"/>
                      </a:lnTo>
                      <a:lnTo>
                        <a:pt x="21" y="0"/>
                      </a:lnTo>
                      <a:lnTo>
                        <a:pt x="11" y="0"/>
                      </a:lnTo>
                      <a:lnTo>
                        <a:pt x="4" y="2"/>
                      </a:lnTo>
                      <a:lnTo>
                        <a:pt x="0" y="5"/>
                      </a:lnTo>
                      <a:lnTo>
                        <a:pt x="12" y="7"/>
                      </a:lnTo>
                      <a:lnTo>
                        <a:pt x="24" y="8"/>
                      </a:lnTo>
                      <a:lnTo>
                        <a:pt x="38" y="10"/>
                      </a:lnTo>
                      <a:lnTo>
                        <a:pt x="52" y="13"/>
                      </a:lnTo>
                      <a:lnTo>
                        <a:pt x="66" y="16"/>
                      </a:lnTo>
                      <a:lnTo>
                        <a:pt x="82" y="18"/>
                      </a:lnTo>
                      <a:lnTo>
                        <a:pt x="98" y="22"/>
                      </a:lnTo>
                      <a:lnTo>
                        <a:pt x="114" y="25"/>
                      </a:lnTo>
                      <a:lnTo>
                        <a:pt x="129" y="30"/>
                      </a:lnTo>
                      <a:lnTo>
                        <a:pt x="146" y="34"/>
                      </a:lnTo>
                      <a:lnTo>
                        <a:pt x="162" y="39"/>
                      </a:lnTo>
                      <a:lnTo>
                        <a:pt x="177" y="45"/>
                      </a:lnTo>
                      <a:lnTo>
                        <a:pt x="193" y="52"/>
                      </a:lnTo>
                      <a:lnTo>
                        <a:pt x="208" y="60"/>
                      </a:lnTo>
                      <a:lnTo>
                        <a:pt x="222" y="68"/>
                      </a:lnTo>
                      <a:lnTo>
                        <a:pt x="235" y="77"/>
                      </a:lnTo>
                      <a:close/>
                    </a:path>
                  </a:pathLst>
                </a:custGeom>
                <a:solidFill>
                  <a:srgbClr val="C9E8FF">
                    <a:alpha val="100000"/>
                  </a:srgbClr>
                </a:solidFill>
                <a:ln w="9525">
                  <a:noFill/>
                </a:ln>
              </p:spPr>
              <p:txBody>
                <a:bodyPr/>
                <a:lstStyle/>
                <a:p>
                  <a:endParaRPr lang="zh-CN" altLang="en-US"/>
                </a:p>
              </p:txBody>
            </p:sp>
            <p:sp>
              <p:nvSpPr>
                <p:cNvPr id="18705" name="Freeform 1085"/>
                <p:cNvSpPr/>
                <p:nvPr/>
              </p:nvSpPr>
              <p:spPr>
                <a:xfrm>
                  <a:off x="5047" y="2671"/>
                  <a:ext cx="40" cy="55"/>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14" h="238">
                      <a:moveTo>
                        <a:pt x="0" y="130"/>
                      </a:moveTo>
                      <a:lnTo>
                        <a:pt x="0" y="149"/>
                      </a:lnTo>
                      <a:lnTo>
                        <a:pt x="4" y="168"/>
                      </a:lnTo>
                      <a:lnTo>
                        <a:pt x="12" y="185"/>
                      </a:lnTo>
                      <a:lnTo>
                        <a:pt x="24" y="200"/>
                      </a:lnTo>
                      <a:lnTo>
                        <a:pt x="38" y="213"/>
                      </a:lnTo>
                      <a:lnTo>
                        <a:pt x="55" y="224"/>
                      </a:lnTo>
                      <a:lnTo>
                        <a:pt x="73" y="232"/>
                      </a:lnTo>
                      <a:lnTo>
                        <a:pt x="92" y="237"/>
                      </a:lnTo>
                      <a:lnTo>
                        <a:pt x="98" y="238"/>
                      </a:lnTo>
                      <a:lnTo>
                        <a:pt x="104" y="235"/>
                      </a:lnTo>
                      <a:lnTo>
                        <a:pt x="109" y="232"/>
                      </a:lnTo>
                      <a:lnTo>
                        <a:pt x="111" y="227"/>
                      </a:lnTo>
                      <a:lnTo>
                        <a:pt x="111" y="222"/>
                      </a:lnTo>
                      <a:lnTo>
                        <a:pt x="110" y="216"/>
                      </a:lnTo>
                      <a:lnTo>
                        <a:pt x="106" y="211"/>
                      </a:lnTo>
                      <a:lnTo>
                        <a:pt x="100" y="209"/>
                      </a:lnTo>
                      <a:lnTo>
                        <a:pt x="82" y="202"/>
                      </a:lnTo>
                      <a:lnTo>
                        <a:pt x="64" y="193"/>
                      </a:lnTo>
                      <a:lnTo>
                        <a:pt x="50" y="180"/>
                      </a:lnTo>
                      <a:lnTo>
                        <a:pt x="39" y="167"/>
                      </a:lnTo>
                      <a:lnTo>
                        <a:pt x="32" y="149"/>
                      </a:lnTo>
                      <a:lnTo>
                        <a:pt x="29" y="131"/>
                      </a:lnTo>
                      <a:lnTo>
                        <a:pt x="29" y="111"/>
                      </a:lnTo>
                      <a:lnTo>
                        <a:pt x="35" y="91"/>
                      </a:lnTo>
                      <a:lnTo>
                        <a:pt x="42" y="76"/>
                      </a:lnTo>
                      <a:lnTo>
                        <a:pt x="51" y="62"/>
                      </a:lnTo>
                      <a:lnTo>
                        <a:pt x="62" y="49"/>
                      </a:lnTo>
                      <a:lnTo>
                        <a:pt x="73" y="38"/>
                      </a:lnTo>
                      <a:lnTo>
                        <a:pt x="84" y="28"/>
                      </a:lnTo>
                      <a:lnTo>
                        <a:pt x="96" y="18"/>
                      </a:lnTo>
                      <a:lnTo>
                        <a:pt x="106" y="9"/>
                      </a:lnTo>
                      <a:lnTo>
                        <a:pt x="114" y="1"/>
                      </a:lnTo>
                      <a:lnTo>
                        <a:pt x="106" y="0"/>
                      </a:lnTo>
                      <a:lnTo>
                        <a:pt x="93" y="6"/>
                      </a:lnTo>
                      <a:lnTo>
                        <a:pt x="76" y="18"/>
                      </a:lnTo>
                      <a:lnTo>
                        <a:pt x="56" y="36"/>
                      </a:lnTo>
                      <a:lnTo>
                        <a:pt x="37" y="57"/>
                      </a:lnTo>
                      <a:lnTo>
                        <a:pt x="20" y="80"/>
                      </a:lnTo>
                      <a:lnTo>
                        <a:pt x="7" y="106"/>
                      </a:lnTo>
                      <a:lnTo>
                        <a:pt x="0" y="130"/>
                      </a:lnTo>
                      <a:close/>
                    </a:path>
                  </a:pathLst>
                </a:custGeom>
                <a:solidFill>
                  <a:srgbClr val="C9E8FF">
                    <a:alpha val="100000"/>
                  </a:srgbClr>
                </a:solidFill>
                <a:ln w="9525">
                  <a:noFill/>
                </a:ln>
              </p:spPr>
              <p:txBody>
                <a:bodyPr/>
                <a:lstStyle/>
                <a:p>
                  <a:endParaRPr lang="zh-CN" altLang="en-US"/>
                </a:p>
              </p:txBody>
            </p:sp>
            <p:sp>
              <p:nvSpPr>
                <p:cNvPr id="18706" name="Freeform 1086"/>
                <p:cNvSpPr/>
                <p:nvPr/>
              </p:nvSpPr>
              <p:spPr>
                <a:xfrm>
                  <a:off x="5330" y="2639"/>
                  <a:ext cx="87" cy="73"/>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246" h="310">
                      <a:moveTo>
                        <a:pt x="199" y="116"/>
                      </a:moveTo>
                      <a:lnTo>
                        <a:pt x="207" y="124"/>
                      </a:lnTo>
                      <a:lnTo>
                        <a:pt x="214" y="133"/>
                      </a:lnTo>
                      <a:lnTo>
                        <a:pt x="219" y="143"/>
                      </a:lnTo>
                      <a:lnTo>
                        <a:pt x="223" y="154"/>
                      </a:lnTo>
                      <a:lnTo>
                        <a:pt x="225" y="164"/>
                      </a:lnTo>
                      <a:lnTo>
                        <a:pt x="225" y="176"/>
                      </a:lnTo>
                      <a:lnTo>
                        <a:pt x="221" y="187"/>
                      </a:lnTo>
                      <a:lnTo>
                        <a:pt x="216" y="197"/>
                      </a:lnTo>
                      <a:lnTo>
                        <a:pt x="208" y="209"/>
                      </a:lnTo>
                      <a:lnTo>
                        <a:pt x="199" y="219"/>
                      </a:lnTo>
                      <a:lnTo>
                        <a:pt x="188" y="228"/>
                      </a:lnTo>
                      <a:lnTo>
                        <a:pt x="177" y="238"/>
                      </a:lnTo>
                      <a:lnTo>
                        <a:pt x="166" y="246"/>
                      </a:lnTo>
                      <a:lnTo>
                        <a:pt x="154" y="255"/>
                      </a:lnTo>
                      <a:lnTo>
                        <a:pt x="143" y="264"/>
                      </a:lnTo>
                      <a:lnTo>
                        <a:pt x="132" y="274"/>
                      </a:lnTo>
                      <a:lnTo>
                        <a:pt x="129" y="278"/>
                      </a:lnTo>
                      <a:lnTo>
                        <a:pt x="126" y="282"/>
                      </a:lnTo>
                      <a:lnTo>
                        <a:pt x="124" y="287"/>
                      </a:lnTo>
                      <a:lnTo>
                        <a:pt x="121" y="292"/>
                      </a:lnTo>
                      <a:lnTo>
                        <a:pt x="120" y="296"/>
                      </a:lnTo>
                      <a:lnTo>
                        <a:pt x="120" y="301"/>
                      </a:lnTo>
                      <a:lnTo>
                        <a:pt x="121" y="305"/>
                      </a:lnTo>
                      <a:lnTo>
                        <a:pt x="125" y="309"/>
                      </a:lnTo>
                      <a:lnTo>
                        <a:pt x="130" y="310"/>
                      </a:lnTo>
                      <a:lnTo>
                        <a:pt x="134" y="310"/>
                      </a:lnTo>
                      <a:lnTo>
                        <a:pt x="139" y="309"/>
                      </a:lnTo>
                      <a:lnTo>
                        <a:pt x="143" y="305"/>
                      </a:lnTo>
                      <a:lnTo>
                        <a:pt x="154" y="293"/>
                      </a:lnTo>
                      <a:lnTo>
                        <a:pt x="167" y="280"/>
                      </a:lnTo>
                      <a:lnTo>
                        <a:pt x="180" y="269"/>
                      </a:lnTo>
                      <a:lnTo>
                        <a:pt x="194" y="257"/>
                      </a:lnTo>
                      <a:lnTo>
                        <a:pt x="207" y="246"/>
                      </a:lnTo>
                      <a:lnTo>
                        <a:pt x="219" y="233"/>
                      </a:lnTo>
                      <a:lnTo>
                        <a:pt x="231" y="219"/>
                      </a:lnTo>
                      <a:lnTo>
                        <a:pt x="239" y="204"/>
                      </a:lnTo>
                      <a:lnTo>
                        <a:pt x="245" y="187"/>
                      </a:lnTo>
                      <a:lnTo>
                        <a:pt x="246" y="170"/>
                      </a:lnTo>
                      <a:lnTo>
                        <a:pt x="242" y="153"/>
                      </a:lnTo>
                      <a:lnTo>
                        <a:pt x="236" y="136"/>
                      </a:lnTo>
                      <a:lnTo>
                        <a:pt x="227" y="120"/>
                      </a:lnTo>
                      <a:lnTo>
                        <a:pt x="215" y="107"/>
                      </a:lnTo>
                      <a:lnTo>
                        <a:pt x="201" y="94"/>
                      </a:lnTo>
                      <a:lnTo>
                        <a:pt x="187" y="82"/>
                      </a:lnTo>
                      <a:lnTo>
                        <a:pt x="177" y="74"/>
                      </a:lnTo>
                      <a:lnTo>
                        <a:pt x="165" y="68"/>
                      </a:lnTo>
                      <a:lnTo>
                        <a:pt x="152" y="60"/>
                      </a:lnTo>
                      <a:lnTo>
                        <a:pt x="139" y="51"/>
                      </a:lnTo>
                      <a:lnTo>
                        <a:pt x="126" y="43"/>
                      </a:lnTo>
                      <a:lnTo>
                        <a:pt x="112" y="35"/>
                      </a:lnTo>
                      <a:lnTo>
                        <a:pt x="98" y="28"/>
                      </a:lnTo>
                      <a:lnTo>
                        <a:pt x="85" y="22"/>
                      </a:lnTo>
                      <a:lnTo>
                        <a:pt x="72" y="16"/>
                      </a:lnTo>
                      <a:lnTo>
                        <a:pt x="59" y="10"/>
                      </a:lnTo>
                      <a:lnTo>
                        <a:pt x="46" y="7"/>
                      </a:lnTo>
                      <a:lnTo>
                        <a:pt x="35" y="3"/>
                      </a:lnTo>
                      <a:lnTo>
                        <a:pt x="24" y="1"/>
                      </a:lnTo>
                      <a:lnTo>
                        <a:pt x="15" y="0"/>
                      </a:lnTo>
                      <a:lnTo>
                        <a:pt x="7" y="1"/>
                      </a:lnTo>
                      <a:lnTo>
                        <a:pt x="0" y="3"/>
                      </a:lnTo>
                      <a:lnTo>
                        <a:pt x="8" y="6"/>
                      </a:lnTo>
                      <a:lnTo>
                        <a:pt x="17" y="9"/>
                      </a:lnTo>
                      <a:lnTo>
                        <a:pt x="28" y="14"/>
                      </a:lnTo>
                      <a:lnTo>
                        <a:pt x="38" y="18"/>
                      </a:lnTo>
                      <a:lnTo>
                        <a:pt x="51" y="24"/>
                      </a:lnTo>
                      <a:lnTo>
                        <a:pt x="64" y="30"/>
                      </a:lnTo>
                      <a:lnTo>
                        <a:pt x="78" y="37"/>
                      </a:lnTo>
                      <a:lnTo>
                        <a:pt x="92" y="43"/>
                      </a:lnTo>
                      <a:lnTo>
                        <a:pt x="106" y="51"/>
                      </a:lnTo>
                      <a:lnTo>
                        <a:pt x="120" y="60"/>
                      </a:lnTo>
                      <a:lnTo>
                        <a:pt x="134" y="69"/>
                      </a:lnTo>
                      <a:lnTo>
                        <a:pt x="148" y="78"/>
                      </a:lnTo>
                      <a:lnTo>
                        <a:pt x="163" y="87"/>
                      </a:lnTo>
                      <a:lnTo>
                        <a:pt x="175" y="96"/>
                      </a:lnTo>
                      <a:lnTo>
                        <a:pt x="187" y="105"/>
                      </a:lnTo>
                      <a:lnTo>
                        <a:pt x="199" y="116"/>
                      </a:lnTo>
                      <a:close/>
                    </a:path>
                  </a:pathLst>
                </a:custGeom>
                <a:solidFill>
                  <a:srgbClr val="C9E8FF">
                    <a:alpha val="100000"/>
                  </a:srgbClr>
                </a:solidFill>
                <a:ln w="9525">
                  <a:noFill/>
                </a:ln>
              </p:spPr>
              <p:txBody>
                <a:bodyPr/>
                <a:lstStyle/>
                <a:p>
                  <a:endParaRPr lang="zh-CN" altLang="en-US"/>
                </a:p>
              </p:txBody>
            </p:sp>
            <p:sp>
              <p:nvSpPr>
                <p:cNvPr id="18707" name="Freeform 1087"/>
                <p:cNvSpPr/>
                <p:nvPr/>
              </p:nvSpPr>
              <p:spPr>
                <a:xfrm>
                  <a:off x="5115" y="2660"/>
                  <a:ext cx="69" cy="55"/>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98" h="236">
                      <a:moveTo>
                        <a:pt x="73" y="36"/>
                      </a:moveTo>
                      <a:lnTo>
                        <a:pt x="58" y="46"/>
                      </a:lnTo>
                      <a:lnTo>
                        <a:pt x="46" y="58"/>
                      </a:lnTo>
                      <a:lnTo>
                        <a:pt x="33" y="72"/>
                      </a:lnTo>
                      <a:lnTo>
                        <a:pt x="22" y="85"/>
                      </a:lnTo>
                      <a:lnTo>
                        <a:pt x="14" y="100"/>
                      </a:lnTo>
                      <a:lnTo>
                        <a:pt x="7" y="115"/>
                      </a:lnTo>
                      <a:lnTo>
                        <a:pt x="2" y="130"/>
                      </a:lnTo>
                      <a:lnTo>
                        <a:pt x="0" y="146"/>
                      </a:lnTo>
                      <a:lnTo>
                        <a:pt x="2" y="170"/>
                      </a:lnTo>
                      <a:lnTo>
                        <a:pt x="12" y="190"/>
                      </a:lnTo>
                      <a:lnTo>
                        <a:pt x="26" y="207"/>
                      </a:lnTo>
                      <a:lnTo>
                        <a:pt x="43" y="220"/>
                      </a:lnTo>
                      <a:lnTo>
                        <a:pt x="64" y="229"/>
                      </a:lnTo>
                      <a:lnTo>
                        <a:pt x="88" y="235"/>
                      </a:lnTo>
                      <a:lnTo>
                        <a:pt x="110" y="236"/>
                      </a:lnTo>
                      <a:lnTo>
                        <a:pt x="132" y="232"/>
                      </a:lnTo>
                      <a:lnTo>
                        <a:pt x="137" y="232"/>
                      </a:lnTo>
                      <a:lnTo>
                        <a:pt x="142" y="230"/>
                      </a:lnTo>
                      <a:lnTo>
                        <a:pt x="145" y="226"/>
                      </a:lnTo>
                      <a:lnTo>
                        <a:pt x="146" y="221"/>
                      </a:lnTo>
                      <a:lnTo>
                        <a:pt x="145" y="219"/>
                      </a:lnTo>
                      <a:lnTo>
                        <a:pt x="142" y="219"/>
                      </a:lnTo>
                      <a:lnTo>
                        <a:pt x="137" y="217"/>
                      </a:lnTo>
                      <a:lnTo>
                        <a:pt x="131" y="217"/>
                      </a:lnTo>
                      <a:lnTo>
                        <a:pt x="124" y="217"/>
                      </a:lnTo>
                      <a:lnTo>
                        <a:pt x="118" y="217"/>
                      </a:lnTo>
                      <a:lnTo>
                        <a:pt x="112" y="217"/>
                      </a:lnTo>
                      <a:lnTo>
                        <a:pt x="109" y="217"/>
                      </a:lnTo>
                      <a:lnTo>
                        <a:pt x="97" y="216"/>
                      </a:lnTo>
                      <a:lnTo>
                        <a:pt x="87" y="215"/>
                      </a:lnTo>
                      <a:lnTo>
                        <a:pt x="75" y="214"/>
                      </a:lnTo>
                      <a:lnTo>
                        <a:pt x="63" y="211"/>
                      </a:lnTo>
                      <a:lnTo>
                        <a:pt x="51" y="207"/>
                      </a:lnTo>
                      <a:lnTo>
                        <a:pt x="40" y="199"/>
                      </a:lnTo>
                      <a:lnTo>
                        <a:pt x="29" y="189"/>
                      </a:lnTo>
                      <a:lnTo>
                        <a:pt x="17" y="174"/>
                      </a:lnTo>
                      <a:lnTo>
                        <a:pt x="15" y="157"/>
                      </a:lnTo>
                      <a:lnTo>
                        <a:pt x="16" y="141"/>
                      </a:lnTo>
                      <a:lnTo>
                        <a:pt x="21" y="124"/>
                      </a:lnTo>
                      <a:lnTo>
                        <a:pt x="28" y="109"/>
                      </a:lnTo>
                      <a:lnTo>
                        <a:pt x="39" y="96"/>
                      </a:lnTo>
                      <a:lnTo>
                        <a:pt x="50" y="82"/>
                      </a:lnTo>
                      <a:lnTo>
                        <a:pt x="63" y="70"/>
                      </a:lnTo>
                      <a:lnTo>
                        <a:pt x="78" y="59"/>
                      </a:lnTo>
                      <a:lnTo>
                        <a:pt x="94" y="49"/>
                      </a:lnTo>
                      <a:lnTo>
                        <a:pt x="110" y="39"/>
                      </a:lnTo>
                      <a:lnTo>
                        <a:pt x="126" y="31"/>
                      </a:lnTo>
                      <a:lnTo>
                        <a:pt x="142" y="24"/>
                      </a:lnTo>
                      <a:lnTo>
                        <a:pt x="158" y="19"/>
                      </a:lnTo>
                      <a:lnTo>
                        <a:pt x="172" y="13"/>
                      </a:lnTo>
                      <a:lnTo>
                        <a:pt x="186" y="10"/>
                      </a:lnTo>
                      <a:lnTo>
                        <a:pt x="198" y="7"/>
                      </a:lnTo>
                      <a:lnTo>
                        <a:pt x="190" y="3"/>
                      </a:lnTo>
                      <a:lnTo>
                        <a:pt x="177" y="0"/>
                      </a:lnTo>
                      <a:lnTo>
                        <a:pt x="162" y="3"/>
                      </a:lnTo>
                      <a:lnTo>
                        <a:pt x="144" y="6"/>
                      </a:lnTo>
                      <a:lnTo>
                        <a:pt x="124" y="12"/>
                      </a:lnTo>
                      <a:lnTo>
                        <a:pt x="105" y="19"/>
                      </a:lnTo>
                      <a:lnTo>
                        <a:pt x="88" y="28"/>
                      </a:lnTo>
                      <a:lnTo>
                        <a:pt x="73" y="3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08" name="Freeform 1088"/>
                <p:cNvSpPr/>
                <p:nvPr/>
              </p:nvSpPr>
              <p:spPr>
                <a:xfrm>
                  <a:off x="5233" y="2660"/>
                  <a:ext cx="47" cy="42"/>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28" h="183">
                      <a:moveTo>
                        <a:pt x="108" y="61"/>
                      </a:moveTo>
                      <a:lnTo>
                        <a:pt x="111" y="80"/>
                      </a:lnTo>
                      <a:lnTo>
                        <a:pt x="109" y="97"/>
                      </a:lnTo>
                      <a:lnTo>
                        <a:pt x="101" y="110"/>
                      </a:lnTo>
                      <a:lnTo>
                        <a:pt x="89" y="123"/>
                      </a:lnTo>
                      <a:lnTo>
                        <a:pt x="75" y="134"/>
                      </a:lnTo>
                      <a:lnTo>
                        <a:pt x="60" y="145"/>
                      </a:lnTo>
                      <a:lnTo>
                        <a:pt x="43" y="156"/>
                      </a:lnTo>
                      <a:lnTo>
                        <a:pt x="29" y="167"/>
                      </a:lnTo>
                      <a:lnTo>
                        <a:pt x="27" y="170"/>
                      </a:lnTo>
                      <a:lnTo>
                        <a:pt x="26" y="172"/>
                      </a:lnTo>
                      <a:lnTo>
                        <a:pt x="26" y="176"/>
                      </a:lnTo>
                      <a:lnTo>
                        <a:pt x="28" y="179"/>
                      </a:lnTo>
                      <a:lnTo>
                        <a:pt x="30" y="182"/>
                      </a:lnTo>
                      <a:lnTo>
                        <a:pt x="34" y="183"/>
                      </a:lnTo>
                      <a:lnTo>
                        <a:pt x="37" y="183"/>
                      </a:lnTo>
                      <a:lnTo>
                        <a:pt x="41" y="182"/>
                      </a:lnTo>
                      <a:lnTo>
                        <a:pt x="58" y="171"/>
                      </a:lnTo>
                      <a:lnTo>
                        <a:pt x="76" y="160"/>
                      </a:lnTo>
                      <a:lnTo>
                        <a:pt x="92" y="147"/>
                      </a:lnTo>
                      <a:lnTo>
                        <a:pt x="108" y="132"/>
                      </a:lnTo>
                      <a:lnTo>
                        <a:pt x="118" y="116"/>
                      </a:lnTo>
                      <a:lnTo>
                        <a:pt x="125" y="98"/>
                      </a:lnTo>
                      <a:lnTo>
                        <a:pt x="128" y="78"/>
                      </a:lnTo>
                      <a:lnTo>
                        <a:pt x="123" y="58"/>
                      </a:lnTo>
                      <a:lnTo>
                        <a:pt x="112" y="41"/>
                      </a:lnTo>
                      <a:lnTo>
                        <a:pt x="98" y="28"/>
                      </a:lnTo>
                      <a:lnTo>
                        <a:pt x="80" y="16"/>
                      </a:lnTo>
                      <a:lnTo>
                        <a:pt x="61" y="8"/>
                      </a:lnTo>
                      <a:lnTo>
                        <a:pt x="41" y="2"/>
                      </a:lnTo>
                      <a:lnTo>
                        <a:pt x="23" y="0"/>
                      </a:lnTo>
                      <a:lnTo>
                        <a:pt x="9" y="1"/>
                      </a:lnTo>
                      <a:lnTo>
                        <a:pt x="0" y="6"/>
                      </a:lnTo>
                      <a:lnTo>
                        <a:pt x="16" y="10"/>
                      </a:lnTo>
                      <a:lnTo>
                        <a:pt x="33" y="14"/>
                      </a:lnTo>
                      <a:lnTo>
                        <a:pt x="48" y="17"/>
                      </a:lnTo>
                      <a:lnTo>
                        <a:pt x="63" y="22"/>
                      </a:lnTo>
                      <a:lnTo>
                        <a:pt x="77" y="28"/>
                      </a:lnTo>
                      <a:lnTo>
                        <a:pt x="90" y="36"/>
                      </a:lnTo>
                      <a:lnTo>
                        <a:pt x="101" y="46"/>
                      </a:lnTo>
                      <a:lnTo>
                        <a:pt x="108" y="61"/>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09" name="Freeform 1089"/>
                <p:cNvSpPr/>
                <p:nvPr/>
              </p:nvSpPr>
              <p:spPr>
                <a:xfrm>
                  <a:off x="5070" y="2650"/>
                  <a:ext cx="112" cy="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323" h="379">
                      <a:moveTo>
                        <a:pt x="126" y="50"/>
                      </a:moveTo>
                      <a:lnTo>
                        <a:pt x="101" y="70"/>
                      </a:lnTo>
                      <a:lnTo>
                        <a:pt x="76" y="92"/>
                      </a:lnTo>
                      <a:lnTo>
                        <a:pt x="54" y="115"/>
                      </a:lnTo>
                      <a:lnTo>
                        <a:pt x="34" y="140"/>
                      </a:lnTo>
                      <a:lnTo>
                        <a:pt x="18" y="167"/>
                      </a:lnTo>
                      <a:lnTo>
                        <a:pt x="6" y="196"/>
                      </a:lnTo>
                      <a:lnTo>
                        <a:pt x="0" y="227"/>
                      </a:lnTo>
                      <a:lnTo>
                        <a:pt x="1" y="259"/>
                      </a:lnTo>
                      <a:lnTo>
                        <a:pt x="4" y="267"/>
                      </a:lnTo>
                      <a:lnTo>
                        <a:pt x="7" y="277"/>
                      </a:lnTo>
                      <a:lnTo>
                        <a:pt x="11" y="283"/>
                      </a:lnTo>
                      <a:lnTo>
                        <a:pt x="15" y="291"/>
                      </a:lnTo>
                      <a:lnTo>
                        <a:pt x="21" y="298"/>
                      </a:lnTo>
                      <a:lnTo>
                        <a:pt x="27" y="305"/>
                      </a:lnTo>
                      <a:lnTo>
                        <a:pt x="34" y="311"/>
                      </a:lnTo>
                      <a:lnTo>
                        <a:pt x="41" y="316"/>
                      </a:lnTo>
                      <a:lnTo>
                        <a:pt x="57" y="325"/>
                      </a:lnTo>
                      <a:lnTo>
                        <a:pt x="72" y="333"/>
                      </a:lnTo>
                      <a:lnTo>
                        <a:pt x="87" y="340"/>
                      </a:lnTo>
                      <a:lnTo>
                        <a:pt x="103" y="345"/>
                      </a:lnTo>
                      <a:lnTo>
                        <a:pt x="120" y="351"/>
                      </a:lnTo>
                      <a:lnTo>
                        <a:pt x="136" y="356"/>
                      </a:lnTo>
                      <a:lnTo>
                        <a:pt x="153" y="360"/>
                      </a:lnTo>
                      <a:lnTo>
                        <a:pt x="169" y="364"/>
                      </a:lnTo>
                      <a:lnTo>
                        <a:pt x="187" y="367"/>
                      </a:lnTo>
                      <a:lnTo>
                        <a:pt x="204" y="370"/>
                      </a:lnTo>
                      <a:lnTo>
                        <a:pt x="221" y="372"/>
                      </a:lnTo>
                      <a:lnTo>
                        <a:pt x="238" y="374"/>
                      </a:lnTo>
                      <a:lnTo>
                        <a:pt x="256" y="375"/>
                      </a:lnTo>
                      <a:lnTo>
                        <a:pt x="273" y="376"/>
                      </a:lnTo>
                      <a:lnTo>
                        <a:pt x="290" y="378"/>
                      </a:lnTo>
                      <a:lnTo>
                        <a:pt x="307" y="379"/>
                      </a:lnTo>
                      <a:lnTo>
                        <a:pt x="312" y="379"/>
                      </a:lnTo>
                      <a:lnTo>
                        <a:pt x="317" y="375"/>
                      </a:lnTo>
                      <a:lnTo>
                        <a:pt x="320" y="372"/>
                      </a:lnTo>
                      <a:lnTo>
                        <a:pt x="323" y="366"/>
                      </a:lnTo>
                      <a:lnTo>
                        <a:pt x="323" y="360"/>
                      </a:lnTo>
                      <a:lnTo>
                        <a:pt x="320" y="356"/>
                      </a:lnTo>
                      <a:lnTo>
                        <a:pt x="316" y="352"/>
                      </a:lnTo>
                      <a:lnTo>
                        <a:pt x="311" y="351"/>
                      </a:lnTo>
                      <a:lnTo>
                        <a:pt x="295" y="351"/>
                      </a:lnTo>
                      <a:lnTo>
                        <a:pt x="279" y="351"/>
                      </a:lnTo>
                      <a:lnTo>
                        <a:pt x="263" y="350"/>
                      </a:lnTo>
                      <a:lnTo>
                        <a:pt x="248" y="349"/>
                      </a:lnTo>
                      <a:lnTo>
                        <a:pt x="231" y="348"/>
                      </a:lnTo>
                      <a:lnTo>
                        <a:pt x="215" y="345"/>
                      </a:lnTo>
                      <a:lnTo>
                        <a:pt x="200" y="343"/>
                      </a:lnTo>
                      <a:lnTo>
                        <a:pt x="183" y="341"/>
                      </a:lnTo>
                      <a:lnTo>
                        <a:pt x="168" y="337"/>
                      </a:lnTo>
                      <a:lnTo>
                        <a:pt x="151" y="334"/>
                      </a:lnTo>
                      <a:lnTo>
                        <a:pt x="136" y="329"/>
                      </a:lnTo>
                      <a:lnTo>
                        <a:pt x="121" y="325"/>
                      </a:lnTo>
                      <a:lnTo>
                        <a:pt x="106" y="320"/>
                      </a:lnTo>
                      <a:lnTo>
                        <a:pt x="92" y="313"/>
                      </a:lnTo>
                      <a:lnTo>
                        <a:pt x="76" y="306"/>
                      </a:lnTo>
                      <a:lnTo>
                        <a:pt x="62" y="300"/>
                      </a:lnTo>
                      <a:lnTo>
                        <a:pt x="51" y="291"/>
                      </a:lnTo>
                      <a:lnTo>
                        <a:pt x="41" y="280"/>
                      </a:lnTo>
                      <a:lnTo>
                        <a:pt x="35" y="269"/>
                      </a:lnTo>
                      <a:lnTo>
                        <a:pt x="31" y="255"/>
                      </a:lnTo>
                      <a:lnTo>
                        <a:pt x="31" y="239"/>
                      </a:lnTo>
                      <a:lnTo>
                        <a:pt x="33" y="218"/>
                      </a:lnTo>
                      <a:lnTo>
                        <a:pt x="38" y="197"/>
                      </a:lnTo>
                      <a:lnTo>
                        <a:pt x="42" y="182"/>
                      </a:lnTo>
                      <a:lnTo>
                        <a:pt x="51" y="165"/>
                      </a:lnTo>
                      <a:lnTo>
                        <a:pt x="60" y="150"/>
                      </a:lnTo>
                      <a:lnTo>
                        <a:pt x="68" y="136"/>
                      </a:lnTo>
                      <a:lnTo>
                        <a:pt x="79" y="124"/>
                      </a:lnTo>
                      <a:lnTo>
                        <a:pt x="89" y="111"/>
                      </a:lnTo>
                      <a:lnTo>
                        <a:pt x="101" y="100"/>
                      </a:lnTo>
                      <a:lnTo>
                        <a:pt x="114" y="88"/>
                      </a:lnTo>
                      <a:lnTo>
                        <a:pt x="129" y="76"/>
                      </a:lnTo>
                      <a:lnTo>
                        <a:pt x="144" y="64"/>
                      </a:lnTo>
                      <a:lnTo>
                        <a:pt x="162" y="53"/>
                      </a:lnTo>
                      <a:lnTo>
                        <a:pt x="181" y="41"/>
                      </a:lnTo>
                      <a:lnTo>
                        <a:pt x="201" y="31"/>
                      </a:lnTo>
                      <a:lnTo>
                        <a:pt x="219" y="22"/>
                      </a:lnTo>
                      <a:lnTo>
                        <a:pt x="237" y="14"/>
                      </a:lnTo>
                      <a:lnTo>
                        <a:pt x="253" y="7"/>
                      </a:lnTo>
                      <a:lnTo>
                        <a:pt x="268" y="1"/>
                      </a:lnTo>
                      <a:lnTo>
                        <a:pt x="255" y="0"/>
                      </a:lnTo>
                      <a:lnTo>
                        <a:pt x="238" y="1"/>
                      </a:lnTo>
                      <a:lnTo>
                        <a:pt x="221" y="5"/>
                      </a:lnTo>
                      <a:lnTo>
                        <a:pt x="201" y="11"/>
                      </a:lnTo>
                      <a:lnTo>
                        <a:pt x="181" y="19"/>
                      </a:lnTo>
                      <a:lnTo>
                        <a:pt x="161" y="28"/>
                      </a:lnTo>
                      <a:lnTo>
                        <a:pt x="142" y="39"/>
                      </a:lnTo>
                      <a:lnTo>
                        <a:pt x="126" y="50"/>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10" name="Freeform 1090"/>
                <p:cNvSpPr/>
                <p:nvPr/>
              </p:nvSpPr>
              <p:spPr>
                <a:xfrm>
                  <a:off x="5229" y="2647"/>
                  <a:ext cx="99" cy="5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282" h="253">
                      <a:moveTo>
                        <a:pt x="235" y="78"/>
                      </a:moveTo>
                      <a:lnTo>
                        <a:pt x="248" y="92"/>
                      </a:lnTo>
                      <a:lnTo>
                        <a:pt x="255" y="108"/>
                      </a:lnTo>
                      <a:lnTo>
                        <a:pt x="259" y="125"/>
                      </a:lnTo>
                      <a:lnTo>
                        <a:pt x="259" y="144"/>
                      </a:lnTo>
                      <a:lnTo>
                        <a:pt x="257" y="159"/>
                      </a:lnTo>
                      <a:lnTo>
                        <a:pt x="252" y="171"/>
                      </a:lnTo>
                      <a:lnTo>
                        <a:pt x="244" y="184"/>
                      </a:lnTo>
                      <a:lnTo>
                        <a:pt x="236" y="194"/>
                      </a:lnTo>
                      <a:lnTo>
                        <a:pt x="225" y="206"/>
                      </a:lnTo>
                      <a:lnTo>
                        <a:pt x="215" y="215"/>
                      </a:lnTo>
                      <a:lnTo>
                        <a:pt x="204" y="225"/>
                      </a:lnTo>
                      <a:lnTo>
                        <a:pt x="194" y="236"/>
                      </a:lnTo>
                      <a:lnTo>
                        <a:pt x="191" y="239"/>
                      </a:lnTo>
                      <a:lnTo>
                        <a:pt x="190" y="242"/>
                      </a:lnTo>
                      <a:lnTo>
                        <a:pt x="191" y="246"/>
                      </a:lnTo>
                      <a:lnTo>
                        <a:pt x="194" y="249"/>
                      </a:lnTo>
                      <a:lnTo>
                        <a:pt x="197" y="252"/>
                      </a:lnTo>
                      <a:lnTo>
                        <a:pt x="201" y="253"/>
                      </a:lnTo>
                      <a:lnTo>
                        <a:pt x="205" y="252"/>
                      </a:lnTo>
                      <a:lnTo>
                        <a:pt x="209" y="249"/>
                      </a:lnTo>
                      <a:lnTo>
                        <a:pt x="232" y="234"/>
                      </a:lnTo>
                      <a:lnTo>
                        <a:pt x="251" y="215"/>
                      </a:lnTo>
                      <a:lnTo>
                        <a:pt x="267" y="192"/>
                      </a:lnTo>
                      <a:lnTo>
                        <a:pt x="278" y="168"/>
                      </a:lnTo>
                      <a:lnTo>
                        <a:pt x="282" y="141"/>
                      </a:lnTo>
                      <a:lnTo>
                        <a:pt x="279" y="116"/>
                      </a:lnTo>
                      <a:lnTo>
                        <a:pt x="270" y="92"/>
                      </a:lnTo>
                      <a:lnTo>
                        <a:pt x="251" y="70"/>
                      </a:lnTo>
                      <a:lnTo>
                        <a:pt x="237" y="59"/>
                      </a:lnTo>
                      <a:lnTo>
                        <a:pt x="221" y="48"/>
                      </a:lnTo>
                      <a:lnTo>
                        <a:pt x="202" y="39"/>
                      </a:lnTo>
                      <a:lnTo>
                        <a:pt x="183" y="31"/>
                      </a:lnTo>
                      <a:lnTo>
                        <a:pt x="163" y="24"/>
                      </a:lnTo>
                      <a:lnTo>
                        <a:pt x="142" y="18"/>
                      </a:lnTo>
                      <a:lnTo>
                        <a:pt x="122" y="13"/>
                      </a:lnTo>
                      <a:lnTo>
                        <a:pt x="101" y="8"/>
                      </a:lnTo>
                      <a:lnTo>
                        <a:pt x="82" y="5"/>
                      </a:lnTo>
                      <a:lnTo>
                        <a:pt x="63" y="2"/>
                      </a:lnTo>
                      <a:lnTo>
                        <a:pt x="47" y="0"/>
                      </a:lnTo>
                      <a:lnTo>
                        <a:pt x="32" y="0"/>
                      </a:lnTo>
                      <a:lnTo>
                        <a:pt x="19" y="0"/>
                      </a:lnTo>
                      <a:lnTo>
                        <a:pt x="10" y="1"/>
                      </a:lnTo>
                      <a:lnTo>
                        <a:pt x="4" y="4"/>
                      </a:lnTo>
                      <a:lnTo>
                        <a:pt x="0" y="6"/>
                      </a:lnTo>
                      <a:lnTo>
                        <a:pt x="12" y="8"/>
                      </a:lnTo>
                      <a:lnTo>
                        <a:pt x="25" y="9"/>
                      </a:lnTo>
                      <a:lnTo>
                        <a:pt x="38" y="12"/>
                      </a:lnTo>
                      <a:lnTo>
                        <a:pt x="52" y="14"/>
                      </a:lnTo>
                      <a:lnTo>
                        <a:pt x="67" y="16"/>
                      </a:lnTo>
                      <a:lnTo>
                        <a:pt x="82" y="18"/>
                      </a:lnTo>
                      <a:lnTo>
                        <a:pt x="97" y="22"/>
                      </a:lnTo>
                      <a:lnTo>
                        <a:pt x="114" y="25"/>
                      </a:lnTo>
                      <a:lnTo>
                        <a:pt x="129" y="30"/>
                      </a:lnTo>
                      <a:lnTo>
                        <a:pt x="146" y="35"/>
                      </a:lnTo>
                      <a:lnTo>
                        <a:pt x="162" y="40"/>
                      </a:lnTo>
                      <a:lnTo>
                        <a:pt x="177" y="46"/>
                      </a:lnTo>
                      <a:lnTo>
                        <a:pt x="192" y="53"/>
                      </a:lnTo>
                      <a:lnTo>
                        <a:pt x="208" y="60"/>
                      </a:lnTo>
                      <a:lnTo>
                        <a:pt x="222" y="69"/>
                      </a:lnTo>
                      <a:lnTo>
                        <a:pt x="235" y="7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11" name="Freeform 1091"/>
                <p:cNvSpPr/>
                <p:nvPr/>
              </p:nvSpPr>
              <p:spPr>
                <a:xfrm>
                  <a:off x="5030" y="2680"/>
                  <a:ext cx="40" cy="5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115" h="236">
                      <a:moveTo>
                        <a:pt x="0" y="128"/>
                      </a:moveTo>
                      <a:lnTo>
                        <a:pt x="0" y="148"/>
                      </a:lnTo>
                      <a:lnTo>
                        <a:pt x="5" y="166"/>
                      </a:lnTo>
                      <a:lnTo>
                        <a:pt x="13" y="184"/>
                      </a:lnTo>
                      <a:lnTo>
                        <a:pt x="24" y="198"/>
                      </a:lnTo>
                      <a:lnTo>
                        <a:pt x="39" y="211"/>
                      </a:lnTo>
                      <a:lnTo>
                        <a:pt x="55" y="223"/>
                      </a:lnTo>
                      <a:lnTo>
                        <a:pt x="74" y="231"/>
                      </a:lnTo>
                      <a:lnTo>
                        <a:pt x="92" y="235"/>
                      </a:lnTo>
                      <a:lnTo>
                        <a:pt x="98" y="236"/>
                      </a:lnTo>
                      <a:lnTo>
                        <a:pt x="104" y="234"/>
                      </a:lnTo>
                      <a:lnTo>
                        <a:pt x="109" y="231"/>
                      </a:lnTo>
                      <a:lnTo>
                        <a:pt x="111" y="226"/>
                      </a:lnTo>
                      <a:lnTo>
                        <a:pt x="111" y="220"/>
                      </a:lnTo>
                      <a:lnTo>
                        <a:pt x="110" y="215"/>
                      </a:lnTo>
                      <a:lnTo>
                        <a:pt x="107" y="210"/>
                      </a:lnTo>
                      <a:lnTo>
                        <a:pt x="101" y="208"/>
                      </a:lnTo>
                      <a:lnTo>
                        <a:pt x="82" y="201"/>
                      </a:lnTo>
                      <a:lnTo>
                        <a:pt x="64" y="192"/>
                      </a:lnTo>
                      <a:lnTo>
                        <a:pt x="50" y="179"/>
                      </a:lnTo>
                      <a:lnTo>
                        <a:pt x="40" y="165"/>
                      </a:lnTo>
                      <a:lnTo>
                        <a:pt x="33" y="148"/>
                      </a:lnTo>
                      <a:lnTo>
                        <a:pt x="29" y="130"/>
                      </a:lnTo>
                      <a:lnTo>
                        <a:pt x="29" y="110"/>
                      </a:lnTo>
                      <a:lnTo>
                        <a:pt x="35" y="89"/>
                      </a:lnTo>
                      <a:lnTo>
                        <a:pt x="43" y="74"/>
                      </a:lnTo>
                      <a:lnTo>
                        <a:pt x="56" y="60"/>
                      </a:lnTo>
                      <a:lnTo>
                        <a:pt x="70" y="46"/>
                      </a:lnTo>
                      <a:lnTo>
                        <a:pt x="85" y="33"/>
                      </a:lnTo>
                      <a:lnTo>
                        <a:pt x="98" y="23"/>
                      </a:lnTo>
                      <a:lnTo>
                        <a:pt x="109" y="12"/>
                      </a:lnTo>
                      <a:lnTo>
                        <a:pt x="115" y="6"/>
                      </a:lnTo>
                      <a:lnTo>
                        <a:pt x="115" y="0"/>
                      </a:lnTo>
                      <a:lnTo>
                        <a:pt x="102" y="4"/>
                      </a:lnTo>
                      <a:lnTo>
                        <a:pt x="85" y="12"/>
                      </a:lnTo>
                      <a:lnTo>
                        <a:pt x="68" y="26"/>
                      </a:lnTo>
                      <a:lnTo>
                        <a:pt x="49" y="42"/>
                      </a:lnTo>
                      <a:lnTo>
                        <a:pt x="32" y="61"/>
                      </a:lnTo>
                      <a:lnTo>
                        <a:pt x="17" y="82"/>
                      </a:lnTo>
                      <a:lnTo>
                        <a:pt x="6" y="105"/>
                      </a:lnTo>
                      <a:lnTo>
                        <a:pt x="0" y="128"/>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sp>
              <p:nvSpPr>
                <p:cNvPr id="18712" name="Freeform 1092"/>
                <p:cNvSpPr/>
                <p:nvPr/>
              </p:nvSpPr>
              <p:spPr>
                <a:xfrm>
                  <a:off x="5311" y="2643"/>
                  <a:ext cx="87" cy="73"/>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0" b="0"/>
                  <a:pathLst>
                    <a:path w="245" h="310">
                      <a:moveTo>
                        <a:pt x="200" y="116"/>
                      </a:moveTo>
                      <a:lnTo>
                        <a:pt x="208" y="124"/>
                      </a:lnTo>
                      <a:lnTo>
                        <a:pt x="214" y="133"/>
                      </a:lnTo>
                      <a:lnTo>
                        <a:pt x="220" y="144"/>
                      </a:lnTo>
                      <a:lnTo>
                        <a:pt x="223" y="154"/>
                      </a:lnTo>
                      <a:lnTo>
                        <a:pt x="226" y="164"/>
                      </a:lnTo>
                      <a:lnTo>
                        <a:pt x="224" y="176"/>
                      </a:lnTo>
                      <a:lnTo>
                        <a:pt x="222" y="187"/>
                      </a:lnTo>
                      <a:lnTo>
                        <a:pt x="216" y="198"/>
                      </a:lnTo>
                      <a:lnTo>
                        <a:pt x="208" y="209"/>
                      </a:lnTo>
                      <a:lnTo>
                        <a:pt x="199" y="219"/>
                      </a:lnTo>
                      <a:lnTo>
                        <a:pt x="188" y="229"/>
                      </a:lnTo>
                      <a:lnTo>
                        <a:pt x="177" y="238"/>
                      </a:lnTo>
                      <a:lnTo>
                        <a:pt x="166" y="246"/>
                      </a:lnTo>
                      <a:lnTo>
                        <a:pt x="154" y="255"/>
                      </a:lnTo>
                      <a:lnTo>
                        <a:pt x="142" y="264"/>
                      </a:lnTo>
                      <a:lnTo>
                        <a:pt x="132" y="275"/>
                      </a:lnTo>
                      <a:lnTo>
                        <a:pt x="128" y="278"/>
                      </a:lnTo>
                      <a:lnTo>
                        <a:pt x="126" y="283"/>
                      </a:lnTo>
                      <a:lnTo>
                        <a:pt x="124" y="287"/>
                      </a:lnTo>
                      <a:lnTo>
                        <a:pt x="121" y="292"/>
                      </a:lnTo>
                      <a:lnTo>
                        <a:pt x="120" y="296"/>
                      </a:lnTo>
                      <a:lnTo>
                        <a:pt x="120" y="301"/>
                      </a:lnTo>
                      <a:lnTo>
                        <a:pt x="122" y="306"/>
                      </a:lnTo>
                      <a:lnTo>
                        <a:pt x="126" y="309"/>
                      </a:lnTo>
                      <a:lnTo>
                        <a:pt x="131" y="310"/>
                      </a:lnTo>
                      <a:lnTo>
                        <a:pt x="135" y="310"/>
                      </a:lnTo>
                      <a:lnTo>
                        <a:pt x="139" y="309"/>
                      </a:lnTo>
                      <a:lnTo>
                        <a:pt x="142" y="306"/>
                      </a:lnTo>
                      <a:lnTo>
                        <a:pt x="154" y="292"/>
                      </a:lnTo>
                      <a:lnTo>
                        <a:pt x="167" y="280"/>
                      </a:lnTo>
                      <a:lnTo>
                        <a:pt x="180" y="269"/>
                      </a:lnTo>
                      <a:lnTo>
                        <a:pt x="194" y="257"/>
                      </a:lnTo>
                      <a:lnTo>
                        <a:pt x="207" y="246"/>
                      </a:lnTo>
                      <a:lnTo>
                        <a:pt x="220" y="233"/>
                      </a:lnTo>
                      <a:lnTo>
                        <a:pt x="230" y="219"/>
                      </a:lnTo>
                      <a:lnTo>
                        <a:pt x="238" y="204"/>
                      </a:lnTo>
                      <a:lnTo>
                        <a:pt x="244" y="186"/>
                      </a:lnTo>
                      <a:lnTo>
                        <a:pt x="245" y="169"/>
                      </a:lnTo>
                      <a:lnTo>
                        <a:pt x="243" y="152"/>
                      </a:lnTo>
                      <a:lnTo>
                        <a:pt x="237" y="134"/>
                      </a:lnTo>
                      <a:lnTo>
                        <a:pt x="228" y="119"/>
                      </a:lnTo>
                      <a:lnTo>
                        <a:pt x="217" y="105"/>
                      </a:lnTo>
                      <a:lnTo>
                        <a:pt x="203" y="93"/>
                      </a:lnTo>
                      <a:lnTo>
                        <a:pt x="188" y="83"/>
                      </a:lnTo>
                      <a:lnTo>
                        <a:pt x="176" y="76"/>
                      </a:lnTo>
                      <a:lnTo>
                        <a:pt x="163" y="69"/>
                      </a:lnTo>
                      <a:lnTo>
                        <a:pt x="151" y="61"/>
                      </a:lnTo>
                      <a:lnTo>
                        <a:pt x="136" y="54"/>
                      </a:lnTo>
                      <a:lnTo>
                        <a:pt x="122" y="46"/>
                      </a:lnTo>
                      <a:lnTo>
                        <a:pt x="107" y="39"/>
                      </a:lnTo>
                      <a:lnTo>
                        <a:pt x="93" y="31"/>
                      </a:lnTo>
                      <a:lnTo>
                        <a:pt x="79" y="24"/>
                      </a:lnTo>
                      <a:lnTo>
                        <a:pt x="66" y="18"/>
                      </a:lnTo>
                      <a:lnTo>
                        <a:pt x="53" y="13"/>
                      </a:lnTo>
                      <a:lnTo>
                        <a:pt x="40" y="8"/>
                      </a:lnTo>
                      <a:lnTo>
                        <a:pt x="30" y="5"/>
                      </a:lnTo>
                      <a:lnTo>
                        <a:pt x="20" y="1"/>
                      </a:lnTo>
                      <a:lnTo>
                        <a:pt x="12" y="0"/>
                      </a:lnTo>
                      <a:lnTo>
                        <a:pt x="5" y="0"/>
                      </a:lnTo>
                      <a:lnTo>
                        <a:pt x="0" y="2"/>
                      </a:lnTo>
                      <a:lnTo>
                        <a:pt x="11" y="8"/>
                      </a:lnTo>
                      <a:lnTo>
                        <a:pt x="23" y="14"/>
                      </a:lnTo>
                      <a:lnTo>
                        <a:pt x="36" y="20"/>
                      </a:lnTo>
                      <a:lnTo>
                        <a:pt x="47" y="25"/>
                      </a:lnTo>
                      <a:lnTo>
                        <a:pt x="60" y="31"/>
                      </a:lnTo>
                      <a:lnTo>
                        <a:pt x="73" y="37"/>
                      </a:lnTo>
                      <a:lnTo>
                        <a:pt x="86" y="44"/>
                      </a:lnTo>
                      <a:lnTo>
                        <a:pt x="99" y="51"/>
                      </a:lnTo>
                      <a:lnTo>
                        <a:pt x="113" y="57"/>
                      </a:lnTo>
                      <a:lnTo>
                        <a:pt x="126" y="64"/>
                      </a:lnTo>
                      <a:lnTo>
                        <a:pt x="139" y="71"/>
                      </a:lnTo>
                      <a:lnTo>
                        <a:pt x="152" y="79"/>
                      </a:lnTo>
                      <a:lnTo>
                        <a:pt x="165" y="88"/>
                      </a:lnTo>
                      <a:lnTo>
                        <a:pt x="176" y="96"/>
                      </a:lnTo>
                      <a:lnTo>
                        <a:pt x="188" y="106"/>
                      </a:lnTo>
                      <a:lnTo>
                        <a:pt x="200" y="116"/>
                      </a:lnTo>
                      <a:close/>
                    </a:path>
                  </a:pathLst>
                </a:custGeom>
                <a:solidFill>
                  <a:srgbClr val="000000">
                    <a:alpha val="100000"/>
                  </a:srgbClr>
                </a:solidFill>
                <a:ln w="9525" cap="flat" cmpd="sng">
                  <a:solidFill>
                    <a:schemeClr val="bg2">
                      <a:alpha val="100000"/>
                    </a:schemeClr>
                  </a:solidFill>
                  <a:prstDash val="solid"/>
                  <a:round/>
                  <a:headEnd type="none" w="med" len="med"/>
                  <a:tailEnd type="none" w="med" len="med"/>
                </a:ln>
              </p:spPr>
              <p:txBody>
                <a:bodyPr/>
                <a:lstStyle/>
                <a:p>
                  <a:endParaRPr lang="zh-CN" altLang="en-US"/>
                </a:p>
              </p:txBody>
            </p:sp>
          </p:grpSp>
          <p:pic>
            <p:nvPicPr>
              <p:cNvPr id="18700" name="Picture 1093" descr="access_point_stylized_gray_small"/>
              <p:cNvPicPr>
                <a:picLocks noChangeAspect="1"/>
              </p:cNvPicPr>
              <p:nvPr/>
            </p:nvPicPr>
            <p:blipFill>
              <a:blip r:embed="rId5"/>
              <a:stretch>
                <a:fillRect/>
              </a:stretch>
            </p:blipFill>
            <p:spPr>
              <a:xfrm>
                <a:off x="5072" y="3642"/>
                <a:ext cx="430" cy="349"/>
              </a:xfrm>
              <a:prstGeom prst="rect">
                <a:avLst/>
              </a:prstGeom>
              <a:noFill/>
              <a:ln w="9525">
                <a:noFill/>
              </a:ln>
            </p:spPr>
          </p:pic>
        </p:grpSp>
        <p:sp>
          <p:nvSpPr>
            <p:cNvPr id="4182" name="Line 1094"/>
            <p:cNvSpPr>
              <a:spLocks noChangeShapeType="1"/>
            </p:cNvSpPr>
            <p:nvPr/>
          </p:nvSpPr>
          <p:spPr bwMode="auto">
            <a:xfrm rot="5400000" flipV="1">
              <a:off x="5034" y="3427"/>
              <a:ext cx="2" cy="54"/>
            </a:xfrm>
            <a:prstGeom prst="line">
              <a:avLst/>
            </a:prstGeom>
            <a:noFill/>
            <a:ln w="12700">
              <a:solidFill>
                <a:schemeClr val="bg2"/>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518" name="Group 1095"/>
            <p:cNvGrpSpPr/>
            <p:nvPr/>
          </p:nvGrpSpPr>
          <p:grpSpPr>
            <a:xfrm flipH="1">
              <a:off x="3638" y="2856"/>
              <a:ext cx="261" cy="235"/>
              <a:chOff x="2839" y="3501"/>
              <a:chExt cx="755" cy="803"/>
            </a:xfrm>
          </p:grpSpPr>
          <p:pic>
            <p:nvPicPr>
              <p:cNvPr id="18697" name="Picture 1096" descr="desktop_computer_stylized_medium"/>
              <p:cNvPicPr>
                <a:picLocks noChangeAspect="1"/>
              </p:cNvPicPr>
              <p:nvPr/>
            </p:nvPicPr>
            <p:blipFill>
              <a:blip r:embed="rId6"/>
              <a:stretch>
                <a:fillRect/>
              </a:stretch>
            </p:blipFill>
            <p:spPr>
              <a:xfrm>
                <a:off x="2839" y="3501"/>
                <a:ext cx="755" cy="803"/>
              </a:xfrm>
              <a:prstGeom prst="rect">
                <a:avLst/>
              </a:prstGeom>
              <a:noFill/>
              <a:ln w="9525">
                <a:noFill/>
              </a:ln>
            </p:spPr>
          </p:pic>
          <p:sp>
            <p:nvSpPr>
              <p:cNvPr id="18698" name="Freeform 1097"/>
              <p:cNvSpPr/>
              <p:nvPr/>
            </p:nvSpPr>
            <p:spPr>
              <a:xfrm>
                <a:off x="2916" y="3578"/>
                <a:ext cx="356" cy="368"/>
              </a:xfrm>
              <a:custGeom>
                <a:avLst/>
                <a:gdLst/>
                <a:ahLst/>
                <a:cxnLst>
                  <a:cxn ang="0">
                    <a:pos x="0" y="0"/>
                  </a:cxn>
                  <a:cxn ang="0">
                    <a:pos x="300" y="14"/>
                  </a:cxn>
                  <a:cxn ang="0">
                    <a:pos x="356" y="294"/>
                  </a:cxn>
                  <a:cxn ang="0">
                    <a:pos x="78" y="36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8519" name="Group 1098"/>
            <p:cNvGrpSpPr/>
            <p:nvPr/>
          </p:nvGrpSpPr>
          <p:grpSpPr>
            <a:xfrm flipH="1">
              <a:off x="3438" y="3121"/>
              <a:ext cx="304" cy="256"/>
              <a:chOff x="2839" y="3501"/>
              <a:chExt cx="755" cy="803"/>
            </a:xfrm>
          </p:grpSpPr>
          <p:pic>
            <p:nvPicPr>
              <p:cNvPr id="18695" name="Picture 1099" descr="desktop_computer_stylized_medium"/>
              <p:cNvPicPr>
                <a:picLocks noChangeAspect="1"/>
              </p:cNvPicPr>
              <p:nvPr/>
            </p:nvPicPr>
            <p:blipFill>
              <a:blip r:embed="rId7"/>
              <a:stretch>
                <a:fillRect/>
              </a:stretch>
            </p:blipFill>
            <p:spPr>
              <a:xfrm>
                <a:off x="2839" y="3501"/>
                <a:ext cx="755" cy="803"/>
              </a:xfrm>
              <a:prstGeom prst="rect">
                <a:avLst/>
              </a:prstGeom>
              <a:noFill/>
              <a:ln w="9525">
                <a:noFill/>
              </a:ln>
            </p:spPr>
          </p:pic>
          <p:sp>
            <p:nvSpPr>
              <p:cNvPr id="18696" name="Freeform 1100"/>
              <p:cNvSpPr/>
              <p:nvPr/>
            </p:nvSpPr>
            <p:spPr>
              <a:xfrm>
                <a:off x="2916" y="3578"/>
                <a:ext cx="356" cy="368"/>
              </a:xfrm>
              <a:custGeom>
                <a:avLst/>
                <a:gdLst/>
                <a:ahLst/>
                <a:cxnLst>
                  <a:cxn ang="0">
                    <a:pos x="0" y="0"/>
                  </a:cxn>
                  <a:cxn ang="0">
                    <a:pos x="300" y="14"/>
                  </a:cxn>
                  <a:cxn ang="0">
                    <a:pos x="356" y="294"/>
                  </a:cxn>
                  <a:cxn ang="0">
                    <a:pos x="78" y="36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8520" name="Group 1101"/>
            <p:cNvGrpSpPr/>
            <p:nvPr/>
          </p:nvGrpSpPr>
          <p:grpSpPr>
            <a:xfrm flipH="1">
              <a:off x="3739" y="3311"/>
              <a:ext cx="269" cy="220"/>
              <a:chOff x="2839" y="3501"/>
              <a:chExt cx="755" cy="803"/>
            </a:xfrm>
          </p:grpSpPr>
          <p:pic>
            <p:nvPicPr>
              <p:cNvPr id="18693" name="Picture 1102" descr="desktop_computer_stylized_medium"/>
              <p:cNvPicPr>
                <a:picLocks noChangeAspect="1"/>
              </p:cNvPicPr>
              <p:nvPr/>
            </p:nvPicPr>
            <p:blipFill>
              <a:blip r:embed="rId8"/>
              <a:stretch>
                <a:fillRect/>
              </a:stretch>
            </p:blipFill>
            <p:spPr>
              <a:xfrm>
                <a:off x="2839" y="3501"/>
                <a:ext cx="755" cy="803"/>
              </a:xfrm>
              <a:prstGeom prst="rect">
                <a:avLst/>
              </a:prstGeom>
              <a:noFill/>
              <a:ln w="9525">
                <a:noFill/>
              </a:ln>
            </p:spPr>
          </p:pic>
          <p:sp>
            <p:nvSpPr>
              <p:cNvPr id="18694" name="Freeform 1103"/>
              <p:cNvSpPr/>
              <p:nvPr/>
            </p:nvSpPr>
            <p:spPr>
              <a:xfrm>
                <a:off x="2916" y="3578"/>
                <a:ext cx="356" cy="368"/>
              </a:xfrm>
              <a:custGeom>
                <a:avLst/>
                <a:gdLst/>
                <a:ahLst/>
                <a:cxnLst>
                  <a:cxn ang="0">
                    <a:pos x="0" y="0"/>
                  </a:cxn>
                  <a:cxn ang="0">
                    <a:pos x="300" y="14"/>
                  </a:cxn>
                  <a:cxn ang="0">
                    <a:pos x="356" y="294"/>
                  </a:cxn>
                  <a:cxn ang="0">
                    <a:pos x="78" y="36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8521" name="Group 1104"/>
            <p:cNvGrpSpPr/>
            <p:nvPr/>
          </p:nvGrpSpPr>
          <p:grpSpPr>
            <a:xfrm>
              <a:off x="4126" y="3300"/>
              <a:ext cx="269" cy="221"/>
              <a:chOff x="2839" y="3501"/>
              <a:chExt cx="755" cy="803"/>
            </a:xfrm>
          </p:grpSpPr>
          <p:pic>
            <p:nvPicPr>
              <p:cNvPr id="18691" name="Picture 1105" descr="desktop_computer_stylized_medium"/>
              <p:cNvPicPr>
                <a:picLocks noChangeAspect="1"/>
              </p:cNvPicPr>
              <p:nvPr/>
            </p:nvPicPr>
            <p:blipFill>
              <a:blip r:embed="rId8"/>
              <a:stretch>
                <a:fillRect/>
              </a:stretch>
            </p:blipFill>
            <p:spPr>
              <a:xfrm>
                <a:off x="2839" y="3501"/>
                <a:ext cx="755" cy="803"/>
              </a:xfrm>
              <a:prstGeom prst="rect">
                <a:avLst/>
              </a:prstGeom>
              <a:noFill/>
              <a:ln w="9525">
                <a:noFill/>
              </a:ln>
            </p:spPr>
          </p:pic>
          <p:sp>
            <p:nvSpPr>
              <p:cNvPr id="18692" name="Freeform 1106"/>
              <p:cNvSpPr/>
              <p:nvPr/>
            </p:nvSpPr>
            <p:spPr>
              <a:xfrm>
                <a:off x="2916" y="3578"/>
                <a:ext cx="356" cy="368"/>
              </a:xfrm>
              <a:custGeom>
                <a:avLst/>
                <a:gdLst/>
                <a:ahLst/>
                <a:cxnLst>
                  <a:cxn ang="0">
                    <a:pos x="0" y="0"/>
                  </a:cxn>
                  <a:cxn ang="0">
                    <a:pos x="300" y="14"/>
                  </a:cxn>
                  <a:cxn ang="0">
                    <a:pos x="356" y="294"/>
                  </a:cxn>
                  <a:cxn ang="0">
                    <a:pos x="78" y="36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pic>
          <p:nvPicPr>
            <p:cNvPr id="18522" name="Picture 1107" descr="car_icon_small"/>
            <p:cNvPicPr>
              <a:picLocks noChangeAspect="1"/>
            </p:cNvPicPr>
            <p:nvPr/>
          </p:nvPicPr>
          <p:blipFill>
            <a:blip r:embed="rId9"/>
            <a:stretch>
              <a:fillRect/>
            </a:stretch>
          </p:blipFill>
          <p:spPr>
            <a:xfrm>
              <a:off x="3995" y="1084"/>
              <a:ext cx="535" cy="106"/>
            </a:xfrm>
            <a:prstGeom prst="rect">
              <a:avLst/>
            </a:prstGeom>
            <a:noFill/>
            <a:ln w="9525">
              <a:noFill/>
            </a:ln>
          </p:spPr>
        </p:pic>
        <p:grpSp>
          <p:nvGrpSpPr>
            <p:cNvPr id="18523" name="Group 1108"/>
            <p:cNvGrpSpPr/>
            <p:nvPr/>
          </p:nvGrpSpPr>
          <p:grpSpPr>
            <a:xfrm>
              <a:off x="3536" y="974"/>
              <a:ext cx="262" cy="243"/>
              <a:chOff x="2751" y="1851"/>
              <a:chExt cx="462" cy="478"/>
            </a:xfrm>
          </p:grpSpPr>
          <p:pic>
            <p:nvPicPr>
              <p:cNvPr id="18689" name="Picture 1109" descr="iphone_stylized_small"/>
              <p:cNvPicPr>
                <a:picLocks noChangeAspect="1"/>
              </p:cNvPicPr>
              <p:nvPr/>
            </p:nvPicPr>
            <p:blipFill>
              <a:blip r:embed="rId10"/>
              <a:stretch>
                <a:fillRect/>
              </a:stretch>
            </p:blipFill>
            <p:spPr>
              <a:xfrm>
                <a:off x="2928" y="1922"/>
                <a:ext cx="152" cy="407"/>
              </a:xfrm>
              <a:prstGeom prst="rect">
                <a:avLst/>
              </a:prstGeom>
              <a:noFill/>
              <a:ln w="9525">
                <a:noFill/>
              </a:ln>
            </p:spPr>
          </p:pic>
          <p:pic>
            <p:nvPicPr>
              <p:cNvPr id="18690" name="Picture 1110" descr="antenna_radiation_stylized"/>
              <p:cNvPicPr>
                <a:picLocks noChangeAspect="1"/>
              </p:cNvPicPr>
              <p:nvPr/>
            </p:nvPicPr>
            <p:blipFill>
              <a:blip r:embed="rId11"/>
              <a:stretch>
                <a:fillRect/>
              </a:stretch>
            </p:blipFill>
            <p:spPr>
              <a:xfrm>
                <a:off x="2751" y="1851"/>
                <a:ext cx="462" cy="110"/>
              </a:xfrm>
              <a:prstGeom prst="rect">
                <a:avLst/>
              </a:prstGeom>
              <a:noFill/>
              <a:ln w="9525">
                <a:noFill/>
              </a:ln>
            </p:spPr>
          </p:pic>
        </p:grpSp>
        <p:grpSp>
          <p:nvGrpSpPr>
            <p:cNvPr id="18524" name="Group 1111"/>
            <p:cNvGrpSpPr/>
            <p:nvPr/>
          </p:nvGrpSpPr>
          <p:grpSpPr>
            <a:xfrm>
              <a:off x="5191" y="3151"/>
              <a:ext cx="143" cy="303"/>
              <a:chOff x="4140" y="429"/>
              <a:chExt cx="1425" cy="2396"/>
            </a:xfrm>
          </p:grpSpPr>
          <p:sp>
            <p:nvSpPr>
              <p:cNvPr id="18657" name="Freeform 1112"/>
              <p:cNvSpPr/>
              <p:nvPr/>
            </p:nvSpPr>
            <p:spPr>
              <a:xfrm>
                <a:off x="5268" y="433"/>
                <a:ext cx="283" cy="2286"/>
              </a:xfrm>
              <a:custGeom>
                <a:avLst/>
                <a:gdLst/>
                <a:ahLst/>
                <a:cxnLst>
                  <a:cxn ang="0">
                    <a:pos x="7" y="0"/>
                  </a:cxn>
                  <a:cxn ang="0">
                    <a:pos x="38" y="55"/>
                  </a:cxn>
                  <a:cxn ang="0">
                    <a:pos x="37" y="425"/>
                  </a:cxn>
                  <a:cxn ang="0">
                    <a:pos x="0" y="445"/>
                  </a:cxn>
                  <a:cxn ang="0">
                    <a:pos x="7" y="0"/>
                  </a:cxn>
                </a:cxnLst>
                <a:rect l="0" t="0" r="0" b="0"/>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4323" name="Rectangle 1113"/>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18659" name="Freeform 1114"/>
              <p:cNvSpPr/>
              <p:nvPr/>
            </p:nvSpPr>
            <p:spPr>
              <a:xfrm>
                <a:off x="5321" y="570"/>
                <a:ext cx="169" cy="2115"/>
              </a:xfrm>
              <a:custGeom>
                <a:avLst/>
                <a:gdLst/>
                <a:ahLst/>
                <a:cxnLst>
                  <a:cxn ang="0">
                    <a:pos x="2" y="0"/>
                  </a:cxn>
                  <a:cxn ang="0">
                    <a:pos x="23" y="36"/>
                  </a:cxn>
                  <a:cxn ang="0">
                    <a:pos x="2" y="405"/>
                  </a:cxn>
                  <a:cxn ang="0">
                    <a:pos x="2" y="0"/>
                  </a:cxn>
                </a:cxnLst>
                <a:rect l="0" t="0" r="0" b="0"/>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18660" name="Freeform 1115"/>
              <p:cNvSpPr/>
              <p:nvPr/>
            </p:nvSpPr>
            <p:spPr>
              <a:xfrm>
                <a:off x="5284" y="1640"/>
                <a:ext cx="263" cy="189"/>
              </a:xfrm>
              <a:custGeom>
                <a:avLst/>
                <a:gdLst/>
                <a:ahLst/>
                <a:cxnLst>
                  <a:cxn ang="0">
                    <a:pos x="2" y="0"/>
                  </a:cxn>
                  <a:cxn ang="0">
                    <a:pos x="36" y="21"/>
                  </a:cxn>
                  <a:cxn ang="0">
                    <a:pos x="36" y="38"/>
                  </a:cxn>
                  <a:cxn ang="0">
                    <a:pos x="0" y="16"/>
                  </a:cxn>
                  <a:cxn ang="0">
                    <a:pos x="2" y="0"/>
                  </a:cxn>
                </a:cxnLst>
                <a:rect l="0" t="0" r="0" b="0"/>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326" name="Rectangle 1116"/>
              <p:cNvSpPr>
                <a:spLocks noChangeArrowheads="1"/>
              </p:cNvSpPr>
              <p:nvPr/>
            </p:nvSpPr>
            <p:spPr bwMode="auto">
              <a:xfrm>
                <a:off x="4210" y="690"/>
                <a:ext cx="598" cy="47"/>
              </a:xfrm>
              <a:prstGeom prst="rect">
                <a:avLst/>
              </a:prstGeom>
              <a:solidFill>
                <a:schemeClr val="tx1"/>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662" name="Group 1117"/>
              <p:cNvGrpSpPr/>
              <p:nvPr/>
            </p:nvGrpSpPr>
            <p:grpSpPr>
              <a:xfrm>
                <a:off x="4749" y="668"/>
                <a:ext cx="581" cy="145"/>
                <a:chOff x="614" y="2568"/>
                <a:chExt cx="725" cy="139"/>
              </a:xfrm>
            </p:grpSpPr>
            <p:sp>
              <p:nvSpPr>
                <p:cNvPr id="4352" name="AutoShape 1118"/>
                <p:cNvSpPr>
                  <a:spLocks noChangeArrowheads="1"/>
                </p:cNvSpPr>
                <p:nvPr/>
              </p:nvSpPr>
              <p:spPr bwMode="auto">
                <a:xfrm>
                  <a:off x="613" y="2566"/>
                  <a:ext cx="721" cy="144"/>
                </a:xfrm>
                <a:prstGeom prst="roundRect">
                  <a:avLst>
                    <a:gd name="adj" fmla="val 50000"/>
                  </a:avLst>
                </a:prstGeom>
                <a:solidFill>
                  <a:schemeClr val="tx1"/>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53" name="AutoShape 1119"/>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4328" name="Rectangle 1120"/>
              <p:cNvSpPr>
                <a:spLocks noChangeArrowheads="1"/>
              </p:cNvSpPr>
              <p:nvPr/>
            </p:nvSpPr>
            <p:spPr bwMode="auto">
              <a:xfrm>
                <a:off x="4220" y="1022"/>
                <a:ext cx="598" cy="47"/>
              </a:xfrm>
              <a:prstGeom prst="rect">
                <a:avLst/>
              </a:prstGeom>
              <a:solidFill>
                <a:schemeClr val="tx1"/>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664" name="Group 1121"/>
              <p:cNvGrpSpPr/>
              <p:nvPr/>
            </p:nvGrpSpPr>
            <p:grpSpPr>
              <a:xfrm>
                <a:off x="4747" y="994"/>
                <a:ext cx="581" cy="134"/>
                <a:chOff x="614" y="2568"/>
                <a:chExt cx="725" cy="139"/>
              </a:xfrm>
            </p:grpSpPr>
            <p:sp>
              <p:nvSpPr>
                <p:cNvPr id="4350" name="AutoShape 1122"/>
                <p:cNvSpPr>
                  <a:spLocks noChangeArrowheads="1"/>
                </p:cNvSpPr>
                <p:nvPr/>
              </p:nvSpPr>
              <p:spPr bwMode="auto">
                <a:xfrm>
                  <a:off x="615" y="2564"/>
                  <a:ext cx="721" cy="139"/>
                </a:xfrm>
                <a:prstGeom prst="roundRect">
                  <a:avLst>
                    <a:gd name="adj" fmla="val 50000"/>
                  </a:avLst>
                </a:prstGeom>
                <a:solidFill>
                  <a:schemeClr val="tx1"/>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51" name="AutoShape 1123"/>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4330" name="Rectangle 1124"/>
              <p:cNvSpPr>
                <a:spLocks noChangeArrowheads="1"/>
              </p:cNvSpPr>
              <p:nvPr/>
            </p:nvSpPr>
            <p:spPr bwMode="auto">
              <a:xfrm>
                <a:off x="4220" y="1354"/>
                <a:ext cx="598" cy="47"/>
              </a:xfrm>
              <a:prstGeom prst="rect">
                <a:avLst/>
              </a:prstGeom>
              <a:solidFill>
                <a:schemeClr val="tx1"/>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31" name="Rectangle 1125"/>
              <p:cNvSpPr>
                <a:spLocks noChangeArrowheads="1"/>
              </p:cNvSpPr>
              <p:nvPr/>
            </p:nvSpPr>
            <p:spPr bwMode="auto">
              <a:xfrm>
                <a:off x="4230" y="1655"/>
                <a:ext cx="598" cy="47"/>
              </a:xfrm>
              <a:prstGeom prst="rect">
                <a:avLst/>
              </a:prstGeom>
              <a:solidFill>
                <a:schemeClr val="tx1"/>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667" name="Group 1126"/>
              <p:cNvGrpSpPr/>
              <p:nvPr/>
            </p:nvGrpSpPr>
            <p:grpSpPr>
              <a:xfrm>
                <a:off x="4735" y="1627"/>
                <a:ext cx="582" cy="151"/>
                <a:chOff x="614" y="2568"/>
                <a:chExt cx="725" cy="139"/>
              </a:xfrm>
            </p:grpSpPr>
            <p:sp>
              <p:nvSpPr>
                <p:cNvPr id="4348" name="AutoShape 1127"/>
                <p:cNvSpPr>
                  <a:spLocks noChangeArrowheads="1"/>
                </p:cNvSpPr>
                <p:nvPr/>
              </p:nvSpPr>
              <p:spPr bwMode="auto">
                <a:xfrm>
                  <a:off x="618" y="2586"/>
                  <a:ext cx="720" cy="124"/>
                </a:xfrm>
                <a:prstGeom prst="roundRect">
                  <a:avLst>
                    <a:gd name="adj" fmla="val 50000"/>
                  </a:avLst>
                </a:prstGeom>
                <a:solidFill>
                  <a:schemeClr val="tx1"/>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49" name="AutoShape 1128"/>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18668" name="Freeform 1129"/>
              <p:cNvSpPr/>
              <p:nvPr/>
            </p:nvSpPr>
            <p:spPr>
              <a:xfrm>
                <a:off x="5288" y="1354"/>
                <a:ext cx="263" cy="188"/>
              </a:xfrm>
              <a:custGeom>
                <a:avLst/>
                <a:gdLst/>
                <a:ahLst/>
                <a:cxnLst>
                  <a:cxn ang="0">
                    <a:pos x="2" y="0"/>
                  </a:cxn>
                  <a:cxn ang="0">
                    <a:pos x="36" y="20"/>
                  </a:cxn>
                  <a:cxn ang="0">
                    <a:pos x="36" y="36"/>
                  </a:cxn>
                  <a:cxn ang="0">
                    <a:pos x="0" y="15"/>
                  </a:cxn>
                  <a:cxn ang="0">
                    <a:pos x="2" y="0"/>
                  </a:cxn>
                </a:cxnLst>
                <a:rect l="0" t="0" r="0" b="0"/>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18669" name="Group 1130"/>
              <p:cNvGrpSpPr/>
              <p:nvPr/>
            </p:nvGrpSpPr>
            <p:grpSpPr>
              <a:xfrm>
                <a:off x="4739" y="1327"/>
                <a:ext cx="582" cy="139"/>
                <a:chOff x="614" y="2568"/>
                <a:chExt cx="725" cy="139"/>
              </a:xfrm>
            </p:grpSpPr>
            <p:sp>
              <p:nvSpPr>
                <p:cNvPr id="4346" name="AutoShape 1131"/>
                <p:cNvSpPr>
                  <a:spLocks noChangeArrowheads="1"/>
                </p:cNvSpPr>
                <p:nvPr/>
              </p:nvSpPr>
              <p:spPr bwMode="auto">
                <a:xfrm>
                  <a:off x="613" y="2571"/>
                  <a:ext cx="732" cy="134"/>
                </a:xfrm>
                <a:prstGeom prst="roundRect">
                  <a:avLst>
                    <a:gd name="adj" fmla="val 50000"/>
                  </a:avLst>
                </a:prstGeom>
                <a:solidFill>
                  <a:schemeClr val="tx1"/>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47" name="AutoShape 1132"/>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4335" name="Rectangle 1133"/>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18671" name="Freeform 1134"/>
              <p:cNvSpPr/>
              <p:nvPr/>
            </p:nvSpPr>
            <p:spPr>
              <a:xfrm>
                <a:off x="5312" y="1007"/>
                <a:ext cx="237" cy="213"/>
              </a:xfrm>
              <a:custGeom>
                <a:avLst/>
                <a:gdLst/>
                <a:ahLst/>
                <a:cxnLst>
                  <a:cxn ang="0">
                    <a:pos x="2" y="0"/>
                  </a:cxn>
                  <a:cxn ang="0">
                    <a:pos x="32" y="22"/>
                  </a:cxn>
                  <a:cxn ang="0">
                    <a:pos x="32" y="41"/>
                  </a:cxn>
                  <a:cxn ang="0">
                    <a:pos x="0" y="15"/>
                  </a:cxn>
                  <a:cxn ang="0">
                    <a:pos x="2" y="0"/>
                  </a:cxn>
                </a:cxnLst>
                <a:rect l="0" t="0" r="0" b="0"/>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8672" name="Freeform 1135"/>
              <p:cNvSpPr/>
              <p:nvPr/>
            </p:nvSpPr>
            <p:spPr>
              <a:xfrm>
                <a:off x="5315" y="680"/>
                <a:ext cx="244" cy="240"/>
              </a:xfrm>
              <a:custGeom>
                <a:avLst/>
                <a:gdLst/>
                <a:ahLst/>
                <a:cxnLst>
                  <a:cxn ang="0">
                    <a:pos x="0" y="0"/>
                  </a:cxn>
                  <a:cxn ang="0">
                    <a:pos x="34" y="27"/>
                  </a:cxn>
                  <a:cxn ang="0">
                    <a:pos x="31" y="48"/>
                  </a:cxn>
                  <a:cxn ang="0">
                    <a:pos x="2" y="20"/>
                  </a:cxn>
                  <a:cxn ang="0">
                    <a:pos x="0" y="0"/>
                  </a:cxn>
                </a:cxnLst>
                <a:rect l="0" t="0" r="0" b="0"/>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338" name="Oval 1136"/>
              <p:cNvSpPr>
                <a:spLocks noChangeArrowheads="1"/>
              </p:cNvSpPr>
              <p:nvPr/>
            </p:nvSpPr>
            <p:spPr bwMode="auto">
              <a:xfrm>
                <a:off x="5515" y="2611"/>
                <a:ext cx="50" cy="95"/>
              </a:xfrm>
              <a:prstGeom prst="ellipse">
                <a:avLst/>
              </a:prstGeom>
              <a:solidFill>
                <a:srgbClr val="333333"/>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18674" name="Freeform 1137"/>
              <p:cNvSpPr/>
              <p:nvPr/>
            </p:nvSpPr>
            <p:spPr>
              <a:xfrm>
                <a:off x="5302" y="2614"/>
                <a:ext cx="245" cy="200"/>
              </a:xfrm>
              <a:custGeom>
                <a:avLst/>
                <a:gdLst/>
                <a:ahLst/>
                <a:cxnLst>
                  <a:cxn ang="0">
                    <a:pos x="0" y="18"/>
                  </a:cxn>
                  <a:cxn ang="0">
                    <a:pos x="2" y="40"/>
                  </a:cxn>
                  <a:cxn ang="0">
                    <a:pos x="34" y="18"/>
                  </a:cxn>
                  <a:cxn ang="0">
                    <a:pos x="32" y="0"/>
                  </a:cxn>
                  <a:cxn ang="0">
                    <a:pos x="0" y="18"/>
                  </a:cxn>
                </a:cxnLst>
                <a:rect l="0" t="0" r="0" b="0"/>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4340" name="AutoShape 1138"/>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41" name="AutoShape 1139"/>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42" name="Oval 1140"/>
              <p:cNvSpPr>
                <a:spLocks noChangeArrowheads="1"/>
              </p:cNvSpPr>
              <p:nvPr/>
            </p:nvSpPr>
            <p:spPr bwMode="auto">
              <a:xfrm>
                <a:off x="4309" y="2382"/>
                <a:ext cx="159" cy="142"/>
              </a:xfrm>
              <a:prstGeom prst="ellipse">
                <a:avLst/>
              </a:prstGeom>
              <a:solidFill>
                <a:srgbClr val="33CC33"/>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43" name="Oval 1141"/>
              <p:cNvSpPr>
                <a:spLocks noChangeArrowheads="1"/>
              </p:cNvSpPr>
              <p:nvPr/>
            </p:nvSpPr>
            <p:spPr bwMode="auto">
              <a:xfrm>
                <a:off x="4489" y="2382"/>
                <a:ext cx="159" cy="142"/>
              </a:xfrm>
              <a:prstGeom prst="ellipse">
                <a:avLst/>
              </a:prstGeom>
              <a:solidFill>
                <a:srgbClr val="FF0000"/>
              </a:solidFill>
              <a:ln>
                <a:noFill/>
              </a:ln>
              <a:effec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rgbClr val="FF0000"/>
                  </a:solidFill>
                  <a:effectLst/>
                  <a:uLnTx/>
                  <a:uFillTx/>
                  <a:latin typeface="Arial" panose="020B0604020202090204" pitchFamily="34" charset="0"/>
                  <a:ea typeface="MS PGothic" charset="0"/>
                  <a:cs typeface="Arial" panose="020B0604020202090204" pitchFamily="34" charset="0"/>
                </a:endParaRPr>
              </a:p>
            </p:txBody>
          </p:sp>
          <p:sp>
            <p:nvSpPr>
              <p:cNvPr id="4344" name="Oval 1142"/>
              <p:cNvSpPr>
                <a:spLocks noChangeArrowheads="1"/>
              </p:cNvSpPr>
              <p:nvPr/>
            </p:nvSpPr>
            <p:spPr bwMode="auto">
              <a:xfrm>
                <a:off x="4658" y="2382"/>
                <a:ext cx="159" cy="142"/>
              </a:xfrm>
              <a:prstGeom prst="ellipse">
                <a:avLst/>
              </a:prstGeom>
              <a:solidFill>
                <a:srgbClr val="33CC33"/>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45" name="Rectangle 1143"/>
              <p:cNvSpPr>
                <a:spLocks noChangeArrowheads="1"/>
              </p:cNvSpPr>
              <p:nvPr/>
            </p:nvSpPr>
            <p:spPr bwMode="auto">
              <a:xfrm>
                <a:off x="5067" y="1837"/>
                <a:ext cx="80" cy="759"/>
              </a:xfrm>
              <a:prstGeom prst="rect">
                <a:avLst/>
              </a:prstGeom>
              <a:solidFill>
                <a:srgbClr val="292929"/>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25" name="Group 1144"/>
            <p:cNvGrpSpPr/>
            <p:nvPr/>
          </p:nvGrpSpPr>
          <p:grpSpPr>
            <a:xfrm>
              <a:off x="4992" y="3341"/>
              <a:ext cx="143" cy="303"/>
              <a:chOff x="4140" y="429"/>
              <a:chExt cx="1425" cy="2396"/>
            </a:xfrm>
          </p:grpSpPr>
          <p:sp>
            <p:nvSpPr>
              <p:cNvPr id="18625" name="Freeform 1145"/>
              <p:cNvSpPr/>
              <p:nvPr/>
            </p:nvSpPr>
            <p:spPr>
              <a:xfrm>
                <a:off x="5268" y="433"/>
                <a:ext cx="283" cy="2286"/>
              </a:xfrm>
              <a:custGeom>
                <a:avLst/>
                <a:gdLst/>
                <a:ahLst/>
                <a:cxnLst>
                  <a:cxn ang="0">
                    <a:pos x="7" y="0"/>
                  </a:cxn>
                  <a:cxn ang="0">
                    <a:pos x="38" y="55"/>
                  </a:cxn>
                  <a:cxn ang="0">
                    <a:pos x="37" y="425"/>
                  </a:cxn>
                  <a:cxn ang="0">
                    <a:pos x="0" y="445"/>
                  </a:cxn>
                  <a:cxn ang="0">
                    <a:pos x="7" y="0"/>
                  </a:cxn>
                </a:cxnLst>
                <a:rect l="0" t="0" r="0" b="0"/>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4291" name="Rectangle 1146"/>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18627" name="Freeform 1147"/>
              <p:cNvSpPr/>
              <p:nvPr/>
            </p:nvSpPr>
            <p:spPr>
              <a:xfrm>
                <a:off x="5321" y="570"/>
                <a:ext cx="169" cy="2115"/>
              </a:xfrm>
              <a:custGeom>
                <a:avLst/>
                <a:gdLst/>
                <a:ahLst/>
                <a:cxnLst>
                  <a:cxn ang="0">
                    <a:pos x="2" y="0"/>
                  </a:cxn>
                  <a:cxn ang="0">
                    <a:pos x="23" y="36"/>
                  </a:cxn>
                  <a:cxn ang="0">
                    <a:pos x="2" y="405"/>
                  </a:cxn>
                  <a:cxn ang="0">
                    <a:pos x="2" y="0"/>
                  </a:cxn>
                </a:cxnLst>
                <a:rect l="0" t="0" r="0" b="0"/>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18628" name="Freeform 1148"/>
              <p:cNvSpPr/>
              <p:nvPr/>
            </p:nvSpPr>
            <p:spPr>
              <a:xfrm>
                <a:off x="5284" y="1640"/>
                <a:ext cx="263" cy="189"/>
              </a:xfrm>
              <a:custGeom>
                <a:avLst/>
                <a:gdLst/>
                <a:ahLst/>
                <a:cxnLst>
                  <a:cxn ang="0">
                    <a:pos x="2" y="0"/>
                  </a:cxn>
                  <a:cxn ang="0">
                    <a:pos x="36" y="21"/>
                  </a:cxn>
                  <a:cxn ang="0">
                    <a:pos x="36" y="38"/>
                  </a:cxn>
                  <a:cxn ang="0">
                    <a:pos x="0" y="16"/>
                  </a:cxn>
                  <a:cxn ang="0">
                    <a:pos x="2" y="0"/>
                  </a:cxn>
                </a:cxnLst>
                <a:rect l="0" t="0" r="0" b="0"/>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294" name="Rectangle 1149"/>
              <p:cNvSpPr>
                <a:spLocks noChangeArrowheads="1"/>
              </p:cNvSpPr>
              <p:nvPr/>
            </p:nvSpPr>
            <p:spPr bwMode="auto">
              <a:xfrm>
                <a:off x="4210" y="690"/>
                <a:ext cx="598" cy="47"/>
              </a:xfrm>
              <a:prstGeom prst="rect">
                <a:avLst/>
              </a:prstGeom>
              <a:solidFill>
                <a:schemeClr val="tx1"/>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630" name="Group 1150"/>
              <p:cNvGrpSpPr/>
              <p:nvPr/>
            </p:nvGrpSpPr>
            <p:grpSpPr>
              <a:xfrm>
                <a:off x="4749" y="668"/>
                <a:ext cx="581" cy="145"/>
                <a:chOff x="614" y="2568"/>
                <a:chExt cx="725" cy="139"/>
              </a:xfrm>
            </p:grpSpPr>
            <p:sp>
              <p:nvSpPr>
                <p:cNvPr id="4320" name="AutoShape 1151"/>
                <p:cNvSpPr>
                  <a:spLocks noChangeArrowheads="1"/>
                </p:cNvSpPr>
                <p:nvPr/>
              </p:nvSpPr>
              <p:spPr bwMode="auto">
                <a:xfrm>
                  <a:off x="613" y="2566"/>
                  <a:ext cx="721" cy="144"/>
                </a:xfrm>
                <a:prstGeom prst="roundRect">
                  <a:avLst>
                    <a:gd name="adj" fmla="val 50000"/>
                  </a:avLst>
                </a:prstGeom>
                <a:solidFill>
                  <a:schemeClr val="tx1"/>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21" name="AutoShape 1152"/>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4296" name="Rectangle 1153"/>
              <p:cNvSpPr>
                <a:spLocks noChangeArrowheads="1"/>
              </p:cNvSpPr>
              <p:nvPr/>
            </p:nvSpPr>
            <p:spPr bwMode="auto">
              <a:xfrm>
                <a:off x="4220" y="1022"/>
                <a:ext cx="598" cy="47"/>
              </a:xfrm>
              <a:prstGeom prst="rect">
                <a:avLst/>
              </a:prstGeom>
              <a:solidFill>
                <a:schemeClr val="tx1"/>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632" name="Group 1154"/>
              <p:cNvGrpSpPr/>
              <p:nvPr/>
            </p:nvGrpSpPr>
            <p:grpSpPr>
              <a:xfrm>
                <a:off x="4747" y="994"/>
                <a:ext cx="581" cy="134"/>
                <a:chOff x="614" y="2568"/>
                <a:chExt cx="725" cy="139"/>
              </a:xfrm>
            </p:grpSpPr>
            <p:sp>
              <p:nvSpPr>
                <p:cNvPr id="4318" name="AutoShape 1155"/>
                <p:cNvSpPr>
                  <a:spLocks noChangeArrowheads="1"/>
                </p:cNvSpPr>
                <p:nvPr/>
              </p:nvSpPr>
              <p:spPr bwMode="auto">
                <a:xfrm>
                  <a:off x="615" y="2564"/>
                  <a:ext cx="721" cy="139"/>
                </a:xfrm>
                <a:prstGeom prst="roundRect">
                  <a:avLst>
                    <a:gd name="adj" fmla="val 50000"/>
                  </a:avLst>
                </a:prstGeom>
                <a:solidFill>
                  <a:schemeClr val="tx1"/>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19" name="AutoShape 1156"/>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4298" name="Rectangle 1157"/>
              <p:cNvSpPr>
                <a:spLocks noChangeArrowheads="1"/>
              </p:cNvSpPr>
              <p:nvPr/>
            </p:nvSpPr>
            <p:spPr bwMode="auto">
              <a:xfrm>
                <a:off x="4220" y="1354"/>
                <a:ext cx="598" cy="47"/>
              </a:xfrm>
              <a:prstGeom prst="rect">
                <a:avLst/>
              </a:prstGeom>
              <a:solidFill>
                <a:schemeClr val="tx1"/>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299" name="Rectangle 1158"/>
              <p:cNvSpPr>
                <a:spLocks noChangeArrowheads="1"/>
              </p:cNvSpPr>
              <p:nvPr/>
            </p:nvSpPr>
            <p:spPr bwMode="auto">
              <a:xfrm>
                <a:off x="4230" y="1655"/>
                <a:ext cx="598" cy="47"/>
              </a:xfrm>
              <a:prstGeom prst="rect">
                <a:avLst/>
              </a:prstGeom>
              <a:solidFill>
                <a:schemeClr val="tx1"/>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nvGrpSpPr>
              <p:cNvPr id="18635" name="Group 1159"/>
              <p:cNvGrpSpPr/>
              <p:nvPr/>
            </p:nvGrpSpPr>
            <p:grpSpPr>
              <a:xfrm>
                <a:off x="4735" y="1627"/>
                <a:ext cx="582" cy="151"/>
                <a:chOff x="614" y="2568"/>
                <a:chExt cx="725" cy="139"/>
              </a:xfrm>
            </p:grpSpPr>
            <p:sp>
              <p:nvSpPr>
                <p:cNvPr id="4316" name="AutoShape 1160"/>
                <p:cNvSpPr>
                  <a:spLocks noChangeArrowheads="1"/>
                </p:cNvSpPr>
                <p:nvPr/>
              </p:nvSpPr>
              <p:spPr bwMode="auto">
                <a:xfrm>
                  <a:off x="618" y="2586"/>
                  <a:ext cx="720" cy="124"/>
                </a:xfrm>
                <a:prstGeom prst="roundRect">
                  <a:avLst>
                    <a:gd name="adj" fmla="val 50000"/>
                  </a:avLst>
                </a:prstGeom>
                <a:solidFill>
                  <a:schemeClr val="tx1"/>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17" name="AutoShape 1161"/>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18636" name="Freeform 1162"/>
              <p:cNvSpPr/>
              <p:nvPr/>
            </p:nvSpPr>
            <p:spPr>
              <a:xfrm>
                <a:off x="5288" y="1354"/>
                <a:ext cx="263" cy="188"/>
              </a:xfrm>
              <a:custGeom>
                <a:avLst/>
                <a:gdLst/>
                <a:ahLst/>
                <a:cxnLst>
                  <a:cxn ang="0">
                    <a:pos x="2" y="0"/>
                  </a:cxn>
                  <a:cxn ang="0">
                    <a:pos x="36" y="20"/>
                  </a:cxn>
                  <a:cxn ang="0">
                    <a:pos x="36" y="36"/>
                  </a:cxn>
                  <a:cxn ang="0">
                    <a:pos x="0" y="15"/>
                  </a:cxn>
                  <a:cxn ang="0">
                    <a:pos x="2" y="0"/>
                  </a:cxn>
                </a:cxnLst>
                <a:rect l="0" t="0" r="0" b="0"/>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18637" name="Group 1163"/>
              <p:cNvGrpSpPr/>
              <p:nvPr/>
            </p:nvGrpSpPr>
            <p:grpSpPr>
              <a:xfrm>
                <a:off x="4739" y="1327"/>
                <a:ext cx="582" cy="139"/>
                <a:chOff x="614" y="2568"/>
                <a:chExt cx="725" cy="139"/>
              </a:xfrm>
            </p:grpSpPr>
            <p:sp>
              <p:nvSpPr>
                <p:cNvPr id="4314" name="AutoShape 1164"/>
                <p:cNvSpPr>
                  <a:spLocks noChangeArrowheads="1"/>
                </p:cNvSpPr>
                <p:nvPr/>
              </p:nvSpPr>
              <p:spPr bwMode="auto">
                <a:xfrm>
                  <a:off x="613" y="2571"/>
                  <a:ext cx="732" cy="134"/>
                </a:xfrm>
                <a:prstGeom prst="roundRect">
                  <a:avLst>
                    <a:gd name="adj" fmla="val 50000"/>
                  </a:avLst>
                </a:prstGeom>
                <a:solidFill>
                  <a:schemeClr val="tx1"/>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15" name="AutoShape 1165"/>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4303" name="Rectangle 1166"/>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18639" name="Freeform 1167"/>
              <p:cNvSpPr/>
              <p:nvPr/>
            </p:nvSpPr>
            <p:spPr>
              <a:xfrm>
                <a:off x="5312" y="1007"/>
                <a:ext cx="237" cy="213"/>
              </a:xfrm>
              <a:custGeom>
                <a:avLst/>
                <a:gdLst/>
                <a:ahLst/>
                <a:cxnLst>
                  <a:cxn ang="0">
                    <a:pos x="2" y="0"/>
                  </a:cxn>
                  <a:cxn ang="0">
                    <a:pos x="32" y="22"/>
                  </a:cxn>
                  <a:cxn ang="0">
                    <a:pos x="32" y="41"/>
                  </a:cxn>
                  <a:cxn ang="0">
                    <a:pos x="0" y="15"/>
                  </a:cxn>
                  <a:cxn ang="0">
                    <a:pos x="2" y="0"/>
                  </a:cxn>
                </a:cxnLst>
                <a:rect l="0" t="0" r="0" b="0"/>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8640" name="Freeform 1168"/>
              <p:cNvSpPr/>
              <p:nvPr/>
            </p:nvSpPr>
            <p:spPr>
              <a:xfrm>
                <a:off x="5315" y="680"/>
                <a:ext cx="244" cy="240"/>
              </a:xfrm>
              <a:custGeom>
                <a:avLst/>
                <a:gdLst/>
                <a:ahLst/>
                <a:cxnLst>
                  <a:cxn ang="0">
                    <a:pos x="0" y="0"/>
                  </a:cxn>
                  <a:cxn ang="0">
                    <a:pos x="34" y="27"/>
                  </a:cxn>
                  <a:cxn ang="0">
                    <a:pos x="31" y="48"/>
                  </a:cxn>
                  <a:cxn ang="0">
                    <a:pos x="2" y="20"/>
                  </a:cxn>
                  <a:cxn ang="0">
                    <a:pos x="0" y="0"/>
                  </a:cxn>
                </a:cxnLst>
                <a:rect l="0" t="0" r="0" b="0"/>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306" name="Oval 1169"/>
              <p:cNvSpPr>
                <a:spLocks noChangeArrowheads="1"/>
              </p:cNvSpPr>
              <p:nvPr/>
            </p:nvSpPr>
            <p:spPr bwMode="auto">
              <a:xfrm>
                <a:off x="5515" y="2611"/>
                <a:ext cx="50" cy="95"/>
              </a:xfrm>
              <a:prstGeom prst="ellipse">
                <a:avLst/>
              </a:prstGeom>
              <a:solidFill>
                <a:srgbClr val="333333"/>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18642" name="Freeform 1170"/>
              <p:cNvSpPr/>
              <p:nvPr/>
            </p:nvSpPr>
            <p:spPr>
              <a:xfrm>
                <a:off x="5302" y="2614"/>
                <a:ext cx="245" cy="200"/>
              </a:xfrm>
              <a:custGeom>
                <a:avLst/>
                <a:gdLst/>
                <a:ahLst/>
                <a:cxnLst>
                  <a:cxn ang="0">
                    <a:pos x="0" y="18"/>
                  </a:cxn>
                  <a:cxn ang="0">
                    <a:pos x="2" y="40"/>
                  </a:cxn>
                  <a:cxn ang="0">
                    <a:pos x="34" y="18"/>
                  </a:cxn>
                  <a:cxn ang="0">
                    <a:pos x="32" y="0"/>
                  </a:cxn>
                  <a:cxn ang="0">
                    <a:pos x="0" y="18"/>
                  </a:cxn>
                </a:cxnLst>
                <a:rect l="0" t="0" r="0" b="0"/>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4308" name="AutoShape 1171"/>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09" name="AutoShape 1172"/>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10" name="Oval 1173"/>
              <p:cNvSpPr>
                <a:spLocks noChangeArrowheads="1"/>
              </p:cNvSpPr>
              <p:nvPr/>
            </p:nvSpPr>
            <p:spPr bwMode="auto">
              <a:xfrm>
                <a:off x="4309" y="2382"/>
                <a:ext cx="159" cy="142"/>
              </a:xfrm>
              <a:prstGeom prst="ellipse">
                <a:avLst/>
              </a:prstGeom>
              <a:solidFill>
                <a:srgbClr val="33CC33"/>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11" name="Oval 1174"/>
              <p:cNvSpPr>
                <a:spLocks noChangeArrowheads="1"/>
              </p:cNvSpPr>
              <p:nvPr/>
            </p:nvSpPr>
            <p:spPr bwMode="auto">
              <a:xfrm>
                <a:off x="4489" y="2382"/>
                <a:ext cx="159" cy="142"/>
              </a:xfrm>
              <a:prstGeom prst="ellipse">
                <a:avLst/>
              </a:prstGeom>
              <a:solidFill>
                <a:srgbClr val="FF0000"/>
              </a:solidFill>
              <a:ln>
                <a:noFill/>
              </a:ln>
              <a:effec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rgbClr val="FF0000"/>
                  </a:solidFill>
                  <a:effectLst/>
                  <a:uLnTx/>
                  <a:uFillTx/>
                  <a:latin typeface="Arial" panose="020B0604020202090204" pitchFamily="34" charset="0"/>
                  <a:ea typeface="MS PGothic" charset="0"/>
                  <a:cs typeface="Arial" panose="020B0604020202090204" pitchFamily="34" charset="0"/>
                </a:endParaRPr>
              </a:p>
            </p:txBody>
          </p:sp>
          <p:sp>
            <p:nvSpPr>
              <p:cNvPr id="4312" name="Oval 1175"/>
              <p:cNvSpPr>
                <a:spLocks noChangeArrowheads="1"/>
              </p:cNvSpPr>
              <p:nvPr/>
            </p:nvSpPr>
            <p:spPr bwMode="auto">
              <a:xfrm>
                <a:off x="4658" y="2382"/>
                <a:ext cx="159" cy="142"/>
              </a:xfrm>
              <a:prstGeom prst="ellipse">
                <a:avLst/>
              </a:prstGeom>
              <a:solidFill>
                <a:srgbClr val="33CC33"/>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313" name="Rectangle 1176"/>
              <p:cNvSpPr>
                <a:spLocks noChangeArrowheads="1"/>
              </p:cNvSpPr>
              <p:nvPr/>
            </p:nvSpPr>
            <p:spPr bwMode="auto">
              <a:xfrm>
                <a:off x="5067" y="1837"/>
                <a:ext cx="80" cy="759"/>
              </a:xfrm>
              <a:prstGeom prst="rect">
                <a:avLst/>
              </a:prstGeom>
              <a:solidFill>
                <a:srgbClr val="292929"/>
              </a:solidFill>
              <a:ln w="9525">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grpSp>
          <p:nvGrpSpPr>
            <p:cNvPr id="18526" name="Group 1177"/>
            <p:cNvGrpSpPr/>
            <p:nvPr/>
          </p:nvGrpSpPr>
          <p:grpSpPr>
            <a:xfrm>
              <a:off x="3340" y="1287"/>
              <a:ext cx="337" cy="257"/>
              <a:chOff x="877" y="1008"/>
              <a:chExt cx="2747" cy="2591"/>
            </a:xfrm>
          </p:grpSpPr>
          <p:pic>
            <p:nvPicPr>
              <p:cNvPr id="18602" name="Picture 1178" descr="antenna_stylized"/>
              <p:cNvPicPr>
                <a:picLocks noChangeAspect="1"/>
              </p:cNvPicPr>
              <p:nvPr/>
            </p:nvPicPr>
            <p:blipFill>
              <a:blip r:embed="rId12"/>
              <a:stretch>
                <a:fillRect/>
              </a:stretch>
            </p:blipFill>
            <p:spPr>
              <a:xfrm>
                <a:off x="877" y="1008"/>
                <a:ext cx="2725" cy="1421"/>
              </a:xfrm>
              <a:prstGeom prst="rect">
                <a:avLst/>
              </a:prstGeom>
              <a:noFill/>
              <a:ln w="9525">
                <a:noFill/>
              </a:ln>
            </p:spPr>
          </p:pic>
          <p:pic>
            <p:nvPicPr>
              <p:cNvPr id="18603" name="Picture 1179" descr="laptop_keyboard"/>
              <p:cNvPicPr>
                <a:picLocks noChangeAspect="1"/>
              </p:cNvPicPr>
              <p:nvPr/>
            </p:nvPicPr>
            <p:blipFill>
              <a:blip r:embed="rId13"/>
              <a:stretch>
                <a:fillRect/>
              </a:stretch>
            </p:blipFill>
            <p:spPr>
              <a:xfrm rot="109064" flipH="1">
                <a:off x="1009" y="2586"/>
                <a:ext cx="2245" cy="1013"/>
              </a:xfrm>
              <a:prstGeom prst="rect">
                <a:avLst/>
              </a:prstGeom>
              <a:noFill/>
              <a:ln w="9525">
                <a:noFill/>
              </a:ln>
            </p:spPr>
          </p:pic>
          <p:sp>
            <p:nvSpPr>
              <p:cNvPr id="18604" name="Freeform 1180"/>
              <p:cNvSpPr/>
              <p:nvPr/>
            </p:nvSpPr>
            <p:spPr>
              <a:xfrm>
                <a:off x="1753" y="1603"/>
                <a:ext cx="1807" cy="1322"/>
              </a:xfrm>
              <a:custGeom>
                <a:avLst/>
                <a:gdLst/>
                <a:ahLst/>
                <a:cxnLst>
                  <a:cxn ang="0">
                    <a:pos x="4" y="0"/>
                  </a:cxn>
                  <a:cxn ang="0">
                    <a:pos x="0" y="4"/>
                  </a:cxn>
                  <a:cxn ang="0">
                    <a:pos x="16" y="5"/>
                  </a:cxn>
                  <a:cxn ang="0">
                    <a:pos x="20" y="1"/>
                  </a:cxn>
                  <a:cxn ang="0">
                    <a:pos x="4" y="0"/>
                  </a:cxn>
                </a:cxnLst>
                <a:rect l="0" t="0" r="0" b="0"/>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18605" name="Picture 1181" descr="screen"/>
              <p:cNvPicPr>
                <a:picLocks noChangeAspect="1"/>
              </p:cNvPicPr>
              <p:nvPr/>
            </p:nvPicPr>
            <p:blipFill>
              <a:blip r:embed="rId14"/>
              <a:stretch>
                <a:fillRect/>
              </a:stretch>
            </p:blipFill>
            <p:spPr>
              <a:xfrm>
                <a:off x="1842" y="1637"/>
                <a:ext cx="1642" cy="1203"/>
              </a:xfrm>
              <a:prstGeom prst="rect">
                <a:avLst/>
              </a:prstGeom>
              <a:noFill/>
              <a:ln w="9525">
                <a:noFill/>
              </a:ln>
            </p:spPr>
          </p:pic>
          <p:sp>
            <p:nvSpPr>
              <p:cNvPr id="18606" name="Freeform 1182"/>
              <p:cNvSpPr/>
              <p:nvPr/>
            </p:nvSpPr>
            <p:spPr>
              <a:xfrm>
                <a:off x="2082" y="1564"/>
                <a:ext cx="1531" cy="246"/>
              </a:xfrm>
              <a:custGeom>
                <a:avLst/>
                <a:gdLst/>
                <a:ahLst/>
                <a:cxnLst>
                  <a:cxn ang="0">
                    <a:pos x="1" y="0"/>
                  </a:cxn>
                  <a:cxn ang="0">
                    <a:pos x="17" y="1"/>
                  </a:cxn>
                  <a:cxn ang="0">
                    <a:pos x="16" y="1"/>
                  </a:cxn>
                  <a:cxn ang="0">
                    <a:pos x="0" y="1"/>
                  </a:cxn>
                  <a:cxn ang="0">
                    <a:pos x="1" y="0"/>
                  </a:cxn>
                </a:cxnLst>
                <a:rect l="0" t="0" r="0" b="0"/>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18607" name="Freeform 1183"/>
              <p:cNvSpPr/>
              <p:nvPr/>
            </p:nvSpPr>
            <p:spPr>
              <a:xfrm>
                <a:off x="1737" y="1562"/>
                <a:ext cx="425" cy="1024"/>
              </a:xfrm>
              <a:custGeom>
                <a:avLst/>
                <a:gdLst/>
                <a:ahLst/>
                <a:cxnLst>
                  <a:cxn ang="0">
                    <a:pos x="4" y="0"/>
                  </a:cxn>
                  <a:cxn ang="0">
                    <a:pos x="0" y="4"/>
                  </a:cxn>
                  <a:cxn ang="0">
                    <a:pos x="1" y="4"/>
                  </a:cxn>
                  <a:cxn ang="0">
                    <a:pos x="5" y="1"/>
                  </a:cxn>
                  <a:cxn ang="0">
                    <a:pos x="4" y="0"/>
                  </a:cxn>
                </a:cxnLst>
                <a:rect l="0" t="0" r="0" b="0"/>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18608" name="Freeform 1184"/>
              <p:cNvSpPr/>
              <p:nvPr/>
            </p:nvSpPr>
            <p:spPr>
              <a:xfrm>
                <a:off x="3144" y="1745"/>
                <a:ext cx="458" cy="1182"/>
              </a:xfrm>
              <a:custGeom>
                <a:avLst/>
                <a:gdLst/>
                <a:ahLst/>
                <a:cxnLst>
                  <a:cxn ang="0">
                    <a:pos x="5" y="0"/>
                  </a:cxn>
                  <a:cxn ang="0">
                    <a:pos x="1" y="5"/>
                  </a:cxn>
                  <a:cxn ang="0">
                    <a:pos x="0" y="5"/>
                  </a:cxn>
                  <a:cxn ang="0">
                    <a:pos x="4" y="1"/>
                  </a:cxn>
                  <a:cxn ang="0">
                    <a:pos x="5" y="0"/>
                  </a:cxn>
                </a:cxnLst>
                <a:rect l="0" t="0" r="0" b="0"/>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18609" name="Freeform 1185"/>
              <p:cNvSpPr/>
              <p:nvPr/>
            </p:nvSpPr>
            <p:spPr>
              <a:xfrm>
                <a:off x="1732" y="2534"/>
                <a:ext cx="1680" cy="399"/>
              </a:xfrm>
              <a:custGeom>
                <a:avLst/>
                <a:gdLst/>
                <a:ahLst/>
                <a:cxnLst>
                  <a:cxn ang="0">
                    <a:pos x="1" y="0"/>
                  </a:cxn>
                  <a:cxn ang="0">
                    <a:pos x="0" y="1"/>
                  </a:cxn>
                  <a:cxn ang="0">
                    <a:pos x="16" y="2"/>
                  </a:cxn>
                  <a:cxn ang="0">
                    <a:pos x="16" y="1"/>
                  </a:cxn>
                  <a:cxn ang="0">
                    <a:pos x="1" y="0"/>
                  </a:cxn>
                </a:cxnLst>
                <a:rect l="0" t="0" r="0" b="0"/>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18610" name="Freeform 1186"/>
              <p:cNvSpPr/>
              <p:nvPr/>
            </p:nvSpPr>
            <p:spPr>
              <a:xfrm>
                <a:off x="3195" y="1755"/>
                <a:ext cx="429" cy="1187"/>
              </a:xfrm>
              <a:custGeom>
                <a:avLst/>
                <a:gdLst/>
                <a:ahLst/>
                <a:cxnLst>
                  <a:cxn ang="0">
                    <a:pos x="12" y="0"/>
                  </a:cxn>
                  <a:cxn ang="0">
                    <a:pos x="12" y="0"/>
                  </a:cxn>
                  <a:cxn ang="0">
                    <a:pos x="1" y="59"/>
                  </a:cxn>
                  <a:cxn ang="0">
                    <a:pos x="0" y="57"/>
                  </a:cxn>
                  <a:cxn ang="0">
                    <a:pos x="12" y="0"/>
                  </a:cxn>
                </a:cxnLst>
                <a:rect l="0" t="0" r="0" b="0"/>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18611" name="Freeform 1187"/>
              <p:cNvSpPr/>
              <p:nvPr/>
            </p:nvSpPr>
            <p:spPr>
              <a:xfrm>
                <a:off x="1734" y="2587"/>
                <a:ext cx="1494" cy="394"/>
              </a:xfrm>
              <a:custGeom>
                <a:avLst/>
                <a:gdLst/>
                <a:ahLst/>
                <a:cxnLst>
                  <a:cxn ang="0">
                    <a:pos x="0" y="0"/>
                  </a:cxn>
                  <a:cxn ang="0">
                    <a:pos x="1" y="2"/>
                  </a:cxn>
                  <a:cxn ang="0">
                    <a:pos x="42" y="20"/>
                  </a:cxn>
                  <a:cxn ang="0">
                    <a:pos x="42" y="17"/>
                  </a:cxn>
                  <a:cxn ang="0">
                    <a:pos x="0" y="0"/>
                  </a:cxn>
                </a:cxnLst>
                <a:rect l="0" t="0" r="0" b="0"/>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18612" name="Group 1188"/>
              <p:cNvGrpSpPr/>
              <p:nvPr/>
            </p:nvGrpSpPr>
            <p:grpSpPr>
              <a:xfrm>
                <a:off x="1709" y="3008"/>
                <a:ext cx="507" cy="234"/>
                <a:chOff x="1740" y="2642"/>
                <a:chExt cx="752" cy="327"/>
              </a:xfrm>
            </p:grpSpPr>
            <p:sp>
              <p:nvSpPr>
                <p:cNvPr id="18619" name="Freeform 1189"/>
                <p:cNvSpPr/>
                <p:nvPr/>
              </p:nvSpPr>
              <p:spPr>
                <a:xfrm>
                  <a:off x="1740" y="2642"/>
                  <a:ext cx="752" cy="327"/>
                </a:xfrm>
                <a:custGeom>
                  <a:avLst/>
                  <a:gdLst/>
                  <a:ahLst/>
                  <a:cxnLst>
                    <a:cxn ang="0">
                      <a:pos x="293" y="0"/>
                    </a:cxn>
                    <a:cxn ang="0">
                      <a:pos x="752" y="124"/>
                    </a:cxn>
                    <a:cxn ang="0">
                      <a:pos x="470" y="327"/>
                    </a:cxn>
                    <a:cxn ang="0">
                      <a:pos x="0" y="183"/>
                    </a:cxn>
                    <a:cxn ang="0">
                      <a:pos x="293" y="0"/>
                    </a:cxn>
                  </a:cxnLst>
                  <a:rect l="0" t="0" r="0" b="0"/>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18620" name="Freeform 1190"/>
                <p:cNvSpPr/>
                <p:nvPr/>
              </p:nvSpPr>
              <p:spPr>
                <a:xfrm>
                  <a:off x="1754" y="2649"/>
                  <a:ext cx="726" cy="311"/>
                </a:xfrm>
                <a:custGeom>
                  <a:avLst/>
                  <a:gdLst/>
                  <a:ahLst/>
                  <a:cxnLst>
                    <a:cxn ang="0">
                      <a:pos x="282" y="0"/>
                    </a:cxn>
                    <a:cxn ang="0">
                      <a:pos x="726" y="119"/>
                    </a:cxn>
                    <a:cxn ang="0">
                      <a:pos x="457" y="311"/>
                    </a:cxn>
                    <a:cxn ang="0">
                      <a:pos x="0" y="173"/>
                    </a:cxn>
                    <a:cxn ang="0">
                      <a:pos x="282" y="0"/>
                    </a:cxn>
                  </a:cxnLst>
                  <a:rect l="0" t="0" r="0" b="0"/>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18621" name="Freeform 1191"/>
                <p:cNvSpPr/>
                <p:nvPr/>
              </p:nvSpPr>
              <p:spPr>
                <a:xfrm>
                  <a:off x="1808" y="2770"/>
                  <a:ext cx="258" cy="100"/>
                </a:xfrm>
                <a:custGeom>
                  <a:avLst/>
                  <a:gdLst/>
                  <a:ahLst/>
                  <a:cxnLst>
                    <a:cxn ang="0">
                      <a:pos x="0" y="44"/>
                    </a:cxn>
                    <a:cxn ang="0">
                      <a:pos x="75" y="0"/>
                    </a:cxn>
                    <a:cxn ang="0">
                      <a:pos x="258" y="50"/>
                    </a:cxn>
                    <a:cxn ang="0">
                      <a:pos x="183" y="100"/>
                    </a:cxn>
                    <a:cxn ang="0">
                      <a:pos x="0" y="44"/>
                    </a:cxn>
                  </a:cxnLst>
                  <a:rect l="0" t="0" r="0" b="0"/>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18622" name="Freeform 1192"/>
                <p:cNvSpPr/>
                <p:nvPr/>
              </p:nvSpPr>
              <p:spPr>
                <a:xfrm>
                  <a:off x="1799" y="2816"/>
                  <a:ext cx="194" cy="63"/>
                </a:xfrm>
                <a:custGeom>
                  <a:avLst/>
                  <a:gdLst/>
                  <a:ahLst/>
                  <a:cxnLst>
                    <a:cxn ang="0">
                      <a:pos x="12" y="0"/>
                    </a:cxn>
                    <a:cxn ang="0">
                      <a:pos x="194" y="53"/>
                    </a:cxn>
                    <a:cxn ang="0">
                      <a:pos x="180" y="63"/>
                    </a:cxn>
                    <a:cxn ang="0">
                      <a:pos x="0" y="9"/>
                    </a:cxn>
                    <a:cxn ang="0">
                      <a:pos x="12" y="0"/>
                    </a:cxn>
                  </a:cxnLst>
                  <a:rect l="0" t="0" r="0" b="0"/>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18623" name="Freeform 1193"/>
                <p:cNvSpPr/>
                <p:nvPr/>
              </p:nvSpPr>
              <p:spPr>
                <a:xfrm>
                  <a:off x="2020" y="2834"/>
                  <a:ext cx="258" cy="102"/>
                </a:xfrm>
                <a:custGeom>
                  <a:avLst/>
                  <a:gdLst/>
                  <a:ahLst/>
                  <a:cxnLst>
                    <a:cxn ang="0">
                      <a:pos x="0" y="46"/>
                    </a:cxn>
                    <a:cxn ang="0">
                      <a:pos x="71" y="0"/>
                    </a:cxn>
                    <a:cxn ang="0">
                      <a:pos x="258" y="52"/>
                    </a:cxn>
                    <a:cxn ang="0">
                      <a:pos x="183" y="102"/>
                    </a:cxn>
                    <a:cxn ang="0">
                      <a:pos x="0" y="46"/>
                    </a:cxn>
                  </a:cxnLst>
                  <a:rect l="0" t="0" r="0" b="0"/>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18624" name="Freeform 1194"/>
                <p:cNvSpPr/>
                <p:nvPr/>
              </p:nvSpPr>
              <p:spPr>
                <a:xfrm>
                  <a:off x="2011" y="2882"/>
                  <a:ext cx="194" cy="63"/>
                </a:xfrm>
                <a:custGeom>
                  <a:avLst/>
                  <a:gdLst/>
                  <a:ahLst/>
                  <a:cxnLst>
                    <a:cxn ang="0">
                      <a:pos x="12" y="0"/>
                    </a:cxn>
                    <a:cxn ang="0">
                      <a:pos x="194" y="53"/>
                    </a:cxn>
                    <a:cxn ang="0">
                      <a:pos x="180" y="63"/>
                    </a:cxn>
                    <a:cxn ang="0">
                      <a:pos x="0" y="9"/>
                    </a:cxn>
                    <a:cxn ang="0">
                      <a:pos x="12" y="0"/>
                    </a:cxn>
                  </a:cxnLst>
                  <a:rect l="0" t="0" r="0" b="0"/>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18613" name="Freeform 1195"/>
              <p:cNvSpPr/>
              <p:nvPr/>
            </p:nvSpPr>
            <p:spPr>
              <a:xfrm>
                <a:off x="2577" y="3043"/>
                <a:ext cx="614" cy="514"/>
              </a:xfrm>
              <a:custGeom>
                <a:avLst/>
                <a:gdLst/>
                <a:ahLst/>
                <a:cxnLst>
                  <a:cxn ang="0">
                    <a:pos x="1" y="10"/>
                  </a:cxn>
                  <a:cxn ang="0">
                    <a:pos x="9" y="0"/>
                  </a:cxn>
                  <a:cxn ang="0">
                    <a:pos x="9" y="1"/>
                  </a:cxn>
                  <a:cxn ang="0">
                    <a:pos x="0" y="10"/>
                  </a:cxn>
                  <a:cxn ang="0">
                    <a:pos x="1" y="10"/>
                  </a:cxn>
                </a:cxnLst>
                <a:rect l="0" t="0" r="0" b="0"/>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18614" name="Freeform 1196"/>
              <p:cNvSpPr/>
              <p:nvPr/>
            </p:nvSpPr>
            <p:spPr>
              <a:xfrm>
                <a:off x="1010" y="3084"/>
                <a:ext cx="1571" cy="469"/>
              </a:xfrm>
              <a:custGeom>
                <a:avLst/>
                <a:gdLst/>
                <a:ahLst/>
                <a:cxnLst>
                  <a:cxn ang="0">
                    <a:pos x="1" y="0"/>
                  </a:cxn>
                  <a:cxn ang="0">
                    <a:pos x="1" y="0"/>
                  </a:cxn>
                  <a:cxn ang="0">
                    <a:pos x="22" y="9"/>
                  </a:cxn>
                  <a:cxn ang="0">
                    <a:pos x="22" y="10"/>
                  </a:cxn>
                  <a:cxn ang="0">
                    <a:pos x="0" y="1"/>
                  </a:cxn>
                  <a:cxn ang="0">
                    <a:pos x="1"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18615" name="Freeform 1197"/>
              <p:cNvSpPr/>
              <p:nvPr/>
            </p:nvSpPr>
            <p:spPr>
              <a:xfrm>
                <a:off x="1011" y="2998"/>
                <a:ext cx="17" cy="95"/>
              </a:xfrm>
              <a:custGeom>
                <a:avLst/>
                <a:gdLst/>
                <a:ahLst/>
                <a:cxnLst>
                  <a:cxn ang="0">
                    <a:pos x="1" y="1"/>
                  </a:cxn>
                  <a:cxn ang="0">
                    <a:pos x="1" y="2"/>
                  </a:cxn>
                  <a:cxn ang="0">
                    <a:pos x="0" y="2"/>
                  </a:cxn>
                  <a:cxn ang="0">
                    <a:pos x="1" y="0"/>
                  </a:cxn>
                  <a:cxn ang="0">
                    <a:pos x="1" y="1"/>
                  </a:cxn>
                </a:cxnLst>
                <a:rect l="0" t="0" r="0" b="0"/>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18616" name="Freeform 1198"/>
              <p:cNvSpPr/>
              <p:nvPr/>
            </p:nvSpPr>
            <p:spPr>
              <a:xfrm>
                <a:off x="1012" y="2611"/>
                <a:ext cx="730" cy="393"/>
              </a:xfrm>
              <a:custGeom>
                <a:avLst/>
                <a:gdLst/>
                <a:ahLst/>
                <a:cxnLst>
                  <a:cxn ang="0">
                    <a:pos x="10" y="0"/>
                  </a:cxn>
                  <a:cxn ang="0">
                    <a:pos x="0" y="8"/>
                  </a:cxn>
                  <a:cxn ang="0">
                    <a:pos x="1" y="8"/>
                  </a:cxn>
                  <a:cxn ang="0">
                    <a:pos x="10" y="1"/>
                  </a:cxn>
                  <a:cxn ang="0">
                    <a:pos x="10" y="0"/>
                  </a:cxn>
                </a:cxnLst>
                <a:rect l="0" t="0" r="0" b="0"/>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18617" name="Freeform 1199"/>
              <p:cNvSpPr/>
              <p:nvPr/>
            </p:nvSpPr>
            <p:spPr>
              <a:xfrm>
                <a:off x="1061" y="3018"/>
                <a:ext cx="1490" cy="451"/>
              </a:xfrm>
              <a:custGeom>
                <a:avLst/>
                <a:gdLst/>
                <a:ahLst/>
                <a:cxnLst>
                  <a:cxn ang="0">
                    <a:pos x="1" y="0"/>
                  </a:cxn>
                  <a:cxn ang="0">
                    <a:pos x="1" y="0"/>
                  </a:cxn>
                  <a:cxn ang="0">
                    <a:pos x="12" y="6"/>
                  </a:cxn>
                  <a:cxn ang="0">
                    <a:pos x="12" y="6"/>
                  </a:cxn>
                  <a:cxn ang="0">
                    <a:pos x="0" y="1"/>
                  </a:cxn>
                  <a:cxn ang="0">
                    <a:pos x="1"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18618" name="Freeform 1200"/>
              <p:cNvSpPr/>
              <p:nvPr/>
            </p:nvSpPr>
            <p:spPr>
              <a:xfrm flipV="1">
                <a:off x="2549" y="2986"/>
                <a:ext cx="608" cy="467"/>
              </a:xfrm>
              <a:custGeom>
                <a:avLst/>
                <a:gdLst/>
                <a:ahLst/>
                <a:cxnLst>
                  <a:cxn ang="0">
                    <a:pos x="0" y="0"/>
                  </a:cxn>
                  <a:cxn ang="0">
                    <a:pos x="0" y="0"/>
                  </a:cxn>
                  <a:cxn ang="0">
                    <a:pos x="0" y="9"/>
                  </a:cxn>
                  <a:cxn ang="0">
                    <a:pos x="0" y="9"/>
                  </a:cxn>
                  <a:cxn ang="0">
                    <a:pos x="0" y="1"/>
                  </a:cxn>
                  <a:cxn ang="0">
                    <a:pos x="0"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18527" name="Group 1201"/>
            <p:cNvGrpSpPr/>
            <p:nvPr/>
          </p:nvGrpSpPr>
          <p:grpSpPr>
            <a:xfrm>
              <a:off x="4329" y="3456"/>
              <a:ext cx="299" cy="257"/>
              <a:chOff x="877" y="1008"/>
              <a:chExt cx="2747" cy="2591"/>
            </a:xfrm>
          </p:grpSpPr>
          <p:pic>
            <p:nvPicPr>
              <p:cNvPr id="18579" name="Picture 1202" descr="antenna_stylized"/>
              <p:cNvPicPr>
                <a:picLocks noChangeAspect="1"/>
              </p:cNvPicPr>
              <p:nvPr/>
            </p:nvPicPr>
            <p:blipFill>
              <a:blip r:embed="rId15"/>
              <a:stretch>
                <a:fillRect/>
              </a:stretch>
            </p:blipFill>
            <p:spPr>
              <a:xfrm>
                <a:off x="877" y="1008"/>
                <a:ext cx="2725" cy="1421"/>
              </a:xfrm>
              <a:prstGeom prst="rect">
                <a:avLst/>
              </a:prstGeom>
              <a:noFill/>
              <a:ln w="9525">
                <a:noFill/>
              </a:ln>
            </p:spPr>
          </p:pic>
          <p:pic>
            <p:nvPicPr>
              <p:cNvPr id="18580" name="Picture 1203" descr="laptop_keyboard"/>
              <p:cNvPicPr>
                <a:picLocks noChangeAspect="1"/>
              </p:cNvPicPr>
              <p:nvPr/>
            </p:nvPicPr>
            <p:blipFill>
              <a:blip r:embed="rId16"/>
              <a:stretch>
                <a:fillRect/>
              </a:stretch>
            </p:blipFill>
            <p:spPr>
              <a:xfrm rot="109064" flipH="1">
                <a:off x="1009" y="2586"/>
                <a:ext cx="2245" cy="1013"/>
              </a:xfrm>
              <a:prstGeom prst="rect">
                <a:avLst/>
              </a:prstGeom>
              <a:noFill/>
              <a:ln w="9525">
                <a:noFill/>
              </a:ln>
            </p:spPr>
          </p:pic>
          <p:sp>
            <p:nvSpPr>
              <p:cNvPr id="18581" name="Freeform 1204"/>
              <p:cNvSpPr/>
              <p:nvPr/>
            </p:nvSpPr>
            <p:spPr>
              <a:xfrm>
                <a:off x="1753" y="1603"/>
                <a:ext cx="1807" cy="1322"/>
              </a:xfrm>
              <a:custGeom>
                <a:avLst/>
                <a:gdLst/>
                <a:ahLst/>
                <a:cxnLst>
                  <a:cxn ang="0">
                    <a:pos x="4" y="0"/>
                  </a:cxn>
                  <a:cxn ang="0">
                    <a:pos x="0" y="4"/>
                  </a:cxn>
                  <a:cxn ang="0">
                    <a:pos x="16" y="5"/>
                  </a:cxn>
                  <a:cxn ang="0">
                    <a:pos x="20" y="1"/>
                  </a:cxn>
                  <a:cxn ang="0">
                    <a:pos x="4" y="0"/>
                  </a:cxn>
                </a:cxnLst>
                <a:rect l="0" t="0" r="0" b="0"/>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18582" name="Picture 1205" descr="screen"/>
              <p:cNvPicPr>
                <a:picLocks noChangeAspect="1"/>
              </p:cNvPicPr>
              <p:nvPr/>
            </p:nvPicPr>
            <p:blipFill>
              <a:blip r:embed="rId17"/>
              <a:stretch>
                <a:fillRect/>
              </a:stretch>
            </p:blipFill>
            <p:spPr>
              <a:xfrm>
                <a:off x="1842" y="1637"/>
                <a:ext cx="1642" cy="1203"/>
              </a:xfrm>
              <a:prstGeom prst="rect">
                <a:avLst/>
              </a:prstGeom>
              <a:noFill/>
              <a:ln w="9525">
                <a:noFill/>
              </a:ln>
            </p:spPr>
          </p:pic>
          <p:sp>
            <p:nvSpPr>
              <p:cNvPr id="18583" name="Freeform 1206"/>
              <p:cNvSpPr/>
              <p:nvPr/>
            </p:nvSpPr>
            <p:spPr>
              <a:xfrm>
                <a:off x="2082" y="1564"/>
                <a:ext cx="1531" cy="246"/>
              </a:xfrm>
              <a:custGeom>
                <a:avLst/>
                <a:gdLst/>
                <a:ahLst/>
                <a:cxnLst>
                  <a:cxn ang="0">
                    <a:pos x="1" y="0"/>
                  </a:cxn>
                  <a:cxn ang="0">
                    <a:pos x="17" y="1"/>
                  </a:cxn>
                  <a:cxn ang="0">
                    <a:pos x="16" y="1"/>
                  </a:cxn>
                  <a:cxn ang="0">
                    <a:pos x="0" y="1"/>
                  </a:cxn>
                  <a:cxn ang="0">
                    <a:pos x="1" y="0"/>
                  </a:cxn>
                </a:cxnLst>
                <a:rect l="0" t="0" r="0" b="0"/>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18584" name="Freeform 1207"/>
              <p:cNvSpPr/>
              <p:nvPr/>
            </p:nvSpPr>
            <p:spPr>
              <a:xfrm>
                <a:off x="1737" y="1562"/>
                <a:ext cx="425" cy="1024"/>
              </a:xfrm>
              <a:custGeom>
                <a:avLst/>
                <a:gdLst/>
                <a:ahLst/>
                <a:cxnLst>
                  <a:cxn ang="0">
                    <a:pos x="4" y="0"/>
                  </a:cxn>
                  <a:cxn ang="0">
                    <a:pos x="0" y="4"/>
                  </a:cxn>
                  <a:cxn ang="0">
                    <a:pos x="1" y="4"/>
                  </a:cxn>
                  <a:cxn ang="0">
                    <a:pos x="5" y="1"/>
                  </a:cxn>
                  <a:cxn ang="0">
                    <a:pos x="4" y="0"/>
                  </a:cxn>
                </a:cxnLst>
                <a:rect l="0" t="0" r="0" b="0"/>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18585" name="Freeform 1208"/>
              <p:cNvSpPr/>
              <p:nvPr/>
            </p:nvSpPr>
            <p:spPr>
              <a:xfrm>
                <a:off x="3144" y="1745"/>
                <a:ext cx="458" cy="1182"/>
              </a:xfrm>
              <a:custGeom>
                <a:avLst/>
                <a:gdLst/>
                <a:ahLst/>
                <a:cxnLst>
                  <a:cxn ang="0">
                    <a:pos x="5" y="0"/>
                  </a:cxn>
                  <a:cxn ang="0">
                    <a:pos x="1" y="5"/>
                  </a:cxn>
                  <a:cxn ang="0">
                    <a:pos x="0" y="5"/>
                  </a:cxn>
                  <a:cxn ang="0">
                    <a:pos x="4" y="1"/>
                  </a:cxn>
                  <a:cxn ang="0">
                    <a:pos x="5" y="0"/>
                  </a:cxn>
                </a:cxnLst>
                <a:rect l="0" t="0" r="0" b="0"/>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18586" name="Freeform 1209"/>
              <p:cNvSpPr/>
              <p:nvPr/>
            </p:nvSpPr>
            <p:spPr>
              <a:xfrm>
                <a:off x="1732" y="2534"/>
                <a:ext cx="1680" cy="399"/>
              </a:xfrm>
              <a:custGeom>
                <a:avLst/>
                <a:gdLst/>
                <a:ahLst/>
                <a:cxnLst>
                  <a:cxn ang="0">
                    <a:pos x="1" y="0"/>
                  </a:cxn>
                  <a:cxn ang="0">
                    <a:pos x="0" y="1"/>
                  </a:cxn>
                  <a:cxn ang="0">
                    <a:pos x="16" y="2"/>
                  </a:cxn>
                  <a:cxn ang="0">
                    <a:pos x="16" y="1"/>
                  </a:cxn>
                  <a:cxn ang="0">
                    <a:pos x="1" y="0"/>
                  </a:cxn>
                </a:cxnLst>
                <a:rect l="0" t="0" r="0" b="0"/>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18587" name="Freeform 1210"/>
              <p:cNvSpPr/>
              <p:nvPr/>
            </p:nvSpPr>
            <p:spPr>
              <a:xfrm>
                <a:off x="3195" y="1755"/>
                <a:ext cx="429" cy="1187"/>
              </a:xfrm>
              <a:custGeom>
                <a:avLst/>
                <a:gdLst/>
                <a:ahLst/>
                <a:cxnLst>
                  <a:cxn ang="0">
                    <a:pos x="12" y="0"/>
                  </a:cxn>
                  <a:cxn ang="0">
                    <a:pos x="12" y="0"/>
                  </a:cxn>
                  <a:cxn ang="0">
                    <a:pos x="1" y="59"/>
                  </a:cxn>
                  <a:cxn ang="0">
                    <a:pos x="0" y="57"/>
                  </a:cxn>
                  <a:cxn ang="0">
                    <a:pos x="12" y="0"/>
                  </a:cxn>
                </a:cxnLst>
                <a:rect l="0" t="0" r="0" b="0"/>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18588" name="Freeform 1211"/>
              <p:cNvSpPr/>
              <p:nvPr/>
            </p:nvSpPr>
            <p:spPr>
              <a:xfrm>
                <a:off x="1734" y="2587"/>
                <a:ext cx="1494" cy="394"/>
              </a:xfrm>
              <a:custGeom>
                <a:avLst/>
                <a:gdLst/>
                <a:ahLst/>
                <a:cxnLst>
                  <a:cxn ang="0">
                    <a:pos x="0" y="0"/>
                  </a:cxn>
                  <a:cxn ang="0">
                    <a:pos x="1" y="2"/>
                  </a:cxn>
                  <a:cxn ang="0">
                    <a:pos x="42" y="20"/>
                  </a:cxn>
                  <a:cxn ang="0">
                    <a:pos x="42" y="17"/>
                  </a:cxn>
                  <a:cxn ang="0">
                    <a:pos x="0" y="0"/>
                  </a:cxn>
                </a:cxnLst>
                <a:rect l="0" t="0" r="0" b="0"/>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18589" name="Group 1212"/>
              <p:cNvGrpSpPr/>
              <p:nvPr/>
            </p:nvGrpSpPr>
            <p:grpSpPr>
              <a:xfrm>
                <a:off x="1709" y="3008"/>
                <a:ext cx="507" cy="234"/>
                <a:chOff x="1740" y="2642"/>
                <a:chExt cx="752" cy="327"/>
              </a:xfrm>
            </p:grpSpPr>
            <p:sp>
              <p:nvSpPr>
                <p:cNvPr id="18596" name="Freeform 1213"/>
                <p:cNvSpPr/>
                <p:nvPr/>
              </p:nvSpPr>
              <p:spPr>
                <a:xfrm>
                  <a:off x="1740" y="2642"/>
                  <a:ext cx="752" cy="327"/>
                </a:xfrm>
                <a:custGeom>
                  <a:avLst/>
                  <a:gdLst/>
                  <a:ahLst/>
                  <a:cxnLst>
                    <a:cxn ang="0">
                      <a:pos x="293" y="0"/>
                    </a:cxn>
                    <a:cxn ang="0">
                      <a:pos x="752" y="124"/>
                    </a:cxn>
                    <a:cxn ang="0">
                      <a:pos x="470" y="327"/>
                    </a:cxn>
                    <a:cxn ang="0">
                      <a:pos x="0" y="183"/>
                    </a:cxn>
                    <a:cxn ang="0">
                      <a:pos x="293" y="0"/>
                    </a:cxn>
                  </a:cxnLst>
                  <a:rect l="0" t="0" r="0" b="0"/>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18597" name="Freeform 1214"/>
                <p:cNvSpPr/>
                <p:nvPr/>
              </p:nvSpPr>
              <p:spPr>
                <a:xfrm>
                  <a:off x="1754" y="2649"/>
                  <a:ext cx="726" cy="311"/>
                </a:xfrm>
                <a:custGeom>
                  <a:avLst/>
                  <a:gdLst/>
                  <a:ahLst/>
                  <a:cxnLst>
                    <a:cxn ang="0">
                      <a:pos x="282" y="0"/>
                    </a:cxn>
                    <a:cxn ang="0">
                      <a:pos x="726" y="119"/>
                    </a:cxn>
                    <a:cxn ang="0">
                      <a:pos x="457" y="311"/>
                    </a:cxn>
                    <a:cxn ang="0">
                      <a:pos x="0" y="173"/>
                    </a:cxn>
                    <a:cxn ang="0">
                      <a:pos x="282" y="0"/>
                    </a:cxn>
                  </a:cxnLst>
                  <a:rect l="0" t="0" r="0" b="0"/>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18598" name="Freeform 1215"/>
                <p:cNvSpPr/>
                <p:nvPr/>
              </p:nvSpPr>
              <p:spPr>
                <a:xfrm>
                  <a:off x="1808" y="2770"/>
                  <a:ext cx="258" cy="100"/>
                </a:xfrm>
                <a:custGeom>
                  <a:avLst/>
                  <a:gdLst/>
                  <a:ahLst/>
                  <a:cxnLst>
                    <a:cxn ang="0">
                      <a:pos x="0" y="44"/>
                    </a:cxn>
                    <a:cxn ang="0">
                      <a:pos x="75" y="0"/>
                    </a:cxn>
                    <a:cxn ang="0">
                      <a:pos x="258" y="50"/>
                    </a:cxn>
                    <a:cxn ang="0">
                      <a:pos x="183" y="100"/>
                    </a:cxn>
                    <a:cxn ang="0">
                      <a:pos x="0" y="44"/>
                    </a:cxn>
                  </a:cxnLst>
                  <a:rect l="0" t="0" r="0" b="0"/>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18599" name="Freeform 1216"/>
                <p:cNvSpPr/>
                <p:nvPr/>
              </p:nvSpPr>
              <p:spPr>
                <a:xfrm>
                  <a:off x="1799" y="2816"/>
                  <a:ext cx="194" cy="63"/>
                </a:xfrm>
                <a:custGeom>
                  <a:avLst/>
                  <a:gdLst/>
                  <a:ahLst/>
                  <a:cxnLst>
                    <a:cxn ang="0">
                      <a:pos x="12" y="0"/>
                    </a:cxn>
                    <a:cxn ang="0">
                      <a:pos x="194" y="53"/>
                    </a:cxn>
                    <a:cxn ang="0">
                      <a:pos x="180" y="63"/>
                    </a:cxn>
                    <a:cxn ang="0">
                      <a:pos x="0" y="9"/>
                    </a:cxn>
                    <a:cxn ang="0">
                      <a:pos x="12" y="0"/>
                    </a:cxn>
                  </a:cxnLst>
                  <a:rect l="0" t="0" r="0" b="0"/>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18600" name="Freeform 1217"/>
                <p:cNvSpPr/>
                <p:nvPr/>
              </p:nvSpPr>
              <p:spPr>
                <a:xfrm>
                  <a:off x="2020" y="2834"/>
                  <a:ext cx="258" cy="102"/>
                </a:xfrm>
                <a:custGeom>
                  <a:avLst/>
                  <a:gdLst/>
                  <a:ahLst/>
                  <a:cxnLst>
                    <a:cxn ang="0">
                      <a:pos x="0" y="46"/>
                    </a:cxn>
                    <a:cxn ang="0">
                      <a:pos x="71" y="0"/>
                    </a:cxn>
                    <a:cxn ang="0">
                      <a:pos x="258" y="52"/>
                    </a:cxn>
                    <a:cxn ang="0">
                      <a:pos x="183" y="102"/>
                    </a:cxn>
                    <a:cxn ang="0">
                      <a:pos x="0" y="46"/>
                    </a:cxn>
                  </a:cxnLst>
                  <a:rect l="0" t="0" r="0" b="0"/>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18601" name="Freeform 1218"/>
                <p:cNvSpPr/>
                <p:nvPr/>
              </p:nvSpPr>
              <p:spPr>
                <a:xfrm>
                  <a:off x="2011" y="2882"/>
                  <a:ext cx="194" cy="63"/>
                </a:xfrm>
                <a:custGeom>
                  <a:avLst/>
                  <a:gdLst/>
                  <a:ahLst/>
                  <a:cxnLst>
                    <a:cxn ang="0">
                      <a:pos x="12" y="0"/>
                    </a:cxn>
                    <a:cxn ang="0">
                      <a:pos x="194" y="53"/>
                    </a:cxn>
                    <a:cxn ang="0">
                      <a:pos x="180" y="63"/>
                    </a:cxn>
                    <a:cxn ang="0">
                      <a:pos x="0" y="9"/>
                    </a:cxn>
                    <a:cxn ang="0">
                      <a:pos x="12" y="0"/>
                    </a:cxn>
                  </a:cxnLst>
                  <a:rect l="0" t="0" r="0" b="0"/>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18590" name="Freeform 1219"/>
              <p:cNvSpPr/>
              <p:nvPr/>
            </p:nvSpPr>
            <p:spPr>
              <a:xfrm>
                <a:off x="2577" y="3043"/>
                <a:ext cx="614" cy="514"/>
              </a:xfrm>
              <a:custGeom>
                <a:avLst/>
                <a:gdLst/>
                <a:ahLst/>
                <a:cxnLst>
                  <a:cxn ang="0">
                    <a:pos x="1" y="10"/>
                  </a:cxn>
                  <a:cxn ang="0">
                    <a:pos x="9" y="0"/>
                  </a:cxn>
                  <a:cxn ang="0">
                    <a:pos x="9" y="1"/>
                  </a:cxn>
                  <a:cxn ang="0">
                    <a:pos x="0" y="10"/>
                  </a:cxn>
                  <a:cxn ang="0">
                    <a:pos x="1" y="10"/>
                  </a:cxn>
                </a:cxnLst>
                <a:rect l="0" t="0" r="0" b="0"/>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18591" name="Freeform 1220"/>
              <p:cNvSpPr/>
              <p:nvPr/>
            </p:nvSpPr>
            <p:spPr>
              <a:xfrm>
                <a:off x="1010" y="3084"/>
                <a:ext cx="1571" cy="469"/>
              </a:xfrm>
              <a:custGeom>
                <a:avLst/>
                <a:gdLst/>
                <a:ahLst/>
                <a:cxnLst>
                  <a:cxn ang="0">
                    <a:pos x="1" y="0"/>
                  </a:cxn>
                  <a:cxn ang="0">
                    <a:pos x="1" y="0"/>
                  </a:cxn>
                  <a:cxn ang="0">
                    <a:pos x="22" y="9"/>
                  </a:cxn>
                  <a:cxn ang="0">
                    <a:pos x="22" y="10"/>
                  </a:cxn>
                  <a:cxn ang="0">
                    <a:pos x="0" y="1"/>
                  </a:cxn>
                  <a:cxn ang="0">
                    <a:pos x="1"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18592" name="Freeform 1221"/>
              <p:cNvSpPr/>
              <p:nvPr/>
            </p:nvSpPr>
            <p:spPr>
              <a:xfrm>
                <a:off x="1011" y="2998"/>
                <a:ext cx="17" cy="95"/>
              </a:xfrm>
              <a:custGeom>
                <a:avLst/>
                <a:gdLst/>
                <a:ahLst/>
                <a:cxnLst>
                  <a:cxn ang="0">
                    <a:pos x="1" y="1"/>
                  </a:cxn>
                  <a:cxn ang="0">
                    <a:pos x="1" y="2"/>
                  </a:cxn>
                  <a:cxn ang="0">
                    <a:pos x="0" y="2"/>
                  </a:cxn>
                  <a:cxn ang="0">
                    <a:pos x="1" y="0"/>
                  </a:cxn>
                  <a:cxn ang="0">
                    <a:pos x="1" y="1"/>
                  </a:cxn>
                </a:cxnLst>
                <a:rect l="0" t="0" r="0" b="0"/>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18593" name="Freeform 1222"/>
              <p:cNvSpPr/>
              <p:nvPr/>
            </p:nvSpPr>
            <p:spPr>
              <a:xfrm>
                <a:off x="1012" y="2611"/>
                <a:ext cx="730" cy="393"/>
              </a:xfrm>
              <a:custGeom>
                <a:avLst/>
                <a:gdLst/>
                <a:ahLst/>
                <a:cxnLst>
                  <a:cxn ang="0">
                    <a:pos x="10" y="0"/>
                  </a:cxn>
                  <a:cxn ang="0">
                    <a:pos x="0" y="8"/>
                  </a:cxn>
                  <a:cxn ang="0">
                    <a:pos x="1" y="8"/>
                  </a:cxn>
                  <a:cxn ang="0">
                    <a:pos x="10" y="1"/>
                  </a:cxn>
                  <a:cxn ang="0">
                    <a:pos x="10" y="0"/>
                  </a:cxn>
                </a:cxnLst>
                <a:rect l="0" t="0" r="0" b="0"/>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18594" name="Freeform 1223"/>
              <p:cNvSpPr/>
              <p:nvPr/>
            </p:nvSpPr>
            <p:spPr>
              <a:xfrm>
                <a:off x="1061" y="3018"/>
                <a:ext cx="1490" cy="451"/>
              </a:xfrm>
              <a:custGeom>
                <a:avLst/>
                <a:gdLst/>
                <a:ahLst/>
                <a:cxnLst>
                  <a:cxn ang="0">
                    <a:pos x="1" y="0"/>
                  </a:cxn>
                  <a:cxn ang="0">
                    <a:pos x="1" y="0"/>
                  </a:cxn>
                  <a:cxn ang="0">
                    <a:pos x="12" y="6"/>
                  </a:cxn>
                  <a:cxn ang="0">
                    <a:pos x="12" y="6"/>
                  </a:cxn>
                  <a:cxn ang="0">
                    <a:pos x="0" y="1"/>
                  </a:cxn>
                  <a:cxn ang="0">
                    <a:pos x="1"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18595" name="Freeform 1224"/>
              <p:cNvSpPr/>
              <p:nvPr/>
            </p:nvSpPr>
            <p:spPr>
              <a:xfrm flipV="1">
                <a:off x="2549" y="2986"/>
                <a:ext cx="608" cy="467"/>
              </a:xfrm>
              <a:custGeom>
                <a:avLst/>
                <a:gdLst/>
                <a:ahLst/>
                <a:cxnLst>
                  <a:cxn ang="0">
                    <a:pos x="0" y="0"/>
                  </a:cxn>
                  <a:cxn ang="0">
                    <a:pos x="0" y="0"/>
                  </a:cxn>
                  <a:cxn ang="0">
                    <a:pos x="0" y="9"/>
                  </a:cxn>
                  <a:cxn ang="0">
                    <a:pos x="0" y="9"/>
                  </a:cxn>
                  <a:cxn ang="0">
                    <a:pos x="0" y="1"/>
                  </a:cxn>
                  <a:cxn ang="0">
                    <a:pos x="0"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18528" name="Group 1225"/>
            <p:cNvGrpSpPr/>
            <p:nvPr/>
          </p:nvGrpSpPr>
          <p:grpSpPr>
            <a:xfrm>
              <a:off x="3503" y="1916"/>
              <a:ext cx="280" cy="257"/>
              <a:chOff x="877" y="1008"/>
              <a:chExt cx="2747" cy="2591"/>
            </a:xfrm>
          </p:grpSpPr>
          <p:pic>
            <p:nvPicPr>
              <p:cNvPr id="18556" name="Picture 1226" descr="antenna_stylized"/>
              <p:cNvPicPr>
                <a:picLocks noChangeAspect="1"/>
              </p:cNvPicPr>
              <p:nvPr/>
            </p:nvPicPr>
            <p:blipFill>
              <a:blip r:embed="rId18"/>
              <a:stretch>
                <a:fillRect/>
              </a:stretch>
            </p:blipFill>
            <p:spPr>
              <a:xfrm>
                <a:off x="877" y="1008"/>
                <a:ext cx="2725" cy="1421"/>
              </a:xfrm>
              <a:prstGeom prst="rect">
                <a:avLst/>
              </a:prstGeom>
              <a:noFill/>
              <a:ln w="9525">
                <a:noFill/>
              </a:ln>
            </p:spPr>
          </p:pic>
          <p:pic>
            <p:nvPicPr>
              <p:cNvPr id="18557" name="Picture 1227" descr="laptop_keyboard"/>
              <p:cNvPicPr>
                <a:picLocks noChangeAspect="1"/>
              </p:cNvPicPr>
              <p:nvPr/>
            </p:nvPicPr>
            <p:blipFill>
              <a:blip r:embed="rId19"/>
              <a:stretch>
                <a:fillRect/>
              </a:stretch>
            </p:blipFill>
            <p:spPr>
              <a:xfrm rot="109064" flipH="1">
                <a:off x="1009" y="2586"/>
                <a:ext cx="2245" cy="1013"/>
              </a:xfrm>
              <a:prstGeom prst="rect">
                <a:avLst/>
              </a:prstGeom>
              <a:noFill/>
              <a:ln w="9525">
                <a:noFill/>
              </a:ln>
            </p:spPr>
          </p:pic>
          <p:sp>
            <p:nvSpPr>
              <p:cNvPr id="18558" name="Freeform 1228"/>
              <p:cNvSpPr/>
              <p:nvPr/>
            </p:nvSpPr>
            <p:spPr>
              <a:xfrm>
                <a:off x="1753" y="1603"/>
                <a:ext cx="1807" cy="1322"/>
              </a:xfrm>
              <a:custGeom>
                <a:avLst/>
                <a:gdLst/>
                <a:ahLst/>
                <a:cxnLst>
                  <a:cxn ang="0">
                    <a:pos x="4" y="0"/>
                  </a:cxn>
                  <a:cxn ang="0">
                    <a:pos x="0" y="4"/>
                  </a:cxn>
                  <a:cxn ang="0">
                    <a:pos x="16" y="5"/>
                  </a:cxn>
                  <a:cxn ang="0">
                    <a:pos x="20" y="1"/>
                  </a:cxn>
                  <a:cxn ang="0">
                    <a:pos x="4" y="0"/>
                  </a:cxn>
                </a:cxnLst>
                <a:rect l="0" t="0" r="0" b="0"/>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18559" name="Picture 1229" descr="screen"/>
              <p:cNvPicPr>
                <a:picLocks noChangeAspect="1"/>
              </p:cNvPicPr>
              <p:nvPr/>
            </p:nvPicPr>
            <p:blipFill>
              <a:blip r:embed="rId20"/>
              <a:stretch>
                <a:fillRect/>
              </a:stretch>
            </p:blipFill>
            <p:spPr>
              <a:xfrm>
                <a:off x="1842" y="1637"/>
                <a:ext cx="1642" cy="1203"/>
              </a:xfrm>
              <a:prstGeom prst="rect">
                <a:avLst/>
              </a:prstGeom>
              <a:noFill/>
              <a:ln w="9525">
                <a:noFill/>
              </a:ln>
            </p:spPr>
          </p:pic>
          <p:sp>
            <p:nvSpPr>
              <p:cNvPr id="18560" name="Freeform 1230"/>
              <p:cNvSpPr/>
              <p:nvPr/>
            </p:nvSpPr>
            <p:spPr>
              <a:xfrm>
                <a:off x="2082" y="1564"/>
                <a:ext cx="1531" cy="246"/>
              </a:xfrm>
              <a:custGeom>
                <a:avLst/>
                <a:gdLst/>
                <a:ahLst/>
                <a:cxnLst>
                  <a:cxn ang="0">
                    <a:pos x="1" y="0"/>
                  </a:cxn>
                  <a:cxn ang="0">
                    <a:pos x="17" y="1"/>
                  </a:cxn>
                  <a:cxn ang="0">
                    <a:pos x="16" y="1"/>
                  </a:cxn>
                  <a:cxn ang="0">
                    <a:pos x="0" y="1"/>
                  </a:cxn>
                  <a:cxn ang="0">
                    <a:pos x="1" y="0"/>
                  </a:cxn>
                </a:cxnLst>
                <a:rect l="0" t="0" r="0" b="0"/>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18561" name="Freeform 1231"/>
              <p:cNvSpPr/>
              <p:nvPr/>
            </p:nvSpPr>
            <p:spPr>
              <a:xfrm>
                <a:off x="1737" y="1562"/>
                <a:ext cx="425" cy="1024"/>
              </a:xfrm>
              <a:custGeom>
                <a:avLst/>
                <a:gdLst/>
                <a:ahLst/>
                <a:cxnLst>
                  <a:cxn ang="0">
                    <a:pos x="4" y="0"/>
                  </a:cxn>
                  <a:cxn ang="0">
                    <a:pos x="0" y="4"/>
                  </a:cxn>
                  <a:cxn ang="0">
                    <a:pos x="1" y="4"/>
                  </a:cxn>
                  <a:cxn ang="0">
                    <a:pos x="5" y="1"/>
                  </a:cxn>
                  <a:cxn ang="0">
                    <a:pos x="4" y="0"/>
                  </a:cxn>
                </a:cxnLst>
                <a:rect l="0" t="0" r="0" b="0"/>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18562" name="Freeform 1232"/>
              <p:cNvSpPr/>
              <p:nvPr/>
            </p:nvSpPr>
            <p:spPr>
              <a:xfrm>
                <a:off x="3144" y="1745"/>
                <a:ext cx="458" cy="1182"/>
              </a:xfrm>
              <a:custGeom>
                <a:avLst/>
                <a:gdLst/>
                <a:ahLst/>
                <a:cxnLst>
                  <a:cxn ang="0">
                    <a:pos x="5" y="0"/>
                  </a:cxn>
                  <a:cxn ang="0">
                    <a:pos x="1" y="5"/>
                  </a:cxn>
                  <a:cxn ang="0">
                    <a:pos x="0" y="5"/>
                  </a:cxn>
                  <a:cxn ang="0">
                    <a:pos x="4" y="1"/>
                  </a:cxn>
                  <a:cxn ang="0">
                    <a:pos x="5" y="0"/>
                  </a:cxn>
                </a:cxnLst>
                <a:rect l="0" t="0" r="0" b="0"/>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18563" name="Freeform 1233"/>
              <p:cNvSpPr/>
              <p:nvPr/>
            </p:nvSpPr>
            <p:spPr>
              <a:xfrm>
                <a:off x="1732" y="2534"/>
                <a:ext cx="1680" cy="399"/>
              </a:xfrm>
              <a:custGeom>
                <a:avLst/>
                <a:gdLst/>
                <a:ahLst/>
                <a:cxnLst>
                  <a:cxn ang="0">
                    <a:pos x="1" y="0"/>
                  </a:cxn>
                  <a:cxn ang="0">
                    <a:pos x="0" y="1"/>
                  </a:cxn>
                  <a:cxn ang="0">
                    <a:pos x="16" y="2"/>
                  </a:cxn>
                  <a:cxn ang="0">
                    <a:pos x="16" y="1"/>
                  </a:cxn>
                  <a:cxn ang="0">
                    <a:pos x="1" y="0"/>
                  </a:cxn>
                </a:cxnLst>
                <a:rect l="0" t="0" r="0" b="0"/>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18564" name="Freeform 1234"/>
              <p:cNvSpPr/>
              <p:nvPr/>
            </p:nvSpPr>
            <p:spPr>
              <a:xfrm>
                <a:off x="3195" y="1755"/>
                <a:ext cx="429" cy="1187"/>
              </a:xfrm>
              <a:custGeom>
                <a:avLst/>
                <a:gdLst/>
                <a:ahLst/>
                <a:cxnLst>
                  <a:cxn ang="0">
                    <a:pos x="12" y="0"/>
                  </a:cxn>
                  <a:cxn ang="0">
                    <a:pos x="12" y="0"/>
                  </a:cxn>
                  <a:cxn ang="0">
                    <a:pos x="1" y="59"/>
                  </a:cxn>
                  <a:cxn ang="0">
                    <a:pos x="0" y="57"/>
                  </a:cxn>
                  <a:cxn ang="0">
                    <a:pos x="12" y="0"/>
                  </a:cxn>
                </a:cxnLst>
                <a:rect l="0" t="0" r="0" b="0"/>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18565" name="Freeform 1235"/>
              <p:cNvSpPr/>
              <p:nvPr/>
            </p:nvSpPr>
            <p:spPr>
              <a:xfrm>
                <a:off x="1734" y="2587"/>
                <a:ext cx="1494" cy="394"/>
              </a:xfrm>
              <a:custGeom>
                <a:avLst/>
                <a:gdLst/>
                <a:ahLst/>
                <a:cxnLst>
                  <a:cxn ang="0">
                    <a:pos x="0" y="0"/>
                  </a:cxn>
                  <a:cxn ang="0">
                    <a:pos x="1" y="2"/>
                  </a:cxn>
                  <a:cxn ang="0">
                    <a:pos x="42" y="20"/>
                  </a:cxn>
                  <a:cxn ang="0">
                    <a:pos x="42" y="17"/>
                  </a:cxn>
                  <a:cxn ang="0">
                    <a:pos x="0" y="0"/>
                  </a:cxn>
                </a:cxnLst>
                <a:rect l="0" t="0" r="0" b="0"/>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18566" name="Group 1236"/>
              <p:cNvGrpSpPr/>
              <p:nvPr/>
            </p:nvGrpSpPr>
            <p:grpSpPr>
              <a:xfrm>
                <a:off x="1709" y="3008"/>
                <a:ext cx="507" cy="234"/>
                <a:chOff x="1740" y="2642"/>
                <a:chExt cx="752" cy="327"/>
              </a:xfrm>
            </p:grpSpPr>
            <p:sp>
              <p:nvSpPr>
                <p:cNvPr id="18573" name="Freeform 1237"/>
                <p:cNvSpPr/>
                <p:nvPr/>
              </p:nvSpPr>
              <p:spPr>
                <a:xfrm>
                  <a:off x="1740" y="2642"/>
                  <a:ext cx="752" cy="327"/>
                </a:xfrm>
                <a:custGeom>
                  <a:avLst/>
                  <a:gdLst/>
                  <a:ahLst/>
                  <a:cxnLst>
                    <a:cxn ang="0">
                      <a:pos x="293" y="0"/>
                    </a:cxn>
                    <a:cxn ang="0">
                      <a:pos x="752" y="124"/>
                    </a:cxn>
                    <a:cxn ang="0">
                      <a:pos x="470" y="327"/>
                    </a:cxn>
                    <a:cxn ang="0">
                      <a:pos x="0" y="183"/>
                    </a:cxn>
                    <a:cxn ang="0">
                      <a:pos x="293" y="0"/>
                    </a:cxn>
                  </a:cxnLst>
                  <a:rect l="0" t="0" r="0" b="0"/>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18574" name="Freeform 1238"/>
                <p:cNvSpPr/>
                <p:nvPr/>
              </p:nvSpPr>
              <p:spPr>
                <a:xfrm>
                  <a:off x="1754" y="2649"/>
                  <a:ext cx="726" cy="311"/>
                </a:xfrm>
                <a:custGeom>
                  <a:avLst/>
                  <a:gdLst/>
                  <a:ahLst/>
                  <a:cxnLst>
                    <a:cxn ang="0">
                      <a:pos x="282" y="0"/>
                    </a:cxn>
                    <a:cxn ang="0">
                      <a:pos x="726" y="119"/>
                    </a:cxn>
                    <a:cxn ang="0">
                      <a:pos x="457" y="311"/>
                    </a:cxn>
                    <a:cxn ang="0">
                      <a:pos x="0" y="173"/>
                    </a:cxn>
                    <a:cxn ang="0">
                      <a:pos x="282" y="0"/>
                    </a:cxn>
                  </a:cxnLst>
                  <a:rect l="0" t="0" r="0" b="0"/>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18575" name="Freeform 1239"/>
                <p:cNvSpPr/>
                <p:nvPr/>
              </p:nvSpPr>
              <p:spPr>
                <a:xfrm>
                  <a:off x="1808" y="2770"/>
                  <a:ext cx="258" cy="100"/>
                </a:xfrm>
                <a:custGeom>
                  <a:avLst/>
                  <a:gdLst/>
                  <a:ahLst/>
                  <a:cxnLst>
                    <a:cxn ang="0">
                      <a:pos x="0" y="44"/>
                    </a:cxn>
                    <a:cxn ang="0">
                      <a:pos x="75" y="0"/>
                    </a:cxn>
                    <a:cxn ang="0">
                      <a:pos x="258" y="50"/>
                    </a:cxn>
                    <a:cxn ang="0">
                      <a:pos x="183" y="100"/>
                    </a:cxn>
                    <a:cxn ang="0">
                      <a:pos x="0" y="44"/>
                    </a:cxn>
                  </a:cxnLst>
                  <a:rect l="0" t="0" r="0" b="0"/>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18576" name="Freeform 1240"/>
                <p:cNvSpPr/>
                <p:nvPr/>
              </p:nvSpPr>
              <p:spPr>
                <a:xfrm>
                  <a:off x="1799" y="2816"/>
                  <a:ext cx="194" cy="63"/>
                </a:xfrm>
                <a:custGeom>
                  <a:avLst/>
                  <a:gdLst/>
                  <a:ahLst/>
                  <a:cxnLst>
                    <a:cxn ang="0">
                      <a:pos x="12" y="0"/>
                    </a:cxn>
                    <a:cxn ang="0">
                      <a:pos x="194" y="53"/>
                    </a:cxn>
                    <a:cxn ang="0">
                      <a:pos x="180" y="63"/>
                    </a:cxn>
                    <a:cxn ang="0">
                      <a:pos x="0" y="9"/>
                    </a:cxn>
                    <a:cxn ang="0">
                      <a:pos x="12" y="0"/>
                    </a:cxn>
                  </a:cxnLst>
                  <a:rect l="0" t="0" r="0" b="0"/>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18577" name="Freeform 1241"/>
                <p:cNvSpPr/>
                <p:nvPr/>
              </p:nvSpPr>
              <p:spPr>
                <a:xfrm>
                  <a:off x="2020" y="2834"/>
                  <a:ext cx="258" cy="102"/>
                </a:xfrm>
                <a:custGeom>
                  <a:avLst/>
                  <a:gdLst/>
                  <a:ahLst/>
                  <a:cxnLst>
                    <a:cxn ang="0">
                      <a:pos x="0" y="46"/>
                    </a:cxn>
                    <a:cxn ang="0">
                      <a:pos x="71" y="0"/>
                    </a:cxn>
                    <a:cxn ang="0">
                      <a:pos x="258" y="52"/>
                    </a:cxn>
                    <a:cxn ang="0">
                      <a:pos x="183" y="102"/>
                    </a:cxn>
                    <a:cxn ang="0">
                      <a:pos x="0" y="46"/>
                    </a:cxn>
                  </a:cxnLst>
                  <a:rect l="0" t="0" r="0" b="0"/>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18578" name="Freeform 1242"/>
                <p:cNvSpPr/>
                <p:nvPr/>
              </p:nvSpPr>
              <p:spPr>
                <a:xfrm>
                  <a:off x="2011" y="2882"/>
                  <a:ext cx="194" cy="63"/>
                </a:xfrm>
                <a:custGeom>
                  <a:avLst/>
                  <a:gdLst/>
                  <a:ahLst/>
                  <a:cxnLst>
                    <a:cxn ang="0">
                      <a:pos x="12" y="0"/>
                    </a:cxn>
                    <a:cxn ang="0">
                      <a:pos x="194" y="53"/>
                    </a:cxn>
                    <a:cxn ang="0">
                      <a:pos x="180" y="63"/>
                    </a:cxn>
                    <a:cxn ang="0">
                      <a:pos x="0" y="9"/>
                    </a:cxn>
                    <a:cxn ang="0">
                      <a:pos x="12" y="0"/>
                    </a:cxn>
                  </a:cxnLst>
                  <a:rect l="0" t="0" r="0" b="0"/>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18567" name="Freeform 1243"/>
              <p:cNvSpPr/>
              <p:nvPr/>
            </p:nvSpPr>
            <p:spPr>
              <a:xfrm>
                <a:off x="2577" y="3043"/>
                <a:ext cx="614" cy="514"/>
              </a:xfrm>
              <a:custGeom>
                <a:avLst/>
                <a:gdLst/>
                <a:ahLst/>
                <a:cxnLst>
                  <a:cxn ang="0">
                    <a:pos x="1" y="10"/>
                  </a:cxn>
                  <a:cxn ang="0">
                    <a:pos x="9" y="0"/>
                  </a:cxn>
                  <a:cxn ang="0">
                    <a:pos x="9" y="1"/>
                  </a:cxn>
                  <a:cxn ang="0">
                    <a:pos x="0" y="10"/>
                  </a:cxn>
                  <a:cxn ang="0">
                    <a:pos x="1" y="10"/>
                  </a:cxn>
                </a:cxnLst>
                <a:rect l="0" t="0" r="0" b="0"/>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18568" name="Freeform 1244"/>
              <p:cNvSpPr/>
              <p:nvPr/>
            </p:nvSpPr>
            <p:spPr>
              <a:xfrm>
                <a:off x="1010" y="3084"/>
                <a:ext cx="1571" cy="469"/>
              </a:xfrm>
              <a:custGeom>
                <a:avLst/>
                <a:gdLst/>
                <a:ahLst/>
                <a:cxnLst>
                  <a:cxn ang="0">
                    <a:pos x="1" y="0"/>
                  </a:cxn>
                  <a:cxn ang="0">
                    <a:pos x="1" y="0"/>
                  </a:cxn>
                  <a:cxn ang="0">
                    <a:pos x="22" y="9"/>
                  </a:cxn>
                  <a:cxn ang="0">
                    <a:pos x="22" y="10"/>
                  </a:cxn>
                  <a:cxn ang="0">
                    <a:pos x="0" y="1"/>
                  </a:cxn>
                  <a:cxn ang="0">
                    <a:pos x="1"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18569" name="Freeform 1245"/>
              <p:cNvSpPr/>
              <p:nvPr/>
            </p:nvSpPr>
            <p:spPr>
              <a:xfrm>
                <a:off x="1011" y="2998"/>
                <a:ext cx="17" cy="95"/>
              </a:xfrm>
              <a:custGeom>
                <a:avLst/>
                <a:gdLst/>
                <a:ahLst/>
                <a:cxnLst>
                  <a:cxn ang="0">
                    <a:pos x="1" y="1"/>
                  </a:cxn>
                  <a:cxn ang="0">
                    <a:pos x="1" y="2"/>
                  </a:cxn>
                  <a:cxn ang="0">
                    <a:pos x="0" y="2"/>
                  </a:cxn>
                  <a:cxn ang="0">
                    <a:pos x="1" y="0"/>
                  </a:cxn>
                  <a:cxn ang="0">
                    <a:pos x="1" y="1"/>
                  </a:cxn>
                </a:cxnLst>
                <a:rect l="0" t="0" r="0" b="0"/>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18570" name="Freeform 1246"/>
              <p:cNvSpPr/>
              <p:nvPr/>
            </p:nvSpPr>
            <p:spPr>
              <a:xfrm>
                <a:off x="1012" y="2611"/>
                <a:ext cx="730" cy="393"/>
              </a:xfrm>
              <a:custGeom>
                <a:avLst/>
                <a:gdLst/>
                <a:ahLst/>
                <a:cxnLst>
                  <a:cxn ang="0">
                    <a:pos x="10" y="0"/>
                  </a:cxn>
                  <a:cxn ang="0">
                    <a:pos x="0" y="8"/>
                  </a:cxn>
                  <a:cxn ang="0">
                    <a:pos x="1" y="8"/>
                  </a:cxn>
                  <a:cxn ang="0">
                    <a:pos x="10" y="1"/>
                  </a:cxn>
                  <a:cxn ang="0">
                    <a:pos x="10" y="0"/>
                  </a:cxn>
                </a:cxnLst>
                <a:rect l="0" t="0" r="0" b="0"/>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18571" name="Freeform 1247"/>
              <p:cNvSpPr/>
              <p:nvPr/>
            </p:nvSpPr>
            <p:spPr>
              <a:xfrm>
                <a:off x="1061" y="3018"/>
                <a:ext cx="1490" cy="451"/>
              </a:xfrm>
              <a:custGeom>
                <a:avLst/>
                <a:gdLst/>
                <a:ahLst/>
                <a:cxnLst>
                  <a:cxn ang="0">
                    <a:pos x="1" y="0"/>
                  </a:cxn>
                  <a:cxn ang="0">
                    <a:pos x="1" y="0"/>
                  </a:cxn>
                  <a:cxn ang="0">
                    <a:pos x="12" y="6"/>
                  </a:cxn>
                  <a:cxn ang="0">
                    <a:pos x="12" y="6"/>
                  </a:cxn>
                  <a:cxn ang="0">
                    <a:pos x="0" y="1"/>
                  </a:cxn>
                  <a:cxn ang="0">
                    <a:pos x="1"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18572" name="Freeform 1248"/>
              <p:cNvSpPr/>
              <p:nvPr/>
            </p:nvSpPr>
            <p:spPr>
              <a:xfrm flipV="1">
                <a:off x="2549" y="2986"/>
                <a:ext cx="608" cy="467"/>
              </a:xfrm>
              <a:custGeom>
                <a:avLst/>
                <a:gdLst/>
                <a:ahLst/>
                <a:cxnLst>
                  <a:cxn ang="0">
                    <a:pos x="0" y="0"/>
                  </a:cxn>
                  <a:cxn ang="0">
                    <a:pos x="0" y="0"/>
                  </a:cxn>
                  <a:cxn ang="0">
                    <a:pos x="0" y="9"/>
                  </a:cxn>
                  <a:cxn ang="0">
                    <a:pos x="0" y="9"/>
                  </a:cxn>
                  <a:cxn ang="0">
                    <a:pos x="0" y="1"/>
                  </a:cxn>
                  <a:cxn ang="0">
                    <a:pos x="0"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18529" name="Group 1249"/>
            <p:cNvGrpSpPr/>
            <p:nvPr/>
          </p:nvGrpSpPr>
          <p:grpSpPr>
            <a:xfrm flipH="1">
              <a:off x="3742" y="2030"/>
              <a:ext cx="261" cy="235"/>
              <a:chOff x="2839" y="3501"/>
              <a:chExt cx="755" cy="803"/>
            </a:xfrm>
          </p:grpSpPr>
          <p:pic>
            <p:nvPicPr>
              <p:cNvPr id="18554" name="Picture 1250" descr="desktop_computer_stylized_medium"/>
              <p:cNvPicPr>
                <a:picLocks noChangeAspect="1"/>
              </p:cNvPicPr>
              <p:nvPr/>
            </p:nvPicPr>
            <p:blipFill>
              <a:blip r:embed="rId6"/>
              <a:stretch>
                <a:fillRect/>
              </a:stretch>
            </p:blipFill>
            <p:spPr>
              <a:xfrm>
                <a:off x="2839" y="3501"/>
                <a:ext cx="755" cy="803"/>
              </a:xfrm>
              <a:prstGeom prst="rect">
                <a:avLst/>
              </a:prstGeom>
              <a:noFill/>
              <a:ln w="9525">
                <a:noFill/>
              </a:ln>
            </p:spPr>
          </p:pic>
          <p:sp>
            <p:nvSpPr>
              <p:cNvPr id="18555" name="Freeform 1251"/>
              <p:cNvSpPr/>
              <p:nvPr/>
            </p:nvSpPr>
            <p:spPr>
              <a:xfrm>
                <a:off x="2916" y="3578"/>
                <a:ext cx="356" cy="368"/>
              </a:xfrm>
              <a:custGeom>
                <a:avLst/>
                <a:gdLst/>
                <a:ahLst/>
                <a:cxnLst>
                  <a:cxn ang="0">
                    <a:pos x="0" y="0"/>
                  </a:cxn>
                  <a:cxn ang="0">
                    <a:pos x="300" y="14"/>
                  </a:cxn>
                  <a:cxn ang="0">
                    <a:pos x="356" y="294"/>
                  </a:cxn>
                  <a:cxn ang="0">
                    <a:pos x="78" y="36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8530" name="Group 1252"/>
            <p:cNvGrpSpPr/>
            <p:nvPr/>
          </p:nvGrpSpPr>
          <p:grpSpPr>
            <a:xfrm>
              <a:off x="4603" y="3416"/>
              <a:ext cx="299" cy="257"/>
              <a:chOff x="877" y="1008"/>
              <a:chExt cx="2747" cy="2591"/>
            </a:xfrm>
          </p:grpSpPr>
          <p:pic>
            <p:nvPicPr>
              <p:cNvPr id="18531" name="Picture 1253" descr="antenna_stylized"/>
              <p:cNvPicPr>
                <a:picLocks noChangeAspect="1"/>
              </p:cNvPicPr>
              <p:nvPr/>
            </p:nvPicPr>
            <p:blipFill>
              <a:blip r:embed="rId15"/>
              <a:stretch>
                <a:fillRect/>
              </a:stretch>
            </p:blipFill>
            <p:spPr>
              <a:xfrm>
                <a:off x="877" y="1008"/>
                <a:ext cx="2725" cy="1421"/>
              </a:xfrm>
              <a:prstGeom prst="rect">
                <a:avLst/>
              </a:prstGeom>
              <a:noFill/>
              <a:ln w="9525">
                <a:noFill/>
              </a:ln>
            </p:spPr>
          </p:pic>
          <p:pic>
            <p:nvPicPr>
              <p:cNvPr id="18532" name="Picture 1254" descr="laptop_keyboard"/>
              <p:cNvPicPr>
                <a:picLocks noChangeAspect="1"/>
              </p:cNvPicPr>
              <p:nvPr/>
            </p:nvPicPr>
            <p:blipFill>
              <a:blip r:embed="rId16"/>
              <a:stretch>
                <a:fillRect/>
              </a:stretch>
            </p:blipFill>
            <p:spPr>
              <a:xfrm rot="109064" flipH="1">
                <a:off x="1009" y="2586"/>
                <a:ext cx="2245" cy="1013"/>
              </a:xfrm>
              <a:prstGeom prst="rect">
                <a:avLst/>
              </a:prstGeom>
              <a:noFill/>
              <a:ln w="9525">
                <a:noFill/>
              </a:ln>
            </p:spPr>
          </p:pic>
          <p:sp>
            <p:nvSpPr>
              <p:cNvPr id="18533" name="Freeform 1255"/>
              <p:cNvSpPr/>
              <p:nvPr/>
            </p:nvSpPr>
            <p:spPr>
              <a:xfrm>
                <a:off x="1753" y="1603"/>
                <a:ext cx="1807" cy="1322"/>
              </a:xfrm>
              <a:custGeom>
                <a:avLst/>
                <a:gdLst/>
                <a:ahLst/>
                <a:cxnLst>
                  <a:cxn ang="0">
                    <a:pos x="4" y="0"/>
                  </a:cxn>
                  <a:cxn ang="0">
                    <a:pos x="0" y="4"/>
                  </a:cxn>
                  <a:cxn ang="0">
                    <a:pos x="16" y="5"/>
                  </a:cxn>
                  <a:cxn ang="0">
                    <a:pos x="20" y="1"/>
                  </a:cxn>
                  <a:cxn ang="0">
                    <a:pos x="4" y="0"/>
                  </a:cxn>
                </a:cxnLst>
                <a:rect l="0" t="0" r="0" b="0"/>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18534" name="Picture 1256" descr="screen"/>
              <p:cNvPicPr>
                <a:picLocks noChangeAspect="1"/>
              </p:cNvPicPr>
              <p:nvPr/>
            </p:nvPicPr>
            <p:blipFill>
              <a:blip r:embed="rId17"/>
              <a:stretch>
                <a:fillRect/>
              </a:stretch>
            </p:blipFill>
            <p:spPr>
              <a:xfrm>
                <a:off x="1842" y="1637"/>
                <a:ext cx="1642" cy="1203"/>
              </a:xfrm>
              <a:prstGeom prst="rect">
                <a:avLst/>
              </a:prstGeom>
              <a:noFill/>
              <a:ln w="9525">
                <a:noFill/>
              </a:ln>
            </p:spPr>
          </p:pic>
          <p:sp>
            <p:nvSpPr>
              <p:cNvPr id="18535" name="Freeform 1257"/>
              <p:cNvSpPr/>
              <p:nvPr/>
            </p:nvSpPr>
            <p:spPr>
              <a:xfrm>
                <a:off x="2082" y="1564"/>
                <a:ext cx="1531" cy="246"/>
              </a:xfrm>
              <a:custGeom>
                <a:avLst/>
                <a:gdLst/>
                <a:ahLst/>
                <a:cxnLst>
                  <a:cxn ang="0">
                    <a:pos x="1" y="0"/>
                  </a:cxn>
                  <a:cxn ang="0">
                    <a:pos x="17" y="1"/>
                  </a:cxn>
                  <a:cxn ang="0">
                    <a:pos x="16" y="1"/>
                  </a:cxn>
                  <a:cxn ang="0">
                    <a:pos x="0" y="1"/>
                  </a:cxn>
                  <a:cxn ang="0">
                    <a:pos x="1" y="0"/>
                  </a:cxn>
                </a:cxnLst>
                <a:rect l="0" t="0" r="0" b="0"/>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18536" name="Freeform 1258"/>
              <p:cNvSpPr/>
              <p:nvPr/>
            </p:nvSpPr>
            <p:spPr>
              <a:xfrm>
                <a:off x="1737" y="1562"/>
                <a:ext cx="425" cy="1024"/>
              </a:xfrm>
              <a:custGeom>
                <a:avLst/>
                <a:gdLst/>
                <a:ahLst/>
                <a:cxnLst>
                  <a:cxn ang="0">
                    <a:pos x="4" y="0"/>
                  </a:cxn>
                  <a:cxn ang="0">
                    <a:pos x="0" y="4"/>
                  </a:cxn>
                  <a:cxn ang="0">
                    <a:pos x="1" y="4"/>
                  </a:cxn>
                  <a:cxn ang="0">
                    <a:pos x="5" y="1"/>
                  </a:cxn>
                  <a:cxn ang="0">
                    <a:pos x="4" y="0"/>
                  </a:cxn>
                </a:cxnLst>
                <a:rect l="0" t="0" r="0" b="0"/>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18537" name="Freeform 1259"/>
              <p:cNvSpPr/>
              <p:nvPr/>
            </p:nvSpPr>
            <p:spPr>
              <a:xfrm>
                <a:off x="3144" y="1745"/>
                <a:ext cx="458" cy="1182"/>
              </a:xfrm>
              <a:custGeom>
                <a:avLst/>
                <a:gdLst/>
                <a:ahLst/>
                <a:cxnLst>
                  <a:cxn ang="0">
                    <a:pos x="5" y="0"/>
                  </a:cxn>
                  <a:cxn ang="0">
                    <a:pos x="1" y="5"/>
                  </a:cxn>
                  <a:cxn ang="0">
                    <a:pos x="0" y="5"/>
                  </a:cxn>
                  <a:cxn ang="0">
                    <a:pos x="4" y="1"/>
                  </a:cxn>
                  <a:cxn ang="0">
                    <a:pos x="5" y="0"/>
                  </a:cxn>
                </a:cxnLst>
                <a:rect l="0" t="0" r="0" b="0"/>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18538" name="Freeform 1260"/>
              <p:cNvSpPr/>
              <p:nvPr/>
            </p:nvSpPr>
            <p:spPr>
              <a:xfrm>
                <a:off x="1732" y="2534"/>
                <a:ext cx="1680" cy="399"/>
              </a:xfrm>
              <a:custGeom>
                <a:avLst/>
                <a:gdLst/>
                <a:ahLst/>
                <a:cxnLst>
                  <a:cxn ang="0">
                    <a:pos x="1" y="0"/>
                  </a:cxn>
                  <a:cxn ang="0">
                    <a:pos x="0" y="1"/>
                  </a:cxn>
                  <a:cxn ang="0">
                    <a:pos x="16" y="2"/>
                  </a:cxn>
                  <a:cxn ang="0">
                    <a:pos x="16" y="1"/>
                  </a:cxn>
                  <a:cxn ang="0">
                    <a:pos x="1" y="0"/>
                  </a:cxn>
                </a:cxnLst>
                <a:rect l="0" t="0" r="0" b="0"/>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18539" name="Freeform 1261"/>
              <p:cNvSpPr/>
              <p:nvPr/>
            </p:nvSpPr>
            <p:spPr>
              <a:xfrm>
                <a:off x="3195" y="1755"/>
                <a:ext cx="429" cy="1187"/>
              </a:xfrm>
              <a:custGeom>
                <a:avLst/>
                <a:gdLst/>
                <a:ahLst/>
                <a:cxnLst>
                  <a:cxn ang="0">
                    <a:pos x="12" y="0"/>
                  </a:cxn>
                  <a:cxn ang="0">
                    <a:pos x="12" y="0"/>
                  </a:cxn>
                  <a:cxn ang="0">
                    <a:pos x="1" y="59"/>
                  </a:cxn>
                  <a:cxn ang="0">
                    <a:pos x="0" y="57"/>
                  </a:cxn>
                  <a:cxn ang="0">
                    <a:pos x="12" y="0"/>
                  </a:cxn>
                </a:cxnLst>
                <a:rect l="0" t="0" r="0" b="0"/>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18540" name="Freeform 1262"/>
              <p:cNvSpPr/>
              <p:nvPr/>
            </p:nvSpPr>
            <p:spPr>
              <a:xfrm>
                <a:off x="1734" y="2587"/>
                <a:ext cx="1494" cy="394"/>
              </a:xfrm>
              <a:custGeom>
                <a:avLst/>
                <a:gdLst/>
                <a:ahLst/>
                <a:cxnLst>
                  <a:cxn ang="0">
                    <a:pos x="0" y="0"/>
                  </a:cxn>
                  <a:cxn ang="0">
                    <a:pos x="1" y="2"/>
                  </a:cxn>
                  <a:cxn ang="0">
                    <a:pos x="42" y="20"/>
                  </a:cxn>
                  <a:cxn ang="0">
                    <a:pos x="42" y="17"/>
                  </a:cxn>
                  <a:cxn ang="0">
                    <a:pos x="0" y="0"/>
                  </a:cxn>
                </a:cxnLst>
                <a:rect l="0" t="0" r="0" b="0"/>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18541" name="Group 1263"/>
              <p:cNvGrpSpPr/>
              <p:nvPr/>
            </p:nvGrpSpPr>
            <p:grpSpPr>
              <a:xfrm>
                <a:off x="1709" y="3008"/>
                <a:ext cx="507" cy="234"/>
                <a:chOff x="1740" y="2642"/>
                <a:chExt cx="752" cy="327"/>
              </a:xfrm>
            </p:grpSpPr>
            <p:sp>
              <p:nvSpPr>
                <p:cNvPr id="18548" name="Freeform 1264"/>
                <p:cNvSpPr/>
                <p:nvPr/>
              </p:nvSpPr>
              <p:spPr>
                <a:xfrm>
                  <a:off x="1740" y="2642"/>
                  <a:ext cx="752" cy="327"/>
                </a:xfrm>
                <a:custGeom>
                  <a:avLst/>
                  <a:gdLst/>
                  <a:ahLst/>
                  <a:cxnLst>
                    <a:cxn ang="0">
                      <a:pos x="293" y="0"/>
                    </a:cxn>
                    <a:cxn ang="0">
                      <a:pos x="752" y="124"/>
                    </a:cxn>
                    <a:cxn ang="0">
                      <a:pos x="470" y="327"/>
                    </a:cxn>
                    <a:cxn ang="0">
                      <a:pos x="0" y="183"/>
                    </a:cxn>
                    <a:cxn ang="0">
                      <a:pos x="293" y="0"/>
                    </a:cxn>
                  </a:cxnLst>
                  <a:rect l="0" t="0" r="0" b="0"/>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18549" name="Freeform 1265"/>
                <p:cNvSpPr/>
                <p:nvPr/>
              </p:nvSpPr>
              <p:spPr>
                <a:xfrm>
                  <a:off x="1754" y="2649"/>
                  <a:ext cx="726" cy="311"/>
                </a:xfrm>
                <a:custGeom>
                  <a:avLst/>
                  <a:gdLst/>
                  <a:ahLst/>
                  <a:cxnLst>
                    <a:cxn ang="0">
                      <a:pos x="282" y="0"/>
                    </a:cxn>
                    <a:cxn ang="0">
                      <a:pos x="726" y="119"/>
                    </a:cxn>
                    <a:cxn ang="0">
                      <a:pos x="457" y="311"/>
                    </a:cxn>
                    <a:cxn ang="0">
                      <a:pos x="0" y="173"/>
                    </a:cxn>
                    <a:cxn ang="0">
                      <a:pos x="282" y="0"/>
                    </a:cxn>
                  </a:cxnLst>
                  <a:rect l="0" t="0" r="0" b="0"/>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18550" name="Freeform 1266"/>
                <p:cNvSpPr/>
                <p:nvPr/>
              </p:nvSpPr>
              <p:spPr>
                <a:xfrm>
                  <a:off x="1808" y="2770"/>
                  <a:ext cx="258" cy="100"/>
                </a:xfrm>
                <a:custGeom>
                  <a:avLst/>
                  <a:gdLst/>
                  <a:ahLst/>
                  <a:cxnLst>
                    <a:cxn ang="0">
                      <a:pos x="0" y="44"/>
                    </a:cxn>
                    <a:cxn ang="0">
                      <a:pos x="75" y="0"/>
                    </a:cxn>
                    <a:cxn ang="0">
                      <a:pos x="258" y="50"/>
                    </a:cxn>
                    <a:cxn ang="0">
                      <a:pos x="183" y="100"/>
                    </a:cxn>
                    <a:cxn ang="0">
                      <a:pos x="0" y="44"/>
                    </a:cxn>
                  </a:cxnLst>
                  <a:rect l="0" t="0" r="0" b="0"/>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18551" name="Freeform 1267"/>
                <p:cNvSpPr/>
                <p:nvPr/>
              </p:nvSpPr>
              <p:spPr>
                <a:xfrm>
                  <a:off x="1799" y="2816"/>
                  <a:ext cx="194" cy="63"/>
                </a:xfrm>
                <a:custGeom>
                  <a:avLst/>
                  <a:gdLst/>
                  <a:ahLst/>
                  <a:cxnLst>
                    <a:cxn ang="0">
                      <a:pos x="12" y="0"/>
                    </a:cxn>
                    <a:cxn ang="0">
                      <a:pos x="194" y="53"/>
                    </a:cxn>
                    <a:cxn ang="0">
                      <a:pos x="180" y="63"/>
                    </a:cxn>
                    <a:cxn ang="0">
                      <a:pos x="0" y="9"/>
                    </a:cxn>
                    <a:cxn ang="0">
                      <a:pos x="12" y="0"/>
                    </a:cxn>
                  </a:cxnLst>
                  <a:rect l="0" t="0" r="0" b="0"/>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18552" name="Freeform 1268"/>
                <p:cNvSpPr/>
                <p:nvPr/>
              </p:nvSpPr>
              <p:spPr>
                <a:xfrm>
                  <a:off x="2020" y="2834"/>
                  <a:ext cx="258" cy="102"/>
                </a:xfrm>
                <a:custGeom>
                  <a:avLst/>
                  <a:gdLst/>
                  <a:ahLst/>
                  <a:cxnLst>
                    <a:cxn ang="0">
                      <a:pos x="0" y="46"/>
                    </a:cxn>
                    <a:cxn ang="0">
                      <a:pos x="71" y="0"/>
                    </a:cxn>
                    <a:cxn ang="0">
                      <a:pos x="258" y="52"/>
                    </a:cxn>
                    <a:cxn ang="0">
                      <a:pos x="183" y="102"/>
                    </a:cxn>
                    <a:cxn ang="0">
                      <a:pos x="0" y="46"/>
                    </a:cxn>
                  </a:cxnLst>
                  <a:rect l="0" t="0" r="0" b="0"/>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18553" name="Freeform 1269"/>
                <p:cNvSpPr/>
                <p:nvPr/>
              </p:nvSpPr>
              <p:spPr>
                <a:xfrm>
                  <a:off x="2011" y="2882"/>
                  <a:ext cx="194" cy="63"/>
                </a:xfrm>
                <a:custGeom>
                  <a:avLst/>
                  <a:gdLst/>
                  <a:ahLst/>
                  <a:cxnLst>
                    <a:cxn ang="0">
                      <a:pos x="12" y="0"/>
                    </a:cxn>
                    <a:cxn ang="0">
                      <a:pos x="194" y="53"/>
                    </a:cxn>
                    <a:cxn ang="0">
                      <a:pos x="180" y="63"/>
                    </a:cxn>
                    <a:cxn ang="0">
                      <a:pos x="0" y="9"/>
                    </a:cxn>
                    <a:cxn ang="0">
                      <a:pos x="12" y="0"/>
                    </a:cxn>
                  </a:cxnLst>
                  <a:rect l="0" t="0" r="0" b="0"/>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18542" name="Freeform 1270"/>
              <p:cNvSpPr/>
              <p:nvPr/>
            </p:nvSpPr>
            <p:spPr>
              <a:xfrm>
                <a:off x="2577" y="3043"/>
                <a:ext cx="614" cy="514"/>
              </a:xfrm>
              <a:custGeom>
                <a:avLst/>
                <a:gdLst/>
                <a:ahLst/>
                <a:cxnLst>
                  <a:cxn ang="0">
                    <a:pos x="1" y="10"/>
                  </a:cxn>
                  <a:cxn ang="0">
                    <a:pos x="9" y="0"/>
                  </a:cxn>
                  <a:cxn ang="0">
                    <a:pos x="9" y="1"/>
                  </a:cxn>
                  <a:cxn ang="0">
                    <a:pos x="0" y="10"/>
                  </a:cxn>
                  <a:cxn ang="0">
                    <a:pos x="1" y="10"/>
                  </a:cxn>
                </a:cxnLst>
                <a:rect l="0" t="0" r="0" b="0"/>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18543" name="Freeform 1271"/>
              <p:cNvSpPr/>
              <p:nvPr/>
            </p:nvSpPr>
            <p:spPr>
              <a:xfrm>
                <a:off x="1010" y="3084"/>
                <a:ext cx="1571" cy="469"/>
              </a:xfrm>
              <a:custGeom>
                <a:avLst/>
                <a:gdLst/>
                <a:ahLst/>
                <a:cxnLst>
                  <a:cxn ang="0">
                    <a:pos x="1" y="0"/>
                  </a:cxn>
                  <a:cxn ang="0">
                    <a:pos x="1" y="0"/>
                  </a:cxn>
                  <a:cxn ang="0">
                    <a:pos x="22" y="9"/>
                  </a:cxn>
                  <a:cxn ang="0">
                    <a:pos x="22" y="10"/>
                  </a:cxn>
                  <a:cxn ang="0">
                    <a:pos x="0" y="1"/>
                  </a:cxn>
                  <a:cxn ang="0">
                    <a:pos x="1"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18544" name="Freeform 1272"/>
              <p:cNvSpPr/>
              <p:nvPr/>
            </p:nvSpPr>
            <p:spPr>
              <a:xfrm>
                <a:off x="1011" y="2998"/>
                <a:ext cx="17" cy="95"/>
              </a:xfrm>
              <a:custGeom>
                <a:avLst/>
                <a:gdLst/>
                <a:ahLst/>
                <a:cxnLst>
                  <a:cxn ang="0">
                    <a:pos x="1" y="1"/>
                  </a:cxn>
                  <a:cxn ang="0">
                    <a:pos x="1" y="2"/>
                  </a:cxn>
                  <a:cxn ang="0">
                    <a:pos x="0" y="2"/>
                  </a:cxn>
                  <a:cxn ang="0">
                    <a:pos x="1" y="0"/>
                  </a:cxn>
                  <a:cxn ang="0">
                    <a:pos x="1" y="1"/>
                  </a:cxn>
                </a:cxnLst>
                <a:rect l="0" t="0" r="0" b="0"/>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18545" name="Freeform 1273"/>
              <p:cNvSpPr/>
              <p:nvPr/>
            </p:nvSpPr>
            <p:spPr>
              <a:xfrm>
                <a:off x="1012" y="2611"/>
                <a:ext cx="730" cy="393"/>
              </a:xfrm>
              <a:custGeom>
                <a:avLst/>
                <a:gdLst/>
                <a:ahLst/>
                <a:cxnLst>
                  <a:cxn ang="0">
                    <a:pos x="10" y="0"/>
                  </a:cxn>
                  <a:cxn ang="0">
                    <a:pos x="0" y="8"/>
                  </a:cxn>
                  <a:cxn ang="0">
                    <a:pos x="1" y="8"/>
                  </a:cxn>
                  <a:cxn ang="0">
                    <a:pos x="10" y="1"/>
                  </a:cxn>
                  <a:cxn ang="0">
                    <a:pos x="10" y="0"/>
                  </a:cxn>
                </a:cxnLst>
                <a:rect l="0" t="0" r="0" b="0"/>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18546" name="Freeform 1274"/>
              <p:cNvSpPr/>
              <p:nvPr/>
            </p:nvSpPr>
            <p:spPr>
              <a:xfrm>
                <a:off x="1061" y="3018"/>
                <a:ext cx="1490" cy="451"/>
              </a:xfrm>
              <a:custGeom>
                <a:avLst/>
                <a:gdLst/>
                <a:ahLst/>
                <a:cxnLst>
                  <a:cxn ang="0">
                    <a:pos x="1" y="0"/>
                  </a:cxn>
                  <a:cxn ang="0">
                    <a:pos x="1" y="0"/>
                  </a:cxn>
                  <a:cxn ang="0">
                    <a:pos x="12" y="6"/>
                  </a:cxn>
                  <a:cxn ang="0">
                    <a:pos x="12" y="6"/>
                  </a:cxn>
                  <a:cxn ang="0">
                    <a:pos x="0" y="1"/>
                  </a:cxn>
                  <a:cxn ang="0">
                    <a:pos x="1"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18547" name="Freeform 1275"/>
              <p:cNvSpPr/>
              <p:nvPr/>
            </p:nvSpPr>
            <p:spPr>
              <a:xfrm flipV="1">
                <a:off x="2549" y="2986"/>
                <a:ext cx="608" cy="467"/>
              </a:xfrm>
              <a:custGeom>
                <a:avLst/>
                <a:gdLst/>
                <a:ahLst/>
                <a:cxnLst>
                  <a:cxn ang="0">
                    <a:pos x="0" y="0"/>
                  </a:cxn>
                  <a:cxn ang="0">
                    <a:pos x="0" y="0"/>
                  </a:cxn>
                  <a:cxn ang="0">
                    <a:pos x="0" y="9"/>
                  </a:cxn>
                  <a:cxn ang="0">
                    <a:pos x="0" y="9"/>
                  </a:cxn>
                  <a:cxn ang="0">
                    <a:pos x="0" y="1"/>
                  </a:cxn>
                  <a:cxn ang="0">
                    <a:pos x="0" y="0"/>
                  </a:cxn>
                </a:cxnLst>
                <a:rect l="0" t="0" r="0" b="0"/>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pic>
        <p:nvPicPr>
          <p:cNvPr id="18436" name="Picture 864" descr="underline_base"/>
          <p:cNvPicPr/>
          <p:nvPr/>
        </p:nvPicPr>
        <p:blipFill>
          <a:blip r:embed="rId21"/>
          <a:stretch>
            <a:fillRect/>
          </a:stretch>
        </p:blipFill>
        <p:spPr>
          <a:xfrm>
            <a:off x="404813" y="1035050"/>
            <a:ext cx="7769225" cy="173038"/>
          </a:xfrm>
          <a:prstGeom prst="rect">
            <a:avLst/>
          </a:prstGeom>
          <a:noFill/>
          <a:ln w="9525">
            <a:noFill/>
          </a:ln>
        </p:spPr>
      </p:pic>
      <p:sp>
        <p:nvSpPr>
          <p:cNvPr id="4102" name="Rectangle 2"/>
          <p:cNvSpPr>
            <a:spLocks noGrp="1" noChangeArrowheads="1"/>
          </p:cNvSpPr>
          <p:nvPr>
            <p:ph type="title"/>
          </p:nvPr>
        </p:nvSpPr>
        <p:spPr>
          <a:xfrm>
            <a:off x="304800" y="228600"/>
            <a:ext cx="8382000" cy="11430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Gill Sans MT" charset="0"/>
                <a:ea typeface="MS PGothic" charset="0"/>
                <a:cs typeface="+mj-cs"/>
              </a:rPr>
              <a:t>Transport services and protocols</a:t>
            </a:r>
          </a:p>
        </p:txBody>
      </p:sp>
      <p:sp>
        <p:nvSpPr>
          <p:cNvPr id="4103" name="Rectangle 3"/>
          <p:cNvSpPr>
            <a:spLocks noGrp="1" noChangeArrowheads="1"/>
          </p:cNvSpPr>
          <p:nvPr>
            <p:ph sz="half" idx="1"/>
          </p:nvPr>
        </p:nvSpPr>
        <p:spPr>
          <a:xfrm>
            <a:off x="438150" y="1371600"/>
            <a:ext cx="4572000" cy="5114925"/>
          </a:xfrm>
        </p:spPr>
        <p:txBody>
          <a:bodyPr vert="horz" wrap="square" lIns="91440" tIns="45720" rIns="91440" bIns="45720" numCol="1" anchor="t" anchorCtr="0" compatLnSpc="1"/>
          <a:lstStyle/>
          <a:p>
            <a:pPr marL="284480" marR="0" lvl="0" indent="-28448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400" b="0" i="0" u="none" strike="noStrike" kern="0" cap="none" spc="0" normalizeH="0" baseline="0" noProof="0">
                <a:ln>
                  <a:noFill/>
                </a:ln>
                <a:solidFill>
                  <a:schemeClr val="tx1"/>
                </a:solidFill>
                <a:effectLst/>
                <a:uLnTx/>
                <a:uFillTx/>
                <a:latin typeface="Gill Sans MT" charset="0"/>
                <a:ea typeface="MS PGothic" charset="0"/>
                <a:cs typeface="+mn-cs"/>
              </a:rPr>
              <a:t>provide</a:t>
            </a:r>
            <a:r>
              <a:rPr kumimoji="0" lang="en-US" sz="2400" b="0" i="1" u="none" strike="noStrike" kern="0" cap="none" spc="0" normalizeH="0" baseline="0" noProof="0">
                <a:ln>
                  <a:noFill/>
                </a:ln>
                <a:solidFill>
                  <a:srgbClr val="FF0000"/>
                </a:solidFill>
                <a:effectLst/>
                <a:uLnTx/>
                <a:uFillTx/>
                <a:latin typeface="Gill Sans MT" charset="0"/>
                <a:ea typeface="MS PGothic" charset="0"/>
                <a:cs typeface="+mn-cs"/>
              </a:rPr>
              <a:t> </a:t>
            </a:r>
            <a:r>
              <a:rPr kumimoji="0" lang="en-US" sz="2400" b="0" i="1" u="none" strike="noStrike" kern="0" cap="none" spc="0" normalizeH="0" baseline="0" noProof="0">
                <a:ln>
                  <a:noFill/>
                </a:ln>
                <a:solidFill>
                  <a:srgbClr val="CC0000"/>
                </a:solidFill>
                <a:effectLst/>
                <a:uLnTx/>
                <a:uFillTx/>
                <a:latin typeface="Gill Sans MT" charset="0"/>
                <a:ea typeface="MS PGothic" charset="0"/>
                <a:cs typeface="+mn-cs"/>
              </a:rPr>
              <a:t>logical communication</a:t>
            </a:r>
            <a:r>
              <a:rPr kumimoji="0" lang="en-US" sz="2400" b="0" i="0" u="none" strike="noStrike" kern="0" cap="none" spc="0" normalizeH="0" baseline="0" noProof="0">
                <a:ln>
                  <a:noFill/>
                </a:ln>
                <a:solidFill>
                  <a:schemeClr val="tx1"/>
                </a:solidFill>
                <a:effectLst/>
                <a:uLnTx/>
                <a:uFillTx/>
                <a:latin typeface="Gill Sans MT" charset="0"/>
                <a:ea typeface="MS PGothic" charset="0"/>
                <a:cs typeface="+mn-cs"/>
              </a:rPr>
              <a:t> between app processes running on different hosts</a:t>
            </a:r>
          </a:p>
          <a:p>
            <a:pPr marL="284480" marR="0" lvl="0" indent="-28448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400" b="0" i="0" u="none" strike="noStrike" kern="0" cap="none" spc="0" normalizeH="0" baseline="0" noProof="0">
                <a:ln>
                  <a:noFill/>
                </a:ln>
                <a:solidFill>
                  <a:schemeClr val="tx1"/>
                </a:solidFill>
                <a:effectLst/>
                <a:uLnTx/>
                <a:uFillTx/>
                <a:latin typeface="Gill Sans MT" charset="0"/>
                <a:ea typeface="MS PGothic" charset="0"/>
                <a:cs typeface="+mn-cs"/>
              </a:rPr>
              <a:t>transport protocols run in end systems </a:t>
            </a:r>
          </a:p>
          <a:p>
            <a:pPr marL="687705" marR="0" lvl="1" indent="-23050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400" b="0" i="0" u="none" strike="noStrike" kern="0" cap="none" spc="0" normalizeH="0" baseline="0" noProof="0">
                <a:ln>
                  <a:noFill/>
                </a:ln>
                <a:solidFill>
                  <a:schemeClr val="tx1"/>
                </a:solidFill>
                <a:effectLst/>
                <a:uLnTx/>
                <a:uFillTx/>
                <a:latin typeface="Gill Sans MT" charset="0"/>
                <a:ea typeface="MS PGothic" charset="0"/>
              </a:rPr>
              <a:t>send side: breaks app messages into </a:t>
            </a:r>
            <a:r>
              <a:rPr kumimoji="0" lang="en-US" sz="2400" b="0" i="1" u="none" strike="noStrike" kern="0" cap="none" spc="0" normalizeH="0" baseline="0" noProof="0">
                <a:ln>
                  <a:noFill/>
                </a:ln>
                <a:solidFill>
                  <a:srgbClr val="CC0000"/>
                </a:solidFill>
                <a:effectLst/>
                <a:uLnTx/>
                <a:uFillTx/>
                <a:latin typeface="Gill Sans MT" charset="0"/>
                <a:ea typeface="MS PGothic" charset="0"/>
              </a:rPr>
              <a:t>segments</a:t>
            </a:r>
            <a:r>
              <a:rPr kumimoji="0" lang="en-US" sz="2400" b="0" i="0" u="none" strike="noStrike" kern="0" cap="none" spc="0" normalizeH="0" baseline="0" noProof="0">
                <a:ln>
                  <a:noFill/>
                </a:ln>
                <a:solidFill>
                  <a:schemeClr val="tx1"/>
                </a:solidFill>
                <a:effectLst/>
                <a:uLnTx/>
                <a:uFillTx/>
                <a:latin typeface="Gill Sans MT" charset="0"/>
                <a:ea typeface="MS PGothic" charset="0"/>
              </a:rPr>
              <a:t>, passes to  network layer</a:t>
            </a:r>
          </a:p>
          <a:p>
            <a:pPr marL="687705" marR="0" lvl="1" indent="-23050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400" b="0" i="0" u="none" strike="noStrike" kern="0" cap="none" spc="0" normalizeH="0" baseline="0" noProof="0">
                <a:ln>
                  <a:noFill/>
                </a:ln>
                <a:solidFill>
                  <a:schemeClr val="tx1"/>
                </a:solidFill>
                <a:effectLst/>
                <a:uLnTx/>
                <a:uFillTx/>
                <a:latin typeface="Gill Sans MT" charset="0"/>
                <a:ea typeface="MS PGothic" charset="0"/>
              </a:rPr>
              <a:t>rcv side: reassembles segments into messages, passes to app layer</a:t>
            </a:r>
          </a:p>
          <a:p>
            <a:pPr marL="284480" marR="0" lvl="0" indent="-28448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400" b="0" i="0" u="none" strike="noStrike" kern="0" cap="none" spc="0" normalizeH="0" baseline="0" noProof="0">
                <a:ln>
                  <a:noFill/>
                </a:ln>
                <a:solidFill>
                  <a:schemeClr val="tx1"/>
                </a:solidFill>
                <a:effectLst/>
                <a:uLnTx/>
                <a:uFillTx/>
                <a:latin typeface="Gill Sans MT" charset="0"/>
                <a:ea typeface="MS PGothic" charset="0"/>
                <a:cs typeface="+mn-cs"/>
              </a:rPr>
              <a:t>more than one transport protocol available to apps</a:t>
            </a:r>
          </a:p>
          <a:p>
            <a:pPr marL="687705" marR="0" lvl="1" indent="-23050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400" b="0" i="0" u="none" strike="noStrike" kern="0" cap="none" spc="0" normalizeH="0" baseline="0" noProof="0">
                <a:ln>
                  <a:noFill/>
                </a:ln>
                <a:solidFill>
                  <a:schemeClr val="tx1"/>
                </a:solidFill>
                <a:effectLst/>
                <a:uLnTx/>
                <a:uFillTx/>
                <a:latin typeface="Gill Sans MT" charset="0"/>
                <a:ea typeface="MS PGothic" charset="0"/>
              </a:rPr>
              <a:t>Internet: TCP and UDP</a:t>
            </a:r>
          </a:p>
        </p:txBody>
      </p:sp>
      <p:grpSp>
        <p:nvGrpSpPr>
          <p:cNvPr id="35485" name="Group 669"/>
          <p:cNvGrpSpPr/>
          <p:nvPr/>
        </p:nvGrpSpPr>
        <p:grpSpPr>
          <a:xfrm>
            <a:off x="7856538" y="4454525"/>
            <a:ext cx="1057275" cy="957263"/>
            <a:chOff x="-153" y="1680"/>
            <a:chExt cx="666" cy="603"/>
          </a:xfrm>
        </p:grpSpPr>
        <p:grpSp>
          <p:nvGrpSpPr>
            <p:cNvPr id="18455" name="Group 670"/>
            <p:cNvGrpSpPr/>
            <p:nvPr/>
          </p:nvGrpSpPr>
          <p:grpSpPr>
            <a:xfrm>
              <a:off x="0" y="1680"/>
              <a:ext cx="513" cy="538"/>
              <a:chOff x="4180" y="744"/>
              <a:chExt cx="513" cy="538"/>
            </a:xfrm>
          </p:grpSpPr>
          <p:sp>
            <p:nvSpPr>
              <p:cNvPr id="4122" name="Rectangle 671"/>
              <p:cNvSpPr>
                <a:spLocks noChangeArrowheads="1"/>
              </p:cNvSpPr>
              <p:nvPr/>
            </p:nvSpPr>
            <p:spPr bwMode="auto">
              <a:xfrm>
                <a:off x="4242" y="747"/>
                <a:ext cx="426" cy="489"/>
              </a:xfrm>
              <a:prstGeom prst="rect">
                <a:avLst/>
              </a:prstGeom>
              <a:solidFill>
                <a:schemeClr val="accent2"/>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23" name="Rectangle 672"/>
              <p:cNvSpPr>
                <a:spLocks noChangeArrowheads="1"/>
              </p:cNvSpPr>
              <p:nvPr/>
            </p:nvSpPr>
            <p:spPr bwMode="auto">
              <a:xfrm>
                <a:off x="4221" y="762"/>
                <a:ext cx="435" cy="504"/>
              </a:xfrm>
              <a:prstGeom prst="rect">
                <a:avLst/>
              </a:prstGeom>
              <a:solidFill>
                <a:schemeClr val="bg1"/>
              </a:solidFill>
              <a:ln w="12700">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24" name="Rectangle 673"/>
              <p:cNvSpPr>
                <a:spLocks noChangeArrowheads="1"/>
              </p:cNvSpPr>
              <p:nvPr/>
            </p:nvSpPr>
            <p:spPr bwMode="auto">
              <a:xfrm>
                <a:off x="4224" y="873"/>
                <a:ext cx="426" cy="108"/>
              </a:xfrm>
              <a:prstGeom prst="rect">
                <a:avLst/>
              </a:prstGeom>
              <a:solidFill>
                <a:srgbClr val="FF0000"/>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25" name="Text Box 674"/>
              <p:cNvSpPr txBox="1">
                <a:spLocks noChangeArrowheads="1"/>
              </p:cNvSpPr>
              <p:nvPr/>
            </p:nvSpPr>
            <p:spPr bwMode="auto">
              <a:xfrm>
                <a:off x="4180" y="744"/>
                <a:ext cx="513" cy="538"/>
              </a:xfrm>
              <a:prstGeom prst="rect">
                <a:avLst/>
              </a:prstGeom>
              <a:noFill/>
              <a:ln>
                <a:noFill/>
              </a:ln>
              <a:effectLst/>
            </p:spPr>
            <p:txBody>
              <a:bodyPr>
                <a:spAutoFit/>
              </a:bodyPr>
              <a:lstStyle>
                <a:lvl1pPr>
                  <a:defRPr sz="1600">
                    <a:solidFill>
                      <a:schemeClr val="tx1"/>
                    </a:solidFill>
                    <a:latin typeface="Tahoma" panose="020B0604030504040204" charset="0"/>
                    <a:ea typeface="MS PGothic" charset="0"/>
                  </a:defRPr>
                </a:lvl1pPr>
                <a:lvl2pPr marL="742950" indent="-285750">
                  <a:defRPr sz="1600">
                    <a:solidFill>
                      <a:schemeClr val="tx1"/>
                    </a:solidFill>
                    <a:latin typeface="Tahoma" panose="020B0604030504040204" charset="0"/>
                    <a:ea typeface="MS PGothic" charset="0"/>
                  </a:defRPr>
                </a:lvl2pPr>
                <a:lvl3pPr marL="1143000" indent="-228600">
                  <a:defRPr sz="1600">
                    <a:solidFill>
                      <a:schemeClr val="tx1"/>
                    </a:solidFill>
                    <a:latin typeface="Tahoma" panose="020B0604030504040204" charset="0"/>
                    <a:ea typeface="MS PGothic" charset="0"/>
                  </a:defRPr>
                </a:lvl3pPr>
                <a:lvl4pPr marL="1600200" indent="-228600">
                  <a:defRPr sz="1600">
                    <a:solidFill>
                      <a:schemeClr val="tx1"/>
                    </a:solidFill>
                    <a:latin typeface="Tahoma" panose="020B0604030504040204" charset="0"/>
                    <a:ea typeface="MS PGothic" charset="0"/>
                  </a:defRPr>
                </a:lvl4pPr>
                <a:lvl5pPr marL="2057400" indent="-228600">
                  <a:defRPr sz="1600">
                    <a:solidFill>
                      <a:schemeClr val="tx1"/>
                    </a:solidFill>
                    <a:latin typeface="Tahoma" panose="020B0604030504040204" charset="0"/>
                    <a:ea typeface="MS PGothic" charset="0"/>
                  </a:defRPr>
                </a:lvl5pPr>
                <a:lvl6pPr marL="2514600" indent="-228600" algn="ctr" eaLnBrk="0" fontAlgn="base" hangingPunct="0">
                  <a:spcBef>
                    <a:spcPct val="0"/>
                  </a:spcBef>
                  <a:spcAft>
                    <a:spcPct val="0"/>
                  </a:spcAft>
                  <a:defRPr sz="1600">
                    <a:solidFill>
                      <a:schemeClr val="tx1"/>
                    </a:solidFill>
                    <a:latin typeface="Tahoma" panose="020B0604030504040204" charset="0"/>
                    <a:ea typeface="MS PGothic" charset="0"/>
                  </a:defRPr>
                </a:lvl6pPr>
                <a:lvl7pPr marL="2971800" indent="-228600" algn="ctr" eaLnBrk="0" fontAlgn="base" hangingPunct="0">
                  <a:spcBef>
                    <a:spcPct val="0"/>
                  </a:spcBef>
                  <a:spcAft>
                    <a:spcPct val="0"/>
                  </a:spcAft>
                  <a:defRPr sz="1600">
                    <a:solidFill>
                      <a:schemeClr val="tx1"/>
                    </a:solidFill>
                    <a:latin typeface="Tahoma" panose="020B0604030504040204" charset="0"/>
                    <a:ea typeface="MS PGothic" charset="0"/>
                  </a:defRPr>
                </a:lvl7pPr>
                <a:lvl8pPr marL="3429000" indent="-228600" algn="ctr" eaLnBrk="0" fontAlgn="base" hangingPunct="0">
                  <a:spcBef>
                    <a:spcPct val="0"/>
                  </a:spcBef>
                  <a:spcAft>
                    <a:spcPct val="0"/>
                  </a:spcAft>
                  <a:defRPr sz="1600">
                    <a:solidFill>
                      <a:schemeClr val="tx1"/>
                    </a:solidFill>
                    <a:latin typeface="Tahoma" panose="020B0604030504040204" charset="0"/>
                    <a:ea typeface="MS PGothic" charset="0"/>
                  </a:defRPr>
                </a:lvl8pPr>
                <a:lvl9pPr marL="3886200" indent="-228600" algn="ctr" eaLnBrk="0" fontAlgn="base" hangingPunct="0">
                  <a:spcBef>
                    <a:spcPct val="0"/>
                  </a:spcBef>
                  <a:spcAft>
                    <a:spcPct val="0"/>
                  </a:spcAft>
                  <a:defRPr sz="1600">
                    <a:solidFill>
                      <a:schemeClr val="tx1"/>
                    </a:solidFill>
                    <a:latin typeface="Tahoma" panose="020B0604030504040204" charset="0"/>
                    <a:ea typeface="MS PGothic"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bg1"/>
                    </a:solidFill>
                    <a:effectLst/>
                    <a:uLnTx/>
                    <a:uFillTx/>
                    <a:latin typeface="Tahoma" panose="020B0604030504040204" charset="0"/>
                    <a:ea typeface="MS PGothic" charset="0"/>
                    <a:cs typeface="+mn-cs"/>
                  </a:rPr>
                  <a:t>transport</a:t>
                </a:r>
                <a:endPar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network</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data link</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physical</a:t>
                </a:r>
                <a:endParaRPr kumimoji="0" lang="en-US" sz="24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26" name="Line 675"/>
              <p:cNvSpPr>
                <a:spLocks noChangeShapeType="1"/>
              </p:cNvSpPr>
              <p:nvPr/>
            </p:nvSpPr>
            <p:spPr bwMode="auto">
              <a:xfrm>
                <a:off x="4221" y="978"/>
                <a:ext cx="435" cy="3"/>
              </a:xfrm>
              <a:prstGeom prst="line">
                <a:avLst/>
              </a:prstGeom>
              <a:noFill/>
              <a:ln w="12700">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27" name="Line 676"/>
              <p:cNvSpPr>
                <a:spLocks noChangeShapeType="1"/>
              </p:cNvSpPr>
              <p:nvPr/>
            </p:nvSpPr>
            <p:spPr bwMode="auto">
              <a:xfrm>
                <a:off x="4227" y="1065"/>
                <a:ext cx="435" cy="3"/>
              </a:xfrm>
              <a:prstGeom prst="line">
                <a:avLst/>
              </a:prstGeom>
              <a:noFill/>
              <a:ln w="12700">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28" name="Line 677"/>
              <p:cNvSpPr>
                <a:spLocks noChangeShapeType="1"/>
              </p:cNvSpPr>
              <p:nvPr/>
            </p:nvSpPr>
            <p:spPr bwMode="auto">
              <a:xfrm>
                <a:off x="4227" y="1152"/>
                <a:ext cx="435" cy="3"/>
              </a:xfrm>
              <a:prstGeom prst="line">
                <a:avLst/>
              </a:prstGeom>
              <a:noFill/>
              <a:ln w="12700">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18456" name="Freeform 678"/>
            <p:cNvSpPr/>
            <p:nvPr/>
          </p:nvSpPr>
          <p:spPr>
            <a:xfrm>
              <a:off x="-153" y="1689"/>
              <a:ext cx="192" cy="594"/>
            </a:xfrm>
            <a:custGeom>
              <a:avLst/>
              <a:gdLst/>
              <a:ahLst/>
              <a:cxnLst>
                <a:cxn ang="0">
                  <a:pos x="0" y="594"/>
                </a:cxn>
                <a:cxn ang="0">
                  <a:pos x="192" y="0"/>
                </a:cxn>
                <a:cxn ang="0">
                  <a:pos x="192" y="515"/>
                </a:cxn>
                <a:cxn ang="0">
                  <a:pos x="0" y="594"/>
                </a:cxn>
              </a:cxnLst>
              <a:rect l="0" t="0" r="0" b="0"/>
              <a:pathLst>
                <a:path w="192" h="594">
                  <a:moveTo>
                    <a:pt x="0" y="594"/>
                  </a:moveTo>
                  <a:lnTo>
                    <a:pt x="192" y="0"/>
                  </a:lnTo>
                  <a:lnTo>
                    <a:pt x="192" y="515"/>
                  </a:lnTo>
                  <a:lnTo>
                    <a:pt x="0" y="594"/>
                  </a:lnTo>
                  <a:close/>
                </a:path>
              </a:pathLst>
            </a:custGeom>
            <a:gradFill rotWithShape="1">
              <a:gsLst>
                <a:gs pos="0">
                  <a:schemeClr val="bg1">
                    <a:alpha val="100000"/>
                  </a:schemeClr>
                </a:gs>
                <a:gs pos="100000">
                  <a:srgbClr val="FF0000">
                    <a:alpha val="100000"/>
                  </a:srgbClr>
                </a:gs>
              </a:gsLst>
              <a:lin ang="0" scaled="1"/>
              <a:tileRect/>
            </a:gradFill>
            <a:ln w="9525" cap="flat" cmpd="sng">
              <a:solidFill>
                <a:srgbClr val="FF0000">
                  <a:alpha val="100000"/>
                </a:srgbClr>
              </a:solidFill>
              <a:prstDash val="solid"/>
              <a:round/>
              <a:headEnd type="none" w="med" len="med"/>
              <a:tailEnd type="none" w="med" len="med"/>
            </a:ln>
          </p:spPr>
          <p:txBody>
            <a:bodyPr/>
            <a:lstStyle/>
            <a:p>
              <a:endParaRPr lang="zh-CN" altLang="en-US"/>
            </a:p>
          </p:txBody>
        </p:sp>
      </p:grpSp>
      <p:grpSp>
        <p:nvGrpSpPr>
          <p:cNvPr id="35114" name="Group 298"/>
          <p:cNvGrpSpPr/>
          <p:nvPr/>
        </p:nvGrpSpPr>
        <p:grpSpPr>
          <a:xfrm rot="2937887">
            <a:off x="5389563" y="3022600"/>
            <a:ext cx="3781425" cy="434975"/>
            <a:chOff x="2937" y="3579"/>
            <a:chExt cx="2382" cy="274"/>
          </a:xfrm>
        </p:grpSpPr>
        <p:sp>
          <p:nvSpPr>
            <p:cNvPr id="4116" name="Rectangle 295"/>
            <p:cNvSpPr>
              <a:spLocks noChangeArrowheads="1"/>
            </p:cNvSpPr>
            <p:nvPr/>
          </p:nvSpPr>
          <p:spPr bwMode="auto">
            <a:xfrm>
              <a:off x="3165" y="3631"/>
              <a:ext cx="1920" cy="174"/>
            </a:xfrm>
            <a:prstGeom prst="rect">
              <a:avLst/>
            </a:prstGeom>
            <a:solidFill>
              <a:srgbClr val="FF0000"/>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17" name="Text Box 293"/>
            <p:cNvSpPr txBox="1">
              <a:spLocks noChangeArrowheads="1"/>
            </p:cNvSpPr>
            <p:nvPr/>
          </p:nvSpPr>
          <p:spPr bwMode="auto">
            <a:xfrm>
              <a:off x="3384" y="3612"/>
              <a:ext cx="1529" cy="212"/>
            </a:xfrm>
            <a:prstGeom prst="rect">
              <a:avLst/>
            </a:prstGeom>
            <a:noFill/>
            <a:ln>
              <a:noFill/>
            </a:ln>
            <a:effectLst/>
          </p:spPr>
          <p:txBody>
            <a:bodyPr wrap="none">
              <a:spAutoFit/>
            </a:bodyPr>
            <a:lstStyle>
              <a:lvl1pPr>
                <a:defRPr sz="1600">
                  <a:solidFill>
                    <a:schemeClr val="tx1"/>
                  </a:solidFill>
                  <a:latin typeface="Tahoma" panose="020B0604030504040204" charset="0"/>
                  <a:ea typeface="MS PGothic" charset="0"/>
                </a:defRPr>
              </a:lvl1pPr>
              <a:lvl2pPr marL="742950" indent="-285750">
                <a:defRPr sz="1600">
                  <a:solidFill>
                    <a:schemeClr val="tx1"/>
                  </a:solidFill>
                  <a:latin typeface="Tahoma" panose="020B0604030504040204" charset="0"/>
                  <a:ea typeface="MS PGothic" charset="0"/>
                </a:defRPr>
              </a:lvl2pPr>
              <a:lvl3pPr marL="1143000" indent="-228600">
                <a:defRPr sz="1600">
                  <a:solidFill>
                    <a:schemeClr val="tx1"/>
                  </a:solidFill>
                  <a:latin typeface="Tahoma" panose="020B0604030504040204" charset="0"/>
                  <a:ea typeface="MS PGothic" charset="0"/>
                </a:defRPr>
              </a:lvl3pPr>
              <a:lvl4pPr marL="1600200" indent="-228600">
                <a:defRPr sz="1600">
                  <a:solidFill>
                    <a:schemeClr val="tx1"/>
                  </a:solidFill>
                  <a:latin typeface="Tahoma" panose="020B0604030504040204" charset="0"/>
                  <a:ea typeface="MS PGothic" charset="0"/>
                </a:defRPr>
              </a:lvl4pPr>
              <a:lvl5pPr marL="2057400" indent="-228600">
                <a:defRPr sz="1600">
                  <a:solidFill>
                    <a:schemeClr val="tx1"/>
                  </a:solidFill>
                  <a:latin typeface="Tahoma" panose="020B0604030504040204" charset="0"/>
                  <a:ea typeface="MS PGothic" charset="0"/>
                </a:defRPr>
              </a:lvl5pPr>
              <a:lvl6pPr marL="2514600" indent="-228600" algn="ctr" eaLnBrk="0" fontAlgn="base" hangingPunct="0">
                <a:spcBef>
                  <a:spcPct val="0"/>
                </a:spcBef>
                <a:spcAft>
                  <a:spcPct val="0"/>
                </a:spcAft>
                <a:defRPr sz="1600">
                  <a:solidFill>
                    <a:schemeClr val="tx1"/>
                  </a:solidFill>
                  <a:latin typeface="Tahoma" panose="020B0604030504040204" charset="0"/>
                  <a:ea typeface="MS PGothic" charset="0"/>
                </a:defRPr>
              </a:lvl6pPr>
              <a:lvl7pPr marL="2971800" indent="-228600" algn="ctr" eaLnBrk="0" fontAlgn="base" hangingPunct="0">
                <a:spcBef>
                  <a:spcPct val="0"/>
                </a:spcBef>
                <a:spcAft>
                  <a:spcPct val="0"/>
                </a:spcAft>
                <a:defRPr sz="1600">
                  <a:solidFill>
                    <a:schemeClr val="tx1"/>
                  </a:solidFill>
                  <a:latin typeface="Tahoma" panose="020B0604030504040204" charset="0"/>
                  <a:ea typeface="MS PGothic" charset="0"/>
                </a:defRPr>
              </a:lvl7pPr>
              <a:lvl8pPr marL="3429000" indent="-228600" algn="ctr" eaLnBrk="0" fontAlgn="base" hangingPunct="0">
                <a:spcBef>
                  <a:spcPct val="0"/>
                </a:spcBef>
                <a:spcAft>
                  <a:spcPct val="0"/>
                </a:spcAft>
                <a:defRPr sz="1600">
                  <a:solidFill>
                    <a:schemeClr val="tx1"/>
                  </a:solidFill>
                  <a:latin typeface="Tahoma" panose="020B0604030504040204" charset="0"/>
                  <a:ea typeface="MS PGothic" charset="0"/>
                </a:defRPr>
              </a:lvl8pPr>
              <a:lvl9pPr marL="3886200" indent="-228600" algn="ctr" eaLnBrk="0" fontAlgn="base" hangingPunct="0">
                <a:spcBef>
                  <a:spcPct val="0"/>
                </a:spcBef>
                <a:spcAft>
                  <a:spcPct val="0"/>
                </a:spcAft>
                <a:defRPr sz="1600">
                  <a:solidFill>
                    <a:schemeClr val="tx1"/>
                  </a:solidFill>
                  <a:latin typeface="Tahoma" panose="020B0604030504040204" charset="0"/>
                  <a:ea typeface="MS PGothic"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sz="1600" b="0" i="0" u="none" strike="noStrike" kern="1200" cap="none" spc="0" normalizeH="0" baseline="0" noProof="0">
                  <a:ln>
                    <a:noFill/>
                  </a:ln>
                  <a:solidFill>
                    <a:schemeClr val="bg1"/>
                  </a:solidFill>
                  <a:effectLst/>
                  <a:uLnTx/>
                  <a:uFillTx/>
                  <a:latin typeface="Tahoma" panose="020B0604030504040204" charset="0"/>
                  <a:ea typeface="MS PGothic" charset="0"/>
                  <a:cs typeface="+mn-cs"/>
                </a:rPr>
                <a:t>logical end-end transport</a:t>
              </a: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18453" name="Freeform 296"/>
            <p:cNvSpPr/>
            <p:nvPr/>
          </p:nvSpPr>
          <p:spPr>
            <a:xfrm>
              <a:off x="2937" y="3579"/>
              <a:ext cx="282" cy="264"/>
            </a:xfrm>
            <a:custGeom>
              <a:avLst/>
              <a:gdLst/>
              <a:ahLst/>
              <a:cxnLst>
                <a:cxn ang="0">
                  <a:pos x="282" y="0"/>
                </a:cxn>
                <a:cxn ang="0">
                  <a:pos x="282" y="264"/>
                </a:cxn>
                <a:cxn ang="0">
                  <a:pos x="0" y="129"/>
                </a:cxn>
                <a:cxn ang="0">
                  <a:pos x="282" y="0"/>
                </a:cxn>
              </a:cxnLst>
              <a:rect l="0" t="0" r="0" b="0"/>
              <a:pathLst>
                <a:path w="282" h="264">
                  <a:moveTo>
                    <a:pt x="282" y="0"/>
                  </a:moveTo>
                  <a:cubicBezTo>
                    <a:pt x="282" y="132"/>
                    <a:pt x="282" y="264"/>
                    <a:pt x="282" y="264"/>
                  </a:cubicBezTo>
                  <a:cubicBezTo>
                    <a:pt x="159" y="150"/>
                    <a:pt x="0" y="153"/>
                    <a:pt x="0" y="129"/>
                  </a:cubicBezTo>
                  <a:cubicBezTo>
                    <a:pt x="0" y="108"/>
                    <a:pt x="153" y="108"/>
                    <a:pt x="282" y="0"/>
                  </a:cubicBezTo>
                  <a:close/>
                </a:path>
              </a:pathLst>
            </a:custGeom>
            <a:solidFill>
              <a:srgbClr val="FF0000">
                <a:alpha val="100000"/>
              </a:srgbClr>
            </a:solidFill>
            <a:ln w="9525">
              <a:noFill/>
            </a:ln>
          </p:spPr>
          <p:txBody>
            <a:bodyPr/>
            <a:lstStyle/>
            <a:p>
              <a:endParaRPr lang="zh-CN" altLang="en-US"/>
            </a:p>
          </p:txBody>
        </p:sp>
        <p:sp>
          <p:nvSpPr>
            <p:cNvPr id="18454" name="Freeform 297"/>
            <p:cNvSpPr/>
            <p:nvPr/>
          </p:nvSpPr>
          <p:spPr>
            <a:xfrm flipH="1">
              <a:off x="5037" y="3589"/>
              <a:ext cx="282" cy="264"/>
            </a:xfrm>
            <a:custGeom>
              <a:avLst/>
              <a:gdLst/>
              <a:ahLst/>
              <a:cxnLst>
                <a:cxn ang="0">
                  <a:pos x="282" y="0"/>
                </a:cxn>
                <a:cxn ang="0">
                  <a:pos x="282" y="264"/>
                </a:cxn>
                <a:cxn ang="0">
                  <a:pos x="0" y="129"/>
                </a:cxn>
                <a:cxn ang="0">
                  <a:pos x="282" y="0"/>
                </a:cxn>
              </a:cxnLst>
              <a:rect l="0" t="0" r="0" b="0"/>
              <a:pathLst>
                <a:path w="282" h="264">
                  <a:moveTo>
                    <a:pt x="282" y="0"/>
                  </a:moveTo>
                  <a:cubicBezTo>
                    <a:pt x="282" y="132"/>
                    <a:pt x="282" y="264"/>
                    <a:pt x="282" y="264"/>
                  </a:cubicBezTo>
                  <a:cubicBezTo>
                    <a:pt x="159" y="150"/>
                    <a:pt x="0" y="153"/>
                    <a:pt x="0" y="129"/>
                  </a:cubicBezTo>
                  <a:cubicBezTo>
                    <a:pt x="0" y="108"/>
                    <a:pt x="153" y="108"/>
                    <a:pt x="282" y="0"/>
                  </a:cubicBezTo>
                  <a:close/>
                </a:path>
              </a:pathLst>
            </a:custGeom>
            <a:solidFill>
              <a:srgbClr val="FF0000">
                <a:alpha val="100000"/>
              </a:srgbClr>
            </a:solidFill>
            <a:ln w="9525">
              <a:noFill/>
            </a:ln>
          </p:spPr>
          <p:txBody>
            <a:bodyPr/>
            <a:lstStyle/>
            <a:p>
              <a:endParaRPr lang="zh-CN" altLang="en-US"/>
            </a:p>
          </p:txBody>
        </p:sp>
      </p:grpSp>
      <p:grpSp>
        <p:nvGrpSpPr>
          <p:cNvPr id="35681" name="Group 865"/>
          <p:cNvGrpSpPr/>
          <p:nvPr/>
        </p:nvGrpSpPr>
        <p:grpSpPr>
          <a:xfrm>
            <a:off x="5462588" y="1296988"/>
            <a:ext cx="1057275" cy="957262"/>
            <a:chOff x="-153" y="1680"/>
            <a:chExt cx="666" cy="603"/>
          </a:xfrm>
        </p:grpSpPr>
        <p:grpSp>
          <p:nvGrpSpPr>
            <p:cNvPr id="18442" name="Group 866"/>
            <p:cNvGrpSpPr/>
            <p:nvPr/>
          </p:nvGrpSpPr>
          <p:grpSpPr>
            <a:xfrm>
              <a:off x="0" y="1680"/>
              <a:ext cx="513" cy="538"/>
              <a:chOff x="4180" y="744"/>
              <a:chExt cx="513" cy="538"/>
            </a:xfrm>
          </p:grpSpPr>
          <p:sp>
            <p:nvSpPr>
              <p:cNvPr id="4109" name="Rectangle 867"/>
              <p:cNvSpPr>
                <a:spLocks noChangeArrowheads="1"/>
              </p:cNvSpPr>
              <p:nvPr/>
            </p:nvSpPr>
            <p:spPr bwMode="auto">
              <a:xfrm>
                <a:off x="4242" y="747"/>
                <a:ext cx="426" cy="489"/>
              </a:xfrm>
              <a:prstGeom prst="rect">
                <a:avLst/>
              </a:prstGeom>
              <a:solidFill>
                <a:schemeClr val="accent2"/>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10" name="Rectangle 868"/>
              <p:cNvSpPr>
                <a:spLocks noChangeArrowheads="1"/>
              </p:cNvSpPr>
              <p:nvPr/>
            </p:nvSpPr>
            <p:spPr bwMode="auto">
              <a:xfrm>
                <a:off x="4221" y="762"/>
                <a:ext cx="435" cy="504"/>
              </a:xfrm>
              <a:prstGeom prst="rect">
                <a:avLst/>
              </a:prstGeom>
              <a:solidFill>
                <a:schemeClr val="bg1"/>
              </a:solidFill>
              <a:ln w="12700">
                <a:solidFill>
                  <a:schemeClr val="tx1"/>
                </a:solidFill>
                <a:miter lim="800000"/>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11" name="Rectangle 869"/>
              <p:cNvSpPr>
                <a:spLocks noChangeArrowheads="1"/>
              </p:cNvSpPr>
              <p:nvPr/>
            </p:nvSpPr>
            <p:spPr bwMode="auto">
              <a:xfrm>
                <a:off x="4224" y="873"/>
                <a:ext cx="426" cy="108"/>
              </a:xfrm>
              <a:prstGeom prst="rect">
                <a:avLst/>
              </a:prstGeom>
              <a:solidFill>
                <a:srgbClr val="FF0000"/>
              </a:solidFill>
              <a:ln>
                <a:noFill/>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12" name="Text Box 870"/>
              <p:cNvSpPr txBox="1">
                <a:spLocks noChangeArrowheads="1"/>
              </p:cNvSpPr>
              <p:nvPr/>
            </p:nvSpPr>
            <p:spPr bwMode="auto">
              <a:xfrm>
                <a:off x="4180" y="744"/>
                <a:ext cx="513" cy="538"/>
              </a:xfrm>
              <a:prstGeom prst="rect">
                <a:avLst/>
              </a:prstGeom>
              <a:noFill/>
              <a:ln>
                <a:noFill/>
              </a:ln>
              <a:effectLst/>
            </p:spPr>
            <p:txBody>
              <a:bodyPr>
                <a:spAutoFit/>
              </a:bodyPr>
              <a:lstStyle>
                <a:lvl1pPr>
                  <a:defRPr sz="1600">
                    <a:solidFill>
                      <a:schemeClr val="tx1"/>
                    </a:solidFill>
                    <a:latin typeface="Tahoma" panose="020B0604030504040204" charset="0"/>
                    <a:ea typeface="MS PGothic" charset="0"/>
                  </a:defRPr>
                </a:lvl1pPr>
                <a:lvl2pPr marL="742950" indent="-285750">
                  <a:defRPr sz="1600">
                    <a:solidFill>
                      <a:schemeClr val="tx1"/>
                    </a:solidFill>
                    <a:latin typeface="Tahoma" panose="020B0604030504040204" charset="0"/>
                    <a:ea typeface="MS PGothic" charset="0"/>
                  </a:defRPr>
                </a:lvl2pPr>
                <a:lvl3pPr marL="1143000" indent="-228600">
                  <a:defRPr sz="1600">
                    <a:solidFill>
                      <a:schemeClr val="tx1"/>
                    </a:solidFill>
                    <a:latin typeface="Tahoma" panose="020B0604030504040204" charset="0"/>
                    <a:ea typeface="MS PGothic" charset="0"/>
                  </a:defRPr>
                </a:lvl3pPr>
                <a:lvl4pPr marL="1600200" indent="-228600">
                  <a:defRPr sz="1600">
                    <a:solidFill>
                      <a:schemeClr val="tx1"/>
                    </a:solidFill>
                    <a:latin typeface="Tahoma" panose="020B0604030504040204" charset="0"/>
                    <a:ea typeface="MS PGothic" charset="0"/>
                  </a:defRPr>
                </a:lvl4pPr>
                <a:lvl5pPr marL="2057400" indent="-228600">
                  <a:defRPr sz="1600">
                    <a:solidFill>
                      <a:schemeClr val="tx1"/>
                    </a:solidFill>
                    <a:latin typeface="Tahoma" panose="020B0604030504040204" charset="0"/>
                    <a:ea typeface="MS PGothic" charset="0"/>
                  </a:defRPr>
                </a:lvl5pPr>
                <a:lvl6pPr marL="2514600" indent="-228600" algn="ctr" eaLnBrk="0" fontAlgn="base" hangingPunct="0">
                  <a:spcBef>
                    <a:spcPct val="0"/>
                  </a:spcBef>
                  <a:spcAft>
                    <a:spcPct val="0"/>
                  </a:spcAft>
                  <a:defRPr sz="1600">
                    <a:solidFill>
                      <a:schemeClr val="tx1"/>
                    </a:solidFill>
                    <a:latin typeface="Tahoma" panose="020B0604030504040204" charset="0"/>
                    <a:ea typeface="MS PGothic" charset="0"/>
                  </a:defRPr>
                </a:lvl6pPr>
                <a:lvl7pPr marL="2971800" indent="-228600" algn="ctr" eaLnBrk="0" fontAlgn="base" hangingPunct="0">
                  <a:spcBef>
                    <a:spcPct val="0"/>
                  </a:spcBef>
                  <a:spcAft>
                    <a:spcPct val="0"/>
                  </a:spcAft>
                  <a:defRPr sz="1600">
                    <a:solidFill>
                      <a:schemeClr val="tx1"/>
                    </a:solidFill>
                    <a:latin typeface="Tahoma" panose="020B0604030504040204" charset="0"/>
                    <a:ea typeface="MS PGothic" charset="0"/>
                  </a:defRPr>
                </a:lvl7pPr>
                <a:lvl8pPr marL="3429000" indent="-228600" algn="ctr" eaLnBrk="0" fontAlgn="base" hangingPunct="0">
                  <a:spcBef>
                    <a:spcPct val="0"/>
                  </a:spcBef>
                  <a:spcAft>
                    <a:spcPct val="0"/>
                  </a:spcAft>
                  <a:defRPr sz="1600">
                    <a:solidFill>
                      <a:schemeClr val="tx1"/>
                    </a:solidFill>
                    <a:latin typeface="Tahoma" panose="020B0604030504040204" charset="0"/>
                    <a:ea typeface="MS PGothic" charset="0"/>
                  </a:defRPr>
                </a:lvl8pPr>
                <a:lvl9pPr marL="3886200" indent="-228600" algn="ctr" eaLnBrk="0" fontAlgn="base" hangingPunct="0">
                  <a:spcBef>
                    <a:spcPct val="0"/>
                  </a:spcBef>
                  <a:spcAft>
                    <a:spcPct val="0"/>
                  </a:spcAft>
                  <a:defRPr sz="1600">
                    <a:solidFill>
                      <a:schemeClr val="tx1"/>
                    </a:solidFill>
                    <a:latin typeface="Tahoma" panose="020B0604030504040204" charset="0"/>
                    <a:ea typeface="MS PGothic"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bg1"/>
                    </a:solidFill>
                    <a:effectLst/>
                    <a:uLnTx/>
                    <a:uFillTx/>
                    <a:latin typeface="Tahoma" panose="020B0604030504040204" charset="0"/>
                    <a:ea typeface="MS PGothic" charset="0"/>
                    <a:cs typeface="+mn-cs"/>
                  </a:rPr>
                  <a:t>transport</a:t>
                </a:r>
                <a:endPar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network</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data link</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1000" b="0" i="0" u="none" strike="noStrike" kern="1200" cap="none" spc="0" normalizeH="0" baseline="0" noProof="0">
                    <a:ln>
                      <a:noFill/>
                    </a:ln>
                    <a:solidFill>
                      <a:schemeClr val="tx1"/>
                    </a:solidFill>
                    <a:effectLst/>
                    <a:uLnTx/>
                    <a:uFillTx/>
                    <a:latin typeface="Tahoma" panose="020B0604030504040204" charset="0"/>
                    <a:ea typeface="MS PGothic" charset="0"/>
                    <a:cs typeface="+mn-cs"/>
                  </a:rPr>
                  <a:t>physical</a:t>
                </a:r>
                <a:endParaRPr kumimoji="0" lang="en-US" sz="24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13" name="Line 871"/>
              <p:cNvSpPr>
                <a:spLocks noChangeShapeType="1"/>
              </p:cNvSpPr>
              <p:nvPr/>
            </p:nvSpPr>
            <p:spPr bwMode="auto">
              <a:xfrm>
                <a:off x="4221" y="978"/>
                <a:ext cx="435" cy="3"/>
              </a:xfrm>
              <a:prstGeom prst="line">
                <a:avLst/>
              </a:prstGeom>
              <a:noFill/>
              <a:ln w="12700">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14" name="Line 872"/>
              <p:cNvSpPr>
                <a:spLocks noChangeShapeType="1"/>
              </p:cNvSpPr>
              <p:nvPr/>
            </p:nvSpPr>
            <p:spPr bwMode="auto">
              <a:xfrm>
                <a:off x="4227" y="1065"/>
                <a:ext cx="435" cy="3"/>
              </a:xfrm>
              <a:prstGeom prst="line">
                <a:avLst/>
              </a:prstGeom>
              <a:noFill/>
              <a:ln w="12700">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sp>
            <p:nvSpPr>
              <p:cNvPr id="4115" name="Line 873"/>
              <p:cNvSpPr>
                <a:spLocks noChangeShapeType="1"/>
              </p:cNvSpPr>
              <p:nvPr/>
            </p:nvSpPr>
            <p:spPr bwMode="auto">
              <a:xfrm>
                <a:off x="4227" y="1152"/>
                <a:ext cx="435" cy="3"/>
              </a:xfrm>
              <a:prstGeom prst="line">
                <a:avLst/>
              </a:prstGeom>
              <a:noFill/>
              <a:ln w="12700">
                <a:solidFill>
                  <a:schemeClr val="tx1"/>
                </a:solidFill>
                <a:roun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600" b="0" i="0" u="none" strike="noStrike" kern="1200" cap="none" spc="0" normalizeH="0" baseline="0" noProof="0">
                  <a:ln>
                    <a:noFill/>
                  </a:ln>
                  <a:solidFill>
                    <a:schemeClr val="tx1"/>
                  </a:solidFill>
                  <a:effectLst/>
                  <a:uLnTx/>
                  <a:uFillTx/>
                  <a:latin typeface="Tahoma" panose="020B0604030504040204" charset="0"/>
                  <a:ea typeface="MS PGothic" charset="0"/>
                  <a:cs typeface="+mn-cs"/>
                </a:endParaRPr>
              </a:p>
            </p:txBody>
          </p:sp>
        </p:grpSp>
        <p:sp>
          <p:nvSpPr>
            <p:cNvPr id="18443" name="Freeform 874"/>
            <p:cNvSpPr/>
            <p:nvPr/>
          </p:nvSpPr>
          <p:spPr>
            <a:xfrm>
              <a:off x="-153" y="1689"/>
              <a:ext cx="192" cy="594"/>
            </a:xfrm>
            <a:custGeom>
              <a:avLst/>
              <a:gdLst/>
              <a:ahLst/>
              <a:cxnLst>
                <a:cxn ang="0">
                  <a:pos x="0" y="594"/>
                </a:cxn>
                <a:cxn ang="0">
                  <a:pos x="192" y="0"/>
                </a:cxn>
                <a:cxn ang="0">
                  <a:pos x="192" y="515"/>
                </a:cxn>
                <a:cxn ang="0">
                  <a:pos x="0" y="594"/>
                </a:cxn>
              </a:cxnLst>
              <a:rect l="0" t="0" r="0" b="0"/>
              <a:pathLst>
                <a:path w="192" h="594">
                  <a:moveTo>
                    <a:pt x="0" y="594"/>
                  </a:moveTo>
                  <a:lnTo>
                    <a:pt x="192" y="0"/>
                  </a:lnTo>
                  <a:lnTo>
                    <a:pt x="192" y="515"/>
                  </a:lnTo>
                  <a:lnTo>
                    <a:pt x="0" y="594"/>
                  </a:lnTo>
                  <a:close/>
                </a:path>
              </a:pathLst>
            </a:custGeom>
            <a:gradFill rotWithShape="1">
              <a:gsLst>
                <a:gs pos="0">
                  <a:schemeClr val="bg1">
                    <a:alpha val="100000"/>
                  </a:schemeClr>
                </a:gs>
                <a:gs pos="100000">
                  <a:srgbClr val="FF0000">
                    <a:alpha val="100000"/>
                  </a:srgbClr>
                </a:gs>
              </a:gsLst>
              <a:lin ang="0" scaled="1"/>
              <a:tileRect/>
            </a:gradFill>
            <a:ln w="9525" cap="flat" cmpd="sng">
              <a:solidFill>
                <a:srgbClr val="FF0000">
                  <a:alpha val="100000"/>
                </a:srgbClr>
              </a:solidFill>
              <a:prstDash val="solid"/>
              <a:round/>
              <a:headEnd type="none" w="med" len="med"/>
              <a:tailEnd type="none" w="med" len="med"/>
            </a:ln>
          </p:spPr>
          <p:txBody>
            <a:bodyPr/>
            <a:lstStyle/>
            <a:p>
              <a:endParaRPr lang="zh-CN" altLang="en-US"/>
            </a:p>
          </p:txBody>
        </p:sp>
      </p:grpSp>
      <p:sp>
        <p:nvSpPr>
          <p:cNvPr id="36" name="Rectangle 14"/>
          <p:cNvSpPr>
            <a:spLocks noChangeArrowheads="1"/>
          </p:cNvSpPr>
          <p:nvPr/>
        </p:nvSpPr>
        <p:spPr bwMode="auto">
          <a:xfrm>
            <a:off x="7590424" y="63246"/>
            <a:ext cx="1452880" cy="491490"/>
          </a:xfrm>
          <a:prstGeom prst="rect">
            <a:avLst/>
          </a:prstGeom>
        </p:spPr>
        <p:style>
          <a:lnRef idx="1">
            <a:schemeClr val="accent2"/>
          </a:lnRef>
          <a:fillRef idx="3">
            <a:schemeClr val="accent2"/>
          </a:fillRef>
          <a:effectRef idx="2">
            <a:schemeClr val="accent2"/>
          </a:effectRef>
          <a:fontRef idx="minor">
            <a:schemeClr val="lt1"/>
          </a:fontRef>
        </p:style>
        <p:txBody>
          <a:bodyPr vertOverflow="overflow" horzOverflow="overflow" vert="horz" wrap="none" numCol="1" spcCol="0" rtlCol="0" fromWordArt="0" anchor="ctr" anchorCtr="0" forceAA="0" compatLnSpc="1">
            <a:noAutofit/>
          </a:bodyPr>
          <a:lstStyle>
            <a:lvl1pPr marL="0" lvl="0"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defRPr>
            </a:lvl1pPr>
            <a:lvl2pPr marL="457200" lvl="1"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2pPr>
            <a:lvl3pPr marL="914400" lvl="2"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3pPr>
            <a:lvl4pPr marL="1371600" lvl="3"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4pPr>
            <a:lvl5pPr marL="1828800" lvl="4" indent="0" algn="l"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5pPr>
          </a:lstStyle>
          <a:p>
            <a:pPr lvl="0" algn="ctr">
              <a:lnSpc>
                <a:spcPct val="130000"/>
              </a:lnSpc>
              <a:buClrTx/>
              <a:buSzTx/>
              <a:buFontTx/>
            </a:pPr>
            <a:r>
              <a:rPr lang="zh-CN" altLang="en-US" sz="2000">
                <a:solidFill>
                  <a:schemeClr val="bg1"/>
                </a:solidFill>
                <a:sym typeface="+mn-ea"/>
              </a:rPr>
              <a:t>回顾传输层</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5485"/>
                                        </p:tgtEl>
                                        <p:attrNameLst>
                                          <p:attrName>style.visibility</p:attrName>
                                        </p:attrNameLst>
                                      </p:cBhvr>
                                      <p:to>
                                        <p:strVal val="visible"/>
                                      </p:to>
                                    </p:set>
                                    <p:animEffect transition="in" filter="wipe(left)">
                                      <p:cBhvr>
                                        <p:cTn id="7" dur="500"/>
                                        <p:tgtEl>
                                          <p:spTgt spid="35485"/>
                                        </p:tgtEl>
                                      </p:cBhvr>
                                    </p:animEffect>
                                  </p:childTnLst>
                                </p:cTn>
                              </p:par>
                            </p:childTnLst>
                          </p:cTn>
                        </p:par>
                        <p:par>
                          <p:cTn id="8" fill="hold">
                            <p:stCondLst>
                              <p:cond delay="500"/>
                            </p:stCondLst>
                            <p:childTnLst>
                              <p:par>
                                <p:cTn id="9" presetID="9" presetClass="entr" presetSubtype="0" fill="hold" nodeType="afterEffect">
                                  <p:stCondLst>
                                    <p:cond delay="1000"/>
                                  </p:stCondLst>
                                  <p:childTnLst>
                                    <p:set>
                                      <p:cBhvr>
                                        <p:cTn id="10" dur="1" fill="hold">
                                          <p:stCondLst>
                                            <p:cond delay="0"/>
                                          </p:stCondLst>
                                        </p:cTn>
                                        <p:tgtEl>
                                          <p:spTgt spid="35114"/>
                                        </p:tgtEl>
                                        <p:attrNameLst>
                                          <p:attrName>style.visibility</p:attrName>
                                        </p:attrNameLst>
                                      </p:cBhvr>
                                      <p:to>
                                        <p:strVal val="visible"/>
                                      </p:to>
                                    </p:set>
                                    <p:animEffect transition="in" filter="dissolve">
                                      <p:cBhvr>
                                        <p:cTn id="11" dur="500"/>
                                        <p:tgtEl>
                                          <p:spTgt spid="35114"/>
                                        </p:tgtEl>
                                      </p:cBhvr>
                                    </p:animEffect>
                                  </p:childTnLst>
                                </p:cTn>
                              </p:par>
                              <p:par>
                                <p:cTn id="12" presetID="22" presetClass="entr" presetSubtype="8" fill="hold" nodeType="withEffect">
                                  <p:stCondLst>
                                    <p:cond delay="0"/>
                                  </p:stCondLst>
                                  <p:childTnLst>
                                    <p:set>
                                      <p:cBhvr>
                                        <p:cTn id="13" dur="1" fill="hold">
                                          <p:stCondLst>
                                            <p:cond delay="0"/>
                                          </p:stCondLst>
                                        </p:cTn>
                                        <p:tgtEl>
                                          <p:spTgt spid="35681"/>
                                        </p:tgtEl>
                                        <p:attrNameLst>
                                          <p:attrName>style.visibility</p:attrName>
                                        </p:attrNameLst>
                                      </p:cBhvr>
                                      <p:to>
                                        <p:strVal val="visible"/>
                                      </p:to>
                                    </p:set>
                                    <p:animEffect transition="in" filter="wipe(left)">
                                      <p:cBhvr>
                                        <p:cTn id="14" dur="500"/>
                                        <p:tgtEl>
                                          <p:spTgt spid="356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l">
              <a:buClrTx/>
              <a:buSzTx/>
              <a:buFontTx/>
            </a:pPr>
            <a:r>
              <a:rPr kumimoji="1" lang="zh-CN" altLang="en-US" dirty="0">
                <a:sym typeface="+mn-ea"/>
              </a:rPr>
              <a:t>网络层服务概述</a:t>
            </a:r>
          </a:p>
        </p:txBody>
      </p:sp>
      <p:sp>
        <p:nvSpPr>
          <p:cNvPr id="62" name="Line 27"/>
          <p:cNvSpPr>
            <a:spLocks noChangeShapeType="1"/>
          </p:cNvSpPr>
          <p:nvPr/>
        </p:nvSpPr>
        <p:spPr bwMode="auto">
          <a:xfrm>
            <a:off x="2593658" y="4033124"/>
            <a:ext cx="2286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63" name="Line 28"/>
          <p:cNvSpPr>
            <a:spLocks noChangeShapeType="1"/>
          </p:cNvSpPr>
          <p:nvPr/>
        </p:nvSpPr>
        <p:spPr bwMode="auto">
          <a:xfrm>
            <a:off x="2593658" y="4433174"/>
            <a:ext cx="2286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65" name="Line 29"/>
          <p:cNvSpPr>
            <a:spLocks noChangeShapeType="1"/>
          </p:cNvSpPr>
          <p:nvPr/>
        </p:nvSpPr>
        <p:spPr bwMode="auto">
          <a:xfrm>
            <a:off x="2593658" y="4833224"/>
            <a:ext cx="2286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66" name="Line 30"/>
          <p:cNvSpPr>
            <a:spLocks noChangeShapeType="1"/>
          </p:cNvSpPr>
          <p:nvPr/>
        </p:nvSpPr>
        <p:spPr bwMode="auto">
          <a:xfrm>
            <a:off x="5908358" y="4033124"/>
            <a:ext cx="2286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67" name="Line 31"/>
          <p:cNvSpPr>
            <a:spLocks noChangeShapeType="1"/>
          </p:cNvSpPr>
          <p:nvPr/>
        </p:nvSpPr>
        <p:spPr bwMode="auto">
          <a:xfrm>
            <a:off x="5908358" y="4433174"/>
            <a:ext cx="2286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68" name="Line 32"/>
          <p:cNvSpPr>
            <a:spLocks noChangeShapeType="1"/>
          </p:cNvSpPr>
          <p:nvPr/>
        </p:nvSpPr>
        <p:spPr bwMode="auto">
          <a:xfrm>
            <a:off x="5908358" y="4833224"/>
            <a:ext cx="2286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69" name="Line 33"/>
          <p:cNvSpPr>
            <a:spLocks noChangeShapeType="1"/>
          </p:cNvSpPr>
          <p:nvPr/>
        </p:nvSpPr>
        <p:spPr bwMode="auto">
          <a:xfrm>
            <a:off x="1990019" y="5295185"/>
            <a:ext cx="1158470"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70" name="Line 34"/>
          <p:cNvSpPr>
            <a:spLocks noChangeShapeType="1"/>
          </p:cNvSpPr>
          <p:nvPr/>
        </p:nvSpPr>
        <p:spPr bwMode="auto">
          <a:xfrm flipV="1">
            <a:off x="3858101" y="5282090"/>
            <a:ext cx="1017983" cy="1"/>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71" name="Line 35"/>
          <p:cNvSpPr>
            <a:spLocks noChangeShapeType="1"/>
          </p:cNvSpPr>
          <p:nvPr/>
        </p:nvSpPr>
        <p:spPr bwMode="auto">
          <a:xfrm>
            <a:off x="5582124" y="5282090"/>
            <a:ext cx="1175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72" name="Line 36"/>
          <p:cNvSpPr>
            <a:spLocks noChangeShapeType="1"/>
          </p:cNvSpPr>
          <p:nvPr/>
        </p:nvSpPr>
        <p:spPr bwMode="auto">
          <a:xfrm flipV="1">
            <a:off x="1990019" y="5061824"/>
            <a:ext cx="0" cy="2286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73" name="Line 37"/>
          <p:cNvSpPr>
            <a:spLocks noChangeShapeType="1"/>
          </p:cNvSpPr>
          <p:nvPr/>
        </p:nvSpPr>
        <p:spPr bwMode="auto">
          <a:xfrm flipV="1">
            <a:off x="3148489" y="5053490"/>
            <a:ext cx="0" cy="246458"/>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74" name="Line 38"/>
          <p:cNvSpPr>
            <a:spLocks noChangeShapeType="1"/>
          </p:cNvSpPr>
          <p:nvPr/>
        </p:nvSpPr>
        <p:spPr bwMode="auto">
          <a:xfrm flipV="1">
            <a:off x="3858101" y="5061824"/>
            <a:ext cx="0" cy="2286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75" name="Line 39"/>
          <p:cNvSpPr>
            <a:spLocks noChangeShapeType="1"/>
          </p:cNvSpPr>
          <p:nvPr/>
        </p:nvSpPr>
        <p:spPr bwMode="auto">
          <a:xfrm flipV="1">
            <a:off x="4876086" y="5053490"/>
            <a:ext cx="0" cy="2286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76" name="Line 40"/>
          <p:cNvSpPr>
            <a:spLocks noChangeShapeType="1"/>
          </p:cNvSpPr>
          <p:nvPr/>
        </p:nvSpPr>
        <p:spPr bwMode="auto">
          <a:xfrm flipV="1">
            <a:off x="5582126" y="5053490"/>
            <a:ext cx="0" cy="2286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78" name="Text Box 46"/>
          <p:cNvSpPr txBox="1">
            <a:spLocks noChangeArrowheads="1"/>
          </p:cNvSpPr>
          <p:nvPr/>
        </p:nvSpPr>
        <p:spPr bwMode="auto">
          <a:xfrm>
            <a:off x="3148489" y="3565208"/>
            <a:ext cx="756285" cy="3219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spcBef>
                <a:spcPct val="0"/>
              </a:spcBef>
              <a:buFontTx/>
              <a:buNone/>
            </a:pPr>
            <a:r>
              <a:rPr kumimoji="0" lang="zh-CN" altLang="en-US" sz="1500" b="1" dirty="0">
                <a:solidFill>
                  <a:srgbClr val="000099"/>
                </a:solidFill>
                <a:latin typeface="微软雅黑" panose="020B0503020204020204" charset="-122"/>
                <a:ea typeface="微软雅黑" panose="020B0503020204020204" charset="-122"/>
              </a:rPr>
              <a:t>路由器</a:t>
            </a:r>
          </a:p>
        </p:txBody>
      </p:sp>
      <p:sp>
        <p:nvSpPr>
          <p:cNvPr id="81" name="Rectangle 9"/>
          <p:cNvSpPr>
            <a:spLocks noChangeArrowheads="1"/>
          </p:cNvSpPr>
          <p:nvPr/>
        </p:nvSpPr>
        <p:spPr bwMode="auto">
          <a:xfrm>
            <a:off x="1349462" y="2269808"/>
            <a:ext cx="1257300" cy="119181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eaLnBrk="1" hangingPunct="1">
              <a:spcBef>
                <a:spcPct val="0"/>
              </a:spcBef>
              <a:buFontTx/>
              <a:buNone/>
            </a:pPr>
            <a:r>
              <a:rPr kumimoji="0" lang="zh-CN" altLang="en-US" sz="1500" b="1" dirty="0">
                <a:latin typeface="微软雅黑" panose="020B0503020204020204" charset="-122"/>
                <a:ea typeface="微软雅黑" panose="020B0503020204020204" charset="-122"/>
              </a:rPr>
              <a:t>应用层</a:t>
            </a:r>
          </a:p>
        </p:txBody>
      </p:sp>
      <p:sp>
        <p:nvSpPr>
          <p:cNvPr id="82" name="Rectangle 11"/>
          <p:cNvSpPr>
            <a:spLocks noChangeArrowheads="1"/>
          </p:cNvSpPr>
          <p:nvPr/>
        </p:nvSpPr>
        <p:spPr bwMode="auto">
          <a:xfrm>
            <a:off x="1349462" y="3461624"/>
            <a:ext cx="1257300" cy="40005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eaLnBrk="1" hangingPunct="1">
              <a:spcBef>
                <a:spcPct val="0"/>
              </a:spcBef>
              <a:buFontTx/>
              <a:buNone/>
            </a:pPr>
            <a:r>
              <a:rPr kumimoji="0" lang="zh-CN" altLang="en-US" sz="1500" b="1" dirty="0">
                <a:latin typeface="微软雅黑" panose="020B0503020204020204" charset="-122"/>
                <a:ea typeface="微软雅黑" panose="020B0503020204020204" charset="-122"/>
              </a:rPr>
              <a:t>传输层</a:t>
            </a:r>
          </a:p>
        </p:txBody>
      </p:sp>
      <p:sp>
        <p:nvSpPr>
          <p:cNvPr id="83" name="Rectangle 12"/>
          <p:cNvSpPr>
            <a:spLocks noChangeArrowheads="1"/>
          </p:cNvSpPr>
          <p:nvPr/>
        </p:nvSpPr>
        <p:spPr bwMode="auto">
          <a:xfrm>
            <a:off x="1349462" y="3861674"/>
            <a:ext cx="1257300" cy="40005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网络层</a:t>
            </a:r>
          </a:p>
        </p:txBody>
      </p:sp>
      <p:sp>
        <p:nvSpPr>
          <p:cNvPr id="84" name="Rectangle 13"/>
          <p:cNvSpPr>
            <a:spLocks noChangeArrowheads="1"/>
          </p:cNvSpPr>
          <p:nvPr/>
        </p:nvSpPr>
        <p:spPr bwMode="auto">
          <a:xfrm>
            <a:off x="1349462" y="4261724"/>
            <a:ext cx="1257300" cy="800100"/>
          </a:xfrm>
          <a:prstGeom prst="rect">
            <a:avLst/>
          </a:prstGeom>
          <a:solidFill>
            <a:schemeClr val="accent2">
              <a:lumMod val="20000"/>
              <a:lumOff val="8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接口层</a:t>
            </a:r>
          </a:p>
        </p:txBody>
      </p:sp>
      <p:sp>
        <p:nvSpPr>
          <p:cNvPr id="85" name="Rectangle 9"/>
          <p:cNvSpPr>
            <a:spLocks noChangeArrowheads="1"/>
          </p:cNvSpPr>
          <p:nvPr/>
        </p:nvSpPr>
        <p:spPr bwMode="auto">
          <a:xfrm>
            <a:off x="6125045" y="2272189"/>
            <a:ext cx="1257300" cy="1191816"/>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eaLnBrk="1" hangingPunct="1">
              <a:spcBef>
                <a:spcPct val="0"/>
              </a:spcBef>
              <a:buFontTx/>
              <a:buNone/>
            </a:pPr>
            <a:r>
              <a:rPr kumimoji="0" lang="zh-CN" altLang="en-US" sz="1500" b="1" dirty="0">
                <a:latin typeface="微软雅黑" panose="020B0503020204020204" charset="-122"/>
                <a:ea typeface="微软雅黑" panose="020B0503020204020204" charset="-122"/>
              </a:rPr>
              <a:t>应用层</a:t>
            </a:r>
          </a:p>
        </p:txBody>
      </p:sp>
      <p:sp>
        <p:nvSpPr>
          <p:cNvPr id="86" name="Rectangle 11"/>
          <p:cNvSpPr>
            <a:spLocks noChangeArrowheads="1"/>
          </p:cNvSpPr>
          <p:nvPr/>
        </p:nvSpPr>
        <p:spPr bwMode="auto">
          <a:xfrm>
            <a:off x="6125045" y="3464005"/>
            <a:ext cx="1257300" cy="40005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eaLnBrk="1" hangingPunct="1">
              <a:spcBef>
                <a:spcPct val="0"/>
              </a:spcBef>
              <a:buFontTx/>
              <a:buNone/>
            </a:pPr>
            <a:r>
              <a:rPr kumimoji="0" lang="zh-CN" altLang="en-US" sz="1500" b="1" dirty="0">
                <a:latin typeface="微软雅黑" panose="020B0503020204020204" charset="-122"/>
                <a:ea typeface="微软雅黑" panose="020B0503020204020204" charset="-122"/>
              </a:rPr>
              <a:t>传输层</a:t>
            </a:r>
          </a:p>
        </p:txBody>
      </p:sp>
      <p:sp>
        <p:nvSpPr>
          <p:cNvPr id="87" name="Rectangle 12"/>
          <p:cNvSpPr>
            <a:spLocks noChangeArrowheads="1"/>
          </p:cNvSpPr>
          <p:nvPr/>
        </p:nvSpPr>
        <p:spPr bwMode="auto">
          <a:xfrm>
            <a:off x="6125045" y="3864055"/>
            <a:ext cx="1257300" cy="40005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网络层</a:t>
            </a:r>
          </a:p>
        </p:txBody>
      </p:sp>
      <p:sp>
        <p:nvSpPr>
          <p:cNvPr id="88" name="Rectangle 13"/>
          <p:cNvSpPr>
            <a:spLocks noChangeArrowheads="1"/>
          </p:cNvSpPr>
          <p:nvPr/>
        </p:nvSpPr>
        <p:spPr bwMode="auto">
          <a:xfrm>
            <a:off x="6125045" y="4264105"/>
            <a:ext cx="1257300" cy="800100"/>
          </a:xfrm>
          <a:prstGeom prst="rect">
            <a:avLst/>
          </a:prstGeom>
          <a:solidFill>
            <a:schemeClr val="accent4">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接口层</a:t>
            </a:r>
          </a:p>
        </p:txBody>
      </p:sp>
      <p:sp>
        <p:nvSpPr>
          <p:cNvPr id="89" name="Line 40"/>
          <p:cNvSpPr>
            <a:spLocks noChangeShapeType="1"/>
          </p:cNvSpPr>
          <p:nvPr/>
        </p:nvSpPr>
        <p:spPr bwMode="auto">
          <a:xfrm flipV="1">
            <a:off x="6758464" y="5061824"/>
            <a:ext cx="0" cy="228600"/>
          </a:xfrm>
          <a:prstGeom prst="line">
            <a:avLst/>
          </a:prstGeom>
          <a:noFill/>
          <a:ln w="1905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grpSp>
        <p:nvGrpSpPr>
          <p:cNvPr id="97" name="组合 96"/>
          <p:cNvGrpSpPr/>
          <p:nvPr/>
        </p:nvGrpSpPr>
        <p:grpSpPr>
          <a:xfrm>
            <a:off x="4201096" y="4037291"/>
            <a:ext cx="324892" cy="800100"/>
            <a:chOff x="4668856" y="4067970"/>
            <a:chExt cx="304800" cy="1066800"/>
          </a:xfrm>
        </p:grpSpPr>
        <p:sp>
          <p:nvSpPr>
            <p:cNvPr id="98" name="Line 30"/>
            <p:cNvSpPr>
              <a:spLocks noChangeShapeType="1"/>
            </p:cNvSpPr>
            <p:nvPr/>
          </p:nvSpPr>
          <p:spPr bwMode="auto">
            <a:xfrm>
              <a:off x="4668856" y="40679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106" name="Line 31"/>
            <p:cNvSpPr>
              <a:spLocks noChangeShapeType="1"/>
            </p:cNvSpPr>
            <p:nvPr/>
          </p:nvSpPr>
          <p:spPr bwMode="auto">
            <a:xfrm>
              <a:off x="4668856" y="46013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sp>
          <p:nvSpPr>
            <p:cNvPr id="107" name="Line 32"/>
            <p:cNvSpPr>
              <a:spLocks noChangeShapeType="1"/>
            </p:cNvSpPr>
            <p:nvPr/>
          </p:nvSpPr>
          <p:spPr bwMode="auto">
            <a:xfrm>
              <a:off x="4668856" y="5134770"/>
              <a:ext cx="304800" cy="0"/>
            </a:xfrm>
            <a:prstGeom prst="line">
              <a:avLst/>
            </a:prstGeom>
            <a:noFill/>
            <a:ln w="19050">
              <a:solidFill>
                <a:schemeClr val="bg2"/>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zh-CN" altLang="en-US" sz="1350">
                <a:latin typeface="微软雅黑" panose="020B0503020204020204" charset="-122"/>
                <a:ea typeface="微软雅黑" panose="020B0503020204020204" charset="-122"/>
              </a:endParaRPr>
            </a:p>
          </p:txBody>
        </p:sp>
      </p:grpSp>
      <p:sp>
        <p:nvSpPr>
          <p:cNvPr id="108" name="Rectangle 12"/>
          <p:cNvSpPr>
            <a:spLocks noChangeArrowheads="1"/>
          </p:cNvSpPr>
          <p:nvPr/>
        </p:nvSpPr>
        <p:spPr bwMode="auto">
          <a:xfrm>
            <a:off x="2819939" y="3861674"/>
            <a:ext cx="1383475" cy="40005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网络层</a:t>
            </a:r>
          </a:p>
        </p:txBody>
      </p:sp>
      <p:sp>
        <p:nvSpPr>
          <p:cNvPr id="109" name="Rectangle 13"/>
          <p:cNvSpPr>
            <a:spLocks noChangeArrowheads="1"/>
          </p:cNvSpPr>
          <p:nvPr/>
        </p:nvSpPr>
        <p:spPr bwMode="auto">
          <a:xfrm>
            <a:off x="2819940" y="4261724"/>
            <a:ext cx="696519" cy="800100"/>
          </a:xfrm>
          <a:prstGeom prst="rect">
            <a:avLst/>
          </a:prstGeom>
          <a:solidFill>
            <a:schemeClr val="accent2">
              <a:lumMod val="20000"/>
              <a:lumOff val="8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接口层</a:t>
            </a:r>
          </a:p>
        </p:txBody>
      </p:sp>
      <p:sp>
        <p:nvSpPr>
          <p:cNvPr id="112" name="Rectangle 13"/>
          <p:cNvSpPr>
            <a:spLocks noChangeArrowheads="1"/>
          </p:cNvSpPr>
          <p:nvPr/>
        </p:nvSpPr>
        <p:spPr bwMode="auto">
          <a:xfrm>
            <a:off x="3508108" y="4261724"/>
            <a:ext cx="696519" cy="800100"/>
          </a:xfrm>
          <a:prstGeom prst="rect">
            <a:avLst/>
          </a:prstGeom>
          <a:solidFill>
            <a:schemeClr val="accent6">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接口层</a:t>
            </a:r>
          </a:p>
        </p:txBody>
      </p:sp>
      <p:sp>
        <p:nvSpPr>
          <p:cNvPr id="113" name="Rectangle 12"/>
          <p:cNvSpPr>
            <a:spLocks noChangeArrowheads="1"/>
          </p:cNvSpPr>
          <p:nvPr/>
        </p:nvSpPr>
        <p:spPr bwMode="auto">
          <a:xfrm>
            <a:off x="4527201" y="3864056"/>
            <a:ext cx="1383475" cy="400050"/>
          </a:xfrm>
          <a:prstGeom prst="rect">
            <a:avLst/>
          </a:prstGeom>
          <a:solidFill>
            <a:schemeClr val="bg1"/>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网络层</a:t>
            </a:r>
          </a:p>
        </p:txBody>
      </p:sp>
      <p:sp>
        <p:nvSpPr>
          <p:cNvPr id="114" name="Rectangle 13"/>
          <p:cNvSpPr>
            <a:spLocks noChangeArrowheads="1"/>
          </p:cNvSpPr>
          <p:nvPr/>
        </p:nvSpPr>
        <p:spPr bwMode="auto">
          <a:xfrm>
            <a:off x="4527202" y="4264106"/>
            <a:ext cx="696519" cy="800100"/>
          </a:xfrm>
          <a:prstGeom prst="rect">
            <a:avLst/>
          </a:prstGeom>
          <a:solidFill>
            <a:schemeClr val="accent6">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接口层</a:t>
            </a:r>
          </a:p>
        </p:txBody>
      </p:sp>
      <p:sp>
        <p:nvSpPr>
          <p:cNvPr id="115" name="Rectangle 13"/>
          <p:cNvSpPr>
            <a:spLocks noChangeArrowheads="1"/>
          </p:cNvSpPr>
          <p:nvPr/>
        </p:nvSpPr>
        <p:spPr bwMode="auto">
          <a:xfrm>
            <a:off x="5215370" y="4264106"/>
            <a:ext cx="696519" cy="800100"/>
          </a:xfrm>
          <a:prstGeom prst="rect">
            <a:avLst/>
          </a:prstGeom>
          <a:solidFill>
            <a:schemeClr val="accent4">
              <a:lumMod val="40000"/>
              <a:lumOff val="60000"/>
            </a:schemeClr>
          </a:solidFill>
          <a:ln w="9525">
            <a:solidFill>
              <a:schemeClr val="tx1"/>
            </a:solidFill>
            <a:miter lim="800000"/>
          </a:ln>
        </p:spPr>
        <p:txBody>
          <a:bodyPr wrap="none" anchor="ct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a:spcBef>
                <a:spcPct val="0"/>
              </a:spcBef>
              <a:buNone/>
            </a:pPr>
            <a:r>
              <a:rPr lang="zh-CN" altLang="en-US" sz="1500" b="1" dirty="0">
                <a:latin typeface="微软雅黑" panose="020B0503020204020204" charset="-122"/>
                <a:ea typeface="微软雅黑" panose="020B0503020204020204" charset="-122"/>
              </a:rPr>
              <a:t>接口层</a:t>
            </a:r>
          </a:p>
        </p:txBody>
      </p:sp>
      <p:sp>
        <p:nvSpPr>
          <p:cNvPr id="116" name="Text Box 46"/>
          <p:cNvSpPr txBox="1">
            <a:spLocks noChangeArrowheads="1"/>
          </p:cNvSpPr>
          <p:nvPr/>
        </p:nvSpPr>
        <p:spPr bwMode="auto">
          <a:xfrm>
            <a:off x="4853400" y="3577071"/>
            <a:ext cx="756285" cy="3219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spcBef>
                <a:spcPct val="0"/>
              </a:spcBef>
              <a:buFontTx/>
              <a:buNone/>
            </a:pPr>
            <a:r>
              <a:rPr kumimoji="0" lang="zh-CN" altLang="en-US" sz="1500" b="1" dirty="0">
                <a:solidFill>
                  <a:srgbClr val="000099"/>
                </a:solidFill>
                <a:latin typeface="微软雅黑" panose="020B0503020204020204" charset="-122"/>
                <a:ea typeface="微软雅黑" panose="020B0503020204020204" charset="-122"/>
              </a:rPr>
              <a:t>路由器</a:t>
            </a:r>
          </a:p>
        </p:txBody>
      </p:sp>
      <p:sp>
        <p:nvSpPr>
          <p:cNvPr id="117" name="Text Box 42"/>
          <p:cNvSpPr txBox="1">
            <a:spLocks noChangeArrowheads="1"/>
          </p:cNvSpPr>
          <p:nvPr/>
        </p:nvSpPr>
        <p:spPr bwMode="auto">
          <a:xfrm>
            <a:off x="1406435" y="1907798"/>
            <a:ext cx="1138406" cy="3219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eaLnBrk="1" hangingPunct="1">
              <a:spcBef>
                <a:spcPct val="0"/>
              </a:spcBef>
              <a:buFontTx/>
              <a:buNone/>
            </a:pPr>
            <a:r>
              <a:rPr kumimoji="0" lang="zh-CN" altLang="en-US" sz="1500" b="1" dirty="0">
                <a:solidFill>
                  <a:schemeClr val="accent1">
                    <a:lumMod val="75000"/>
                  </a:schemeClr>
                </a:solidFill>
                <a:latin typeface="微软雅黑" panose="020B0503020204020204" charset="-122"/>
                <a:ea typeface="微软雅黑" panose="020B0503020204020204" charset="-122"/>
              </a:rPr>
              <a:t>主机</a:t>
            </a:r>
            <a:r>
              <a:rPr kumimoji="0" lang="en-US" altLang="zh-CN" sz="1500" b="1" dirty="0">
                <a:solidFill>
                  <a:schemeClr val="accent1">
                    <a:lumMod val="75000"/>
                  </a:schemeClr>
                </a:solidFill>
                <a:latin typeface="微软雅黑" panose="020B0503020204020204" charset="-122"/>
                <a:ea typeface="微软雅黑" panose="020B0503020204020204" charset="-122"/>
              </a:rPr>
              <a:t>A</a:t>
            </a:r>
          </a:p>
        </p:txBody>
      </p:sp>
      <p:sp>
        <p:nvSpPr>
          <p:cNvPr id="118" name="Text Box 42"/>
          <p:cNvSpPr txBox="1">
            <a:spLocks noChangeArrowheads="1"/>
          </p:cNvSpPr>
          <p:nvPr/>
        </p:nvSpPr>
        <p:spPr bwMode="auto">
          <a:xfrm>
            <a:off x="6169692" y="1914885"/>
            <a:ext cx="1138406" cy="3219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Blip>
                <a:blip r:embed="rId2"/>
              </a:buBlip>
              <a:defRPr sz="3200">
                <a:solidFill>
                  <a:schemeClr val="tx1"/>
                </a:solidFill>
                <a:latin typeface="Times New Roman" panose="02020503050405090304" charset="0"/>
                <a:ea typeface="Gulim" pitchFamily="34" charset="-127"/>
              </a:defRPr>
            </a:lvl1pPr>
            <a:lvl2pPr marL="742950" indent="-285750">
              <a:spcBef>
                <a:spcPct val="20000"/>
              </a:spcBef>
              <a:buBlip>
                <a:blip r:embed="rId3"/>
              </a:buBlip>
              <a:defRPr sz="2800">
                <a:solidFill>
                  <a:schemeClr val="tx1"/>
                </a:solidFill>
                <a:latin typeface="Times New Roman" panose="02020503050405090304" charset="0"/>
                <a:ea typeface="Gulim" pitchFamily="34" charset="-127"/>
              </a:defRPr>
            </a:lvl2pPr>
            <a:lvl3pPr marL="1143000" indent="-228600">
              <a:spcBef>
                <a:spcPct val="20000"/>
              </a:spcBef>
              <a:buFont typeface="Times New Roman" panose="02020503050405090304" charset="0"/>
              <a:buChar char="–"/>
              <a:defRPr sz="2400">
                <a:solidFill>
                  <a:schemeClr val="tx1"/>
                </a:solidFill>
                <a:latin typeface="Times New Roman" panose="02020503050405090304" charset="0"/>
                <a:ea typeface="Gulim" pitchFamily="34" charset="-127"/>
              </a:defRPr>
            </a:lvl3pPr>
            <a:lvl4pPr marL="1600200" indent="-228600">
              <a:spcBef>
                <a:spcPct val="20000"/>
              </a:spcBef>
              <a:buFont typeface="Times New Roman" panose="02020503050405090304" charset="0"/>
              <a:buChar char="•"/>
              <a:defRPr sz="2000">
                <a:solidFill>
                  <a:schemeClr val="tx1"/>
                </a:solidFill>
                <a:latin typeface="Times New Roman" panose="02020503050405090304" charset="0"/>
                <a:ea typeface="Gulim" pitchFamily="34" charset="-127"/>
              </a:defRPr>
            </a:lvl4pPr>
            <a:lvl5pPr marL="2057400" indent="-228600">
              <a:spcBef>
                <a:spcPct val="20000"/>
              </a:spcBef>
              <a:buChar char="»"/>
              <a:defRPr sz="2000">
                <a:solidFill>
                  <a:schemeClr val="tx1"/>
                </a:solidFill>
                <a:latin typeface="Times New Roman" panose="02020503050405090304" charset="0"/>
                <a:ea typeface="Gulim"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ulim" pitchFamily="34" charset="-127"/>
              </a:defRPr>
            </a:lvl9pPr>
          </a:lstStyle>
          <a:p>
            <a:pPr algn="ctr" eaLnBrk="1" hangingPunct="1">
              <a:spcBef>
                <a:spcPct val="0"/>
              </a:spcBef>
              <a:buFontTx/>
              <a:buNone/>
            </a:pPr>
            <a:r>
              <a:rPr kumimoji="0" lang="zh-CN" altLang="en-US" sz="1500" b="1" dirty="0">
                <a:solidFill>
                  <a:schemeClr val="accent1">
                    <a:lumMod val="75000"/>
                  </a:schemeClr>
                </a:solidFill>
                <a:latin typeface="微软雅黑" panose="020B0503020204020204" charset="-122"/>
                <a:ea typeface="微软雅黑" panose="020B0503020204020204" charset="-122"/>
              </a:rPr>
              <a:t>主机</a:t>
            </a:r>
            <a:r>
              <a:rPr kumimoji="0" lang="en-US" altLang="zh-CN" sz="1500" b="1" dirty="0">
                <a:solidFill>
                  <a:schemeClr val="accent1">
                    <a:lumMod val="75000"/>
                  </a:schemeClr>
                </a:solidFill>
                <a:latin typeface="微软雅黑" panose="020B0503020204020204" charset="-122"/>
                <a:ea typeface="微软雅黑" panose="020B0503020204020204" charset="-122"/>
              </a:rPr>
              <a:t>B</a:t>
            </a:r>
          </a:p>
        </p:txBody>
      </p:sp>
      <p:sp>
        <p:nvSpPr>
          <p:cNvPr id="120" name="矩形 119"/>
          <p:cNvSpPr/>
          <p:nvPr/>
        </p:nvSpPr>
        <p:spPr bwMode="auto">
          <a:xfrm>
            <a:off x="1327932" y="3867221"/>
            <a:ext cx="6071219" cy="405627"/>
          </a:xfrm>
          <a:prstGeom prst="rect">
            <a:avLst/>
          </a:prstGeom>
          <a:solidFill>
            <a:schemeClr val="accent6">
              <a:lumMod val="75000"/>
              <a:alpha val="32000"/>
            </a:schemeClr>
          </a:solidFill>
          <a:ln w="28575" cap="flat" cmpd="sng" algn="ctr">
            <a:solidFill>
              <a:srgbClr val="C00000"/>
            </a:solidFill>
            <a:prstDash val="solid"/>
            <a:round/>
            <a:headEnd type="none" w="med" len="med"/>
            <a:tailEnd type="none" w="med" len="med"/>
          </a:ln>
          <a:effectLst/>
        </p:spPr>
        <p:txBody>
          <a:bodyPr vert="horz" wrap="square" lIns="68580" tIns="34290" rIns="68580" bIns="34290" numCol="1" rtlCol="0" anchor="t" anchorCtr="0" compatLnSpc="1"/>
          <a:lstStyle/>
          <a:p>
            <a:pPr marL="342900" marR="0" indent="-342900" algn="ctr" defTabSz="914400" rtl="0" eaLnBrk="1" fontAlgn="base" latinLnBrk="0" hangingPunct="1">
              <a:lnSpc>
                <a:spcPct val="120000"/>
              </a:lnSpc>
              <a:spcBef>
                <a:spcPct val="10000"/>
              </a:spcBef>
              <a:spcAft>
                <a:spcPct val="0"/>
              </a:spcAft>
              <a:buClr>
                <a:schemeClr val="tx1"/>
              </a:buClr>
              <a:buSzTx/>
              <a:buFont typeface="Symbol" panose="05050102010706020507" pitchFamily="18" charset="2"/>
              <a:buBlip>
                <a:blip r:embed="rId2"/>
              </a:buBlip>
            </a:pPr>
            <a:endParaRPr kumimoji="1" lang="zh-CN" altLang="en-US" sz="2100" b="1" i="0" u="none" strike="noStrike" cap="none" normalizeH="0" baseline="0" dirty="0">
              <a:ln>
                <a:noFill/>
              </a:ln>
              <a:solidFill>
                <a:schemeClr val="tx1"/>
              </a:solidFill>
              <a:effectLst/>
              <a:latin typeface="微软雅黑" panose="020B0503020204020204" charset="-122"/>
              <a:ea typeface="微软雅黑" panose="020B0503020204020204" charset="-122"/>
            </a:endParaRPr>
          </a:p>
        </p:txBody>
      </p:sp>
      <p:sp>
        <p:nvSpPr>
          <p:cNvPr id="5" name="矩形 4"/>
          <p:cNvSpPr/>
          <p:nvPr/>
        </p:nvSpPr>
        <p:spPr bwMode="auto">
          <a:xfrm>
            <a:off x="1463364" y="3421150"/>
            <a:ext cx="166688" cy="85724"/>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68580" tIns="34290" rIns="68580" bIns="34290" numCol="1" rtlCol="0" anchor="t" anchorCtr="0" compatLnSpc="1"/>
          <a:lstStyle/>
          <a:p>
            <a:pPr marL="342900" marR="0" indent="-342900" algn="ctr" defTabSz="914400" rtl="0" eaLnBrk="1" fontAlgn="base" latinLnBrk="0" hangingPunct="1">
              <a:lnSpc>
                <a:spcPct val="120000"/>
              </a:lnSpc>
              <a:spcBef>
                <a:spcPct val="10000"/>
              </a:spcBef>
              <a:spcAft>
                <a:spcPct val="0"/>
              </a:spcAft>
              <a:buClr>
                <a:schemeClr val="tx1"/>
              </a:buClr>
              <a:buSzTx/>
              <a:buFont typeface="Symbol" panose="05050102010706020507" pitchFamily="18" charset="2"/>
              <a:buBlip>
                <a:blip r:embed="rId2"/>
              </a:buBlip>
            </a:pPr>
            <a:endParaRPr kumimoji="1" lang="zh-CN" altLang="en-US" sz="2100" b="1" i="0" u="none" strike="noStrike" cap="none" normalizeH="0" baseline="0">
              <a:ln>
                <a:noFill/>
              </a:ln>
              <a:solidFill>
                <a:schemeClr val="tx1"/>
              </a:solidFill>
              <a:effectLst/>
              <a:latin typeface="微软雅黑" panose="020B0503020204020204" charset="-122"/>
              <a:ea typeface="微软雅黑" panose="020B0503020204020204" charset="-122"/>
            </a:endParaRPr>
          </a:p>
        </p:txBody>
      </p:sp>
      <p:sp>
        <p:nvSpPr>
          <p:cNvPr id="6" name="矩形 5"/>
          <p:cNvSpPr/>
          <p:nvPr/>
        </p:nvSpPr>
        <p:spPr bwMode="auto">
          <a:xfrm>
            <a:off x="2022478" y="3419508"/>
            <a:ext cx="166688" cy="85724"/>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68580" tIns="34290" rIns="68580" bIns="3429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100" b="1">
              <a:latin typeface="微软雅黑" panose="020B0503020204020204" charset="-122"/>
              <a:ea typeface="微软雅黑" panose="020B0503020204020204" charset="-122"/>
            </a:endParaRPr>
          </a:p>
        </p:txBody>
      </p:sp>
      <p:sp>
        <p:nvSpPr>
          <p:cNvPr id="7" name="矩形 6"/>
          <p:cNvSpPr/>
          <p:nvPr/>
        </p:nvSpPr>
        <p:spPr bwMode="auto">
          <a:xfrm>
            <a:off x="2305861" y="3417578"/>
            <a:ext cx="166688" cy="85724"/>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68580" tIns="34290" rIns="68580" bIns="3429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100" b="1">
              <a:latin typeface="微软雅黑" panose="020B0503020204020204" charset="-122"/>
              <a:ea typeface="微软雅黑" panose="020B0503020204020204" charset="-122"/>
            </a:endParaRPr>
          </a:p>
        </p:txBody>
      </p:sp>
      <p:sp>
        <p:nvSpPr>
          <p:cNvPr id="8" name="矩形 7"/>
          <p:cNvSpPr/>
          <p:nvPr/>
        </p:nvSpPr>
        <p:spPr bwMode="auto">
          <a:xfrm>
            <a:off x="1745063" y="3417578"/>
            <a:ext cx="166688" cy="85724"/>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68580" tIns="34290" rIns="68580" bIns="3429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100" b="1">
              <a:latin typeface="微软雅黑" panose="020B0503020204020204" charset="-122"/>
              <a:ea typeface="微软雅黑" panose="020B0503020204020204" charset="-122"/>
            </a:endParaRPr>
          </a:p>
        </p:txBody>
      </p:sp>
      <p:sp>
        <p:nvSpPr>
          <p:cNvPr id="9" name="矩形 8"/>
          <p:cNvSpPr/>
          <p:nvPr/>
        </p:nvSpPr>
        <p:spPr bwMode="auto">
          <a:xfrm>
            <a:off x="6255514" y="3419666"/>
            <a:ext cx="166688" cy="85724"/>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68580" tIns="34290" rIns="68580" bIns="3429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100" b="1">
              <a:latin typeface="微软雅黑" panose="020B0503020204020204" charset="-122"/>
              <a:ea typeface="微软雅黑" panose="020B0503020204020204" charset="-122"/>
            </a:endParaRPr>
          </a:p>
        </p:txBody>
      </p:sp>
      <p:sp>
        <p:nvSpPr>
          <p:cNvPr id="10" name="矩形 9"/>
          <p:cNvSpPr/>
          <p:nvPr/>
        </p:nvSpPr>
        <p:spPr bwMode="auto">
          <a:xfrm>
            <a:off x="6814628" y="3418025"/>
            <a:ext cx="166688" cy="85724"/>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68580" tIns="34290" rIns="68580" bIns="3429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100" b="1">
              <a:latin typeface="微软雅黑" panose="020B0503020204020204" charset="-122"/>
              <a:ea typeface="微软雅黑" panose="020B0503020204020204" charset="-122"/>
            </a:endParaRPr>
          </a:p>
        </p:txBody>
      </p:sp>
      <p:sp>
        <p:nvSpPr>
          <p:cNvPr id="11" name="矩形 10"/>
          <p:cNvSpPr/>
          <p:nvPr/>
        </p:nvSpPr>
        <p:spPr bwMode="auto">
          <a:xfrm>
            <a:off x="7098011" y="3416095"/>
            <a:ext cx="166688" cy="85724"/>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68580" tIns="34290" rIns="68580" bIns="3429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100" b="1">
              <a:latin typeface="微软雅黑" panose="020B0503020204020204" charset="-122"/>
              <a:ea typeface="微软雅黑" panose="020B0503020204020204" charset="-122"/>
            </a:endParaRPr>
          </a:p>
        </p:txBody>
      </p:sp>
      <p:sp>
        <p:nvSpPr>
          <p:cNvPr id="12" name="矩形 11"/>
          <p:cNvSpPr/>
          <p:nvPr/>
        </p:nvSpPr>
        <p:spPr bwMode="auto">
          <a:xfrm>
            <a:off x="6537212" y="3416095"/>
            <a:ext cx="166688" cy="85724"/>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vert="horz" wrap="square" lIns="68580" tIns="34290" rIns="68580" bIns="34290" numCol="1" rtlCol="0" anchor="t" anchorCtr="0" compatLnSpc="1"/>
          <a:lstStyle/>
          <a:p>
            <a:pPr marL="342900" indent="-342900" algn="ctr" fontAlgn="base">
              <a:lnSpc>
                <a:spcPct val="120000"/>
              </a:lnSpc>
              <a:spcBef>
                <a:spcPct val="10000"/>
              </a:spcBef>
              <a:spcAft>
                <a:spcPct val="0"/>
              </a:spcAft>
              <a:buClr>
                <a:schemeClr val="tx1"/>
              </a:buClr>
              <a:buBlip>
                <a:blip r:embed="rId2"/>
              </a:buBlip>
            </a:pPr>
            <a:endParaRPr kumimoji="1" lang="zh-CN" altLang="en-US" sz="2100" b="1">
              <a:latin typeface="微软雅黑" panose="020B0503020204020204" charset="-122"/>
              <a:ea typeface="微软雅黑" panose="020B0503020204020204" charset="-122"/>
            </a:endParaRPr>
          </a:p>
        </p:txBody>
      </p:sp>
      <p:sp>
        <p:nvSpPr>
          <p:cNvPr id="13" name="矩形 12"/>
          <p:cNvSpPr/>
          <p:nvPr/>
        </p:nvSpPr>
        <p:spPr>
          <a:xfrm>
            <a:off x="2732975" y="5499974"/>
            <a:ext cx="2936240" cy="299085"/>
          </a:xfrm>
          <a:prstGeom prst="rect">
            <a:avLst/>
          </a:prstGeom>
          <a:solidFill>
            <a:schemeClr val="accent1">
              <a:lumMod val="40000"/>
              <a:lumOff val="60000"/>
            </a:schemeClr>
          </a:solidFill>
          <a:ln>
            <a:solidFill>
              <a:schemeClr val="accent2"/>
            </a:solidFill>
          </a:ln>
        </p:spPr>
        <p:txBody>
          <a:bodyPr wrap="none">
            <a:spAutoFit/>
          </a:bodyPr>
          <a:lstStyle/>
          <a:p>
            <a:pPr algn="ctr">
              <a:spcBef>
                <a:spcPct val="0"/>
              </a:spcBef>
              <a:buNone/>
            </a:pPr>
            <a:r>
              <a:rPr lang="zh-CN" altLang="en-US" sz="1350" b="1" dirty="0">
                <a:latin typeface="微软雅黑" panose="020B0503020204020204" charset="-122"/>
                <a:ea typeface="微软雅黑" panose="020B0503020204020204" charset="-122"/>
              </a:rPr>
              <a:t>接口层通常包括数据链路层和物理层</a:t>
            </a:r>
          </a:p>
        </p:txBody>
      </p:sp>
      <p:sp>
        <p:nvSpPr>
          <p:cNvPr id="3" name="Rectangle 14"/>
          <p:cNvSpPr>
            <a:spLocks noChangeArrowheads="1"/>
          </p:cNvSpPr>
          <p:nvPr/>
        </p:nvSpPr>
        <p:spPr bwMode="auto">
          <a:xfrm>
            <a:off x="7146290" y="63500"/>
            <a:ext cx="1896745" cy="491490"/>
          </a:xfrm>
          <a:prstGeom prst="rect">
            <a:avLst/>
          </a:prstGeom>
          <a:gradFill rotWithShape="1">
            <a:gsLst>
              <a:gs pos="0">
                <a:srgbClr val="3333CC">
                  <a:shade val="51000"/>
                  <a:satMod val="130000"/>
                </a:srgbClr>
              </a:gs>
              <a:gs pos="80000">
                <a:srgbClr val="3333CC">
                  <a:shade val="93000"/>
                  <a:satMod val="130000"/>
                </a:srgbClr>
              </a:gs>
              <a:gs pos="100000">
                <a:srgbClr val="3333CC">
                  <a:shade val="94000"/>
                  <a:satMod val="135000"/>
                </a:srgbClr>
              </a:gs>
            </a:gsLst>
            <a:lin ang="16200000" scaled="0"/>
          </a:gradFill>
          <a:ln w="9525" cap="flat" cmpd="sng" algn="ctr">
            <a:solidFill>
              <a:srgbClr val="3333CC"/>
            </a:solidFill>
            <a:prstDash val="solid"/>
          </a:ln>
          <a:effectLst>
            <a:outerShdw blurRad="40000" dist="23000" dir="5400000" rotWithShape="0">
              <a:srgbClr val="000000">
                <a:alpha val="35000"/>
              </a:srgbClr>
            </a:outerShdw>
          </a:effectLst>
        </p:spPr>
        <p:txBody>
          <a:bodyPr vertOverflow="overflow" horzOverflow="overflow" vert="horz" wrap="none" numCol="1" spcCol="0" rtlCol="0" fromWordArt="0" anchor="ctr" anchorCtr="0" forceAA="0" compatLnSpc="1">
            <a:noAutofit/>
          </a:bodyPr>
          <a:lstStyle>
            <a:lvl1pPr marL="0" lvl="0" indent="0" algn="l" defTabSz="914400" rtl="0" eaLnBrk="0" fontAlgn="base" latinLnBrk="0" hangingPunct="0">
              <a:lnSpc>
                <a:spcPct val="100000"/>
              </a:lnSpc>
              <a:spcBef>
                <a:spcPct val="0"/>
              </a:spcBef>
              <a:spcAft>
                <a:spcPct val="0"/>
              </a:spcAft>
              <a:buNone/>
              <a:defRPr sz="1600" b="0" i="0" u="none" kern="1200" baseline="0">
                <a:solidFill>
                  <a:srgbClr val="000000"/>
                </a:solidFill>
                <a:latin typeface="Tahoma" panose="020B0604030504040204" charset="0"/>
                <a:ea typeface="MS PGothic" charset="-128"/>
              </a:defRPr>
            </a:lvl1pPr>
            <a:lvl2pPr marL="457200" lvl="1" indent="0" algn="l" defTabSz="914400" rtl="0" eaLnBrk="0" fontAlgn="base" latinLnBrk="0" hangingPunct="0">
              <a:lnSpc>
                <a:spcPct val="100000"/>
              </a:lnSpc>
              <a:spcBef>
                <a:spcPct val="0"/>
              </a:spcBef>
              <a:spcAft>
                <a:spcPct val="0"/>
              </a:spcAft>
              <a:buNone/>
              <a:defRPr sz="1600" b="0" i="0" u="none" kern="1200" baseline="0">
                <a:solidFill>
                  <a:srgbClr val="000000"/>
                </a:solidFill>
                <a:latin typeface="Tahoma" panose="020B0604030504040204" charset="0"/>
                <a:ea typeface="MS PGothic" charset="-128"/>
                <a:cs typeface="+mn-ea"/>
              </a:defRPr>
            </a:lvl2pPr>
            <a:lvl3pPr marL="914400" lvl="2" indent="0" algn="l" defTabSz="914400" rtl="0" eaLnBrk="0" fontAlgn="base" latinLnBrk="0" hangingPunct="0">
              <a:lnSpc>
                <a:spcPct val="100000"/>
              </a:lnSpc>
              <a:spcBef>
                <a:spcPct val="0"/>
              </a:spcBef>
              <a:spcAft>
                <a:spcPct val="0"/>
              </a:spcAft>
              <a:buNone/>
              <a:defRPr sz="1600" b="0" i="0" u="none" kern="1200" baseline="0">
                <a:solidFill>
                  <a:srgbClr val="000000"/>
                </a:solidFill>
                <a:latin typeface="Tahoma" panose="020B0604030504040204" charset="0"/>
                <a:ea typeface="MS PGothic" charset="-128"/>
                <a:cs typeface="+mn-ea"/>
              </a:defRPr>
            </a:lvl3pPr>
            <a:lvl4pPr marL="1371600" lvl="3" indent="0" algn="l" defTabSz="914400" rtl="0" eaLnBrk="0" fontAlgn="base" latinLnBrk="0" hangingPunct="0">
              <a:lnSpc>
                <a:spcPct val="100000"/>
              </a:lnSpc>
              <a:spcBef>
                <a:spcPct val="0"/>
              </a:spcBef>
              <a:spcAft>
                <a:spcPct val="0"/>
              </a:spcAft>
              <a:buNone/>
              <a:defRPr sz="1600" b="0" i="0" u="none" kern="1200" baseline="0">
                <a:solidFill>
                  <a:srgbClr val="000000"/>
                </a:solidFill>
                <a:latin typeface="Tahoma" panose="020B0604030504040204" charset="0"/>
                <a:ea typeface="MS PGothic" charset="-128"/>
                <a:cs typeface="+mn-ea"/>
              </a:defRPr>
            </a:lvl4pPr>
            <a:lvl5pPr marL="1828800" lvl="4" indent="0" algn="l" defTabSz="914400" rtl="0" eaLnBrk="0" fontAlgn="base" latinLnBrk="0" hangingPunct="0">
              <a:lnSpc>
                <a:spcPct val="100000"/>
              </a:lnSpc>
              <a:spcBef>
                <a:spcPct val="0"/>
              </a:spcBef>
              <a:spcAft>
                <a:spcPct val="0"/>
              </a:spcAft>
              <a:buNone/>
              <a:defRPr sz="1600" b="0" i="0" u="none" kern="1200" baseline="0">
                <a:solidFill>
                  <a:srgbClr val="000000"/>
                </a:solidFill>
                <a:latin typeface="Tahoma" panose="020B0604030504040204" charset="0"/>
                <a:ea typeface="MS PGothic" charset="-128"/>
                <a:cs typeface="+mn-ea"/>
              </a:defRPr>
            </a:lvl5pPr>
          </a:lstStyle>
          <a:p>
            <a:pPr lvl="0" algn="ctr">
              <a:lnSpc>
                <a:spcPct val="130000"/>
              </a:lnSpc>
              <a:buClrTx/>
              <a:buSzTx/>
              <a:buFontTx/>
            </a:pPr>
            <a:r>
              <a:rPr lang="zh-CN" altLang="en-US" sz="2000">
                <a:solidFill>
                  <a:srgbClr val="FFFFFF"/>
                </a:solidFill>
                <a:latin typeface="Gill Sans MT" charset="0"/>
                <a:sym typeface="+mn-ea"/>
              </a:rPr>
              <a:t>对比网络层</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bldLvl="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12642"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10</a:t>
            </a:fld>
            <a:endParaRPr lang="en-US" altLang="zh-CN" sz="1200">
              <a:latin typeface="Arial" panose="020B0604020202090204" pitchFamily="34" charset="0"/>
            </a:endParaRPr>
          </a:p>
        </p:txBody>
      </p:sp>
      <p:sp>
        <p:nvSpPr>
          <p:cNvPr id="112643" name="Rectangle 2"/>
          <p:cNvSpPr>
            <a:spLocks noGrp="1"/>
          </p:cNvSpPr>
          <p:nvPr>
            <p:ph type="title"/>
          </p:nvPr>
        </p:nvSpPr>
        <p:spPr/>
        <p:txBody>
          <a:bodyPr vert="horz" wrap="square" lIns="91440" tIns="45720" rIns="91440" bIns="45720" anchor="ctr" anchorCtr="0"/>
          <a:lstStyle/>
          <a:p>
            <a:r>
              <a:rPr lang="en-US" altLang="zh-CN" sz="3600"/>
              <a:t>Two Key Network-Layer Functions</a:t>
            </a:r>
          </a:p>
        </p:txBody>
      </p:sp>
      <p:sp>
        <p:nvSpPr>
          <p:cNvPr id="112644" name="Rectangle 3"/>
          <p:cNvSpPr>
            <a:spLocks noGrp="1"/>
          </p:cNvSpPr>
          <p:nvPr>
            <p:ph idx="1"/>
          </p:nvPr>
        </p:nvSpPr>
        <p:spPr>
          <a:xfrm>
            <a:off x="379413" y="1625600"/>
            <a:ext cx="4192587" cy="4648200"/>
          </a:xfrm>
        </p:spPr>
        <p:txBody>
          <a:bodyPr vert="horz" wrap="square" lIns="91440" tIns="45720" rIns="91440" bIns="45720" anchor="t" anchorCtr="0"/>
          <a:lstStyle/>
          <a:p>
            <a:r>
              <a:rPr lang="en-US" altLang="zh-CN" i="1">
                <a:solidFill>
                  <a:srgbClr val="000099"/>
                </a:solidFill>
              </a:rPr>
              <a:t>forwarding:</a:t>
            </a:r>
            <a:r>
              <a:rPr lang="en-US" altLang="zh-CN"/>
              <a:t> move packets </a:t>
            </a:r>
            <a:r>
              <a:rPr lang="en-US" altLang="zh-CN" u="sng"/>
              <a:t>from router’s input </a:t>
            </a:r>
            <a:r>
              <a:rPr lang="en-US" altLang="zh-CN" u="sng">
                <a:solidFill>
                  <a:srgbClr val="FF0000"/>
                </a:solidFill>
              </a:rPr>
              <a:t>to appropriate router </a:t>
            </a:r>
            <a:r>
              <a:rPr lang="en-US" altLang="zh-CN" u="sng"/>
              <a:t>output</a:t>
            </a:r>
          </a:p>
          <a:p>
            <a:pPr>
              <a:spcBef>
                <a:spcPct val="70000"/>
              </a:spcBef>
            </a:pPr>
            <a:r>
              <a:rPr lang="en-US" altLang="zh-CN" i="1">
                <a:solidFill>
                  <a:srgbClr val="000099"/>
                </a:solidFill>
              </a:rPr>
              <a:t>routing:</a:t>
            </a:r>
            <a:r>
              <a:rPr lang="en-US" altLang="zh-CN"/>
              <a:t> </a:t>
            </a:r>
            <a:r>
              <a:rPr lang="en-US" altLang="zh-CN">
                <a:solidFill>
                  <a:srgbClr val="FF0000"/>
                </a:solidFill>
              </a:rPr>
              <a:t>determine route </a:t>
            </a:r>
            <a:r>
              <a:rPr lang="en-US" altLang="zh-CN"/>
              <a:t>taken by packets </a:t>
            </a:r>
            <a:r>
              <a:rPr lang="en-US" altLang="zh-CN" u="sng"/>
              <a:t>from source to dest</a:t>
            </a:r>
            <a:r>
              <a:rPr lang="en-US" altLang="zh-CN"/>
              <a:t>. </a:t>
            </a:r>
          </a:p>
          <a:p>
            <a:pPr lvl="1">
              <a:spcBef>
                <a:spcPct val="70000"/>
              </a:spcBef>
            </a:pPr>
            <a:r>
              <a:rPr lang="en-US" altLang="zh-CN" i="1"/>
              <a:t>routing algorithms</a:t>
            </a:r>
            <a:endParaRPr lang="en-US" altLang="zh-CN"/>
          </a:p>
        </p:txBody>
      </p:sp>
      <p:sp>
        <p:nvSpPr>
          <p:cNvPr id="112645" name="Rectangle 4"/>
          <p:cNvSpPr/>
          <p:nvPr/>
        </p:nvSpPr>
        <p:spPr>
          <a:xfrm>
            <a:off x="4706938" y="1611313"/>
            <a:ext cx="4192587" cy="4648200"/>
          </a:xfrm>
          <a:prstGeom prst="rect">
            <a:avLst/>
          </a:prstGeom>
          <a:noFill/>
          <a:ln w="9525">
            <a:noFill/>
          </a:ln>
        </p:spPr>
        <p:txBody>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342900" lvl="0" indent="-342900">
              <a:spcBef>
                <a:spcPct val="70000"/>
              </a:spcBef>
              <a:buNone/>
            </a:pPr>
            <a:r>
              <a:rPr lang="en-US" altLang="zh-CN" u="sng">
                <a:solidFill>
                  <a:srgbClr val="FF0000"/>
                </a:solidFill>
              </a:rPr>
              <a:t>analogy:</a:t>
            </a:r>
          </a:p>
          <a:p>
            <a:pPr marL="342900" lvl="0" indent="-342900">
              <a:spcBef>
                <a:spcPct val="70000"/>
              </a:spcBef>
              <a:buFont typeface="Wingdings" panose="05000000000000000000" pitchFamily="2" charset="2"/>
              <a:buChar char="v"/>
            </a:pPr>
            <a:r>
              <a:rPr lang="en-US" altLang="zh-CN">
                <a:solidFill>
                  <a:srgbClr val="000099"/>
                </a:solidFill>
              </a:rPr>
              <a:t>routing:</a:t>
            </a:r>
            <a:r>
              <a:rPr lang="en-US" altLang="zh-CN"/>
              <a:t> process of planning trip from source to dest</a:t>
            </a:r>
          </a:p>
          <a:p>
            <a:pPr marL="342900" lvl="0" indent="-342900">
              <a:spcBef>
                <a:spcPct val="70000"/>
              </a:spcBef>
              <a:buFont typeface="Wingdings" panose="05000000000000000000" pitchFamily="2" charset="2"/>
              <a:buChar char="v"/>
            </a:pPr>
            <a:r>
              <a:rPr lang="en-US" altLang="zh-CN">
                <a:solidFill>
                  <a:srgbClr val="000099"/>
                </a:solidFill>
              </a:rPr>
              <a:t>forwarding</a:t>
            </a:r>
            <a:r>
              <a:rPr lang="en-US" altLang="zh-CN">
                <a:solidFill>
                  <a:schemeClr val="accent2"/>
                </a:solidFill>
              </a:rPr>
              <a:t>:</a:t>
            </a:r>
            <a:r>
              <a:rPr lang="en-US" altLang="zh-CN"/>
              <a:t> process of getting through single interchange</a:t>
            </a:r>
          </a:p>
          <a:p>
            <a:pPr marL="342900" lvl="0" indent="-342900">
              <a:buFont typeface="Wingdings" panose="05000000000000000000" pitchFamily="2" charset="2"/>
              <a:buChar char="v"/>
            </a:pPr>
            <a:endParaRPr lang="en-US" altLang="zh-CN"/>
          </a:p>
        </p:txBody>
      </p:sp>
    </p:spTree>
  </p:cSld>
  <p:clrMapOvr>
    <a:masterClrMapping/>
  </p:clrMapOvr>
  <p:transition spd="slow"/>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5" name="页脚占位符 2"/>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13666" name="灯片编号占位符 3"/>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11</a:t>
            </a:fld>
            <a:endParaRPr lang="en-US" altLang="zh-CN" sz="1200">
              <a:latin typeface="Arial" panose="020B0604020202090204" pitchFamily="34" charset="0"/>
            </a:endParaRPr>
          </a:p>
        </p:txBody>
      </p:sp>
      <p:grpSp>
        <p:nvGrpSpPr>
          <p:cNvPr id="113667" name="Group 166"/>
          <p:cNvGrpSpPr/>
          <p:nvPr/>
        </p:nvGrpSpPr>
        <p:grpSpPr>
          <a:xfrm>
            <a:off x="1301750" y="1198563"/>
            <a:ext cx="5530850" cy="5245100"/>
            <a:chOff x="398" y="129"/>
            <a:chExt cx="3484" cy="3304"/>
          </a:xfrm>
        </p:grpSpPr>
        <p:sp>
          <p:nvSpPr>
            <p:cNvPr id="113670" name="Freeform 2"/>
            <p:cNvSpPr/>
            <p:nvPr/>
          </p:nvSpPr>
          <p:spPr>
            <a:xfrm>
              <a:off x="2031" y="2058"/>
              <a:ext cx="1794" cy="933"/>
            </a:xfrm>
            <a:custGeom>
              <a:avLst/>
              <a:gdLst>
                <a:gd name="txL" fmla="*/ 0 w 1794"/>
                <a:gd name="txT" fmla="*/ 0 h 933"/>
                <a:gd name="txR" fmla="*/ 1794 w 1794"/>
                <a:gd name="txB" fmla="*/ 933 h 933"/>
              </a:gdLst>
              <a:ahLst/>
              <a:cxnLst>
                <a:cxn ang="0">
                  <a:pos x="6" y="483"/>
                </a:cxn>
                <a:cxn ang="0">
                  <a:pos x="108" y="125"/>
                </a:cxn>
                <a:cxn ang="0">
                  <a:pos x="559" y="100"/>
                </a:cxn>
                <a:cxn ang="0">
                  <a:pos x="1128" y="29"/>
                </a:cxn>
                <a:cxn ang="0">
                  <a:pos x="1716" y="275"/>
                </a:cxn>
                <a:cxn ang="0">
                  <a:pos x="1596" y="827"/>
                </a:cxn>
                <a:cxn ang="0">
                  <a:pos x="1380" y="911"/>
                </a:cxn>
                <a:cxn ang="0">
                  <a:pos x="840" y="929"/>
                </a:cxn>
                <a:cxn ang="0">
                  <a:pos x="414" y="911"/>
                </a:cxn>
                <a:cxn ang="0">
                  <a:pos x="143" y="832"/>
                </a:cxn>
                <a:cxn ang="0">
                  <a:pos x="6" y="483"/>
                </a:cxn>
              </a:cxnLst>
              <a:rect l="txL" t="txT" r="txR" b="txB"/>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alpha val="100000"/>
              </a:srgbClr>
            </a:solidFill>
            <a:ln w="9525">
              <a:noFill/>
            </a:ln>
          </p:spPr>
          <p:txBody>
            <a:bodyPr/>
            <a:lstStyle/>
            <a:p>
              <a:endParaRPr lang="zh-CN" altLang="en-US"/>
            </a:p>
          </p:txBody>
        </p:sp>
        <p:sp>
          <p:nvSpPr>
            <p:cNvPr id="113671" name="Freeform 3"/>
            <p:cNvSpPr/>
            <p:nvPr/>
          </p:nvSpPr>
          <p:spPr>
            <a:xfrm>
              <a:off x="1090" y="1594"/>
              <a:ext cx="1443" cy="816"/>
            </a:xfrm>
            <a:custGeom>
              <a:avLst/>
              <a:gdLst>
                <a:gd name="txL" fmla="*/ 0 w 1443"/>
                <a:gd name="txT" fmla="*/ 0 h 816"/>
                <a:gd name="txR" fmla="*/ 1443 w 1443"/>
                <a:gd name="txB" fmla="*/ 816 h 816"/>
              </a:gdLst>
              <a:ahLst/>
              <a:cxnLst>
                <a:cxn ang="0">
                  <a:pos x="0" y="0"/>
                </a:cxn>
                <a:cxn ang="0">
                  <a:pos x="1076" y="782"/>
                </a:cxn>
                <a:cxn ang="0">
                  <a:pos x="1320" y="788"/>
                </a:cxn>
                <a:cxn ang="0">
                  <a:pos x="1443" y="5"/>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13672" name="Rectangle 4"/>
            <p:cNvSpPr/>
            <p:nvPr/>
          </p:nvSpPr>
          <p:spPr>
            <a:xfrm>
              <a:off x="1084" y="129"/>
              <a:ext cx="1460" cy="1470"/>
            </a:xfrm>
            <a:prstGeom prst="rect">
              <a:avLst/>
            </a:prstGeom>
            <a:solidFill>
              <a:schemeClr val="accent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673" name="Oval 5"/>
            <p:cNvSpPr/>
            <p:nvPr/>
          </p:nvSpPr>
          <p:spPr>
            <a:xfrm>
              <a:off x="1163" y="162"/>
              <a:ext cx="1320" cy="381"/>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674" name="Freeform 6"/>
            <p:cNvSpPr/>
            <p:nvPr/>
          </p:nvSpPr>
          <p:spPr>
            <a:xfrm>
              <a:off x="2433" y="2249"/>
              <a:ext cx="342" cy="186"/>
            </a:xfrm>
            <a:custGeom>
              <a:avLst/>
              <a:gdLst>
                <a:gd name="txL" fmla="*/ 0 w 342"/>
                <a:gd name="txT" fmla="*/ 0 h 186"/>
                <a:gd name="txR" fmla="*/ 342 w 342"/>
                <a:gd name="txB" fmla="*/ 186 h 186"/>
              </a:gdLst>
              <a:ahLst/>
              <a:cxnLst>
                <a:cxn ang="0">
                  <a:pos x="0" y="186"/>
                </a:cxn>
                <a:cxn ang="0">
                  <a:pos x="342" y="0"/>
                </a:cxn>
              </a:cxnLst>
              <a:rect l="txL" t="txT" r="txR" b="txB"/>
              <a:pathLst>
                <a:path w="342" h="186">
                  <a:moveTo>
                    <a:pt x="0" y="186"/>
                  </a:moveTo>
                  <a:lnTo>
                    <a:pt x="342"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nvGrpSpPr>
            <p:cNvPr id="113675" name="Group 7"/>
            <p:cNvGrpSpPr/>
            <p:nvPr/>
          </p:nvGrpSpPr>
          <p:grpSpPr>
            <a:xfrm>
              <a:off x="2122" y="2359"/>
              <a:ext cx="316" cy="147"/>
              <a:chOff x="3600" y="219"/>
              <a:chExt cx="360" cy="175"/>
            </a:xfrm>
          </p:grpSpPr>
          <p:sp>
            <p:nvSpPr>
              <p:cNvPr id="113820" name="Oval 8"/>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821" name="Line 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3822" name="Line 1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3823" name="Rectangle 11"/>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3824" name="Oval 1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3825" name="Group 13"/>
              <p:cNvGrpSpPr/>
              <p:nvPr/>
            </p:nvGrpSpPr>
            <p:grpSpPr>
              <a:xfrm>
                <a:off x="3686" y="244"/>
                <a:ext cx="177" cy="66"/>
                <a:chOff x="2848" y="848"/>
                <a:chExt cx="140" cy="98"/>
              </a:xfrm>
            </p:grpSpPr>
            <p:sp>
              <p:nvSpPr>
                <p:cNvPr id="113830" name="Line 1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831" name="Line 1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832" name="Line 1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3826" name="Group 17"/>
              <p:cNvGrpSpPr/>
              <p:nvPr/>
            </p:nvGrpSpPr>
            <p:grpSpPr>
              <a:xfrm flipV="1">
                <a:off x="3686" y="243"/>
                <a:ext cx="177" cy="66"/>
                <a:chOff x="2848" y="848"/>
                <a:chExt cx="140" cy="98"/>
              </a:xfrm>
            </p:grpSpPr>
            <p:sp>
              <p:nvSpPr>
                <p:cNvPr id="113827" name="Line 1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828" name="Line 1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829" name="Line 2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13676" name="Group 21"/>
            <p:cNvGrpSpPr/>
            <p:nvPr/>
          </p:nvGrpSpPr>
          <p:grpSpPr>
            <a:xfrm>
              <a:off x="2344" y="2761"/>
              <a:ext cx="316" cy="147"/>
              <a:chOff x="3600" y="219"/>
              <a:chExt cx="360" cy="175"/>
            </a:xfrm>
          </p:grpSpPr>
          <p:sp>
            <p:nvSpPr>
              <p:cNvPr id="113807" name="Oval 22"/>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808" name="Line 23"/>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3809" name="Line 24"/>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3810" name="Rectangle 25"/>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3811" name="Oval 26"/>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3812" name="Group 27"/>
              <p:cNvGrpSpPr/>
              <p:nvPr/>
            </p:nvGrpSpPr>
            <p:grpSpPr>
              <a:xfrm>
                <a:off x="3686" y="244"/>
                <a:ext cx="177" cy="66"/>
                <a:chOff x="2848" y="848"/>
                <a:chExt cx="140" cy="98"/>
              </a:xfrm>
            </p:grpSpPr>
            <p:sp>
              <p:nvSpPr>
                <p:cNvPr id="113817" name="Line 2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818" name="Line 2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819" name="Line 3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3813" name="Group 31"/>
              <p:cNvGrpSpPr/>
              <p:nvPr/>
            </p:nvGrpSpPr>
            <p:grpSpPr>
              <a:xfrm flipV="1">
                <a:off x="3686" y="243"/>
                <a:ext cx="177" cy="66"/>
                <a:chOff x="2848" y="848"/>
                <a:chExt cx="140" cy="98"/>
              </a:xfrm>
            </p:grpSpPr>
            <p:sp>
              <p:nvSpPr>
                <p:cNvPr id="113814" name="Line 3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815" name="Line 3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816" name="Line 3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13677" name="Group 35"/>
            <p:cNvGrpSpPr/>
            <p:nvPr/>
          </p:nvGrpSpPr>
          <p:grpSpPr>
            <a:xfrm>
              <a:off x="2769" y="2167"/>
              <a:ext cx="316" cy="147"/>
              <a:chOff x="3600" y="219"/>
              <a:chExt cx="360" cy="175"/>
            </a:xfrm>
          </p:grpSpPr>
          <p:sp>
            <p:nvSpPr>
              <p:cNvPr id="113794" name="Oval 36"/>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95" name="Line 37"/>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3796" name="Line 38"/>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3797" name="Rectangle 39"/>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3798" name="Oval 40"/>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3799" name="Group 41"/>
              <p:cNvGrpSpPr/>
              <p:nvPr/>
            </p:nvGrpSpPr>
            <p:grpSpPr>
              <a:xfrm>
                <a:off x="3686" y="244"/>
                <a:ext cx="177" cy="66"/>
                <a:chOff x="2848" y="848"/>
                <a:chExt cx="140" cy="98"/>
              </a:xfrm>
            </p:grpSpPr>
            <p:sp>
              <p:nvSpPr>
                <p:cNvPr id="113804" name="Line 4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805" name="Line 4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806" name="Line 4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3800" name="Group 45"/>
              <p:cNvGrpSpPr/>
              <p:nvPr/>
            </p:nvGrpSpPr>
            <p:grpSpPr>
              <a:xfrm flipV="1">
                <a:off x="3686" y="243"/>
                <a:ext cx="177" cy="66"/>
                <a:chOff x="2848" y="848"/>
                <a:chExt cx="140" cy="98"/>
              </a:xfrm>
            </p:grpSpPr>
            <p:sp>
              <p:nvSpPr>
                <p:cNvPr id="113801" name="Line 4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802" name="Line 4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803" name="Line 4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13678" name="Group 49"/>
            <p:cNvGrpSpPr/>
            <p:nvPr/>
          </p:nvGrpSpPr>
          <p:grpSpPr>
            <a:xfrm>
              <a:off x="2720" y="2586"/>
              <a:ext cx="315" cy="147"/>
              <a:chOff x="3600" y="219"/>
              <a:chExt cx="360" cy="175"/>
            </a:xfrm>
          </p:grpSpPr>
          <p:sp>
            <p:nvSpPr>
              <p:cNvPr id="113781" name="Oval 50"/>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82" name="Line 51"/>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3783" name="Line 52"/>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3784" name="Rectangle 53"/>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3785" name="Oval 54"/>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3786" name="Group 55"/>
              <p:cNvGrpSpPr/>
              <p:nvPr/>
            </p:nvGrpSpPr>
            <p:grpSpPr>
              <a:xfrm>
                <a:off x="3686" y="244"/>
                <a:ext cx="177" cy="66"/>
                <a:chOff x="2848" y="848"/>
                <a:chExt cx="140" cy="98"/>
              </a:xfrm>
            </p:grpSpPr>
            <p:sp>
              <p:nvSpPr>
                <p:cNvPr id="113791" name="Line 5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792" name="Line 5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793" name="Line 5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3787" name="Group 59"/>
              <p:cNvGrpSpPr/>
              <p:nvPr/>
            </p:nvGrpSpPr>
            <p:grpSpPr>
              <a:xfrm flipV="1">
                <a:off x="3686" y="243"/>
                <a:ext cx="177" cy="66"/>
                <a:chOff x="2848" y="848"/>
                <a:chExt cx="140" cy="98"/>
              </a:xfrm>
            </p:grpSpPr>
            <p:sp>
              <p:nvSpPr>
                <p:cNvPr id="113788" name="Line 6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789" name="Line 6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790" name="Line 6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13679" name="Group 63"/>
            <p:cNvGrpSpPr/>
            <p:nvPr/>
          </p:nvGrpSpPr>
          <p:grpSpPr>
            <a:xfrm>
              <a:off x="3120" y="2773"/>
              <a:ext cx="316" cy="147"/>
              <a:chOff x="3600" y="219"/>
              <a:chExt cx="360" cy="175"/>
            </a:xfrm>
          </p:grpSpPr>
          <p:sp>
            <p:nvSpPr>
              <p:cNvPr id="113768" name="Oval 64"/>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69" name="Line 65"/>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3770" name="Line 66"/>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3771" name="Rectangle 67"/>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3772" name="Oval 68"/>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3773" name="Group 69"/>
              <p:cNvGrpSpPr/>
              <p:nvPr/>
            </p:nvGrpSpPr>
            <p:grpSpPr>
              <a:xfrm>
                <a:off x="3686" y="244"/>
                <a:ext cx="177" cy="66"/>
                <a:chOff x="2848" y="848"/>
                <a:chExt cx="140" cy="98"/>
              </a:xfrm>
            </p:grpSpPr>
            <p:sp>
              <p:nvSpPr>
                <p:cNvPr id="113778" name="Line 7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779" name="Line 7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780" name="Line 7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3774" name="Group 73"/>
              <p:cNvGrpSpPr/>
              <p:nvPr/>
            </p:nvGrpSpPr>
            <p:grpSpPr>
              <a:xfrm flipV="1">
                <a:off x="3686" y="243"/>
                <a:ext cx="177" cy="66"/>
                <a:chOff x="2848" y="848"/>
                <a:chExt cx="140" cy="98"/>
              </a:xfrm>
            </p:grpSpPr>
            <p:sp>
              <p:nvSpPr>
                <p:cNvPr id="113775" name="Line 7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776" name="Line 7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777" name="Line 7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13680" name="Group 77"/>
            <p:cNvGrpSpPr/>
            <p:nvPr/>
          </p:nvGrpSpPr>
          <p:grpSpPr>
            <a:xfrm>
              <a:off x="3400" y="2360"/>
              <a:ext cx="316" cy="147"/>
              <a:chOff x="3600" y="219"/>
              <a:chExt cx="360" cy="175"/>
            </a:xfrm>
          </p:grpSpPr>
          <p:sp>
            <p:nvSpPr>
              <p:cNvPr id="113755" name="Oval 78"/>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56" name="Line 7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3757" name="Line 8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3758" name="Rectangle 81"/>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13759" name="Oval 8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13760" name="Group 83"/>
              <p:cNvGrpSpPr/>
              <p:nvPr/>
            </p:nvGrpSpPr>
            <p:grpSpPr>
              <a:xfrm>
                <a:off x="3686" y="244"/>
                <a:ext cx="177" cy="66"/>
                <a:chOff x="2848" y="848"/>
                <a:chExt cx="140" cy="98"/>
              </a:xfrm>
            </p:grpSpPr>
            <p:sp>
              <p:nvSpPr>
                <p:cNvPr id="113765" name="Line 8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766" name="Line 8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767" name="Line 8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13761" name="Group 87"/>
              <p:cNvGrpSpPr/>
              <p:nvPr/>
            </p:nvGrpSpPr>
            <p:grpSpPr>
              <a:xfrm flipV="1">
                <a:off x="3686" y="243"/>
                <a:ext cx="177" cy="66"/>
                <a:chOff x="2848" y="848"/>
                <a:chExt cx="140" cy="98"/>
              </a:xfrm>
            </p:grpSpPr>
            <p:sp>
              <p:nvSpPr>
                <p:cNvPr id="113762" name="Line 8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3763" name="Line 8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3764" name="Line 9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sp>
          <p:nvSpPr>
            <p:cNvPr id="113681" name="Freeform 91"/>
            <p:cNvSpPr/>
            <p:nvPr/>
          </p:nvSpPr>
          <p:spPr>
            <a:xfrm>
              <a:off x="3089" y="2245"/>
              <a:ext cx="318" cy="194"/>
            </a:xfrm>
            <a:custGeom>
              <a:avLst/>
              <a:gdLst>
                <a:gd name="txL" fmla="*/ 0 w 318"/>
                <a:gd name="txT" fmla="*/ 0 h 194"/>
                <a:gd name="txR" fmla="*/ 318 w 318"/>
                <a:gd name="txB" fmla="*/ 194 h 194"/>
              </a:gdLst>
              <a:ahLst/>
              <a:cxnLst>
                <a:cxn ang="0">
                  <a:pos x="0" y="0"/>
                </a:cxn>
                <a:cxn ang="0">
                  <a:pos x="318" y="194"/>
                </a:cxn>
              </a:cxnLst>
              <a:rect l="txL" t="txT" r="txR" b="txB"/>
              <a:pathLst>
                <a:path w="318" h="194">
                  <a:moveTo>
                    <a:pt x="0" y="0"/>
                  </a:moveTo>
                  <a:lnTo>
                    <a:pt x="318" y="19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3682" name="Freeform 92"/>
            <p:cNvSpPr/>
            <p:nvPr/>
          </p:nvSpPr>
          <p:spPr>
            <a:xfrm>
              <a:off x="2418" y="2492"/>
              <a:ext cx="303" cy="150"/>
            </a:xfrm>
            <a:custGeom>
              <a:avLst/>
              <a:gdLst>
                <a:gd name="txL" fmla="*/ 0 w 294"/>
                <a:gd name="txT" fmla="*/ 0 h 174"/>
                <a:gd name="txR" fmla="*/ 294 w 294"/>
                <a:gd name="txB" fmla="*/ 174 h 174"/>
              </a:gdLst>
              <a:ahLst/>
              <a:cxnLst>
                <a:cxn ang="0">
                  <a:pos x="0" y="0"/>
                </a:cxn>
                <a:cxn ang="0">
                  <a:pos x="553" y="8"/>
                </a:cxn>
              </a:cxnLst>
              <a:rect l="txL" t="txT" r="txR" b="txB"/>
              <a:pathLst>
                <a:path w="294" h="174">
                  <a:moveTo>
                    <a:pt x="0" y="0"/>
                  </a:moveTo>
                  <a:lnTo>
                    <a:pt x="294" y="17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3683" name="Freeform 93"/>
            <p:cNvSpPr/>
            <p:nvPr/>
          </p:nvSpPr>
          <p:spPr>
            <a:xfrm>
              <a:off x="3015" y="2477"/>
              <a:ext cx="396" cy="156"/>
            </a:xfrm>
            <a:custGeom>
              <a:avLst/>
              <a:gdLst>
                <a:gd name="txL" fmla="*/ 0 w 378"/>
                <a:gd name="txT" fmla="*/ 0 h 174"/>
                <a:gd name="txR" fmla="*/ 378 w 378"/>
                <a:gd name="txB" fmla="*/ 174 h 174"/>
              </a:gdLst>
              <a:ahLst/>
              <a:cxnLst>
                <a:cxn ang="0">
                  <a:pos x="0" y="18"/>
                </a:cxn>
                <a:cxn ang="0">
                  <a:pos x="1008" y="0"/>
                </a:cxn>
              </a:cxnLst>
              <a:rect l="txL" t="txT" r="txR" b="txB"/>
              <a:pathLst>
                <a:path w="378" h="174">
                  <a:moveTo>
                    <a:pt x="0" y="174"/>
                  </a:moveTo>
                  <a:lnTo>
                    <a:pt x="37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3684" name="Freeform 94"/>
            <p:cNvSpPr/>
            <p:nvPr/>
          </p:nvSpPr>
          <p:spPr>
            <a:xfrm>
              <a:off x="3435" y="2511"/>
              <a:ext cx="130" cy="320"/>
            </a:xfrm>
            <a:custGeom>
              <a:avLst/>
              <a:gdLst>
                <a:gd name="txL" fmla="*/ 0 w 118"/>
                <a:gd name="txT" fmla="*/ 0 h 500"/>
                <a:gd name="txR" fmla="*/ 118 w 118"/>
                <a:gd name="txB" fmla="*/ 500 h 500"/>
              </a:gdLst>
              <a:ahLst/>
              <a:cxnLst>
                <a:cxn ang="0">
                  <a:pos x="0" y="1"/>
                </a:cxn>
                <a:cxn ang="0">
                  <a:pos x="910" y="0"/>
                </a:cxn>
              </a:cxnLst>
              <a:rect l="txL" t="txT" r="txR" b="txB"/>
              <a:pathLst>
                <a:path w="118" h="500">
                  <a:moveTo>
                    <a:pt x="0" y="500"/>
                  </a:moveTo>
                  <a:lnTo>
                    <a:pt x="11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3685" name="Freeform 95"/>
            <p:cNvSpPr/>
            <p:nvPr/>
          </p:nvSpPr>
          <p:spPr>
            <a:xfrm>
              <a:off x="2657" y="2847"/>
              <a:ext cx="464" cy="47"/>
            </a:xfrm>
            <a:custGeom>
              <a:avLst/>
              <a:gdLst>
                <a:gd name="txL" fmla="*/ 0 w 370"/>
                <a:gd name="txT" fmla="*/ 0 h 32"/>
                <a:gd name="txR" fmla="*/ 370 w 370"/>
                <a:gd name="txB" fmla="*/ 32 h 32"/>
              </a:gdLst>
              <a:ahLst/>
              <a:cxnLst>
                <a:cxn ang="0">
                  <a:pos x="42885" y="101978"/>
                </a:cxn>
                <a:cxn ang="0">
                  <a:pos x="0" y="0"/>
                </a:cxn>
              </a:cxnLst>
              <a:rect l="txL" t="txT" r="txR" b="txB"/>
              <a:pathLst>
                <a:path w="370" h="32">
                  <a:moveTo>
                    <a:pt x="370" y="32"/>
                  </a:move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3686" name="Freeform 96"/>
            <p:cNvSpPr/>
            <p:nvPr/>
          </p:nvSpPr>
          <p:spPr>
            <a:xfrm>
              <a:off x="2319" y="2507"/>
              <a:ext cx="122" cy="268"/>
            </a:xfrm>
            <a:custGeom>
              <a:avLst/>
              <a:gdLst>
                <a:gd name="txL" fmla="*/ 0 w 176"/>
                <a:gd name="txT" fmla="*/ 0 h 412"/>
                <a:gd name="txR" fmla="*/ 176 w 176"/>
                <a:gd name="txB" fmla="*/ 412 h 412"/>
              </a:gdLst>
              <a:ahLst/>
              <a:cxnLst>
                <a:cxn ang="0">
                  <a:pos x="1" y="1"/>
                </a:cxn>
                <a:cxn ang="0">
                  <a:pos x="1" y="1"/>
                </a:cxn>
                <a:cxn ang="0">
                  <a:pos x="0" y="0"/>
                </a:cxn>
              </a:cxnLst>
              <a:rect l="txL" t="txT" r="txR" b="txB"/>
              <a:pathLst>
                <a:path w="176" h="412">
                  <a:moveTo>
                    <a:pt x="162" y="408"/>
                  </a:moveTo>
                  <a:lnTo>
                    <a:pt x="176" y="412"/>
                  </a:ln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3687" name="Rectangle 97"/>
            <p:cNvSpPr/>
            <p:nvPr/>
          </p:nvSpPr>
          <p:spPr>
            <a:xfrm>
              <a:off x="1128" y="2264"/>
              <a:ext cx="728" cy="150"/>
            </a:xfrm>
            <a:prstGeom prst="rect">
              <a:avLst/>
            </a:prstGeom>
            <a:solidFill>
              <a:schemeClr val="bg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688" name="Rectangle 98"/>
            <p:cNvSpPr/>
            <p:nvPr/>
          </p:nvSpPr>
          <p:spPr>
            <a:xfrm>
              <a:off x="1113" y="2279"/>
              <a:ext cx="723" cy="1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689" name="Line 99"/>
            <p:cNvSpPr/>
            <p:nvPr/>
          </p:nvSpPr>
          <p:spPr>
            <a:xfrm>
              <a:off x="1759" y="2362"/>
              <a:ext cx="266" cy="0"/>
            </a:xfrm>
            <a:prstGeom prst="line">
              <a:avLst/>
            </a:prstGeom>
            <a:ln w="9525" cap="flat" cmpd="sng">
              <a:solidFill>
                <a:schemeClr val="accent2"/>
              </a:solidFill>
              <a:prstDash val="solid"/>
              <a:headEnd type="none" w="med" len="med"/>
              <a:tailEnd type="triangle" w="med" len="med"/>
            </a:ln>
          </p:spPr>
        </p:sp>
        <p:sp>
          <p:nvSpPr>
            <p:cNvPr id="113690" name="Text Box 100"/>
            <p:cNvSpPr txBox="1"/>
            <p:nvPr/>
          </p:nvSpPr>
          <p:spPr>
            <a:xfrm>
              <a:off x="2390" y="2183"/>
              <a:ext cx="196" cy="2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800">
                  <a:latin typeface="Arial" panose="020B0604020202090204" pitchFamily="34" charset="0"/>
                </a:rPr>
                <a:t>1</a:t>
              </a:r>
            </a:p>
          </p:txBody>
        </p:sp>
        <p:sp>
          <p:nvSpPr>
            <p:cNvPr id="113691" name="Text Box 101"/>
            <p:cNvSpPr txBox="1"/>
            <p:nvPr/>
          </p:nvSpPr>
          <p:spPr>
            <a:xfrm>
              <a:off x="2336" y="2459"/>
              <a:ext cx="187" cy="2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600">
                  <a:latin typeface="Arial" panose="020B0604020202090204" pitchFamily="34" charset="0"/>
                </a:rPr>
                <a:t>2</a:t>
              </a:r>
            </a:p>
          </p:txBody>
        </p:sp>
        <p:sp>
          <p:nvSpPr>
            <p:cNvPr id="113692" name="Text Box 102"/>
            <p:cNvSpPr txBox="1"/>
            <p:nvPr/>
          </p:nvSpPr>
          <p:spPr>
            <a:xfrm>
              <a:off x="2178" y="2505"/>
              <a:ext cx="187" cy="2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600">
                  <a:latin typeface="Arial" panose="020B0604020202090204" pitchFamily="34" charset="0"/>
                </a:rPr>
                <a:t>3</a:t>
              </a:r>
            </a:p>
          </p:txBody>
        </p:sp>
        <p:sp>
          <p:nvSpPr>
            <p:cNvPr id="113693" name="Rectangle 104"/>
            <p:cNvSpPr/>
            <p:nvPr/>
          </p:nvSpPr>
          <p:spPr>
            <a:xfrm>
              <a:off x="1509" y="2281"/>
              <a:ext cx="269" cy="151"/>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694" name="Text Box 105"/>
            <p:cNvSpPr txBox="1"/>
            <p:nvPr/>
          </p:nvSpPr>
          <p:spPr>
            <a:xfrm>
              <a:off x="1479" y="2264"/>
              <a:ext cx="328" cy="17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200">
                  <a:latin typeface="Arial" panose="020B0604020202090204" pitchFamily="34" charset="0"/>
                </a:rPr>
                <a:t>0111</a:t>
              </a:r>
            </a:p>
          </p:txBody>
        </p:sp>
        <p:sp>
          <p:nvSpPr>
            <p:cNvPr id="113695" name="Text Box 106"/>
            <p:cNvSpPr txBox="1"/>
            <p:nvPr/>
          </p:nvSpPr>
          <p:spPr>
            <a:xfrm>
              <a:off x="398" y="1841"/>
              <a:ext cx="1019" cy="366"/>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600">
                  <a:latin typeface="Arial" panose="020B0604020202090204" pitchFamily="34" charset="0"/>
                </a:rPr>
                <a:t>value in arriving</a:t>
              </a:r>
            </a:p>
            <a:p>
              <a:pPr marL="0" lvl="0" indent="0" eaLnBrk="1" hangingPunct="1">
                <a:spcBef>
                  <a:spcPct val="0"/>
                </a:spcBef>
                <a:buClrTx/>
                <a:buSzTx/>
                <a:buFontTx/>
                <a:buNone/>
              </a:pPr>
              <a:r>
                <a:rPr lang="en-US" altLang="zh-CN" sz="1600">
                  <a:latin typeface="Arial" panose="020B0604020202090204" pitchFamily="34" charset="0"/>
                </a:rPr>
                <a:t>packet’s header</a:t>
              </a:r>
            </a:p>
          </p:txBody>
        </p:sp>
        <p:sp>
          <p:nvSpPr>
            <p:cNvPr id="113696" name="Line 107"/>
            <p:cNvSpPr/>
            <p:nvPr/>
          </p:nvSpPr>
          <p:spPr>
            <a:xfrm flipH="1">
              <a:off x="1269" y="2444"/>
              <a:ext cx="850" cy="0"/>
            </a:xfrm>
            <a:prstGeom prst="line">
              <a:avLst/>
            </a:prstGeom>
            <a:ln w="9525" cap="flat" cmpd="sng">
              <a:solidFill>
                <a:schemeClr val="tx1"/>
              </a:solidFill>
              <a:prstDash val="solid"/>
              <a:headEnd type="none" w="med" len="med"/>
              <a:tailEnd type="none" w="med" len="med"/>
            </a:ln>
          </p:spPr>
        </p:sp>
        <p:sp>
          <p:nvSpPr>
            <p:cNvPr id="113697" name="Text Box 108"/>
            <p:cNvSpPr txBox="1"/>
            <p:nvPr/>
          </p:nvSpPr>
          <p:spPr>
            <a:xfrm>
              <a:off x="1244" y="261"/>
              <a:ext cx="1174" cy="19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eaLnBrk="1" hangingPunct="1">
                <a:spcBef>
                  <a:spcPct val="0"/>
                </a:spcBef>
                <a:buClrTx/>
                <a:buSzTx/>
                <a:buFontTx/>
                <a:buNone/>
              </a:pPr>
              <a:r>
                <a:rPr lang="en-US" altLang="zh-CN" sz="1400">
                  <a:latin typeface="Arial" panose="020B0604020202090204" pitchFamily="34" charset="0"/>
                </a:rPr>
                <a:t>routing algorithm</a:t>
              </a:r>
            </a:p>
          </p:txBody>
        </p:sp>
        <p:sp>
          <p:nvSpPr>
            <p:cNvPr id="113698" name="Rectangle 109"/>
            <p:cNvSpPr/>
            <p:nvPr/>
          </p:nvSpPr>
          <p:spPr>
            <a:xfrm>
              <a:off x="1197" y="732"/>
              <a:ext cx="1263" cy="80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699" name="Text Box 110"/>
            <p:cNvSpPr txBox="1"/>
            <p:nvPr/>
          </p:nvSpPr>
          <p:spPr>
            <a:xfrm>
              <a:off x="1248" y="702"/>
              <a:ext cx="1171" cy="19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400">
                  <a:latin typeface="Arial" panose="020B0604020202090204" pitchFamily="34" charset="0"/>
                </a:rPr>
                <a:t>local forwarding table</a:t>
              </a:r>
            </a:p>
          </p:txBody>
        </p:sp>
        <p:sp>
          <p:nvSpPr>
            <p:cNvPr id="113700" name="Text Box 111"/>
            <p:cNvSpPr txBox="1"/>
            <p:nvPr/>
          </p:nvSpPr>
          <p:spPr>
            <a:xfrm>
              <a:off x="1174" y="858"/>
              <a:ext cx="764" cy="19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eaLnBrk="1" hangingPunct="1">
                <a:spcBef>
                  <a:spcPct val="0"/>
                </a:spcBef>
                <a:buClrTx/>
                <a:buSzTx/>
                <a:buFontTx/>
                <a:buNone/>
              </a:pPr>
              <a:r>
                <a:rPr lang="en-US" altLang="zh-CN" sz="1400">
                  <a:latin typeface="Arial" panose="020B0604020202090204" pitchFamily="34" charset="0"/>
                </a:rPr>
                <a:t>header value</a:t>
              </a:r>
            </a:p>
          </p:txBody>
        </p:sp>
        <p:sp>
          <p:nvSpPr>
            <p:cNvPr id="113701" name="Text Box 112"/>
            <p:cNvSpPr txBox="1"/>
            <p:nvPr/>
          </p:nvSpPr>
          <p:spPr>
            <a:xfrm>
              <a:off x="1846" y="859"/>
              <a:ext cx="656" cy="192"/>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eaLnBrk="1" hangingPunct="1">
                <a:spcBef>
                  <a:spcPct val="0"/>
                </a:spcBef>
                <a:buClrTx/>
                <a:buSzTx/>
                <a:buFontTx/>
                <a:buNone/>
              </a:pPr>
              <a:r>
                <a:rPr lang="en-US" altLang="zh-CN" sz="1400">
                  <a:latin typeface="Arial" panose="020B0604020202090204" pitchFamily="34" charset="0"/>
                </a:rPr>
                <a:t>output link</a:t>
              </a:r>
            </a:p>
          </p:txBody>
        </p:sp>
        <p:sp>
          <p:nvSpPr>
            <p:cNvPr id="113702" name="Line 113"/>
            <p:cNvSpPr/>
            <p:nvPr/>
          </p:nvSpPr>
          <p:spPr>
            <a:xfrm>
              <a:off x="1908" y="866"/>
              <a:ext cx="5" cy="672"/>
            </a:xfrm>
            <a:prstGeom prst="line">
              <a:avLst/>
            </a:prstGeom>
            <a:ln w="9525" cap="flat" cmpd="sng">
              <a:solidFill>
                <a:schemeClr val="tx1"/>
              </a:solidFill>
              <a:prstDash val="solid"/>
              <a:headEnd type="none" w="med" len="med"/>
              <a:tailEnd type="none" w="med" len="med"/>
            </a:ln>
          </p:spPr>
        </p:sp>
        <p:sp>
          <p:nvSpPr>
            <p:cNvPr id="113703" name="Text Box 114"/>
            <p:cNvSpPr txBox="1"/>
            <p:nvPr/>
          </p:nvSpPr>
          <p:spPr>
            <a:xfrm>
              <a:off x="1587" y="1037"/>
              <a:ext cx="328" cy="518"/>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r" eaLnBrk="1" hangingPunct="1">
                <a:spcBef>
                  <a:spcPct val="0"/>
                </a:spcBef>
                <a:buClrTx/>
                <a:buSzTx/>
                <a:buFontTx/>
                <a:buNone/>
              </a:pPr>
              <a:r>
                <a:rPr lang="en-US" altLang="zh-CN" sz="1200">
                  <a:latin typeface="Arial" panose="020B0604020202090204" pitchFamily="34" charset="0"/>
                </a:rPr>
                <a:t>0100</a:t>
              </a:r>
            </a:p>
            <a:p>
              <a:pPr marL="0" lvl="0" indent="0" algn="r" eaLnBrk="1" hangingPunct="1">
                <a:spcBef>
                  <a:spcPct val="0"/>
                </a:spcBef>
                <a:buClrTx/>
                <a:buSzTx/>
                <a:buFontTx/>
                <a:buNone/>
              </a:pPr>
              <a:r>
                <a:rPr lang="en-US" altLang="zh-CN" sz="1200">
                  <a:latin typeface="Arial" panose="020B0604020202090204" pitchFamily="34" charset="0"/>
                </a:rPr>
                <a:t>0101</a:t>
              </a:r>
            </a:p>
            <a:p>
              <a:pPr marL="0" lvl="0" indent="0" algn="r" eaLnBrk="1" hangingPunct="1">
                <a:spcBef>
                  <a:spcPct val="0"/>
                </a:spcBef>
                <a:buClrTx/>
                <a:buSzTx/>
                <a:buFontTx/>
                <a:buNone/>
              </a:pPr>
              <a:r>
                <a:rPr lang="en-US" altLang="zh-CN" sz="1200">
                  <a:latin typeface="Arial" panose="020B0604020202090204" pitchFamily="34" charset="0"/>
                </a:rPr>
                <a:t>0111</a:t>
              </a:r>
            </a:p>
            <a:p>
              <a:pPr marL="0" lvl="0" indent="0" algn="r" eaLnBrk="1" hangingPunct="1">
                <a:spcBef>
                  <a:spcPct val="0"/>
                </a:spcBef>
                <a:buClrTx/>
                <a:buSzTx/>
                <a:buFontTx/>
                <a:buNone/>
              </a:pPr>
              <a:r>
                <a:rPr lang="en-US" altLang="zh-CN" sz="1200">
                  <a:latin typeface="Arial" panose="020B0604020202090204" pitchFamily="34" charset="0"/>
                </a:rPr>
                <a:t>1001</a:t>
              </a:r>
            </a:p>
          </p:txBody>
        </p:sp>
        <p:sp>
          <p:nvSpPr>
            <p:cNvPr id="113704" name="Text Box 115"/>
            <p:cNvSpPr txBox="1"/>
            <p:nvPr/>
          </p:nvSpPr>
          <p:spPr>
            <a:xfrm>
              <a:off x="1918" y="1037"/>
              <a:ext cx="169" cy="518"/>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eaLnBrk="1" hangingPunct="1">
                <a:spcBef>
                  <a:spcPct val="0"/>
                </a:spcBef>
                <a:buClrTx/>
                <a:buSzTx/>
                <a:buFontTx/>
                <a:buNone/>
              </a:pPr>
              <a:r>
                <a:rPr lang="en-US" altLang="zh-CN" sz="1200">
                  <a:latin typeface="Arial" panose="020B0604020202090204" pitchFamily="34" charset="0"/>
                </a:rPr>
                <a:t>3</a:t>
              </a:r>
            </a:p>
            <a:p>
              <a:pPr marL="0" lvl="0" indent="0" algn="ctr" eaLnBrk="1" hangingPunct="1">
                <a:spcBef>
                  <a:spcPct val="0"/>
                </a:spcBef>
                <a:buClrTx/>
                <a:buSzTx/>
                <a:buFontTx/>
                <a:buNone/>
              </a:pPr>
              <a:r>
                <a:rPr lang="en-US" altLang="zh-CN" sz="1200">
                  <a:latin typeface="Arial" panose="020B0604020202090204" pitchFamily="34" charset="0"/>
                </a:rPr>
                <a:t>2</a:t>
              </a:r>
            </a:p>
            <a:p>
              <a:pPr marL="0" lvl="0" indent="0" algn="ctr" eaLnBrk="1" hangingPunct="1">
                <a:spcBef>
                  <a:spcPct val="0"/>
                </a:spcBef>
                <a:buClrTx/>
                <a:buSzTx/>
                <a:buFontTx/>
                <a:buNone/>
              </a:pPr>
              <a:r>
                <a:rPr lang="en-US" altLang="zh-CN" sz="1200">
                  <a:latin typeface="Arial" panose="020B0604020202090204" pitchFamily="34" charset="0"/>
                </a:rPr>
                <a:t>2</a:t>
              </a:r>
            </a:p>
            <a:p>
              <a:pPr marL="0" lvl="0" indent="0" algn="ctr" eaLnBrk="1" hangingPunct="1">
                <a:spcBef>
                  <a:spcPct val="0"/>
                </a:spcBef>
                <a:buClrTx/>
                <a:buSzTx/>
                <a:buFontTx/>
                <a:buNone/>
              </a:pPr>
              <a:r>
                <a:rPr lang="en-US" altLang="zh-CN" sz="1200">
                  <a:latin typeface="Arial" panose="020B0604020202090204" pitchFamily="34" charset="0"/>
                </a:rPr>
                <a:t>1</a:t>
              </a:r>
            </a:p>
          </p:txBody>
        </p:sp>
        <p:sp>
          <p:nvSpPr>
            <p:cNvPr id="113705" name="Line 116"/>
            <p:cNvSpPr/>
            <p:nvPr/>
          </p:nvSpPr>
          <p:spPr>
            <a:xfrm>
              <a:off x="1197" y="1028"/>
              <a:ext cx="1264" cy="0"/>
            </a:xfrm>
            <a:prstGeom prst="line">
              <a:avLst/>
            </a:prstGeom>
            <a:ln w="9525" cap="flat" cmpd="sng">
              <a:solidFill>
                <a:schemeClr val="tx1"/>
              </a:solidFill>
              <a:prstDash val="solid"/>
              <a:headEnd type="none" w="med" len="med"/>
              <a:tailEnd type="none" w="med" len="med"/>
            </a:ln>
          </p:spPr>
        </p:sp>
        <p:sp>
          <p:nvSpPr>
            <p:cNvPr id="113706" name="Line 117"/>
            <p:cNvSpPr/>
            <p:nvPr/>
          </p:nvSpPr>
          <p:spPr>
            <a:xfrm>
              <a:off x="1192" y="872"/>
              <a:ext cx="1264" cy="0"/>
            </a:xfrm>
            <a:prstGeom prst="line">
              <a:avLst/>
            </a:prstGeom>
            <a:ln w="9525" cap="flat" cmpd="sng">
              <a:solidFill>
                <a:schemeClr val="tx1"/>
              </a:solidFill>
              <a:prstDash val="solid"/>
              <a:headEnd type="none" w="med" len="med"/>
              <a:tailEnd type="none" w="med" len="med"/>
            </a:ln>
          </p:spPr>
        </p:sp>
        <p:sp>
          <p:nvSpPr>
            <p:cNvPr id="113707" name="AutoShape 118"/>
            <p:cNvSpPr/>
            <p:nvPr/>
          </p:nvSpPr>
          <p:spPr>
            <a:xfrm rot="5400000">
              <a:off x="1763" y="547"/>
              <a:ext cx="151" cy="172"/>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08" name="Line 119"/>
            <p:cNvSpPr/>
            <p:nvPr/>
          </p:nvSpPr>
          <p:spPr>
            <a:xfrm>
              <a:off x="1371" y="2086"/>
              <a:ext cx="229" cy="216"/>
            </a:xfrm>
            <a:prstGeom prst="line">
              <a:avLst/>
            </a:prstGeom>
            <a:ln w="9525" cap="flat" cmpd="sng">
              <a:solidFill>
                <a:schemeClr val="tx1"/>
              </a:solidFill>
              <a:prstDash val="solid"/>
              <a:headEnd type="none" w="med" len="med"/>
              <a:tailEnd type="triangle" w="med" len="med"/>
            </a:ln>
          </p:spPr>
        </p:sp>
        <p:sp>
          <p:nvSpPr>
            <p:cNvPr id="113709" name="Freeform 120"/>
            <p:cNvSpPr/>
            <p:nvPr/>
          </p:nvSpPr>
          <p:spPr>
            <a:xfrm>
              <a:off x="2047" y="2395"/>
              <a:ext cx="554" cy="167"/>
            </a:xfrm>
            <a:custGeom>
              <a:avLst/>
              <a:gdLst>
                <a:gd name="txL" fmla="*/ 0 w 554"/>
                <a:gd name="txT" fmla="*/ 0 h 167"/>
                <a:gd name="txR" fmla="*/ 554 w 554"/>
                <a:gd name="txB" fmla="*/ 167 h 167"/>
              </a:gdLst>
              <a:ahLst/>
              <a:cxnLst>
                <a:cxn ang="0">
                  <a:pos x="0" y="10"/>
                </a:cxn>
                <a:cxn ang="0">
                  <a:pos x="324" y="26"/>
                </a:cxn>
                <a:cxn ang="0">
                  <a:pos x="554" y="167"/>
                </a:cxn>
              </a:cxnLst>
              <a:rect l="txL" t="txT" r="txR" b="txB"/>
              <a:pathLst>
                <a:path w="554" h="167">
                  <a:moveTo>
                    <a:pt x="0" y="10"/>
                  </a:moveTo>
                  <a:cubicBezTo>
                    <a:pt x="102" y="0"/>
                    <a:pt x="240" y="5"/>
                    <a:pt x="324" y="26"/>
                  </a:cubicBezTo>
                  <a:cubicBezTo>
                    <a:pt x="416" y="52"/>
                    <a:pt x="502" y="120"/>
                    <a:pt x="554" y="167"/>
                  </a:cubicBezTo>
                </a:path>
              </a:pathLst>
            </a:custGeom>
            <a:noFill/>
            <a:ln w="57150" cap="flat" cmpd="sng">
              <a:solidFill>
                <a:srgbClr val="FF3300">
                  <a:alpha val="100000"/>
                </a:srgbClr>
              </a:solidFill>
              <a:prstDash val="solid"/>
              <a:round/>
              <a:headEnd type="none" w="med" len="med"/>
              <a:tailEnd type="triangle" w="med" len="med"/>
            </a:ln>
          </p:spPr>
          <p:txBody>
            <a:bodyPr/>
            <a:lstStyle/>
            <a:p>
              <a:endParaRPr lang="zh-CN" altLang="en-US"/>
            </a:p>
          </p:txBody>
        </p:sp>
        <p:sp>
          <p:nvSpPr>
            <p:cNvPr id="113710" name="Freeform 121"/>
            <p:cNvSpPr/>
            <p:nvPr/>
          </p:nvSpPr>
          <p:spPr>
            <a:xfrm flipH="1">
              <a:off x="3518" y="2127"/>
              <a:ext cx="364" cy="234"/>
            </a:xfrm>
            <a:custGeom>
              <a:avLst/>
              <a:gdLst>
                <a:gd name="txL" fmla="*/ 0 w 1443"/>
                <a:gd name="txT" fmla="*/ 0 h 816"/>
                <a:gd name="txR" fmla="*/ 1443 w 1443"/>
                <a:gd name="txB" fmla="*/ 816 h 816"/>
              </a:gdLst>
              <a:ahLst/>
              <a:cxnLst>
                <a:cxn ang="0">
                  <a:pos x="0" y="0"/>
                </a:cxn>
                <a:cxn ang="0">
                  <a:pos x="0" y="0"/>
                </a:cxn>
                <a:cxn ang="0">
                  <a:pos x="0" y="0"/>
                </a:cxn>
                <a:cxn ang="0">
                  <a:pos x="0" y="0"/>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13711" name="Freeform 122"/>
            <p:cNvSpPr/>
            <p:nvPr/>
          </p:nvSpPr>
          <p:spPr>
            <a:xfrm flipH="1">
              <a:off x="2881" y="1948"/>
              <a:ext cx="364" cy="234"/>
            </a:xfrm>
            <a:custGeom>
              <a:avLst/>
              <a:gdLst>
                <a:gd name="txL" fmla="*/ 0 w 1443"/>
                <a:gd name="txT" fmla="*/ 0 h 816"/>
                <a:gd name="txR" fmla="*/ 1443 w 1443"/>
                <a:gd name="txB" fmla="*/ 816 h 816"/>
              </a:gdLst>
              <a:ahLst/>
              <a:cxnLst>
                <a:cxn ang="0">
                  <a:pos x="0" y="0"/>
                </a:cxn>
                <a:cxn ang="0">
                  <a:pos x="0" y="0"/>
                </a:cxn>
                <a:cxn ang="0">
                  <a:pos x="0" y="0"/>
                </a:cxn>
                <a:cxn ang="0">
                  <a:pos x="0" y="0"/>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13712" name="Freeform 123"/>
            <p:cNvSpPr/>
            <p:nvPr/>
          </p:nvSpPr>
          <p:spPr>
            <a:xfrm flipH="1" flipV="1">
              <a:off x="3302" y="2922"/>
              <a:ext cx="342" cy="234"/>
            </a:xfrm>
            <a:custGeom>
              <a:avLst/>
              <a:gdLst>
                <a:gd name="txL" fmla="*/ 0 w 1443"/>
                <a:gd name="txT" fmla="*/ 0 h 816"/>
                <a:gd name="txR" fmla="*/ 1443 w 1443"/>
                <a:gd name="txB" fmla="*/ 816 h 816"/>
              </a:gdLst>
              <a:ahLst/>
              <a:cxnLst>
                <a:cxn ang="0">
                  <a:pos x="0" y="0"/>
                </a:cxn>
                <a:cxn ang="0">
                  <a:pos x="0" y="0"/>
                </a:cxn>
                <a:cxn ang="0">
                  <a:pos x="0" y="0"/>
                </a:cxn>
                <a:cxn ang="0">
                  <a:pos x="0" y="0"/>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13713" name="Freeform 124"/>
            <p:cNvSpPr/>
            <p:nvPr/>
          </p:nvSpPr>
          <p:spPr>
            <a:xfrm flipH="1" flipV="1">
              <a:off x="2452" y="2912"/>
              <a:ext cx="342" cy="234"/>
            </a:xfrm>
            <a:custGeom>
              <a:avLst/>
              <a:gdLst>
                <a:gd name="txL" fmla="*/ 0 w 1443"/>
                <a:gd name="txT" fmla="*/ 0 h 816"/>
                <a:gd name="txR" fmla="*/ 1443 w 1443"/>
                <a:gd name="txB" fmla="*/ 816 h 816"/>
              </a:gdLst>
              <a:ahLst/>
              <a:cxnLst>
                <a:cxn ang="0">
                  <a:pos x="0" y="0"/>
                </a:cxn>
                <a:cxn ang="0">
                  <a:pos x="0" y="0"/>
                </a:cxn>
                <a:cxn ang="0">
                  <a:pos x="0" y="0"/>
                </a:cxn>
                <a:cxn ang="0">
                  <a:pos x="0" y="0"/>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13714" name="Freeform 125"/>
            <p:cNvSpPr/>
            <p:nvPr/>
          </p:nvSpPr>
          <p:spPr>
            <a:xfrm flipH="1" flipV="1">
              <a:off x="2855" y="2728"/>
              <a:ext cx="342" cy="285"/>
            </a:xfrm>
            <a:custGeom>
              <a:avLst/>
              <a:gdLst>
                <a:gd name="txL" fmla="*/ 0 w 1443"/>
                <a:gd name="txT" fmla="*/ 0 h 816"/>
                <a:gd name="txR" fmla="*/ 1443 w 1443"/>
                <a:gd name="txB" fmla="*/ 816 h 816"/>
              </a:gdLst>
              <a:ahLst/>
              <a:cxnLst>
                <a:cxn ang="0">
                  <a:pos x="0" y="0"/>
                </a:cxn>
                <a:cxn ang="0">
                  <a:pos x="0" y="0"/>
                </a:cxn>
                <a:cxn ang="0">
                  <a:pos x="0" y="0"/>
                </a:cxn>
                <a:cxn ang="0">
                  <a:pos x="0" y="0"/>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grpSp>
          <p:nvGrpSpPr>
            <p:cNvPr id="113715" name="Group 126"/>
            <p:cNvGrpSpPr/>
            <p:nvPr/>
          </p:nvGrpSpPr>
          <p:grpSpPr>
            <a:xfrm>
              <a:off x="2886" y="1668"/>
              <a:ext cx="347" cy="285"/>
              <a:chOff x="2886" y="1668"/>
              <a:chExt cx="347" cy="285"/>
            </a:xfrm>
          </p:grpSpPr>
          <p:sp>
            <p:nvSpPr>
              <p:cNvPr id="113748" name="Rectangle 127"/>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49" name="Oval 128"/>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50" name="Rectangle 129"/>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51" name="Line 130"/>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13752" name="Line 131"/>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13753" name="Line 132"/>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13754" name="AutoShape 133"/>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113716" name="Group 134"/>
            <p:cNvGrpSpPr/>
            <p:nvPr/>
          </p:nvGrpSpPr>
          <p:grpSpPr>
            <a:xfrm>
              <a:off x="3524" y="1840"/>
              <a:ext cx="347" cy="285"/>
              <a:chOff x="2886" y="1668"/>
              <a:chExt cx="347" cy="285"/>
            </a:xfrm>
          </p:grpSpPr>
          <p:sp>
            <p:nvSpPr>
              <p:cNvPr id="113741" name="Rectangle 135"/>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42" name="Oval 136"/>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43" name="Rectangle 137"/>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44" name="Line 138"/>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13745" name="Line 139"/>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13746" name="Line 140"/>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13747" name="AutoShape 141"/>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113717" name="Group 142"/>
            <p:cNvGrpSpPr/>
            <p:nvPr/>
          </p:nvGrpSpPr>
          <p:grpSpPr>
            <a:xfrm>
              <a:off x="3291" y="3148"/>
              <a:ext cx="347" cy="285"/>
              <a:chOff x="2886" y="1668"/>
              <a:chExt cx="347" cy="285"/>
            </a:xfrm>
          </p:grpSpPr>
          <p:sp>
            <p:nvSpPr>
              <p:cNvPr id="113734" name="Rectangle 143"/>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35" name="Oval 144"/>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36" name="Rectangle 145"/>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37" name="Line 146"/>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13738" name="Line 147"/>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13739" name="Line 148"/>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13740" name="AutoShape 149"/>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113718" name="Group 150"/>
            <p:cNvGrpSpPr/>
            <p:nvPr/>
          </p:nvGrpSpPr>
          <p:grpSpPr>
            <a:xfrm>
              <a:off x="2853" y="3010"/>
              <a:ext cx="347" cy="285"/>
              <a:chOff x="2886" y="1668"/>
              <a:chExt cx="347" cy="285"/>
            </a:xfrm>
          </p:grpSpPr>
          <p:sp>
            <p:nvSpPr>
              <p:cNvPr id="113727" name="Rectangle 151"/>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28" name="Oval 152"/>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29" name="Rectangle 153"/>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30" name="Line 154"/>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13731" name="Line 155"/>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13732" name="Line 156"/>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13733" name="AutoShape 157"/>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113719" name="Group 158"/>
            <p:cNvGrpSpPr/>
            <p:nvPr/>
          </p:nvGrpSpPr>
          <p:grpSpPr>
            <a:xfrm>
              <a:off x="2440" y="3131"/>
              <a:ext cx="347" cy="285"/>
              <a:chOff x="2886" y="1668"/>
              <a:chExt cx="347" cy="285"/>
            </a:xfrm>
          </p:grpSpPr>
          <p:sp>
            <p:nvSpPr>
              <p:cNvPr id="113720" name="Rectangle 159"/>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21" name="Oval 160"/>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22" name="Rectangle 161"/>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13723" name="Line 162"/>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13724" name="Line 163"/>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13725" name="Line 164"/>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13726" name="AutoShape 165"/>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sp>
        <p:nvSpPr>
          <p:cNvPr id="113668" name="Text Box 167"/>
          <p:cNvSpPr txBox="1"/>
          <p:nvPr/>
        </p:nvSpPr>
        <p:spPr>
          <a:xfrm>
            <a:off x="501650" y="250825"/>
            <a:ext cx="8148638" cy="579438"/>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3200" u="sng">
                <a:solidFill>
                  <a:srgbClr val="000099"/>
                </a:solidFill>
              </a:rPr>
              <a:t>Interplay between routing and forwarding</a:t>
            </a:r>
          </a:p>
        </p:txBody>
      </p:sp>
      <p:sp>
        <p:nvSpPr>
          <p:cNvPr id="169" name="Rectangle 14"/>
          <p:cNvSpPr>
            <a:spLocks noChangeArrowheads="1"/>
          </p:cNvSpPr>
          <p:nvPr/>
        </p:nvSpPr>
        <p:spPr bwMode="auto">
          <a:xfrm>
            <a:off x="121444" y="6097134"/>
            <a:ext cx="2797970"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MOOC-4.1</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   </a:t>
            </a: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2:03-6:20</a:t>
            </a:r>
          </a:p>
        </p:txBody>
      </p:sp>
    </p:spTree>
  </p:cSld>
  <p:clrMapOvr>
    <a:masterClrMapping/>
  </p:clrMapOvr>
  <p:transition spd="slow"/>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1" name="Picture 6" descr="underline_base"/>
          <p:cNvPicPr/>
          <p:nvPr/>
        </p:nvPicPr>
        <p:blipFill>
          <a:blip r:embed="rId2"/>
          <a:stretch>
            <a:fillRect/>
          </a:stretch>
        </p:blipFill>
        <p:spPr>
          <a:xfrm>
            <a:off x="631825" y="1035050"/>
            <a:ext cx="7769225" cy="173038"/>
          </a:xfrm>
          <a:prstGeom prst="rect">
            <a:avLst/>
          </a:prstGeom>
          <a:noFill/>
          <a:ln w="9525">
            <a:noFill/>
          </a:ln>
        </p:spPr>
      </p:pic>
      <p:sp>
        <p:nvSpPr>
          <p:cNvPr id="5125" name="Rectangle 2"/>
          <p:cNvSpPr>
            <a:spLocks noGrp="1" noChangeArrowheads="1"/>
          </p:cNvSpPr>
          <p:nvPr>
            <p:ph type="title"/>
          </p:nvPr>
        </p:nvSpPr>
        <p:spPr>
          <a:xfrm>
            <a:off x="533400" y="228600"/>
            <a:ext cx="8023225" cy="11430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3200" b="0" i="0" u="none" strike="noStrike" kern="0" cap="none" spc="0" normalizeH="0" baseline="0" noProof="0" dirty="0">
                <a:ln>
                  <a:noFill/>
                </a:ln>
                <a:solidFill>
                  <a:srgbClr val="000099"/>
                </a:solidFill>
                <a:effectLst/>
                <a:uLnTx/>
                <a:uFillTx/>
                <a:latin typeface="+mj-lt"/>
                <a:ea typeface="MS PGothic" charset="0"/>
                <a:cs typeface="+mj-cs"/>
              </a:rPr>
              <a:t>Network layer: data plane, control plane</a:t>
            </a:r>
          </a:p>
        </p:txBody>
      </p:sp>
      <p:sp>
        <p:nvSpPr>
          <p:cNvPr id="45061" name="Rectangle 3"/>
          <p:cNvSpPr>
            <a:spLocks noGrp="1" noChangeArrowheads="1"/>
          </p:cNvSpPr>
          <p:nvPr>
            <p:ph idx="1"/>
          </p:nvPr>
        </p:nvSpPr>
        <p:spPr>
          <a:xfrm>
            <a:off x="379413" y="1371600"/>
            <a:ext cx="3825875" cy="4648200"/>
          </a:xfrm>
        </p:spPr>
        <p:txBody>
          <a:bodyPr vert="horz" wrap="square" lIns="91440" tIns="45720" rIns="91440" bIns="45720" numCol="1" anchor="t" anchorCtr="0" compatLnSpc="1"/>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None/>
              <a:defRPr/>
            </a:pPr>
            <a:r>
              <a:rPr kumimoji="0" lang="en-US" sz="2800" b="0" i="1" u="none" strike="noStrike" kern="0" cap="none" spc="0" normalizeH="0" baseline="0" noProof="0" dirty="0">
                <a:ln>
                  <a:noFill/>
                </a:ln>
                <a:solidFill>
                  <a:srgbClr val="CC0000"/>
                </a:solidFill>
                <a:effectLst/>
                <a:uLnTx/>
                <a:uFillTx/>
                <a:latin typeface="+mn-lt"/>
                <a:ea typeface="MS PGothic" charset="0"/>
                <a:cs typeface="MS PGothic" charset="0"/>
              </a:rPr>
              <a:t>Data plane</a:t>
            </a:r>
          </a:p>
          <a:p>
            <a:pPr marL="292100" marR="0" lvl="0" indent="-292100" algn="l" defTabSz="914400" rtl="0" latinLnBrk="0">
              <a:lnSpc>
                <a:spcPct val="100000"/>
              </a:lnSpc>
              <a:spcBef>
                <a:spcPts val="0"/>
              </a:spcBef>
              <a:spcAft>
                <a:spcPct val="0"/>
              </a:spcAft>
              <a:buClr>
                <a:srgbClr val="000099"/>
              </a:buClr>
              <a:buSzPct val="100000"/>
              <a:buFont typeface="Wingdings" panose="05000000000000000000" pitchFamily="2" charset="2"/>
              <a:buChar char="§"/>
              <a:defRPr/>
            </a:pPr>
            <a:r>
              <a:rPr kumimoji="0" lang="en-US" sz="2400" b="0" i="0" u="none" strike="noStrike" kern="0" cap="none" spc="0" normalizeH="0" baseline="0" noProof="0" dirty="0">
                <a:ln>
                  <a:noFill/>
                </a:ln>
                <a:solidFill>
                  <a:schemeClr val="tx1"/>
                </a:solidFill>
                <a:effectLst/>
                <a:uLnTx/>
                <a:uFillTx/>
                <a:latin typeface="+mn-lt"/>
                <a:ea typeface="MS PGothic" charset="0"/>
                <a:cs typeface="MS PGothic" charset="0"/>
              </a:rPr>
              <a:t>local, per-router function</a:t>
            </a:r>
          </a:p>
          <a:p>
            <a:pPr marL="292100" marR="0" lvl="0" indent="-292100" algn="l" defTabSz="914400" rtl="0" latinLnBrk="0">
              <a:lnSpc>
                <a:spcPct val="100000"/>
              </a:lnSpc>
              <a:spcBef>
                <a:spcPts val="0"/>
              </a:spcBef>
              <a:spcAft>
                <a:spcPct val="0"/>
              </a:spcAft>
              <a:buClr>
                <a:srgbClr val="000099"/>
              </a:buClr>
              <a:buSzPct val="100000"/>
              <a:buFont typeface="Wingdings" panose="05000000000000000000" pitchFamily="2" charset="2"/>
              <a:buChar char="§"/>
              <a:defRPr/>
            </a:pPr>
            <a:r>
              <a:rPr kumimoji="0" lang="en-US" sz="2400" b="0" i="0" u="none" strike="noStrike" kern="0" cap="none" spc="0" normalizeH="0" baseline="0" noProof="0" dirty="0">
                <a:ln>
                  <a:noFill/>
                </a:ln>
                <a:solidFill>
                  <a:schemeClr val="tx1"/>
                </a:solidFill>
                <a:effectLst/>
                <a:uLnTx/>
                <a:uFillTx/>
                <a:latin typeface="+mn-lt"/>
                <a:ea typeface="MS PGothic" charset="0"/>
                <a:cs typeface="MS PGothic" charset="0"/>
              </a:rPr>
              <a:t>determines how datagram arriving on router </a:t>
            </a:r>
            <a:r>
              <a:rPr kumimoji="0" lang="en-US" sz="2400" b="0" i="0" u="none" strike="noStrike" kern="0" cap="none" spc="0" normalizeH="0" baseline="0" noProof="0" dirty="0">
                <a:ln>
                  <a:noFill/>
                </a:ln>
                <a:solidFill>
                  <a:schemeClr val="tx1"/>
                </a:solidFill>
                <a:effectLst/>
                <a:highlight>
                  <a:srgbClr val="FFFF00"/>
                </a:highlight>
                <a:uLnTx/>
                <a:uFillTx/>
                <a:latin typeface="+mn-lt"/>
                <a:ea typeface="MS PGothic" charset="0"/>
                <a:cs typeface="MS PGothic" charset="0"/>
              </a:rPr>
              <a:t>input</a:t>
            </a:r>
            <a:r>
              <a:rPr kumimoji="0" lang="en-US" sz="2400" b="0" i="0" u="none" strike="noStrike" kern="0" cap="none" spc="0" normalizeH="0" baseline="0" noProof="0" dirty="0">
                <a:ln>
                  <a:noFill/>
                </a:ln>
                <a:solidFill>
                  <a:schemeClr val="tx1"/>
                </a:solidFill>
                <a:effectLst/>
                <a:uLnTx/>
                <a:uFillTx/>
                <a:latin typeface="+mn-lt"/>
                <a:ea typeface="MS PGothic" charset="0"/>
                <a:cs typeface="MS PGothic" charset="0"/>
              </a:rPr>
              <a:t> port is forwarded to router </a:t>
            </a:r>
            <a:r>
              <a:rPr kumimoji="0" lang="en-US" sz="2400" b="0" i="0" u="none" strike="noStrike" kern="0" cap="none" spc="0" normalizeH="0" baseline="0" noProof="0" dirty="0">
                <a:ln>
                  <a:noFill/>
                </a:ln>
                <a:solidFill>
                  <a:schemeClr val="tx1"/>
                </a:solidFill>
                <a:effectLst/>
                <a:highlight>
                  <a:srgbClr val="FFFF00"/>
                </a:highlight>
                <a:uLnTx/>
                <a:uFillTx/>
                <a:latin typeface="+mn-lt"/>
                <a:ea typeface="MS PGothic" charset="0"/>
                <a:cs typeface="MS PGothic" charset="0"/>
              </a:rPr>
              <a:t>output</a:t>
            </a:r>
            <a:r>
              <a:rPr kumimoji="0" lang="en-US" sz="2400" b="0" i="0" u="none" strike="noStrike" kern="0" cap="none" spc="0" normalizeH="0" baseline="0" noProof="0" dirty="0">
                <a:ln>
                  <a:noFill/>
                </a:ln>
                <a:solidFill>
                  <a:schemeClr val="tx1"/>
                </a:solidFill>
                <a:effectLst/>
                <a:uLnTx/>
                <a:uFillTx/>
                <a:latin typeface="+mn-lt"/>
                <a:ea typeface="MS PGothic" charset="0"/>
                <a:cs typeface="MS PGothic" charset="0"/>
              </a:rPr>
              <a:t> port</a:t>
            </a:r>
          </a:p>
          <a:p>
            <a:pPr marL="292100" marR="0" lvl="0" indent="-292100" algn="l" defTabSz="914400" rtl="0" latinLnBrk="0">
              <a:lnSpc>
                <a:spcPct val="100000"/>
              </a:lnSpc>
              <a:spcBef>
                <a:spcPts val="0"/>
              </a:spcBef>
              <a:spcAft>
                <a:spcPct val="0"/>
              </a:spcAft>
              <a:buClr>
                <a:srgbClr val="000099"/>
              </a:buClr>
              <a:buSzPct val="100000"/>
              <a:buFont typeface="Wingdings" panose="05000000000000000000" pitchFamily="2" charset="2"/>
              <a:buChar char="§"/>
              <a:defRPr/>
            </a:pPr>
            <a:r>
              <a:rPr kumimoji="0" lang="en-US" sz="2400" b="0" i="0" u="none" strike="noStrike" kern="0" cap="none" spc="0" normalizeH="0" baseline="0" noProof="0" dirty="0">
                <a:ln>
                  <a:noFill/>
                </a:ln>
                <a:solidFill>
                  <a:schemeClr val="tx1"/>
                </a:solidFill>
                <a:effectLst/>
                <a:uLnTx/>
                <a:uFillTx/>
                <a:latin typeface="+mn-lt"/>
                <a:ea typeface="MS PGothic" charset="0"/>
                <a:cs typeface="MS PGothic" charset="0"/>
              </a:rPr>
              <a:t>forwarding function</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endParaRPr kumimoji="0" lang="en-US" sz="2800" b="0" i="0" u="none" strike="noStrike" kern="0" cap="none" spc="0" normalizeH="0" baseline="0" noProof="0" dirty="0">
              <a:ln>
                <a:noFill/>
              </a:ln>
              <a:solidFill>
                <a:schemeClr val="tx1"/>
              </a:solidFill>
              <a:effectLst/>
              <a:uLnTx/>
              <a:uFillTx/>
              <a:latin typeface="+mn-lt"/>
              <a:ea typeface="MS PGothic" charset="0"/>
              <a:cs typeface="MS PGothic" charset="0"/>
            </a:endParaRPr>
          </a:p>
        </p:txBody>
      </p:sp>
      <p:sp>
        <p:nvSpPr>
          <p:cNvPr id="8" name="Rectangle 3"/>
          <p:cNvSpPr txBox="1">
            <a:spLocks noChangeArrowheads="1"/>
          </p:cNvSpPr>
          <p:nvPr/>
        </p:nvSpPr>
        <p:spPr bwMode="auto">
          <a:xfrm>
            <a:off x="4302443" y="1370013"/>
            <a:ext cx="4491038" cy="4648200"/>
          </a:xfrm>
          <a:prstGeom prst="rect">
            <a:avLst/>
          </a:prstGeom>
          <a:noFill/>
          <a:ln>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MS PGothic"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None/>
              <a:defRPr/>
            </a:pPr>
            <a:r>
              <a:rPr kumimoji="0" lang="en-US" sz="2800" b="0" i="1" u="none" strike="noStrike" kern="1200" cap="none" spc="0" normalizeH="0" baseline="0" noProof="0" dirty="0">
                <a:ln>
                  <a:noFill/>
                </a:ln>
                <a:solidFill>
                  <a:srgbClr val="CC0000"/>
                </a:solidFill>
                <a:effectLst/>
                <a:uLnTx/>
                <a:uFillTx/>
                <a:latin typeface="+mn-lt"/>
                <a:ea typeface="MS PGothic" charset="0"/>
                <a:cs typeface="MS PGothic" charset="0"/>
              </a:rPr>
              <a:t>Control plane</a:t>
            </a:r>
          </a:p>
          <a:p>
            <a:pPr marL="228600" marR="0" lvl="0" indent="-2286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400" b="0" i="0" u="none" strike="noStrike" kern="1200" cap="none" spc="0" normalizeH="0" baseline="0" noProof="0" dirty="0">
                <a:ln>
                  <a:noFill/>
                </a:ln>
                <a:solidFill>
                  <a:schemeClr val="tx1"/>
                </a:solidFill>
                <a:effectLst/>
                <a:uLnTx/>
                <a:uFillTx/>
                <a:latin typeface="+mn-lt"/>
                <a:ea typeface="MS PGothic" charset="0"/>
                <a:cs typeface="MS PGothic" charset="0"/>
              </a:rPr>
              <a:t>network-wide logic</a:t>
            </a:r>
          </a:p>
          <a:p>
            <a:pPr marL="228600" marR="0" lvl="0" indent="-228600" algn="l" defTabSz="914400" rtl="0">
              <a:lnSpc>
                <a:spcPct val="100000"/>
              </a:lnSpc>
              <a:spcBef>
                <a:spcPts val="0"/>
              </a:spcBef>
              <a:spcAft>
                <a:spcPct val="0"/>
              </a:spcAft>
              <a:buClr>
                <a:srgbClr val="000099"/>
              </a:buClr>
              <a:buSzPct val="100000"/>
              <a:buFont typeface="Wingdings" panose="05000000000000000000" pitchFamily="2" charset="2"/>
              <a:buChar char="§"/>
              <a:defRPr/>
            </a:pPr>
            <a:r>
              <a:rPr kumimoji="0" lang="en-US" sz="2400" b="0" i="0" u="none" strike="noStrike" kern="1200" cap="none" spc="0" normalizeH="0" baseline="0" noProof="0" dirty="0">
                <a:ln>
                  <a:noFill/>
                </a:ln>
                <a:solidFill>
                  <a:schemeClr val="tx1"/>
                </a:solidFill>
                <a:effectLst/>
                <a:uLnTx/>
                <a:uFillTx/>
                <a:latin typeface="+mn-lt"/>
                <a:ea typeface="MS PGothic" charset="0"/>
                <a:cs typeface="MS PGothic" charset="0"/>
              </a:rPr>
              <a:t>determines how datagram is routed among routers along </a:t>
            </a:r>
            <a:r>
              <a:rPr kumimoji="0" lang="en-US" sz="2400" b="0" i="0" u="none" strike="noStrike" kern="1200" cap="none" spc="0" normalizeH="0" baseline="0" noProof="0" dirty="0">
                <a:ln>
                  <a:noFill/>
                </a:ln>
                <a:solidFill>
                  <a:schemeClr val="tx1"/>
                </a:solidFill>
                <a:effectLst/>
                <a:highlight>
                  <a:srgbClr val="FFFF00"/>
                </a:highlight>
                <a:uLnTx/>
                <a:uFillTx/>
                <a:latin typeface="+mn-lt"/>
                <a:ea typeface="MS PGothic" charset="0"/>
                <a:cs typeface="MS PGothic" charset="0"/>
              </a:rPr>
              <a:t>end-end path</a:t>
            </a:r>
            <a:r>
              <a:rPr kumimoji="0" lang="en-US" sz="2400" b="0" i="0" u="none" strike="noStrike" kern="1200" cap="none" spc="0" normalizeH="0" baseline="0" noProof="0" dirty="0">
                <a:ln>
                  <a:noFill/>
                </a:ln>
                <a:solidFill>
                  <a:schemeClr val="tx1"/>
                </a:solidFill>
                <a:effectLst/>
                <a:uLnTx/>
                <a:uFillTx/>
                <a:latin typeface="+mn-lt"/>
                <a:ea typeface="MS PGothic" charset="0"/>
                <a:cs typeface="MS PGothic" charset="0"/>
              </a:rPr>
              <a:t> from source host to destination host</a:t>
            </a:r>
          </a:p>
          <a:p>
            <a:pPr marL="228600" marR="0" lvl="0" indent="-2286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400" b="0" i="0" u="none" strike="noStrike" kern="1200" cap="none" spc="0" normalizeH="0" baseline="0" noProof="0" dirty="0">
                <a:ln>
                  <a:noFill/>
                </a:ln>
                <a:solidFill>
                  <a:schemeClr val="tx1"/>
                </a:solidFill>
                <a:effectLst/>
                <a:uLnTx/>
                <a:uFillTx/>
                <a:latin typeface="+mn-lt"/>
                <a:ea typeface="MS PGothic" charset="0"/>
                <a:cs typeface="MS PGothic" charset="0"/>
              </a:rPr>
              <a:t>two control-plane approaches:</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400" b="0" i="1" u="none" strike="noStrike" kern="1200" cap="none" spc="0" normalizeH="0" baseline="0" noProof="0" dirty="0">
                <a:ln>
                  <a:noFill/>
                </a:ln>
                <a:solidFill>
                  <a:srgbClr val="000090"/>
                </a:solidFill>
                <a:effectLst/>
                <a:uLnTx/>
                <a:uFillTx/>
                <a:latin typeface="Gill Sans MT" charset="0"/>
                <a:ea typeface="MS PGothic" charset="0"/>
                <a:cs typeface="Gill Sans MT"/>
              </a:rPr>
              <a:t>traditional routing algorithms: </a:t>
            </a:r>
            <a:r>
              <a:rPr kumimoji="0" lang="en-US" sz="2400" b="0" i="0" u="none" strike="noStrike" kern="1200" cap="none" spc="0" normalizeH="0" baseline="0" noProof="0" dirty="0">
                <a:ln>
                  <a:noFill/>
                </a:ln>
                <a:solidFill>
                  <a:schemeClr val="tx1"/>
                </a:solidFill>
                <a:effectLst/>
                <a:uLnTx/>
                <a:uFillTx/>
                <a:latin typeface="Gill Sans MT" charset="0"/>
                <a:ea typeface="MS PGothic" charset="0"/>
                <a:cs typeface="Gill Sans MT"/>
              </a:rPr>
              <a:t>implemented in routers</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400" b="0" i="1" u="sng" strike="noStrike" kern="1200" cap="none" spc="0" normalizeH="0" baseline="0" noProof="0" dirty="0">
                <a:ln>
                  <a:noFill/>
                </a:ln>
                <a:solidFill>
                  <a:schemeClr val="accent1">
                    <a:lumMod val="75000"/>
                  </a:schemeClr>
                </a:solidFill>
                <a:effectLst/>
                <a:uLnTx/>
                <a:uFillTx/>
                <a:latin typeface="Gill Sans MT" charset="0"/>
                <a:ea typeface="MS PGothic" charset="0"/>
                <a:cs typeface="Gill Sans MT"/>
              </a:rPr>
              <a:t>software-defined networking (SDN)</a:t>
            </a:r>
            <a:r>
              <a:rPr kumimoji="0" lang="en-US" sz="2400" b="0" i="0" u="sng" strike="noStrike" kern="1200" cap="none" spc="0" normalizeH="0" baseline="0" noProof="0" dirty="0">
                <a:ln>
                  <a:noFill/>
                </a:ln>
                <a:solidFill>
                  <a:schemeClr val="accent1">
                    <a:lumMod val="75000"/>
                  </a:schemeClr>
                </a:solidFill>
                <a:effectLst/>
                <a:uLnTx/>
                <a:uFillTx/>
                <a:latin typeface="Gill Sans MT" charset="0"/>
                <a:ea typeface="MS PGothic" charset="0"/>
                <a:cs typeface="Gill Sans MT"/>
              </a:rPr>
              <a:t>: </a:t>
            </a:r>
            <a:r>
              <a:rPr kumimoji="0" lang="en-US" sz="2400" b="0" i="0" u="none" strike="noStrike" kern="1200" cap="none" spc="0" normalizeH="0" baseline="0" noProof="0" dirty="0">
                <a:ln>
                  <a:noFill/>
                </a:ln>
                <a:solidFill>
                  <a:schemeClr val="tx1"/>
                </a:solidFill>
                <a:effectLst/>
                <a:uLnTx/>
                <a:uFillTx/>
                <a:latin typeface="Gill Sans MT" charset="0"/>
                <a:ea typeface="MS PGothic" charset="0"/>
                <a:cs typeface="Gill Sans MT"/>
              </a:rPr>
              <a:t>implemented in (remote) servers</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endParaRPr kumimoji="0" lang="en-US" sz="2800" b="0" i="0" u="none" strike="noStrike" kern="1200" cap="none" spc="0" normalizeH="0" baseline="0" noProof="0" dirty="0">
              <a:ln>
                <a:noFill/>
              </a:ln>
              <a:solidFill>
                <a:schemeClr val="tx1"/>
              </a:solidFill>
              <a:effectLst/>
              <a:uLnTx/>
              <a:uFillTx/>
              <a:latin typeface="+mn-lt"/>
              <a:ea typeface="MS PGothic" charset="0"/>
              <a:cs typeface="MS PGothic" charset="0"/>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endParaRPr kumimoji="0" lang="en-US" sz="2800" b="0" i="0" u="none" strike="noStrike" kern="1200" cap="none" spc="0" normalizeH="0" baseline="0" noProof="0" dirty="0">
              <a:ln>
                <a:noFill/>
              </a:ln>
              <a:solidFill>
                <a:schemeClr val="tx1"/>
              </a:solidFill>
              <a:effectLst/>
              <a:uLnTx/>
              <a:uFillTx/>
              <a:latin typeface="+mn-lt"/>
              <a:ea typeface="MS PGothic" charset="0"/>
              <a:cs typeface="MS PGothic" charset="0"/>
            </a:endParaRPr>
          </a:p>
        </p:txBody>
      </p:sp>
      <p:grpSp>
        <p:nvGrpSpPr>
          <p:cNvPr id="46085" name="Group 8"/>
          <p:cNvGrpSpPr/>
          <p:nvPr/>
        </p:nvGrpSpPr>
        <p:grpSpPr>
          <a:xfrm>
            <a:off x="550545" y="4749165"/>
            <a:ext cx="3643313" cy="1582738"/>
            <a:chOff x="842050" y="4767952"/>
            <a:chExt cx="3644169" cy="1582996"/>
          </a:xfrm>
        </p:grpSpPr>
        <p:sp>
          <p:nvSpPr>
            <p:cNvPr id="10" name="Freeform 2"/>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chemeClr val="bg1"/>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cxnSp>
          <p:nvCxnSpPr>
            <p:cNvPr id="11" name="Straight Connector 10"/>
            <p:cNvCxnSpPr/>
            <p:nvPr/>
          </p:nvCxnSpPr>
          <p:spPr>
            <a:xfrm flipV="1">
              <a:off x="3261968" y="5558656"/>
              <a:ext cx="500180" cy="157189"/>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3111121" y="5774591"/>
              <a:ext cx="862215" cy="10479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3123824" y="5880971"/>
              <a:ext cx="714543" cy="27468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flipH="1">
              <a:off x="1283479" y="5801583"/>
              <a:ext cx="1506892" cy="15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6093" name="TextBox 265"/>
            <p:cNvSpPr txBox="1"/>
            <p:nvPr/>
          </p:nvSpPr>
          <p:spPr>
            <a:xfrm>
              <a:off x="3198813" y="5473700"/>
              <a:ext cx="26352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1</a:t>
              </a:r>
            </a:p>
          </p:txBody>
        </p:sp>
        <p:sp>
          <p:nvSpPr>
            <p:cNvPr id="46094" name="TextBox 281"/>
            <p:cNvSpPr txBox="1"/>
            <p:nvPr/>
          </p:nvSpPr>
          <p:spPr>
            <a:xfrm>
              <a:off x="3373438" y="5761038"/>
              <a:ext cx="26352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a:t>
              </a:r>
            </a:p>
          </p:txBody>
        </p:sp>
        <p:sp>
          <p:nvSpPr>
            <p:cNvPr id="46095" name="TextBox 282"/>
            <p:cNvSpPr txBox="1"/>
            <p:nvPr/>
          </p:nvSpPr>
          <p:spPr>
            <a:xfrm>
              <a:off x="3068638" y="5862638"/>
              <a:ext cx="261937" cy="2778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3</a:t>
              </a:r>
            </a:p>
          </p:txBody>
        </p:sp>
        <p:grpSp>
          <p:nvGrpSpPr>
            <p:cNvPr id="46096" name="Group 5"/>
            <p:cNvGrpSpPr/>
            <p:nvPr/>
          </p:nvGrpSpPr>
          <p:grpSpPr>
            <a:xfrm>
              <a:off x="938213" y="5237163"/>
              <a:ext cx="1616075" cy="487362"/>
              <a:chOff x="-4079003" y="2717403"/>
              <a:chExt cx="1616718" cy="488475"/>
            </a:xfrm>
          </p:grpSpPr>
          <p:sp>
            <p:nvSpPr>
              <p:cNvPr id="46109" name="Rectangle 97"/>
              <p:cNvSpPr/>
              <p:nvPr/>
            </p:nvSpPr>
            <p:spPr>
              <a:xfrm>
                <a:off x="-4052413" y="2965119"/>
                <a:ext cx="1290538" cy="208750"/>
              </a:xfrm>
              <a:prstGeom prst="rect">
                <a:avLst/>
              </a:prstGeom>
              <a:solidFill>
                <a:schemeClr val="bg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6110" name="Rectangle 98"/>
              <p:cNvSpPr/>
              <p:nvPr/>
            </p:nvSpPr>
            <p:spPr>
              <a:xfrm>
                <a:off x="-4079003" y="2985994"/>
                <a:ext cx="1281675" cy="2087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6111" name="Line 99"/>
              <p:cNvSpPr/>
              <p:nvPr/>
            </p:nvSpPr>
            <p:spPr>
              <a:xfrm>
                <a:off x="-2933828" y="3101502"/>
                <a:ext cx="471543" cy="0"/>
              </a:xfrm>
              <a:prstGeom prst="line">
                <a:avLst/>
              </a:prstGeom>
              <a:ln w="9525" cap="flat" cmpd="sng">
                <a:solidFill>
                  <a:schemeClr val="accent2"/>
                </a:solidFill>
                <a:prstDash val="solid"/>
                <a:headEnd type="none" w="med" len="med"/>
                <a:tailEnd type="triangle" w="med" len="med"/>
              </a:ln>
            </p:spPr>
          </p:sp>
          <p:sp>
            <p:nvSpPr>
              <p:cNvPr id="46112" name="Rectangle 104"/>
              <p:cNvSpPr/>
              <p:nvPr/>
            </p:nvSpPr>
            <p:spPr>
              <a:xfrm>
                <a:off x="-3377007" y="2988777"/>
                <a:ext cx="476861" cy="21014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6113" name="Text Box 105"/>
              <p:cNvSpPr txBox="1"/>
              <p:nvPr/>
            </p:nvSpPr>
            <p:spPr>
              <a:xfrm>
                <a:off x="-3430189" y="2965119"/>
                <a:ext cx="581451" cy="24075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200">
                    <a:latin typeface="Arial" panose="020B0604020202090204" pitchFamily="34" charset="0"/>
                  </a:rPr>
                  <a:t>0111</a:t>
                </a:r>
              </a:p>
            </p:txBody>
          </p:sp>
          <p:sp>
            <p:nvSpPr>
              <p:cNvPr id="46114" name="Line 119"/>
              <p:cNvSpPr/>
              <p:nvPr/>
            </p:nvSpPr>
            <p:spPr>
              <a:xfrm>
                <a:off x="-3621642" y="2717403"/>
                <a:ext cx="405953" cy="300600"/>
              </a:xfrm>
              <a:prstGeom prst="line">
                <a:avLst/>
              </a:prstGeom>
              <a:ln w="9525" cap="flat" cmpd="sng">
                <a:solidFill>
                  <a:schemeClr val="tx1"/>
                </a:solidFill>
                <a:prstDash val="solid"/>
                <a:headEnd type="none" w="med" len="med"/>
                <a:tailEnd type="triangle" w="med" len="med"/>
              </a:ln>
            </p:spPr>
          </p:sp>
        </p:grpSp>
        <p:sp>
          <p:nvSpPr>
            <p:cNvPr id="46097" name="TextBox 6"/>
            <p:cNvSpPr txBox="1"/>
            <p:nvPr/>
          </p:nvSpPr>
          <p:spPr>
            <a:xfrm>
              <a:off x="842050" y="4767952"/>
              <a:ext cx="1992313" cy="52387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values in arriving </a:t>
              </a:r>
            </a:p>
            <a:p>
              <a:pPr marL="0" lvl="0" indent="0">
                <a:lnSpc>
                  <a:spcPct val="100000"/>
                </a:lnSpc>
                <a:spcBef>
                  <a:spcPct val="0"/>
                </a:spcBef>
                <a:buClrTx/>
                <a:buSzTx/>
                <a:buFontTx/>
                <a:buNone/>
              </a:pPr>
              <a:r>
                <a:rPr lang="en-US" altLang="zh-CN" sz="1400">
                  <a:latin typeface="Arial" panose="020B0604020202090204" pitchFamily="34" charset="0"/>
                </a:rPr>
                <a:t>packet header</a:t>
              </a:r>
              <a:endParaRPr lang="en-US" altLang="zh-CN" sz="1800">
                <a:latin typeface="Arial" panose="020B0604020202090204" pitchFamily="34" charset="0"/>
              </a:endParaRPr>
            </a:p>
          </p:txBody>
        </p:sp>
        <p:grpSp>
          <p:nvGrpSpPr>
            <p:cNvPr id="46098" name="Group 357"/>
            <p:cNvGrpSpPr/>
            <p:nvPr/>
          </p:nvGrpSpPr>
          <p:grpSpPr>
            <a:xfrm>
              <a:off x="2714625" y="5659438"/>
              <a:ext cx="565150" cy="293687"/>
              <a:chOff x="1871277" y="1576300"/>
              <a:chExt cx="1128371" cy="437861"/>
            </a:xfrm>
          </p:grpSpPr>
          <p:sp>
            <p:nvSpPr>
              <p:cNvPr id="22" name="Oval 21"/>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23" name="Rectangle 22"/>
              <p:cNvSpPr/>
              <p:nvPr/>
            </p:nvSpPr>
            <p:spPr bwMode="auto">
              <a:xfrm>
                <a:off x="1870334" y="1738514"/>
                <a:ext cx="1128637" cy="115994"/>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4" name="Oval 23"/>
              <p:cNvSpPr>
                <a:spLocks noChangeArrowheads="1"/>
              </p:cNvSpPr>
              <p:nvPr/>
            </p:nvSpPr>
            <p:spPr bwMode="auto">
              <a:xfrm flipV="1">
                <a:off x="1870334" y="1575177"/>
                <a:ext cx="1125465" cy="319572"/>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25" name="Freeform 24"/>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6" name="Freeform 25"/>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27" name="Freeform 26"/>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28" name="Freeform 27"/>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29" name="Straight Connector 28"/>
              <p:cNvCxnSpPr>
                <a:cxnSpLocks noChangeShapeType="1"/>
                <a:endCxn id="24" idx="2"/>
              </p:cNvCxnSpPr>
              <p:nvPr/>
            </p:nvCxnSpPr>
            <p:spPr bwMode="auto">
              <a:xfrm flipH="1" flipV="1">
                <a:off x="1870334" y="1736147"/>
                <a:ext cx="3169" cy="123095"/>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0" name="Straight Connector 29"/>
              <p:cNvCxnSpPr>
                <a:cxnSpLocks noChangeShapeType="1"/>
              </p:cNvCxnSpPr>
              <p:nvPr/>
            </p:nvCxnSpPr>
            <p:spPr bwMode="auto">
              <a:xfrm flipH="1" flipV="1">
                <a:off x="2995800" y="1733779"/>
                <a:ext cx="3171" cy="123095"/>
              </a:xfrm>
              <a:prstGeom prst="line">
                <a:avLst/>
              </a:prstGeom>
              <a:noFill/>
              <a:ln w="6350">
                <a:solidFill>
                  <a:schemeClr val="tx1"/>
                </a:solidFill>
                <a:round/>
              </a:ln>
              <a:effectLst>
                <a:outerShdw blurRad="40005" dist="19939" dir="5400000" algn="tl" rotWithShape="0">
                  <a:srgbClr val="808080">
                    <a:alpha val="37999"/>
                  </a:srgbClr>
                </a:outerShdw>
              </a:effectLst>
            </p:spPr>
          </p:cxnSp>
        </p:grpSp>
        <p:sp>
          <p:nvSpPr>
            <p:cNvPr id="46099" name="Freeform 120"/>
            <p:cNvSpPr/>
            <p:nvPr/>
          </p:nvSpPr>
          <p:spPr>
            <a:xfrm>
              <a:off x="2493963" y="5668963"/>
              <a:ext cx="982662" cy="233362"/>
            </a:xfrm>
            <a:custGeom>
              <a:avLst/>
              <a:gdLst>
                <a:gd name="txL" fmla="*/ 0 w 554"/>
                <a:gd name="txT" fmla="*/ 0 h 167"/>
                <a:gd name="txR" fmla="*/ 554 w 554"/>
                <a:gd name="txB" fmla="*/ 167 h 167"/>
              </a:gdLst>
              <a:ahLst/>
              <a:cxnLst>
                <a:cxn ang="0">
                  <a:pos x="0" y="2147483646"/>
                </a:cxn>
                <a:cxn ang="0">
                  <a:pos x="2147483646" y="2147483646"/>
                </a:cxn>
                <a:cxn ang="0">
                  <a:pos x="2147483646" y="2147483646"/>
                </a:cxn>
              </a:cxnLst>
              <a:rect l="txL" t="txT" r="txR" b="txB"/>
              <a:pathLst>
                <a:path w="554" h="167">
                  <a:moveTo>
                    <a:pt x="0" y="10"/>
                  </a:moveTo>
                  <a:cubicBezTo>
                    <a:pt x="102" y="0"/>
                    <a:pt x="240" y="5"/>
                    <a:pt x="324" y="26"/>
                  </a:cubicBezTo>
                  <a:cubicBezTo>
                    <a:pt x="416" y="52"/>
                    <a:pt x="502" y="120"/>
                    <a:pt x="554" y="167"/>
                  </a:cubicBezTo>
                </a:path>
              </a:pathLst>
            </a:custGeom>
            <a:noFill/>
            <a:ln w="57150" cap="flat" cmpd="sng">
              <a:solidFill>
                <a:srgbClr val="FF3300">
                  <a:alpha val="100000"/>
                </a:srgbClr>
              </a:solidFill>
              <a:prstDash val="solid"/>
              <a:round/>
              <a:headEnd type="none" w="med" len="med"/>
              <a:tailEnd type="triangle" w="med" len="med"/>
            </a:ln>
          </p:spPr>
          <p:txBody>
            <a:bodyPr/>
            <a:lstStyle/>
            <a:p>
              <a:endParaRPr lang="zh-CN" altLang="en-US"/>
            </a:p>
          </p:txBody>
        </p:sp>
      </p:grpSp>
      <p:sp>
        <p:nvSpPr>
          <p:cNvPr id="46086" name="Slide Number Placeholder 5"/>
          <p:cNvSpPr txBox="1">
            <a:spLocks noGrp="1"/>
          </p:cNvSpPr>
          <p:nvPr>
            <p:ph type="sldNum" sz="quarter" idx="4"/>
          </p:nvPr>
        </p:nvSpPr>
        <p:spPr>
          <a:xfrm>
            <a:off x="8456613" y="6475413"/>
            <a:ext cx="458787"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a:t>
            </a:fld>
            <a:endParaRPr lang="en-US" altLang="zh-CN" sz="1200">
              <a:latin typeface="Tahoma" panose="020B0604030504040204" charset="0"/>
            </a:endParaRPr>
          </a:p>
        </p:txBody>
      </p:sp>
      <p:sp>
        <p:nvSpPr>
          <p:cNvPr id="46087"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36" name="Rectangle 14"/>
          <p:cNvSpPr>
            <a:spLocks noChangeArrowheads="1"/>
          </p:cNvSpPr>
          <p:nvPr/>
        </p:nvSpPr>
        <p:spPr bwMode="auto">
          <a:xfrm>
            <a:off x="301002" y="6245576"/>
            <a:ext cx="1947424"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V7</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 新增内容</a:t>
            </a:r>
            <a:endPar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5" name="Picture 5" descr="underline_base"/>
          <p:cNvPicPr/>
          <p:nvPr/>
        </p:nvPicPr>
        <p:blipFill>
          <a:blip r:embed="rId2"/>
          <a:stretch>
            <a:fillRect/>
          </a:stretch>
        </p:blipFill>
        <p:spPr>
          <a:xfrm>
            <a:off x="698500" y="819150"/>
            <a:ext cx="4727575" cy="180975"/>
          </a:xfrm>
          <a:prstGeom prst="rect">
            <a:avLst/>
          </a:prstGeom>
          <a:noFill/>
          <a:ln w="9525">
            <a:noFill/>
          </a:ln>
        </p:spPr>
      </p:pic>
      <p:sp>
        <p:nvSpPr>
          <p:cNvPr id="47106" name="Freeform 2"/>
          <p:cNvSpPr/>
          <p:nvPr/>
        </p:nvSpPr>
        <p:spPr>
          <a:xfrm>
            <a:off x="2592388" y="5437188"/>
            <a:ext cx="4027487" cy="939800"/>
          </a:xfrm>
          <a:custGeom>
            <a:avLst/>
            <a:gdLst/>
            <a:ahLst/>
            <a:cxnLst>
              <a:cxn ang="0">
                <a:pos x="2147483646" y="2147483646"/>
              </a:cxn>
              <a:cxn ang="0">
                <a:pos x="2147483646" y="2147483646"/>
              </a:cxn>
              <a:cxn ang="0">
                <a:pos x="2147483646" y="2147483646"/>
              </a:cxn>
              <a:cxn ang="0">
                <a:pos x="2147483646"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0" t="0" r="0" b="0"/>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alpha val="100000"/>
            </a:srgbClr>
          </a:solidFill>
          <a:ln w="9525">
            <a:noFill/>
          </a:ln>
        </p:spPr>
        <p:txBody>
          <a:bodyPr/>
          <a:lstStyle/>
          <a:p>
            <a:endParaRPr lang="zh-CN" altLang="en-US"/>
          </a:p>
        </p:txBody>
      </p:sp>
      <p:cxnSp>
        <p:nvCxnSpPr>
          <p:cNvPr id="148" name="Straight Connector 147"/>
          <p:cNvCxnSpPr/>
          <p:nvPr/>
        </p:nvCxnSpPr>
        <p:spPr>
          <a:xfrm flipV="1">
            <a:off x="3222625" y="5589588"/>
            <a:ext cx="1316038" cy="1317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11500" y="5775325"/>
            <a:ext cx="2259013"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24200" y="5881688"/>
            <a:ext cx="714375" cy="2746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41788" y="6075363"/>
            <a:ext cx="1247775" cy="809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02188" y="5621338"/>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086225" y="5775325"/>
            <a:ext cx="1790700"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13375" y="5803900"/>
            <a:ext cx="588963" cy="2714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56125" y="5589588"/>
            <a:ext cx="814388" cy="4000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7115" name="Group 7"/>
          <p:cNvGrpSpPr/>
          <p:nvPr/>
        </p:nvGrpSpPr>
        <p:grpSpPr>
          <a:xfrm>
            <a:off x="3681413" y="6015038"/>
            <a:ext cx="563562" cy="293687"/>
            <a:chOff x="1871277" y="1576300"/>
            <a:chExt cx="1128371" cy="437861"/>
          </a:xfrm>
        </p:grpSpPr>
        <p:sp>
          <p:nvSpPr>
            <p:cNvPr id="318" name="Oval 317"/>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19" name="Rectangle 318"/>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20" name="Oval 319"/>
            <p:cNvSpPr>
              <a:spLocks noChangeArrowheads="1"/>
            </p:cNvSpPr>
            <p:nvPr/>
          </p:nvSpPr>
          <p:spPr bwMode="auto">
            <a:xfrm flipV="1">
              <a:off x="1871277" y="1576300"/>
              <a:ext cx="1125193" cy="319520"/>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24" name="Freeform 323"/>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25" name="Freeform 324"/>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26" name="Freeform 325"/>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27" name="Freeform 326"/>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22" name="Straight Connector 321"/>
            <p:cNvCxnSpPr>
              <a:cxnSpLocks noChangeShapeType="1"/>
              <a:endCxn id="320" idx="2"/>
            </p:cNvCxnSpPr>
            <p:nvPr/>
          </p:nvCxnSpPr>
          <p:spPr bwMode="auto">
            <a:xfrm flipH="1" flipV="1">
              <a:off x="1871277" y="1737244"/>
              <a:ext cx="3178" cy="123075"/>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23" name="Straight Connector 322"/>
            <p:cNvCxnSpPr>
              <a:cxnSpLocks noChangeShapeType="1"/>
            </p:cNvCxnSpPr>
            <p:nvPr/>
          </p:nvCxnSpPr>
          <p:spPr bwMode="auto">
            <a:xfrm flipH="1" flipV="1">
              <a:off x="2996470" y="1734876"/>
              <a:ext cx="3178" cy="123075"/>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47116" name="Group 327"/>
          <p:cNvGrpSpPr/>
          <p:nvPr/>
        </p:nvGrpSpPr>
        <p:grpSpPr>
          <a:xfrm>
            <a:off x="4376738" y="5473700"/>
            <a:ext cx="565150" cy="292100"/>
            <a:chOff x="1871277" y="1576300"/>
            <a:chExt cx="1128371" cy="437861"/>
          </a:xfrm>
        </p:grpSpPr>
        <p:sp>
          <p:nvSpPr>
            <p:cNvPr id="329" name="Oval 328"/>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30" name="Rectangle 32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31" name="Oval 330"/>
            <p:cNvSpPr>
              <a:spLocks noChangeArrowheads="1"/>
            </p:cNvSpPr>
            <p:nvPr/>
          </p:nvSpPr>
          <p:spPr bwMode="auto">
            <a:xfrm flipV="1">
              <a:off x="1871277" y="1576300"/>
              <a:ext cx="1125200" cy="32125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32" name="Freeform 33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33" name="Freeform 332"/>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34" name="Freeform 333"/>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35" name="Freeform 334"/>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36" name="Straight Connector 335"/>
            <p:cNvCxnSpPr>
              <a:cxnSpLocks noChangeShapeType="1"/>
              <a:endCxn id="331" idx="2"/>
            </p:cNvCxnSpPr>
            <p:nvPr/>
          </p:nvCxnSpPr>
          <p:spPr bwMode="auto">
            <a:xfrm flipH="1" flipV="1">
              <a:off x="1871277" y="1735739"/>
              <a:ext cx="3169" cy="123743"/>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37" name="Straight Connector 336"/>
            <p:cNvCxnSpPr>
              <a:cxnSpLocks noChangeShapeType="1"/>
            </p:cNvCxnSpPr>
            <p:nvPr/>
          </p:nvCxnSpPr>
          <p:spPr bwMode="auto">
            <a:xfrm flipH="1" flipV="1">
              <a:off x="2996477" y="1733359"/>
              <a:ext cx="3171" cy="123743"/>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47117" name="Group 337"/>
          <p:cNvGrpSpPr/>
          <p:nvPr/>
        </p:nvGrpSpPr>
        <p:grpSpPr>
          <a:xfrm>
            <a:off x="5019675" y="5927725"/>
            <a:ext cx="563563" cy="293688"/>
            <a:chOff x="1871277" y="1576300"/>
            <a:chExt cx="1128371" cy="437861"/>
          </a:xfrm>
        </p:grpSpPr>
        <p:sp>
          <p:nvSpPr>
            <p:cNvPr id="339" name="Oval 338"/>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40" name="Rectangle 3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41" name="Oval 340"/>
            <p:cNvSpPr>
              <a:spLocks noChangeArrowheads="1"/>
            </p:cNvSpPr>
            <p:nvPr/>
          </p:nvSpPr>
          <p:spPr bwMode="auto">
            <a:xfrm flipV="1">
              <a:off x="1871277" y="1576300"/>
              <a:ext cx="1125191" cy="319520"/>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42" name="Freeform 341"/>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43" name="Freeform 342"/>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44" name="Freeform 343"/>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45" name="Freeform 344"/>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46" name="Straight Connector 345"/>
            <p:cNvCxnSpPr>
              <a:cxnSpLocks noChangeShapeType="1"/>
              <a:endCxn id="341" idx="2"/>
            </p:cNvCxnSpPr>
            <p:nvPr/>
          </p:nvCxnSpPr>
          <p:spPr bwMode="auto">
            <a:xfrm flipH="1" flipV="1">
              <a:off x="1871277" y="1737243"/>
              <a:ext cx="3180" cy="123074"/>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47" name="Straight Connector 346"/>
            <p:cNvCxnSpPr>
              <a:cxnSpLocks noChangeShapeType="1"/>
            </p:cNvCxnSpPr>
            <p:nvPr/>
          </p:nvCxnSpPr>
          <p:spPr bwMode="auto">
            <a:xfrm flipH="1" flipV="1">
              <a:off x="2996468" y="1734877"/>
              <a:ext cx="3180" cy="123074"/>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47118" name="Group 347"/>
          <p:cNvGrpSpPr/>
          <p:nvPr/>
        </p:nvGrpSpPr>
        <p:grpSpPr>
          <a:xfrm>
            <a:off x="5741988" y="5613400"/>
            <a:ext cx="565150" cy="293688"/>
            <a:chOff x="1871277" y="1576300"/>
            <a:chExt cx="1128371" cy="437861"/>
          </a:xfrm>
        </p:grpSpPr>
        <p:sp>
          <p:nvSpPr>
            <p:cNvPr id="349" name="Oval 348"/>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50" name="Rectangle 34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51" name="Oval 350"/>
            <p:cNvSpPr>
              <a:spLocks noChangeArrowheads="1"/>
            </p:cNvSpPr>
            <p:nvPr/>
          </p:nvSpPr>
          <p:spPr bwMode="auto">
            <a:xfrm flipV="1">
              <a:off x="1871277" y="1576300"/>
              <a:ext cx="1125200" cy="319520"/>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52" name="Freeform 35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53" name="Freeform 352"/>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54" name="Freeform 353"/>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55" name="Freeform 354"/>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56" name="Straight Connector 355"/>
            <p:cNvCxnSpPr>
              <a:cxnSpLocks noChangeShapeType="1"/>
              <a:endCxn id="351" idx="2"/>
            </p:cNvCxnSpPr>
            <p:nvPr/>
          </p:nvCxnSpPr>
          <p:spPr bwMode="auto">
            <a:xfrm flipH="1" flipV="1">
              <a:off x="1871277" y="1737243"/>
              <a:ext cx="3169" cy="123074"/>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57" name="Straight Connector 356"/>
            <p:cNvCxnSpPr>
              <a:cxnSpLocks noChangeShapeType="1"/>
            </p:cNvCxnSpPr>
            <p:nvPr/>
          </p:nvCxnSpPr>
          <p:spPr bwMode="auto">
            <a:xfrm flipH="1" flipV="1">
              <a:off x="2996477" y="1734877"/>
              <a:ext cx="3171" cy="123074"/>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24" name="Group 23"/>
          <p:cNvGrpSpPr/>
          <p:nvPr/>
        </p:nvGrpSpPr>
        <p:grpSpPr>
          <a:xfrm>
            <a:off x="1757363" y="2330450"/>
            <a:ext cx="5270500" cy="3805238"/>
            <a:chOff x="1757805" y="2331054"/>
            <a:chExt cx="5270058" cy="3804634"/>
          </a:xfrm>
        </p:grpSpPr>
        <p:sp>
          <p:nvSpPr>
            <p:cNvPr id="268" name="Freeform 267"/>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2" name="Freeform 271"/>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3004 w 954755"/>
                <a:gd name="connsiteY0-372" fmla="*/ 943771 h 976186"/>
                <a:gd name="connsiteX1-373" fmla="*/ 455145 w 954755"/>
                <a:gd name="connsiteY1-374" fmla="*/ 11688 h 976186"/>
                <a:gd name="connsiteX2-375" fmla="*/ 954755 w 954755"/>
                <a:gd name="connsiteY2-376" fmla="*/ 0 h 976186"/>
                <a:gd name="connsiteX3-377" fmla="*/ 728484 w 954755"/>
                <a:gd name="connsiteY3-378" fmla="*/ 976186 h 976186"/>
                <a:gd name="connsiteX4-379" fmla="*/ 23004 w 954755"/>
                <a:gd name="connsiteY4-380" fmla="*/ 943771 h 976186"/>
                <a:gd name="connsiteX0-381" fmla="*/ 0 w 931751"/>
                <a:gd name="connsiteY0-382" fmla="*/ 943771 h 976186"/>
                <a:gd name="connsiteX1-383" fmla="*/ 432141 w 931751"/>
                <a:gd name="connsiteY1-384" fmla="*/ 11688 h 976186"/>
                <a:gd name="connsiteX2-385" fmla="*/ 931751 w 931751"/>
                <a:gd name="connsiteY2-386" fmla="*/ 0 h 976186"/>
                <a:gd name="connsiteX3-387" fmla="*/ 705480 w 931751"/>
                <a:gd name="connsiteY3-388" fmla="*/ 976186 h 976186"/>
                <a:gd name="connsiteX4-389" fmla="*/ 0 w 931751"/>
                <a:gd name="connsiteY4-390" fmla="*/ 943771 h 976186"/>
                <a:gd name="connsiteX0-391" fmla="*/ 0 w 931751"/>
                <a:gd name="connsiteY0-392" fmla="*/ 943771 h 976186"/>
                <a:gd name="connsiteX1-393" fmla="*/ 432141 w 931751"/>
                <a:gd name="connsiteY1-394" fmla="*/ 11688 h 976186"/>
                <a:gd name="connsiteX2-395" fmla="*/ 931751 w 931751"/>
                <a:gd name="connsiteY2-396" fmla="*/ 0 h 976186"/>
                <a:gd name="connsiteX3-397" fmla="*/ 705480 w 931751"/>
                <a:gd name="connsiteY3-398" fmla="*/ 976186 h 976186"/>
                <a:gd name="connsiteX4-399" fmla="*/ 0 w 931751"/>
                <a:gd name="connsiteY4-400" fmla="*/ 943771 h 976186"/>
                <a:gd name="connsiteX0-401" fmla="*/ 0 w 931751"/>
                <a:gd name="connsiteY0-402" fmla="*/ 943771 h 976186"/>
                <a:gd name="connsiteX1-403" fmla="*/ 432141 w 931751"/>
                <a:gd name="connsiteY1-404" fmla="*/ 11688 h 976186"/>
                <a:gd name="connsiteX2-405" fmla="*/ 931751 w 931751"/>
                <a:gd name="connsiteY2-406" fmla="*/ 0 h 976186"/>
                <a:gd name="connsiteX3-407" fmla="*/ 705480 w 931751"/>
                <a:gd name="connsiteY3-408" fmla="*/ 976186 h 976186"/>
                <a:gd name="connsiteX4-409" fmla="*/ 0 w 931751"/>
                <a:gd name="connsiteY4-410" fmla="*/ 943771 h 976186"/>
                <a:gd name="connsiteX0-411" fmla="*/ 0 w 931751"/>
                <a:gd name="connsiteY0-412" fmla="*/ 943771 h 966342"/>
                <a:gd name="connsiteX1-413" fmla="*/ 432141 w 931751"/>
                <a:gd name="connsiteY1-414" fmla="*/ 11688 h 966342"/>
                <a:gd name="connsiteX2-415" fmla="*/ 931751 w 931751"/>
                <a:gd name="connsiteY2-416" fmla="*/ 0 h 966342"/>
                <a:gd name="connsiteX3-417" fmla="*/ 183705 w 931751"/>
                <a:gd name="connsiteY3-418" fmla="*/ 966342 h 966342"/>
                <a:gd name="connsiteX4-419" fmla="*/ 0 w 931751"/>
                <a:gd name="connsiteY4-420" fmla="*/ 943771 h 966342"/>
                <a:gd name="connsiteX0-421" fmla="*/ 0 w 931751"/>
                <a:gd name="connsiteY0-422" fmla="*/ 943771 h 966342"/>
                <a:gd name="connsiteX1-423" fmla="*/ 432141 w 931751"/>
                <a:gd name="connsiteY1-424" fmla="*/ 11688 h 966342"/>
                <a:gd name="connsiteX2-425" fmla="*/ 931751 w 931751"/>
                <a:gd name="connsiteY2-426" fmla="*/ 0 h 966342"/>
                <a:gd name="connsiteX3-427" fmla="*/ 183705 w 931751"/>
                <a:gd name="connsiteY3-428" fmla="*/ 966342 h 966342"/>
                <a:gd name="connsiteX4-429" fmla="*/ 0 w 931751"/>
                <a:gd name="connsiteY4-430" fmla="*/ 943771 h 966342"/>
                <a:gd name="connsiteX0-431" fmla="*/ 0 w 931751"/>
                <a:gd name="connsiteY0-432" fmla="*/ 943771 h 966342"/>
                <a:gd name="connsiteX1-433" fmla="*/ 432141 w 931751"/>
                <a:gd name="connsiteY1-434" fmla="*/ 11688 h 966342"/>
                <a:gd name="connsiteX2-435" fmla="*/ 931751 w 931751"/>
                <a:gd name="connsiteY2-436" fmla="*/ 0 h 966342"/>
                <a:gd name="connsiteX3-437" fmla="*/ 183705 w 931751"/>
                <a:gd name="connsiteY3-438" fmla="*/ 966342 h 966342"/>
                <a:gd name="connsiteX4-439" fmla="*/ 0 w 931751"/>
                <a:gd name="connsiteY4-440" fmla="*/ 943771 h 966342"/>
                <a:gd name="connsiteX0-441" fmla="*/ 0 w 956363"/>
                <a:gd name="connsiteY0-442" fmla="*/ 932083 h 954654"/>
                <a:gd name="connsiteX1-443" fmla="*/ 432141 w 956363"/>
                <a:gd name="connsiteY1-444" fmla="*/ 0 h 954654"/>
                <a:gd name="connsiteX2-445" fmla="*/ 956363 w 956363"/>
                <a:gd name="connsiteY2-446" fmla="*/ 12924 h 954654"/>
                <a:gd name="connsiteX3-447" fmla="*/ 183705 w 956363"/>
                <a:gd name="connsiteY3-448" fmla="*/ 954654 h 954654"/>
                <a:gd name="connsiteX4-449" fmla="*/ 0 w 956363"/>
                <a:gd name="connsiteY4-450" fmla="*/ 932083 h 954654"/>
                <a:gd name="connsiteX0-451" fmla="*/ 0 w 956363"/>
                <a:gd name="connsiteY0-452" fmla="*/ 919226 h 941797"/>
                <a:gd name="connsiteX1-453" fmla="*/ 405840 w 956363"/>
                <a:gd name="connsiteY1-454" fmla="*/ 197551 h 941797"/>
                <a:gd name="connsiteX2-455" fmla="*/ 956363 w 956363"/>
                <a:gd name="connsiteY2-456" fmla="*/ 67 h 941797"/>
                <a:gd name="connsiteX3-457" fmla="*/ 183705 w 956363"/>
                <a:gd name="connsiteY3-458" fmla="*/ 941797 h 941797"/>
                <a:gd name="connsiteX4-459" fmla="*/ 0 w 956363"/>
                <a:gd name="connsiteY4-460" fmla="*/ 919226 h 941797"/>
                <a:gd name="connsiteX0-461" fmla="*/ 0 w 956363"/>
                <a:gd name="connsiteY0-462" fmla="*/ 919226 h 941797"/>
                <a:gd name="connsiteX1-463" fmla="*/ 405840 w 956363"/>
                <a:gd name="connsiteY1-464" fmla="*/ 197551 h 941797"/>
                <a:gd name="connsiteX2-465" fmla="*/ 956363 w 956363"/>
                <a:gd name="connsiteY2-466" fmla="*/ 67 h 941797"/>
                <a:gd name="connsiteX3-467" fmla="*/ 183705 w 956363"/>
                <a:gd name="connsiteY3-468" fmla="*/ 941797 h 941797"/>
                <a:gd name="connsiteX4-469" fmla="*/ 0 w 956363"/>
                <a:gd name="connsiteY4-470" fmla="*/ 919226 h 941797"/>
                <a:gd name="connsiteX0-471" fmla="*/ 0 w 956363"/>
                <a:gd name="connsiteY0-472" fmla="*/ 919226 h 941797"/>
                <a:gd name="connsiteX1-473" fmla="*/ 405840 w 956363"/>
                <a:gd name="connsiteY1-474" fmla="*/ 197551 h 941797"/>
                <a:gd name="connsiteX2-475" fmla="*/ 956363 w 956363"/>
                <a:gd name="connsiteY2-476" fmla="*/ 67 h 941797"/>
                <a:gd name="connsiteX3-477" fmla="*/ 183705 w 956363"/>
                <a:gd name="connsiteY3-478" fmla="*/ 941797 h 941797"/>
                <a:gd name="connsiteX4-479" fmla="*/ 0 w 956363"/>
                <a:gd name="connsiteY4-480" fmla="*/ 919226 h 941797"/>
                <a:gd name="connsiteX0-481" fmla="*/ 0 w 926304"/>
                <a:gd name="connsiteY0-482" fmla="*/ 735614 h 758185"/>
                <a:gd name="connsiteX1-483" fmla="*/ 405840 w 926304"/>
                <a:gd name="connsiteY1-484" fmla="*/ 13939 h 758185"/>
                <a:gd name="connsiteX2-485" fmla="*/ 926304 w 926304"/>
                <a:gd name="connsiteY2-486" fmla="*/ 563 h 758185"/>
                <a:gd name="connsiteX3-487" fmla="*/ 183705 w 926304"/>
                <a:gd name="connsiteY3-488" fmla="*/ 758185 h 758185"/>
                <a:gd name="connsiteX4-489" fmla="*/ 0 w 926304"/>
                <a:gd name="connsiteY4-490" fmla="*/ 735614 h 758185"/>
                <a:gd name="connsiteX0-491" fmla="*/ 0 w 926304"/>
                <a:gd name="connsiteY0-492" fmla="*/ 735614 h 758185"/>
                <a:gd name="connsiteX1-493" fmla="*/ 405840 w 926304"/>
                <a:gd name="connsiteY1-494" fmla="*/ 13939 h 758185"/>
                <a:gd name="connsiteX2-495" fmla="*/ 926304 w 926304"/>
                <a:gd name="connsiteY2-496" fmla="*/ 563 h 758185"/>
                <a:gd name="connsiteX3-497" fmla="*/ 183705 w 926304"/>
                <a:gd name="connsiteY3-498" fmla="*/ 758185 h 758185"/>
                <a:gd name="connsiteX4-499" fmla="*/ 0 w 926304"/>
                <a:gd name="connsiteY4-500" fmla="*/ 735614 h 758185"/>
                <a:gd name="connsiteX0-501" fmla="*/ 0 w 926304"/>
                <a:gd name="connsiteY0-502" fmla="*/ 735614 h 758185"/>
                <a:gd name="connsiteX1-503" fmla="*/ 405840 w 926304"/>
                <a:gd name="connsiteY1-504" fmla="*/ 13939 h 758185"/>
                <a:gd name="connsiteX2-505" fmla="*/ 926304 w 926304"/>
                <a:gd name="connsiteY2-506" fmla="*/ 563 h 758185"/>
                <a:gd name="connsiteX3-507" fmla="*/ 183705 w 926304"/>
                <a:gd name="connsiteY3-508" fmla="*/ 758185 h 758185"/>
                <a:gd name="connsiteX4-509" fmla="*/ 0 w 926304"/>
                <a:gd name="connsiteY4-510" fmla="*/ 735614 h 758185"/>
                <a:gd name="connsiteX0-511" fmla="*/ 0 w 926304"/>
                <a:gd name="connsiteY0-512" fmla="*/ 735614 h 758185"/>
                <a:gd name="connsiteX1-513" fmla="*/ 405840 w 926304"/>
                <a:gd name="connsiteY1-514" fmla="*/ 13939 h 758185"/>
                <a:gd name="connsiteX2-515" fmla="*/ 926304 w 926304"/>
                <a:gd name="connsiteY2-516" fmla="*/ 563 h 758185"/>
                <a:gd name="connsiteX3-517" fmla="*/ 183705 w 926304"/>
                <a:gd name="connsiteY3-518" fmla="*/ 758185 h 758185"/>
                <a:gd name="connsiteX4-519" fmla="*/ 0 w 926304"/>
                <a:gd name="connsiteY4-520" fmla="*/ 735614 h 75818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3" name="Freeform 272"/>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7977 w 802211"/>
                <a:gd name="connsiteY0-372" fmla="*/ 815791 h 976186"/>
                <a:gd name="connsiteX1-373" fmla="*/ 302601 w 802211"/>
                <a:gd name="connsiteY1-374" fmla="*/ 11688 h 976186"/>
                <a:gd name="connsiteX2-375" fmla="*/ 802211 w 802211"/>
                <a:gd name="connsiteY2-376" fmla="*/ 0 h 976186"/>
                <a:gd name="connsiteX3-377" fmla="*/ 575940 w 802211"/>
                <a:gd name="connsiteY3-378" fmla="*/ 976186 h 976186"/>
                <a:gd name="connsiteX4-379" fmla="*/ 27977 w 802211"/>
                <a:gd name="connsiteY4-380" fmla="*/ 815791 h 976186"/>
                <a:gd name="connsiteX0-381" fmla="*/ 27977 w 802211"/>
                <a:gd name="connsiteY0-382" fmla="*/ 815791 h 815791"/>
                <a:gd name="connsiteX1-383" fmla="*/ 302601 w 802211"/>
                <a:gd name="connsiteY1-384" fmla="*/ 11688 h 815791"/>
                <a:gd name="connsiteX2-385" fmla="*/ 802211 w 802211"/>
                <a:gd name="connsiteY2-386" fmla="*/ 0 h 815791"/>
                <a:gd name="connsiteX3-387" fmla="*/ 236294 w 802211"/>
                <a:gd name="connsiteY3-388" fmla="*/ 808828 h 815791"/>
                <a:gd name="connsiteX4-389" fmla="*/ 27977 w 802211"/>
                <a:gd name="connsiteY4-390" fmla="*/ 815791 h 815791"/>
                <a:gd name="connsiteX0-391" fmla="*/ 27977 w 802211"/>
                <a:gd name="connsiteY0-392" fmla="*/ 815791 h 815791"/>
                <a:gd name="connsiteX1-393" fmla="*/ 302601 w 802211"/>
                <a:gd name="connsiteY1-394" fmla="*/ 11688 h 815791"/>
                <a:gd name="connsiteX2-395" fmla="*/ 802211 w 802211"/>
                <a:gd name="connsiteY2-396" fmla="*/ 0 h 815791"/>
                <a:gd name="connsiteX3-397" fmla="*/ 236294 w 802211"/>
                <a:gd name="connsiteY3-398" fmla="*/ 808828 h 815791"/>
                <a:gd name="connsiteX4-399" fmla="*/ 27977 w 802211"/>
                <a:gd name="connsiteY4-400" fmla="*/ 815791 h 815791"/>
                <a:gd name="connsiteX0-401" fmla="*/ 27977 w 802211"/>
                <a:gd name="connsiteY0-402" fmla="*/ 815791 h 815791"/>
                <a:gd name="connsiteX1-403" fmla="*/ 302601 w 802211"/>
                <a:gd name="connsiteY1-404" fmla="*/ 11688 h 815791"/>
                <a:gd name="connsiteX2-405" fmla="*/ 802211 w 802211"/>
                <a:gd name="connsiteY2-406" fmla="*/ 0 h 815791"/>
                <a:gd name="connsiteX3-407" fmla="*/ 236294 w 802211"/>
                <a:gd name="connsiteY3-408" fmla="*/ 808828 h 815791"/>
                <a:gd name="connsiteX4-409" fmla="*/ 27977 w 802211"/>
                <a:gd name="connsiteY4-410" fmla="*/ 815791 h 815791"/>
                <a:gd name="connsiteX0-411" fmla="*/ 27977 w 802211"/>
                <a:gd name="connsiteY0-412" fmla="*/ 828714 h 828714"/>
                <a:gd name="connsiteX1-413" fmla="*/ 302601 w 802211"/>
                <a:gd name="connsiteY1-414" fmla="*/ 0 h 828714"/>
                <a:gd name="connsiteX2-415" fmla="*/ 802211 w 802211"/>
                <a:gd name="connsiteY2-416" fmla="*/ 12923 h 828714"/>
                <a:gd name="connsiteX3-417" fmla="*/ 236294 w 802211"/>
                <a:gd name="connsiteY3-418" fmla="*/ 821751 h 828714"/>
                <a:gd name="connsiteX4-419" fmla="*/ 27977 w 802211"/>
                <a:gd name="connsiteY4-420" fmla="*/ 828714 h 828714"/>
                <a:gd name="connsiteX0-421" fmla="*/ 56213 w 830447"/>
                <a:gd name="connsiteY0-422" fmla="*/ 828714 h 828714"/>
                <a:gd name="connsiteX1-423" fmla="*/ 330837 w 830447"/>
                <a:gd name="connsiteY1-424" fmla="*/ 0 h 828714"/>
                <a:gd name="connsiteX2-425" fmla="*/ 830447 w 830447"/>
                <a:gd name="connsiteY2-426" fmla="*/ 12923 h 828714"/>
                <a:gd name="connsiteX3-427" fmla="*/ 264530 w 830447"/>
                <a:gd name="connsiteY3-428" fmla="*/ 821751 h 828714"/>
                <a:gd name="connsiteX4-429" fmla="*/ 56213 w 830447"/>
                <a:gd name="connsiteY4-430" fmla="*/ 828714 h 828714"/>
                <a:gd name="connsiteX0-431" fmla="*/ 64130 w 789139"/>
                <a:gd name="connsiteY0-432" fmla="*/ 794258 h 821751"/>
                <a:gd name="connsiteX1-433" fmla="*/ 289529 w 789139"/>
                <a:gd name="connsiteY1-434" fmla="*/ 0 h 821751"/>
                <a:gd name="connsiteX2-435" fmla="*/ 789139 w 789139"/>
                <a:gd name="connsiteY2-436" fmla="*/ 12923 h 821751"/>
                <a:gd name="connsiteX3-437" fmla="*/ 223222 w 789139"/>
                <a:gd name="connsiteY3-438" fmla="*/ 821751 h 821751"/>
                <a:gd name="connsiteX4-439" fmla="*/ 64130 w 789139"/>
                <a:gd name="connsiteY4-440" fmla="*/ 794258 h 821751"/>
                <a:gd name="connsiteX0-441" fmla="*/ 0 w 725009"/>
                <a:gd name="connsiteY0-442" fmla="*/ 794258 h 821751"/>
                <a:gd name="connsiteX1-443" fmla="*/ 225399 w 725009"/>
                <a:gd name="connsiteY1-444" fmla="*/ 0 h 821751"/>
                <a:gd name="connsiteX2-445" fmla="*/ 725009 w 725009"/>
                <a:gd name="connsiteY2-446" fmla="*/ 12923 h 821751"/>
                <a:gd name="connsiteX3-447" fmla="*/ 159092 w 725009"/>
                <a:gd name="connsiteY3-448" fmla="*/ 821751 h 821751"/>
                <a:gd name="connsiteX4-449" fmla="*/ 0 w 725009"/>
                <a:gd name="connsiteY4-450" fmla="*/ 794258 h 821751"/>
                <a:gd name="connsiteX0-451" fmla="*/ 0 w 725009"/>
                <a:gd name="connsiteY0-452" fmla="*/ 1203768 h 1231261"/>
                <a:gd name="connsiteX1-453" fmla="*/ 225399 w 725009"/>
                <a:gd name="connsiteY1-454" fmla="*/ 0 h 1231261"/>
                <a:gd name="connsiteX2-455" fmla="*/ 725009 w 725009"/>
                <a:gd name="connsiteY2-456" fmla="*/ 422433 h 1231261"/>
                <a:gd name="connsiteX3-457" fmla="*/ 159092 w 725009"/>
                <a:gd name="connsiteY3-458" fmla="*/ 1231261 h 1231261"/>
                <a:gd name="connsiteX4-459" fmla="*/ 0 w 725009"/>
                <a:gd name="connsiteY4-460" fmla="*/ 1203768 h 1231261"/>
                <a:gd name="connsiteX0-461" fmla="*/ 0 w 725009"/>
                <a:gd name="connsiteY0-462" fmla="*/ 1217334 h 1244827"/>
                <a:gd name="connsiteX1-463" fmla="*/ 225399 w 725009"/>
                <a:gd name="connsiteY1-464" fmla="*/ 13566 h 1244827"/>
                <a:gd name="connsiteX2-465" fmla="*/ 725009 w 725009"/>
                <a:gd name="connsiteY2-466" fmla="*/ 571 h 1244827"/>
                <a:gd name="connsiteX3-467" fmla="*/ 159092 w 725009"/>
                <a:gd name="connsiteY3-468" fmla="*/ 1244827 h 1244827"/>
                <a:gd name="connsiteX4-469" fmla="*/ 0 w 725009"/>
                <a:gd name="connsiteY4-470" fmla="*/ 1217334 h 1244827"/>
                <a:gd name="connsiteX0-471" fmla="*/ 0 w 725009"/>
                <a:gd name="connsiteY0-472" fmla="*/ 1217334 h 1244827"/>
                <a:gd name="connsiteX1-473" fmla="*/ 225399 w 725009"/>
                <a:gd name="connsiteY1-474" fmla="*/ 13566 h 1244827"/>
                <a:gd name="connsiteX2-475" fmla="*/ 725009 w 725009"/>
                <a:gd name="connsiteY2-476" fmla="*/ 571 h 1244827"/>
                <a:gd name="connsiteX3-477" fmla="*/ 159092 w 725009"/>
                <a:gd name="connsiteY3-478" fmla="*/ 1244827 h 1244827"/>
                <a:gd name="connsiteX4-479" fmla="*/ 0 w 725009"/>
                <a:gd name="connsiteY4-480" fmla="*/ 1217334 h 1244827"/>
                <a:gd name="connsiteX0-481" fmla="*/ 0 w 725009"/>
                <a:gd name="connsiteY0-482" fmla="*/ 1217334 h 1244827"/>
                <a:gd name="connsiteX1-483" fmla="*/ 225399 w 725009"/>
                <a:gd name="connsiteY1-484" fmla="*/ 13566 h 1244827"/>
                <a:gd name="connsiteX2-485" fmla="*/ 725009 w 725009"/>
                <a:gd name="connsiteY2-486" fmla="*/ 571 h 1244827"/>
                <a:gd name="connsiteX3-487" fmla="*/ 159092 w 725009"/>
                <a:gd name="connsiteY3-488" fmla="*/ 1244827 h 1244827"/>
                <a:gd name="connsiteX4-489" fmla="*/ 0 w 725009"/>
                <a:gd name="connsiteY4-490" fmla="*/ 1217334 h 1244827"/>
                <a:gd name="connsiteX0-491" fmla="*/ 0 w 725009"/>
                <a:gd name="connsiteY0-492" fmla="*/ 1217334 h 1244827"/>
                <a:gd name="connsiteX1-493" fmla="*/ 225399 w 725009"/>
                <a:gd name="connsiteY1-494" fmla="*/ 13566 h 1244827"/>
                <a:gd name="connsiteX2-495" fmla="*/ 725009 w 725009"/>
                <a:gd name="connsiteY2-496" fmla="*/ 571 h 1244827"/>
                <a:gd name="connsiteX3-497" fmla="*/ 159092 w 725009"/>
                <a:gd name="connsiteY3-498" fmla="*/ 1244827 h 1244827"/>
                <a:gd name="connsiteX4-499" fmla="*/ 0 w 725009"/>
                <a:gd name="connsiteY4-500" fmla="*/ 1217334 h 1244827"/>
                <a:gd name="connsiteX0-501" fmla="*/ 0 w 725009"/>
                <a:gd name="connsiteY0-502" fmla="*/ 1217334 h 1244827"/>
                <a:gd name="connsiteX1-503" fmla="*/ 225399 w 725009"/>
                <a:gd name="connsiteY1-504" fmla="*/ 13566 h 1244827"/>
                <a:gd name="connsiteX2-505" fmla="*/ 725009 w 725009"/>
                <a:gd name="connsiteY2-506" fmla="*/ 571 h 1244827"/>
                <a:gd name="connsiteX3-507" fmla="*/ 159092 w 725009"/>
                <a:gd name="connsiteY3-508" fmla="*/ 1244827 h 1244827"/>
                <a:gd name="connsiteX4-509" fmla="*/ 0 w 725009"/>
                <a:gd name="connsiteY4-510" fmla="*/ 1217334 h 1244827"/>
                <a:gd name="connsiteX0-511" fmla="*/ 0 w 725009"/>
                <a:gd name="connsiteY0-512" fmla="*/ 1217334 h 1244827"/>
                <a:gd name="connsiteX1-513" fmla="*/ 225399 w 725009"/>
                <a:gd name="connsiteY1-514" fmla="*/ 13566 h 1244827"/>
                <a:gd name="connsiteX2-515" fmla="*/ 725009 w 725009"/>
                <a:gd name="connsiteY2-516" fmla="*/ 571 h 1244827"/>
                <a:gd name="connsiteX3-517" fmla="*/ 159092 w 725009"/>
                <a:gd name="connsiteY3-518" fmla="*/ 1244827 h 1244827"/>
                <a:gd name="connsiteX4-519" fmla="*/ 0 w 725009"/>
                <a:gd name="connsiteY4-520" fmla="*/ 1217334 h 1244827"/>
                <a:gd name="connsiteX0-521" fmla="*/ 0 w 725009"/>
                <a:gd name="connsiteY0-522" fmla="*/ 1203768 h 1231261"/>
                <a:gd name="connsiteX1-523" fmla="*/ 225399 w 725009"/>
                <a:gd name="connsiteY1-524" fmla="*/ 0 h 1231261"/>
                <a:gd name="connsiteX2-525" fmla="*/ 725009 w 725009"/>
                <a:gd name="connsiteY2-526" fmla="*/ 129782 h 1231261"/>
                <a:gd name="connsiteX3-527" fmla="*/ 159092 w 725009"/>
                <a:gd name="connsiteY3-528" fmla="*/ 1231261 h 1231261"/>
                <a:gd name="connsiteX4-529" fmla="*/ 0 w 725009"/>
                <a:gd name="connsiteY4-530" fmla="*/ 1203768 h 1231261"/>
                <a:gd name="connsiteX0-531" fmla="*/ 0 w 725009"/>
                <a:gd name="connsiteY0-532" fmla="*/ 1203768 h 1231261"/>
                <a:gd name="connsiteX1-533" fmla="*/ 225399 w 725009"/>
                <a:gd name="connsiteY1-534" fmla="*/ 0 h 1231261"/>
                <a:gd name="connsiteX2-535" fmla="*/ 725009 w 725009"/>
                <a:gd name="connsiteY2-536" fmla="*/ 129782 h 1231261"/>
                <a:gd name="connsiteX3-537" fmla="*/ 159092 w 725009"/>
                <a:gd name="connsiteY3-538" fmla="*/ 1231261 h 1231261"/>
                <a:gd name="connsiteX4-539" fmla="*/ 0 w 725009"/>
                <a:gd name="connsiteY4-540" fmla="*/ 1203768 h 1231261"/>
                <a:gd name="connsiteX0-541" fmla="*/ 0 w 725009"/>
                <a:gd name="connsiteY0-542" fmla="*/ 1203768 h 1231261"/>
                <a:gd name="connsiteX1-543" fmla="*/ 225399 w 725009"/>
                <a:gd name="connsiteY1-544" fmla="*/ 0 h 1231261"/>
                <a:gd name="connsiteX2-545" fmla="*/ 725009 w 725009"/>
                <a:gd name="connsiteY2-546" fmla="*/ 129782 h 1231261"/>
                <a:gd name="connsiteX3-547" fmla="*/ 159092 w 725009"/>
                <a:gd name="connsiteY3-548" fmla="*/ 1231261 h 1231261"/>
                <a:gd name="connsiteX4-549" fmla="*/ 0 w 725009"/>
                <a:gd name="connsiteY4-550" fmla="*/ 1203768 h 1231261"/>
                <a:gd name="connsiteX0-551" fmla="*/ 0 w 725497"/>
                <a:gd name="connsiteY0-552" fmla="*/ 1279028 h 1306521"/>
                <a:gd name="connsiteX1-553" fmla="*/ 225399 w 725497"/>
                <a:gd name="connsiteY1-554" fmla="*/ 75260 h 1306521"/>
                <a:gd name="connsiteX2-555" fmla="*/ 396193 w 725497"/>
                <a:gd name="connsiteY2-556" fmla="*/ 156799 h 1306521"/>
                <a:gd name="connsiteX3-557" fmla="*/ 725009 w 725497"/>
                <a:gd name="connsiteY3-558" fmla="*/ 205042 h 1306521"/>
                <a:gd name="connsiteX4-559" fmla="*/ 159092 w 725497"/>
                <a:gd name="connsiteY4-560" fmla="*/ 1306521 h 1306521"/>
                <a:gd name="connsiteX5-561" fmla="*/ 0 w 725497"/>
                <a:gd name="connsiteY5-562" fmla="*/ 1279028 h 1306521"/>
                <a:gd name="connsiteX0-563" fmla="*/ 0 w 725239"/>
                <a:gd name="connsiteY0-564" fmla="*/ 1295668 h 1323161"/>
                <a:gd name="connsiteX1-565" fmla="*/ 225399 w 725239"/>
                <a:gd name="connsiteY1-566" fmla="*/ 91900 h 1323161"/>
                <a:gd name="connsiteX2-567" fmla="*/ 725009 w 725239"/>
                <a:gd name="connsiteY2-568" fmla="*/ 221682 h 1323161"/>
                <a:gd name="connsiteX3-569" fmla="*/ 159092 w 725239"/>
                <a:gd name="connsiteY3-570" fmla="*/ 1323161 h 1323161"/>
                <a:gd name="connsiteX4-571" fmla="*/ 0 w 725239"/>
                <a:gd name="connsiteY4-572" fmla="*/ 1295668 h 1323161"/>
                <a:gd name="connsiteX0-573" fmla="*/ 0 w 725221"/>
                <a:gd name="connsiteY0-574" fmla="*/ 1210552 h 1238045"/>
                <a:gd name="connsiteX1-575" fmla="*/ 191583 w 725221"/>
                <a:gd name="connsiteY1-576" fmla="*/ 153319 h 1238045"/>
                <a:gd name="connsiteX2-577" fmla="*/ 725009 w 725221"/>
                <a:gd name="connsiteY2-578" fmla="*/ 136566 h 1238045"/>
                <a:gd name="connsiteX3-579" fmla="*/ 159092 w 725221"/>
                <a:gd name="connsiteY3-580" fmla="*/ 1238045 h 1238045"/>
                <a:gd name="connsiteX4-581" fmla="*/ 0 w 725221"/>
                <a:gd name="connsiteY4-582" fmla="*/ 1210552 h 1238045"/>
                <a:gd name="connsiteX0-583" fmla="*/ 0 w 725305"/>
                <a:gd name="connsiteY0-584" fmla="*/ 1158512 h 1186005"/>
                <a:gd name="connsiteX1-585" fmla="*/ 191583 w 725305"/>
                <a:gd name="connsiteY1-586" fmla="*/ 101279 h 1186005"/>
                <a:gd name="connsiteX2-587" fmla="*/ 725009 w 725305"/>
                <a:gd name="connsiteY2-588" fmla="*/ 84526 h 1186005"/>
                <a:gd name="connsiteX3-589" fmla="*/ 159092 w 725305"/>
                <a:gd name="connsiteY3-590" fmla="*/ 1186005 h 1186005"/>
                <a:gd name="connsiteX4-591" fmla="*/ 0 w 725305"/>
                <a:gd name="connsiteY4-592" fmla="*/ 1158512 h 1186005"/>
                <a:gd name="connsiteX0-593" fmla="*/ 0 w 725009"/>
                <a:gd name="connsiteY0-594" fmla="*/ 1073986 h 1101479"/>
                <a:gd name="connsiteX1-595" fmla="*/ 191583 w 725009"/>
                <a:gd name="connsiteY1-596" fmla="*/ 16753 h 1101479"/>
                <a:gd name="connsiteX2-597" fmla="*/ 725009 w 725009"/>
                <a:gd name="connsiteY2-598" fmla="*/ 0 h 1101479"/>
                <a:gd name="connsiteX3-599" fmla="*/ 159092 w 725009"/>
                <a:gd name="connsiteY3-600" fmla="*/ 1101479 h 1101479"/>
                <a:gd name="connsiteX4-601" fmla="*/ 0 w 725009"/>
                <a:gd name="connsiteY4-602" fmla="*/ 1073986 h 1101479"/>
                <a:gd name="connsiteX0-603" fmla="*/ 0 w 725009"/>
                <a:gd name="connsiteY0-604" fmla="*/ 1073986 h 1101479"/>
                <a:gd name="connsiteX1-605" fmla="*/ 206612 w 725009"/>
                <a:gd name="connsiteY1-606" fmla="*/ 1724 h 1101479"/>
                <a:gd name="connsiteX2-607" fmla="*/ 725009 w 725009"/>
                <a:gd name="connsiteY2-608" fmla="*/ 0 h 1101479"/>
                <a:gd name="connsiteX3-609" fmla="*/ 159092 w 725009"/>
                <a:gd name="connsiteY3-610" fmla="*/ 1101479 h 1101479"/>
                <a:gd name="connsiteX4-611" fmla="*/ 0 w 725009"/>
                <a:gd name="connsiteY4-612" fmla="*/ 1073986 h 1101479"/>
                <a:gd name="connsiteX0-613" fmla="*/ 0 w 725009"/>
                <a:gd name="connsiteY0-614" fmla="*/ 1073986 h 1101479"/>
                <a:gd name="connsiteX1-615" fmla="*/ 206612 w 725009"/>
                <a:gd name="connsiteY1-616" fmla="*/ 1724 h 1101479"/>
                <a:gd name="connsiteX2-617" fmla="*/ 725009 w 725009"/>
                <a:gd name="connsiteY2-618" fmla="*/ 0 h 1101479"/>
                <a:gd name="connsiteX3-619" fmla="*/ 159092 w 725009"/>
                <a:gd name="connsiteY3-620" fmla="*/ 1101479 h 1101479"/>
                <a:gd name="connsiteX4-621" fmla="*/ 0 w 725009"/>
                <a:gd name="connsiteY4-622" fmla="*/ 1073986 h 1101479"/>
                <a:gd name="connsiteX0-623" fmla="*/ 0 w 725009"/>
                <a:gd name="connsiteY0-624" fmla="*/ 1073986 h 1101479"/>
                <a:gd name="connsiteX1-625" fmla="*/ 206612 w 725009"/>
                <a:gd name="connsiteY1-626" fmla="*/ 1724 h 1101479"/>
                <a:gd name="connsiteX2-627" fmla="*/ 725009 w 725009"/>
                <a:gd name="connsiteY2-628" fmla="*/ 0 h 1101479"/>
                <a:gd name="connsiteX3-629" fmla="*/ 159092 w 725009"/>
                <a:gd name="connsiteY3-630" fmla="*/ 1101479 h 1101479"/>
                <a:gd name="connsiteX4-631" fmla="*/ 0 w 725009"/>
                <a:gd name="connsiteY4-632" fmla="*/ 1073986 h 110147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4" name="Freeform 273"/>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503138"/>
                <a:gd name="connsiteY0-372" fmla="*/ 961687 h 964568"/>
                <a:gd name="connsiteX1-373" fmla="*/ 0 w 503138"/>
                <a:gd name="connsiteY1-374" fmla="*/ 70 h 964568"/>
                <a:gd name="connsiteX2-375" fmla="*/ 503138 w 503138"/>
                <a:gd name="connsiteY2-376" fmla="*/ 154187 h 964568"/>
                <a:gd name="connsiteX3-377" fmla="*/ 273339 w 503138"/>
                <a:gd name="connsiteY3-378" fmla="*/ 964568 h 964568"/>
                <a:gd name="connsiteX4-379" fmla="*/ 197928 w 503138"/>
                <a:gd name="connsiteY4-380" fmla="*/ 961687 h 964568"/>
                <a:gd name="connsiteX0-381" fmla="*/ 201456 w 506666"/>
                <a:gd name="connsiteY0-382" fmla="*/ 807500 h 810381"/>
                <a:gd name="connsiteX1-383" fmla="*/ 0 w 506666"/>
                <a:gd name="connsiteY1-384" fmla="*/ 15216 h 810381"/>
                <a:gd name="connsiteX2-385" fmla="*/ 506666 w 506666"/>
                <a:gd name="connsiteY2-386" fmla="*/ 0 h 810381"/>
                <a:gd name="connsiteX3-387" fmla="*/ 276867 w 506666"/>
                <a:gd name="connsiteY3-388" fmla="*/ 810381 h 810381"/>
                <a:gd name="connsiteX4-389" fmla="*/ 201456 w 506666"/>
                <a:gd name="connsiteY4-390" fmla="*/ 807500 h 810381"/>
                <a:gd name="connsiteX0-391" fmla="*/ 201456 w 506666"/>
                <a:gd name="connsiteY0-392" fmla="*/ 807500 h 811593"/>
                <a:gd name="connsiteX1-393" fmla="*/ 0 w 506666"/>
                <a:gd name="connsiteY1-394" fmla="*/ 15216 h 811593"/>
                <a:gd name="connsiteX2-395" fmla="*/ 506666 w 506666"/>
                <a:gd name="connsiteY2-396" fmla="*/ 0 h 811593"/>
                <a:gd name="connsiteX3-397" fmla="*/ 276867 w 506666"/>
                <a:gd name="connsiteY3-398" fmla="*/ 810381 h 811593"/>
                <a:gd name="connsiteX4-399" fmla="*/ 201456 w 506666"/>
                <a:gd name="connsiteY4-400" fmla="*/ 807500 h 811593"/>
                <a:gd name="connsiteX0-401" fmla="*/ 135576 w 506666"/>
                <a:gd name="connsiteY0-402" fmla="*/ 818480 h 818480"/>
                <a:gd name="connsiteX1-403" fmla="*/ 0 w 506666"/>
                <a:gd name="connsiteY1-404" fmla="*/ 15216 h 818480"/>
                <a:gd name="connsiteX2-405" fmla="*/ 506666 w 506666"/>
                <a:gd name="connsiteY2-406" fmla="*/ 0 h 818480"/>
                <a:gd name="connsiteX3-407" fmla="*/ 276867 w 506666"/>
                <a:gd name="connsiteY3-408" fmla="*/ 810381 h 818480"/>
                <a:gd name="connsiteX4-409" fmla="*/ 135576 w 506666"/>
                <a:gd name="connsiteY4-410" fmla="*/ 818480 h 818480"/>
                <a:gd name="connsiteX0-411" fmla="*/ 135576 w 506666"/>
                <a:gd name="connsiteY0-412" fmla="*/ 818480 h 818480"/>
                <a:gd name="connsiteX1-413" fmla="*/ 0 w 506666"/>
                <a:gd name="connsiteY1-414" fmla="*/ 15216 h 818480"/>
                <a:gd name="connsiteX2-415" fmla="*/ 506666 w 506666"/>
                <a:gd name="connsiteY2-416" fmla="*/ 0 h 818480"/>
                <a:gd name="connsiteX3-417" fmla="*/ 331766 w 506666"/>
                <a:gd name="connsiteY3-418" fmla="*/ 803061 h 818480"/>
                <a:gd name="connsiteX4-419" fmla="*/ 135576 w 506666"/>
                <a:gd name="connsiteY4-420" fmla="*/ 818480 h 818480"/>
                <a:gd name="connsiteX0-421" fmla="*/ 135576 w 506666"/>
                <a:gd name="connsiteY0-422" fmla="*/ 818480 h 818480"/>
                <a:gd name="connsiteX1-423" fmla="*/ 0 w 506666"/>
                <a:gd name="connsiteY1-424" fmla="*/ 15216 h 818480"/>
                <a:gd name="connsiteX2-425" fmla="*/ 506666 w 506666"/>
                <a:gd name="connsiteY2-426" fmla="*/ 0 h 818480"/>
                <a:gd name="connsiteX3-427" fmla="*/ 331766 w 506666"/>
                <a:gd name="connsiteY3-428" fmla="*/ 803061 h 818480"/>
                <a:gd name="connsiteX4-429" fmla="*/ 135576 w 506666"/>
                <a:gd name="connsiteY4-430" fmla="*/ 818480 h 818480"/>
                <a:gd name="connsiteX0-431" fmla="*/ 135576 w 506666"/>
                <a:gd name="connsiteY0-432" fmla="*/ 818480 h 818480"/>
                <a:gd name="connsiteX1-433" fmla="*/ 0 w 506666"/>
                <a:gd name="connsiteY1-434" fmla="*/ 15216 h 818480"/>
                <a:gd name="connsiteX2-435" fmla="*/ 506666 w 506666"/>
                <a:gd name="connsiteY2-436" fmla="*/ 0 h 818480"/>
                <a:gd name="connsiteX3-437" fmla="*/ 331766 w 506666"/>
                <a:gd name="connsiteY3-438" fmla="*/ 803061 h 818480"/>
                <a:gd name="connsiteX4-439" fmla="*/ 135576 w 506666"/>
                <a:gd name="connsiteY4-440" fmla="*/ 818480 h 818480"/>
                <a:gd name="connsiteX0-441" fmla="*/ 135576 w 506666"/>
                <a:gd name="connsiteY0-442" fmla="*/ 818480 h 818480"/>
                <a:gd name="connsiteX1-443" fmla="*/ 0 w 506666"/>
                <a:gd name="connsiteY1-444" fmla="*/ 7896 h 818480"/>
                <a:gd name="connsiteX2-445" fmla="*/ 506666 w 506666"/>
                <a:gd name="connsiteY2-446" fmla="*/ 0 h 818480"/>
                <a:gd name="connsiteX3-447" fmla="*/ 331766 w 506666"/>
                <a:gd name="connsiteY3-448" fmla="*/ 803061 h 818480"/>
                <a:gd name="connsiteX4-449" fmla="*/ 135576 w 506666"/>
                <a:gd name="connsiteY4-450" fmla="*/ 818480 h 818480"/>
                <a:gd name="connsiteX0-451" fmla="*/ 135576 w 506666"/>
                <a:gd name="connsiteY0-452" fmla="*/ 818480 h 818480"/>
                <a:gd name="connsiteX1-453" fmla="*/ 0 w 506666"/>
                <a:gd name="connsiteY1-454" fmla="*/ 7896 h 818480"/>
                <a:gd name="connsiteX2-455" fmla="*/ 506666 w 506666"/>
                <a:gd name="connsiteY2-456" fmla="*/ 0 h 818480"/>
                <a:gd name="connsiteX3-457" fmla="*/ 331766 w 506666"/>
                <a:gd name="connsiteY3-458" fmla="*/ 803061 h 818480"/>
                <a:gd name="connsiteX4-459" fmla="*/ 135576 w 506666"/>
                <a:gd name="connsiteY4-460" fmla="*/ 818480 h 818480"/>
                <a:gd name="connsiteX0-461" fmla="*/ 45472 w 559302"/>
                <a:gd name="connsiteY0-462" fmla="*/ 807500 h 807500"/>
                <a:gd name="connsiteX1-463" fmla="*/ 52636 w 559302"/>
                <a:gd name="connsiteY1-464" fmla="*/ 7896 h 807500"/>
                <a:gd name="connsiteX2-465" fmla="*/ 559302 w 559302"/>
                <a:gd name="connsiteY2-466" fmla="*/ 0 h 807500"/>
                <a:gd name="connsiteX3-467" fmla="*/ 384402 w 559302"/>
                <a:gd name="connsiteY3-468" fmla="*/ 803061 h 807500"/>
                <a:gd name="connsiteX4-469" fmla="*/ 45472 w 559302"/>
                <a:gd name="connsiteY4-470" fmla="*/ 807500 h 807500"/>
                <a:gd name="connsiteX0-471" fmla="*/ 21974 w 535804"/>
                <a:gd name="connsiteY0-472" fmla="*/ 807500 h 807500"/>
                <a:gd name="connsiteX1-473" fmla="*/ 29138 w 535804"/>
                <a:gd name="connsiteY1-474" fmla="*/ 7896 h 807500"/>
                <a:gd name="connsiteX2-475" fmla="*/ 535804 w 535804"/>
                <a:gd name="connsiteY2-476" fmla="*/ 0 h 807500"/>
                <a:gd name="connsiteX3-477" fmla="*/ 360904 w 535804"/>
                <a:gd name="connsiteY3-478" fmla="*/ 803061 h 807500"/>
                <a:gd name="connsiteX4-479" fmla="*/ 21974 w 535804"/>
                <a:gd name="connsiteY4-480" fmla="*/ 807500 h 807500"/>
                <a:gd name="connsiteX0-481" fmla="*/ 128256 w 506666"/>
                <a:gd name="connsiteY0-482" fmla="*/ 829461 h 829461"/>
                <a:gd name="connsiteX1-483" fmla="*/ 0 w 506666"/>
                <a:gd name="connsiteY1-484" fmla="*/ 7896 h 829461"/>
                <a:gd name="connsiteX2-485" fmla="*/ 506666 w 506666"/>
                <a:gd name="connsiteY2-486" fmla="*/ 0 h 829461"/>
                <a:gd name="connsiteX3-487" fmla="*/ 331766 w 506666"/>
                <a:gd name="connsiteY3-488" fmla="*/ 803061 h 829461"/>
                <a:gd name="connsiteX4-489" fmla="*/ 128256 w 506666"/>
                <a:gd name="connsiteY4-490" fmla="*/ 829461 h 829461"/>
                <a:gd name="connsiteX0-491" fmla="*/ 128256 w 506666"/>
                <a:gd name="connsiteY0-492" fmla="*/ 829461 h 829461"/>
                <a:gd name="connsiteX1-493" fmla="*/ 0 w 506666"/>
                <a:gd name="connsiteY1-494" fmla="*/ 7896 h 829461"/>
                <a:gd name="connsiteX2-495" fmla="*/ 506666 w 506666"/>
                <a:gd name="connsiteY2-496" fmla="*/ 0 h 829461"/>
                <a:gd name="connsiteX3-497" fmla="*/ 331766 w 506666"/>
                <a:gd name="connsiteY3-498" fmla="*/ 803061 h 829461"/>
                <a:gd name="connsiteX4-499" fmla="*/ 128256 w 506666"/>
                <a:gd name="connsiteY4-500" fmla="*/ 829461 h 829461"/>
                <a:gd name="connsiteX0-501" fmla="*/ 128256 w 506666"/>
                <a:gd name="connsiteY0-502" fmla="*/ 829461 h 829461"/>
                <a:gd name="connsiteX1-503" fmla="*/ 0 w 506666"/>
                <a:gd name="connsiteY1-504" fmla="*/ 7896 h 829461"/>
                <a:gd name="connsiteX2-505" fmla="*/ 506666 w 506666"/>
                <a:gd name="connsiteY2-506" fmla="*/ 0 h 829461"/>
                <a:gd name="connsiteX3-507" fmla="*/ 331766 w 506666"/>
                <a:gd name="connsiteY3-508" fmla="*/ 803061 h 829461"/>
                <a:gd name="connsiteX4-509" fmla="*/ 128256 w 506666"/>
                <a:gd name="connsiteY4-510" fmla="*/ 829461 h 829461"/>
                <a:gd name="connsiteX0-511" fmla="*/ 128256 w 506666"/>
                <a:gd name="connsiteY0-512" fmla="*/ 829461 h 830473"/>
                <a:gd name="connsiteX1-513" fmla="*/ 0 w 506666"/>
                <a:gd name="connsiteY1-514" fmla="*/ 7896 h 830473"/>
                <a:gd name="connsiteX2-515" fmla="*/ 506666 w 506666"/>
                <a:gd name="connsiteY2-516" fmla="*/ 0 h 830473"/>
                <a:gd name="connsiteX3-517" fmla="*/ 331766 w 506666"/>
                <a:gd name="connsiteY3-518" fmla="*/ 828681 h 830473"/>
                <a:gd name="connsiteX4-519" fmla="*/ 128256 w 506666"/>
                <a:gd name="connsiteY4-520" fmla="*/ 829461 h 830473"/>
                <a:gd name="connsiteX0-521" fmla="*/ 128256 w 506666"/>
                <a:gd name="connsiteY0-522" fmla="*/ 829461 h 830473"/>
                <a:gd name="connsiteX1-523" fmla="*/ 0 w 506666"/>
                <a:gd name="connsiteY1-524" fmla="*/ 7896 h 830473"/>
                <a:gd name="connsiteX2-525" fmla="*/ 506666 w 506666"/>
                <a:gd name="connsiteY2-526" fmla="*/ 0 h 830473"/>
                <a:gd name="connsiteX3-527" fmla="*/ 331766 w 506666"/>
                <a:gd name="connsiteY3-528" fmla="*/ 828681 h 830473"/>
                <a:gd name="connsiteX4-529" fmla="*/ 128256 w 506666"/>
                <a:gd name="connsiteY4-530" fmla="*/ 829461 h 830473"/>
                <a:gd name="connsiteX0-531" fmla="*/ 128256 w 506666"/>
                <a:gd name="connsiteY0-532" fmla="*/ 821565 h 822577"/>
                <a:gd name="connsiteX1-533" fmla="*/ 0 w 506666"/>
                <a:gd name="connsiteY1-534" fmla="*/ 0 h 822577"/>
                <a:gd name="connsiteX2-535" fmla="*/ 506666 w 506666"/>
                <a:gd name="connsiteY2-536" fmla="*/ 255115 h 822577"/>
                <a:gd name="connsiteX3-537" fmla="*/ 331766 w 506666"/>
                <a:gd name="connsiteY3-538" fmla="*/ 820785 h 822577"/>
                <a:gd name="connsiteX4-539" fmla="*/ 128256 w 506666"/>
                <a:gd name="connsiteY4-540" fmla="*/ 821565 h 822577"/>
                <a:gd name="connsiteX0-541" fmla="*/ 128256 w 506666"/>
                <a:gd name="connsiteY0-542" fmla="*/ 821565 h 822577"/>
                <a:gd name="connsiteX1-543" fmla="*/ 0 w 506666"/>
                <a:gd name="connsiteY1-544" fmla="*/ 0 h 822577"/>
                <a:gd name="connsiteX2-545" fmla="*/ 506666 w 506666"/>
                <a:gd name="connsiteY2-546" fmla="*/ 255115 h 822577"/>
                <a:gd name="connsiteX3-547" fmla="*/ 331766 w 506666"/>
                <a:gd name="connsiteY3-548" fmla="*/ 820785 h 822577"/>
                <a:gd name="connsiteX4-549" fmla="*/ 128256 w 506666"/>
                <a:gd name="connsiteY4-550" fmla="*/ 821565 h 822577"/>
                <a:gd name="connsiteX0-551" fmla="*/ 128256 w 506666"/>
                <a:gd name="connsiteY0-552" fmla="*/ 821565 h 822577"/>
                <a:gd name="connsiteX1-553" fmla="*/ 0 w 506666"/>
                <a:gd name="connsiteY1-554" fmla="*/ 0 h 822577"/>
                <a:gd name="connsiteX2-555" fmla="*/ 506666 w 506666"/>
                <a:gd name="connsiteY2-556" fmla="*/ 255115 h 822577"/>
                <a:gd name="connsiteX3-557" fmla="*/ 331766 w 506666"/>
                <a:gd name="connsiteY3-558" fmla="*/ 820785 h 822577"/>
                <a:gd name="connsiteX4-559" fmla="*/ 128256 w 506666"/>
                <a:gd name="connsiteY4-560" fmla="*/ 821565 h 822577"/>
                <a:gd name="connsiteX0-561" fmla="*/ 135770 w 514180"/>
                <a:gd name="connsiteY0-562" fmla="*/ 577341 h 578353"/>
                <a:gd name="connsiteX1-563" fmla="*/ 0 w 514180"/>
                <a:gd name="connsiteY1-564" fmla="*/ 0 h 578353"/>
                <a:gd name="connsiteX2-565" fmla="*/ 514180 w 514180"/>
                <a:gd name="connsiteY2-566" fmla="*/ 10891 h 578353"/>
                <a:gd name="connsiteX3-567" fmla="*/ 339280 w 514180"/>
                <a:gd name="connsiteY3-568" fmla="*/ 576561 h 578353"/>
                <a:gd name="connsiteX4-569" fmla="*/ 135770 w 514180"/>
                <a:gd name="connsiteY4-570" fmla="*/ 577341 h 578353"/>
                <a:gd name="connsiteX0-571" fmla="*/ 135770 w 514180"/>
                <a:gd name="connsiteY0-572" fmla="*/ 577341 h 578353"/>
                <a:gd name="connsiteX1-573" fmla="*/ 0 w 514180"/>
                <a:gd name="connsiteY1-574" fmla="*/ 0 h 578353"/>
                <a:gd name="connsiteX2-575" fmla="*/ 514180 w 514180"/>
                <a:gd name="connsiteY2-576" fmla="*/ 10891 h 578353"/>
                <a:gd name="connsiteX3-577" fmla="*/ 339280 w 514180"/>
                <a:gd name="connsiteY3-578" fmla="*/ 576561 h 578353"/>
                <a:gd name="connsiteX4-579" fmla="*/ 135770 w 514180"/>
                <a:gd name="connsiteY4-580" fmla="*/ 577341 h 578353"/>
                <a:gd name="connsiteX0-581" fmla="*/ 135770 w 514180"/>
                <a:gd name="connsiteY0-582" fmla="*/ 577341 h 578353"/>
                <a:gd name="connsiteX1-583" fmla="*/ 0 w 514180"/>
                <a:gd name="connsiteY1-584" fmla="*/ 0 h 578353"/>
                <a:gd name="connsiteX2-585" fmla="*/ 514180 w 514180"/>
                <a:gd name="connsiteY2-586" fmla="*/ 10891 h 578353"/>
                <a:gd name="connsiteX3-587" fmla="*/ 339280 w 514180"/>
                <a:gd name="connsiteY3-588" fmla="*/ 576561 h 578353"/>
                <a:gd name="connsiteX4-589" fmla="*/ 135770 w 514180"/>
                <a:gd name="connsiteY4-590" fmla="*/ 577341 h 57835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5" name="Freeform 274"/>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621064"/>
                <a:gd name="connsiteY0-372" fmla="*/ 973305 h 973305"/>
                <a:gd name="connsiteX1-373" fmla="*/ 0 w 621064"/>
                <a:gd name="connsiteY1-374" fmla="*/ 11688 h 973305"/>
                <a:gd name="connsiteX2-375" fmla="*/ 499610 w 621064"/>
                <a:gd name="connsiteY2-376" fmla="*/ 0 h 973305"/>
                <a:gd name="connsiteX3-377" fmla="*/ 558839 w 621064"/>
                <a:gd name="connsiteY3-378" fmla="*/ 754682 h 973305"/>
                <a:gd name="connsiteX4-379" fmla="*/ 197928 w 621064"/>
                <a:gd name="connsiteY4-380" fmla="*/ 973305 h 973305"/>
                <a:gd name="connsiteX0-381" fmla="*/ 197928 w 558839"/>
                <a:gd name="connsiteY0-382" fmla="*/ 973305 h 973305"/>
                <a:gd name="connsiteX1-383" fmla="*/ 0 w 558839"/>
                <a:gd name="connsiteY1-384" fmla="*/ 11688 h 973305"/>
                <a:gd name="connsiteX2-385" fmla="*/ 499610 w 558839"/>
                <a:gd name="connsiteY2-386" fmla="*/ 0 h 973305"/>
                <a:gd name="connsiteX3-387" fmla="*/ 558839 w 558839"/>
                <a:gd name="connsiteY3-388" fmla="*/ 754682 h 973305"/>
                <a:gd name="connsiteX4-389" fmla="*/ 197928 w 558839"/>
                <a:gd name="connsiteY4-390" fmla="*/ 973305 h 973305"/>
                <a:gd name="connsiteX0-391" fmla="*/ 197928 w 558839"/>
                <a:gd name="connsiteY0-392" fmla="*/ 973305 h 973305"/>
                <a:gd name="connsiteX1-393" fmla="*/ 0 w 558839"/>
                <a:gd name="connsiteY1-394" fmla="*/ 11688 h 973305"/>
                <a:gd name="connsiteX2-395" fmla="*/ 499610 w 558839"/>
                <a:gd name="connsiteY2-396" fmla="*/ 0 h 973305"/>
                <a:gd name="connsiteX3-397" fmla="*/ 558839 w 558839"/>
                <a:gd name="connsiteY3-398" fmla="*/ 754682 h 973305"/>
                <a:gd name="connsiteX4-399" fmla="*/ 197928 w 558839"/>
                <a:gd name="connsiteY4-400" fmla="*/ 973305 h 973305"/>
                <a:gd name="connsiteX0-401" fmla="*/ 370213 w 558839"/>
                <a:gd name="connsiteY0-402" fmla="*/ 796102 h 796102"/>
                <a:gd name="connsiteX1-403" fmla="*/ 0 w 558839"/>
                <a:gd name="connsiteY1-404" fmla="*/ 11688 h 796102"/>
                <a:gd name="connsiteX2-405" fmla="*/ 499610 w 558839"/>
                <a:gd name="connsiteY2-406" fmla="*/ 0 h 796102"/>
                <a:gd name="connsiteX3-407" fmla="*/ 558839 w 558839"/>
                <a:gd name="connsiteY3-408" fmla="*/ 754682 h 796102"/>
                <a:gd name="connsiteX4-409" fmla="*/ 370213 w 558839"/>
                <a:gd name="connsiteY4-410" fmla="*/ 796102 h 796102"/>
                <a:gd name="connsiteX0-411" fmla="*/ 370213 w 558839"/>
                <a:gd name="connsiteY0-412" fmla="*/ 796102 h 796102"/>
                <a:gd name="connsiteX1-413" fmla="*/ 0 w 558839"/>
                <a:gd name="connsiteY1-414" fmla="*/ 11688 h 796102"/>
                <a:gd name="connsiteX2-415" fmla="*/ 499610 w 558839"/>
                <a:gd name="connsiteY2-416" fmla="*/ 0 h 796102"/>
                <a:gd name="connsiteX3-417" fmla="*/ 558839 w 558839"/>
                <a:gd name="connsiteY3-418" fmla="*/ 754682 h 796102"/>
                <a:gd name="connsiteX4-419" fmla="*/ 370213 w 558839"/>
                <a:gd name="connsiteY4-420" fmla="*/ 796102 h 796102"/>
                <a:gd name="connsiteX0-421" fmla="*/ 370213 w 558839"/>
                <a:gd name="connsiteY0-422" fmla="*/ 796102 h 796102"/>
                <a:gd name="connsiteX1-423" fmla="*/ 0 w 558839"/>
                <a:gd name="connsiteY1-424" fmla="*/ 11688 h 796102"/>
                <a:gd name="connsiteX2-425" fmla="*/ 499610 w 558839"/>
                <a:gd name="connsiteY2-426" fmla="*/ 0 h 796102"/>
                <a:gd name="connsiteX3-427" fmla="*/ 558839 w 558839"/>
                <a:gd name="connsiteY3-428" fmla="*/ 754682 h 796102"/>
                <a:gd name="connsiteX4-429" fmla="*/ 370213 w 558839"/>
                <a:gd name="connsiteY4-430" fmla="*/ 796102 h 796102"/>
                <a:gd name="connsiteX0-431" fmla="*/ 370213 w 558839"/>
                <a:gd name="connsiteY0-432" fmla="*/ 1315828 h 1315828"/>
                <a:gd name="connsiteX1-433" fmla="*/ 0 w 558839"/>
                <a:gd name="connsiteY1-434" fmla="*/ 531414 h 1315828"/>
                <a:gd name="connsiteX2-435" fmla="*/ 506930 w 558839"/>
                <a:gd name="connsiteY2-436" fmla="*/ 0 h 1315828"/>
                <a:gd name="connsiteX3-437" fmla="*/ 558839 w 558839"/>
                <a:gd name="connsiteY3-438" fmla="*/ 1274408 h 1315828"/>
                <a:gd name="connsiteX4-439" fmla="*/ 370213 w 558839"/>
                <a:gd name="connsiteY4-440" fmla="*/ 1315828 h 1315828"/>
                <a:gd name="connsiteX0-441" fmla="*/ 384853 w 573479"/>
                <a:gd name="connsiteY0-442" fmla="*/ 1326654 h 1326654"/>
                <a:gd name="connsiteX1-443" fmla="*/ 0 w 573479"/>
                <a:gd name="connsiteY1-444" fmla="*/ 554 h 1326654"/>
                <a:gd name="connsiteX2-445" fmla="*/ 521570 w 573479"/>
                <a:gd name="connsiteY2-446" fmla="*/ 10826 h 1326654"/>
                <a:gd name="connsiteX3-447" fmla="*/ 573479 w 573479"/>
                <a:gd name="connsiteY3-448" fmla="*/ 1285234 h 1326654"/>
                <a:gd name="connsiteX4-449" fmla="*/ 384853 w 573479"/>
                <a:gd name="connsiteY4-450" fmla="*/ 1326654 h 1326654"/>
                <a:gd name="connsiteX0-451" fmla="*/ 384853 w 573479"/>
                <a:gd name="connsiteY0-452" fmla="*/ 1326654 h 1326654"/>
                <a:gd name="connsiteX1-453" fmla="*/ 0 w 573479"/>
                <a:gd name="connsiteY1-454" fmla="*/ 554 h 1326654"/>
                <a:gd name="connsiteX2-455" fmla="*/ 521570 w 573479"/>
                <a:gd name="connsiteY2-456" fmla="*/ 10826 h 1326654"/>
                <a:gd name="connsiteX3-457" fmla="*/ 573479 w 573479"/>
                <a:gd name="connsiteY3-458" fmla="*/ 1285234 h 1326654"/>
                <a:gd name="connsiteX4-459" fmla="*/ 384853 w 573479"/>
                <a:gd name="connsiteY4-460" fmla="*/ 1326654 h 1326654"/>
                <a:gd name="connsiteX0-461" fmla="*/ 384853 w 573479"/>
                <a:gd name="connsiteY0-462" fmla="*/ 1326654 h 1326654"/>
                <a:gd name="connsiteX1-463" fmla="*/ 0 w 573479"/>
                <a:gd name="connsiteY1-464" fmla="*/ 554 h 1326654"/>
                <a:gd name="connsiteX2-465" fmla="*/ 521570 w 573479"/>
                <a:gd name="connsiteY2-466" fmla="*/ 10826 h 1326654"/>
                <a:gd name="connsiteX3-467" fmla="*/ 573479 w 573479"/>
                <a:gd name="connsiteY3-468" fmla="*/ 1285234 h 1326654"/>
                <a:gd name="connsiteX4-469" fmla="*/ 384853 w 573479"/>
                <a:gd name="connsiteY4-470" fmla="*/ 1326654 h 1326654"/>
                <a:gd name="connsiteX0-471" fmla="*/ 384853 w 573479"/>
                <a:gd name="connsiteY0-472" fmla="*/ 1326654 h 1326654"/>
                <a:gd name="connsiteX1-473" fmla="*/ 0 w 573479"/>
                <a:gd name="connsiteY1-474" fmla="*/ 554 h 1326654"/>
                <a:gd name="connsiteX2-475" fmla="*/ 521570 w 573479"/>
                <a:gd name="connsiteY2-476" fmla="*/ 10826 h 1326654"/>
                <a:gd name="connsiteX3-477" fmla="*/ 573479 w 573479"/>
                <a:gd name="connsiteY3-478" fmla="*/ 1285234 h 1326654"/>
                <a:gd name="connsiteX4-479" fmla="*/ 384853 w 573479"/>
                <a:gd name="connsiteY4-480" fmla="*/ 1326654 h 1326654"/>
                <a:gd name="connsiteX0-481" fmla="*/ 384853 w 573479"/>
                <a:gd name="connsiteY0-482" fmla="*/ 1326654 h 1326654"/>
                <a:gd name="connsiteX1-483" fmla="*/ 0 w 573479"/>
                <a:gd name="connsiteY1-484" fmla="*/ 554 h 1326654"/>
                <a:gd name="connsiteX2-485" fmla="*/ 521570 w 573479"/>
                <a:gd name="connsiteY2-486" fmla="*/ 10826 h 1326654"/>
                <a:gd name="connsiteX3-487" fmla="*/ 573479 w 573479"/>
                <a:gd name="connsiteY3-488" fmla="*/ 1285234 h 1326654"/>
                <a:gd name="connsiteX4-489" fmla="*/ 384853 w 573479"/>
                <a:gd name="connsiteY4-490" fmla="*/ 1326654 h 1326654"/>
                <a:gd name="connsiteX0-491" fmla="*/ 384853 w 573479"/>
                <a:gd name="connsiteY0-492" fmla="*/ 1326654 h 1326654"/>
                <a:gd name="connsiteX1-493" fmla="*/ 0 w 573479"/>
                <a:gd name="connsiteY1-494" fmla="*/ 554 h 1326654"/>
                <a:gd name="connsiteX2-495" fmla="*/ 521570 w 573479"/>
                <a:gd name="connsiteY2-496" fmla="*/ 10826 h 1326654"/>
                <a:gd name="connsiteX3-497" fmla="*/ 573479 w 573479"/>
                <a:gd name="connsiteY3-498" fmla="*/ 1285234 h 1326654"/>
                <a:gd name="connsiteX4-499" fmla="*/ 384853 w 573479"/>
                <a:gd name="connsiteY4-500" fmla="*/ 1326654 h 1326654"/>
                <a:gd name="connsiteX0-501" fmla="*/ 384853 w 588119"/>
                <a:gd name="connsiteY0-502" fmla="*/ 1326654 h 1326654"/>
                <a:gd name="connsiteX1-503" fmla="*/ 0 w 588119"/>
                <a:gd name="connsiteY1-504" fmla="*/ 554 h 1326654"/>
                <a:gd name="connsiteX2-505" fmla="*/ 521570 w 588119"/>
                <a:gd name="connsiteY2-506" fmla="*/ 10826 h 1326654"/>
                <a:gd name="connsiteX3-507" fmla="*/ 588119 w 588119"/>
                <a:gd name="connsiteY3-508" fmla="*/ 1321835 h 1326654"/>
                <a:gd name="connsiteX4-509" fmla="*/ 384853 w 588119"/>
                <a:gd name="connsiteY4-510" fmla="*/ 1326654 h 1326654"/>
                <a:gd name="connsiteX0-511" fmla="*/ 384853 w 588119"/>
                <a:gd name="connsiteY0-512" fmla="*/ 1326654 h 1326654"/>
                <a:gd name="connsiteX1-513" fmla="*/ 0 w 588119"/>
                <a:gd name="connsiteY1-514" fmla="*/ 554 h 1326654"/>
                <a:gd name="connsiteX2-515" fmla="*/ 521570 w 588119"/>
                <a:gd name="connsiteY2-516" fmla="*/ 10826 h 1326654"/>
                <a:gd name="connsiteX3-517" fmla="*/ 588119 w 588119"/>
                <a:gd name="connsiteY3-518" fmla="*/ 1321835 h 1326654"/>
                <a:gd name="connsiteX4-519" fmla="*/ 384853 w 588119"/>
                <a:gd name="connsiteY4-520" fmla="*/ 1326654 h 1326654"/>
                <a:gd name="connsiteX0-521" fmla="*/ 384853 w 588119"/>
                <a:gd name="connsiteY0-522" fmla="*/ 1326148 h 1326148"/>
                <a:gd name="connsiteX1-523" fmla="*/ 0 w 588119"/>
                <a:gd name="connsiteY1-524" fmla="*/ 48 h 1326148"/>
                <a:gd name="connsiteX2-525" fmla="*/ 521570 w 588119"/>
                <a:gd name="connsiteY2-526" fmla="*/ 228243 h 1326148"/>
                <a:gd name="connsiteX3-527" fmla="*/ 588119 w 588119"/>
                <a:gd name="connsiteY3-528" fmla="*/ 1321329 h 1326148"/>
                <a:gd name="connsiteX4-529" fmla="*/ 384853 w 588119"/>
                <a:gd name="connsiteY4-530" fmla="*/ 1326148 h 1326148"/>
                <a:gd name="connsiteX0-531" fmla="*/ 384853 w 588119"/>
                <a:gd name="connsiteY0-532" fmla="*/ 1326148 h 1326148"/>
                <a:gd name="connsiteX1-533" fmla="*/ 0 w 588119"/>
                <a:gd name="connsiteY1-534" fmla="*/ 48 h 1326148"/>
                <a:gd name="connsiteX2-535" fmla="*/ 521570 w 588119"/>
                <a:gd name="connsiteY2-536" fmla="*/ 228243 h 1326148"/>
                <a:gd name="connsiteX3-537" fmla="*/ 588119 w 588119"/>
                <a:gd name="connsiteY3-538" fmla="*/ 1321329 h 1326148"/>
                <a:gd name="connsiteX4-539" fmla="*/ 384853 w 588119"/>
                <a:gd name="connsiteY4-540" fmla="*/ 1326148 h 1326148"/>
                <a:gd name="connsiteX0-541" fmla="*/ 384853 w 588119"/>
                <a:gd name="connsiteY0-542" fmla="*/ 1326148 h 1326148"/>
                <a:gd name="connsiteX1-543" fmla="*/ 0 w 588119"/>
                <a:gd name="connsiteY1-544" fmla="*/ 48 h 1326148"/>
                <a:gd name="connsiteX2-545" fmla="*/ 521570 w 588119"/>
                <a:gd name="connsiteY2-546" fmla="*/ 228243 h 1326148"/>
                <a:gd name="connsiteX3-547" fmla="*/ 588119 w 588119"/>
                <a:gd name="connsiteY3-548" fmla="*/ 1321329 h 1326148"/>
                <a:gd name="connsiteX4-549" fmla="*/ 384853 w 588119"/>
                <a:gd name="connsiteY4-550" fmla="*/ 1326148 h 1326148"/>
                <a:gd name="connsiteX0-551" fmla="*/ 366066 w 569332"/>
                <a:gd name="connsiteY0-552" fmla="*/ 1097905 h 1097905"/>
                <a:gd name="connsiteX1-553" fmla="*/ 0 w 569332"/>
                <a:gd name="connsiteY1-554" fmla="*/ 4757 h 1097905"/>
                <a:gd name="connsiteX2-555" fmla="*/ 502783 w 569332"/>
                <a:gd name="connsiteY2-556" fmla="*/ 0 h 1097905"/>
                <a:gd name="connsiteX3-557" fmla="*/ 569332 w 569332"/>
                <a:gd name="connsiteY3-558" fmla="*/ 1093086 h 1097905"/>
                <a:gd name="connsiteX4-559" fmla="*/ 366066 w 569332"/>
                <a:gd name="connsiteY4-560" fmla="*/ 1097905 h 1097905"/>
                <a:gd name="connsiteX0-561" fmla="*/ 366066 w 569332"/>
                <a:gd name="connsiteY0-562" fmla="*/ 1097905 h 1097905"/>
                <a:gd name="connsiteX1-563" fmla="*/ 0 w 569332"/>
                <a:gd name="connsiteY1-564" fmla="*/ 4757 h 1097905"/>
                <a:gd name="connsiteX2-565" fmla="*/ 502783 w 569332"/>
                <a:gd name="connsiteY2-566" fmla="*/ 0 h 1097905"/>
                <a:gd name="connsiteX3-567" fmla="*/ 569332 w 569332"/>
                <a:gd name="connsiteY3-568" fmla="*/ 1093086 h 1097905"/>
                <a:gd name="connsiteX4-569" fmla="*/ 366066 w 569332"/>
                <a:gd name="connsiteY4-570" fmla="*/ 1097905 h 1097905"/>
                <a:gd name="connsiteX0-571" fmla="*/ 366066 w 569332"/>
                <a:gd name="connsiteY0-572" fmla="*/ 1097905 h 1097905"/>
                <a:gd name="connsiteX1-573" fmla="*/ 0 w 569332"/>
                <a:gd name="connsiteY1-574" fmla="*/ 4757 h 1097905"/>
                <a:gd name="connsiteX2-575" fmla="*/ 502783 w 569332"/>
                <a:gd name="connsiteY2-576" fmla="*/ 0 h 1097905"/>
                <a:gd name="connsiteX3-577" fmla="*/ 569332 w 569332"/>
                <a:gd name="connsiteY3-578" fmla="*/ 1093086 h 1097905"/>
                <a:gd name="connsiteX4-579" fmla="*/ 366066 w 569332"/>
                <a:gd name="connsiteY4-580" fmla="*/ 1097905 h 1097905"/>
                <a:gd name="connsiteX0-581" fmla="*/ 366066 w 594113"/>
                <a:gd name="connsiteY0-582" fmla="*/ 1097905 h 1179971"/>
                <a:gd name="connsiteX1-583" fmla="*/ 0 w 594113"/>
                <a:gd name="connsiteY1-584" fmla="*/ 4757 h 1179971"/>
                <a:gd name="connsiteX2-585" fmla="*/ 502783 w 594113"/>
                <a:gd name="connsiteY2-586" fmla="*/ 0 h 1179971"/>
                <a:gd name="connsiteX3-587" fmla="*/ 594113 w 594113"/>
                <a:gd name="connsiteY3-588" fmla="*/ 1179818 h 1179971"/>
                <a:gd name="connsiteX4-589" fmla="*/ 366066 w 594113"/>
                <a:gd name="connsiteY4-590" fmla="*/ 1097905 h 1179971"/>
                <a:gd name="connsiteX0-591" fmla="*/ 403236 w 594113"/>
                <a:gd name="connsiteY0-592" fmla="*/ 1215612 h 1215612"/>
                <a:gd name="connsiteX1-593" fmla="*/ 0 w 594113"/>
                <a:gd name="connsiteY1-594" fmla="*/ 4757 h 1215612"/>
                <a:gd name="connsiteX2-595" fmla="*/ 502783 w 594113"/>
                <a:gd name="connsiteY2-596" fmla="*/ 0 h 1215612"/>
                <a:gd name="connsiteX3-597" fmla="*/ 594113 w 594113"/>
                <a:gd name="connsiteY3-598" fmla="*/ 1179818 h 1215612"/>
                <a:gd name="connsiteX4-599" fmla="*/ 403236 w 594113"/>
                <a:gd name="connsiteY4-600" fmla="*/ 1215612 h 121561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nvGrpSpPr>
            <p:cNvPr id="47200" name="Group 17"/>
            <p:cNvGrpSpPr/>
            <p:nvPr/>
          </p:nvGrpSpPr>
          <p:grpSpPr>
            <a:xfrm>
              <a:off x="1757805" y="2331054"/>
              <a:ext cx="1079500" cy="2674334"/>
              <a:chOff x="1757805" y="2331054"/>
              <a:chExt cx="1079500" cy="2674334"/>
            </a:xfrm>
          </p:grpSpPr>
          <p:sp>
            <p:nvSpPr>
              <p:cNvPr id="108" name="Rectangle 107"/>
              <p:cNvSpPr/>
              <p:nvPr/>
            </p:nvSpPr>
            <p:spPr bwMode="auto">
              <a:xfrm rot="10800000">
                <a:off x="1789552" y="2580252"/>
                <a:ext cx="1027025" cy="1084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nvGrpSpPr>
              <p:cNvPr id="47296" name="Group 104"/>
              <p:cNvGrpSpPr/>
              <p:nvPr/>
            </p:nvGrpSpPr>
            <p:grpSpPr>
              <a:xfrm>
                <a:off x="1782739" y="4616206"/>
                <a:ext cx="1034710" cy="389182"/>
                <a:chOff x="4128636" y="3606589"/>
                <a:chExt cx="568145" cy="338667"/>
              </a:xfrm>
            </p:grpSpPr>
            <p:sp>
              <p:nvSpPr>
                <p:cNvPr id="119" name="Oval 118"/>
                <p:cNvSpPr/>
                <p:nvPr/>
              </p:nvSpPr>
              <p:spPr>
                <a:xfrm>
                  <a:off x="4128891" y="3720271"/>
                  <a:ext cx="564798" cy="22514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20" name="Rectangle 119"/>
                <p:cNvSpPr/>
                <p:nvPr/>
              </p:nvSpPr>
              <p:spPr>
                <a:xfrm>
                  <a:off x="4128891" y="3720271"/>
                  <a:ext cx="564798" cy="111880"/>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21" name="Oval 120"/>
                <p:cNvSpPr/>
                <p:nvPr/>
              </p:nvSpPr>
              <p:spPr>
                <a:xfrm>
                  <a:off x="4128891" y="3607011"/>
                  <a:ext cx="564798" cy="22514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122" name="Straight Connector 121"/>
                <p:cNvCxnSpPr/>
                <p:nvPr/>
              </p:nvCxnSpPr>
              <p:spPr>
                <a:xfrm>
                  <a:off x="4693688" y="3720271"/>
                  <a:ext cx="0" cy="11188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3" name="Straight Connector 122"/>
                <p:cNvCxnSpPr/>
                <p:nvPr/>
              </p:nvCxnSpPr>
              <p:spPr>
                <a:xfrm>
                  <a:off x="4128891" y="3720271"/>
                  <a:ext cx="0" cy="11188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47" name="Rectangle 146"/>
              <p:cNvSpPr/>
              <p:nvPr/>
            </p:nvSpPr>
            <p:spPr bwMode="auto">
              <a:xfrm>
                <a:off x="1802251" y="3602440"/>
                <a:ext cx="1027025" cy="1163452"/>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113" name="Straight Connector 112"/>
              <p:cNvCxnSpPr/>
              <p:nvPr/>
            </p:nvCxnSpPr>
            <p:spPr bwMode="auto">
              <a:xfrm>
                <a:off x="1781615" y="2805642"/>
                <a:ext cx="20636" cy="202056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2" name="Straight Connector 111"/>
              <p:cNvCxnSpPr/>
              <p:nvPr/>
            </p:nvCxnSpPr>
            <p:spPr bwMode="auto">
              <a:xfrm flipH="1">
                <a:off x="2818166" y="2805642"/>
                <a:ext cx="4762" cy="197612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300" name="Group 9"/>
              <p:cNvGrpSpPr/>
              <p:nvPr/>
            </p:nvGrpSpPr>
            <p:grpSpPr>
              <a:xfrm>
                <a:off x="1757805" y="2331054"/>
                <a:ext cx="1079500" cy="430213"/>
                <a:chOff x="2183302" y="1574638"/>
                <a:chExt cx="1200154" cy="430181"/>
              </a:xfrm>
            </p:grpSpPr>
            <p:sp>
              <p:nvSpPr>
                <p:cNvPr id="369" name="Oval 368"/>
                <p:cNvSpPr/>
                <p:nvPr/>
              </p:nvSpPr>
              <p:spPr bwMode="auto">
                <a:xfrm flipV="1">
                  <a:off x="2186832" y="1690499"/>
                  <a:ext cx="1194758" cy="31425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370" name="Rectangle 369"/>
                <p:cNvSpPr/>
                <p:nvPr/>
              </p:nvSpPr>
              <p:spPr bwMode="auto">
                <a:xfrm>
                  <a:off x="2183302" y="1734939"/>
                  <a:ext cx="1198287" cy="112686"/>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71" name="Oval 370"/>
                <p:cNvSpPr>
                  <a:spLocks noChangeArrowheads="1"/>
                </p:cNvSpPr>
                <p:nvPr/>
              </p:nvSpPr>
              <p:spPr bwMode="auto">
                <a:xfrm flipV="1">
                  <a:off x="2183302" y="1574638"/>
                  <a:ext cx="1196523" cy="314252"/>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72" name="Freeform 371"/>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73" name="Freeform 372"/>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74" name="Freeform 373"/>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75" name="Freeform 374"/>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76" name="Straight Connector 375"/>
                <p:cNvCxnSpPr>
                  <a:cxnSpLocks noChangeShapeType="1"/>
                  <a:endCxn id="371" idx="2"/>
                </p:cNvCxnSpPr>
                <p:nvPr/>
              </p:nvCxnSpPr>
              <p:spPr bwMode="auto">
                <a:xfrm flipH="1" flipV="1">
                  <a:off x="2183302" y="1731764"/>
                  <a:ext cx="3530" cy="122209"/>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77" name="Straight Connector 376"/>
                <p:cNvCxnSpPr>
                  <a:cxnSpLocks noChangeShapeType="1"/>
                </p:cNvCxnSpPr>
                <p:nvPr/>
              </p:nvCxnSpPr>
              <p:spPr bwMode="auto">
                <a:xfrm flipH="1" flipV="1">
                  <a:off x="3379825" y="1728590"/>
                  <a:ext cx="3530" cy="122209"/>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47201" name="Group 18"/>
            <p:cNvGrpSpPr/>
            <p:nvPr/>
          </p:nvGrpSpPr>
          <p:grpSpPr>
            <a:xfrm>
              <a:off x="3500438" y="3174091"/>
              <a:ext cx="522287" cy="1831297"/>
              <a:chOff x="3500438" y="3174091"/>
              <a:chExt cx="522287" cy="1831297"/>
            </a:xfrm>
          </p:grpSpPr>
          <p:sp>
            <p:nvSpPr>
              <p:cNvPr id="171" name="Rectangle 170"/>
              <p:cNvSpPr/>
              <p:nvPr/>
            </p:nvSpPr>
            <p:spPr bwMode="auto">
              <a:xfrm rot="10800000">
                <a:off x="3507320" y="3287221"/>
                <a:ext cx="498349" cy="306623"/>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90" name="Straight Connector 89"/>
              <p:cNvCxnSpPr/>
              <p:nvPr/>
            </p:nvCxnSpPr>
            <p:spPr bwMode="auto">
              <a:xfrm flipH="1">
                <a:off x="4019802" y="3321497"/>
                <a:ext cx="1588" cy="153645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276" name="Picture 86" descr="router_top.png"/>
              <p:cNvPicPr>
                <a:picLocks noChangeAspect="1"/>
              </p:cNvPicPr>
              <p:nvPr/>
            </p:nvPicPr>
            <p:blipFill>
              <a:blip r:embed="rId3"/>
              <a:stretch>
                <a:fillRect/>
              </a:stretch>
            </p:blipFill>
            <p:spPr>
              <a:xfrm>
                <a:off x="3500438" y="3194292"/>
                <a:ext cx="522287" cy="220475"/>
              </a:xfrm>
              <a:prstGeom prst="rect">
                <a:avLst/>
              </a:prstGeom>
              <a:noFill/>
              <a:ln w="9525">
                <a:noFill/>
              </a:ln>
            </p:spPr>
          </p:pic>
          <p:grpSp>
            <p:nvGrpSpPr>
              <p:cNvPr id="47277" name="Group 82"/>
              <p:cNvGrpSpPr/>
              <p:nvPr/>
            </p:nvGrpSpPr>
            <p:grpSpPr>
              <a:xfrm>
                <a:off x="3511442" y="4783543"/>
                <a:ext cx="507858" cy="221845"/>
                <a:chOff x="4128636" y="3606589"/>
                <a:chExt cx="568145" cy="338667"/>
              </a:xfrm>
            </p:grpSpPr>
            <p:sp>
              <p:nvSpPr>
                <p:cNvPr id="97" name="Oval 96"/>
                <p:cNvSpPr/>
                <p:nvPr/>
              </p:nvSpPr>
              <p:spPr>
                <a:xfrm>
                  <a:off x="4129087" y="3720182"/>
                  <a:ext cx="568256" cy="22534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98" name="Rectangle 97"/>
                <p:cNvSpPr/>
                <p:nvPr/>
              </p:nvSpPr>
              <p:spPr>
                <a:xfrm>
                  <a:off x="4129087" y="3720182"/>
                  <a:ext cx="568256" cy="11146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99" name="Oval 98"/>
                <p:cNvSpPr/>
                <p:nvPr/>
              </p:nvSpPr>
              <p:spPr>
                <a:xfrm>
                  <a:off x="4129087" y="3606297"/>
                  <a:ext cx="568256" cy="22534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100" name="Straight Connector 99"/>
                <p:cNvCxnSpPr/>
                <p:nvPr/>
              </p:nvCxnSpPr>
              <p:spPr>
                <a:xfrm>
                  <a:off x="4697343" y="3720182"/>
                  <a:ext cx="0" cy="11146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4129087" y="3720182"/>
                  <a:ext cx="0" cy="11146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55" name="Rectangle 154"/>
              <p:cNvSpPr/>
              <p:nvPr/>
            </p:nvSpPr>
            <p:spPr bwMode="auto">
              <a:xfrm>
                <a:off x="3516608" y="3697675"/>
                <a:ext cx="498433" cy="1163452"/>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174" name="Straight Connector 173"/>
              <p:cNvCxnSpPr>
                <a:stCxn id="381" idx="2"/>
              </p:cNvCxnSpPr>
              <p:nvPr/>
            </p:nvCxnSpPr>
            <p:spPr bwMode="auto">
              <a:xfrm flipH="1">
                <a:off x="3507083" y="3262769"/>
                <a:ext cx="4762" cy="168883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80" name="Group 377"/>
              <p:cNvGrpSpPr/>
              <p:nvPr/>
            </p:nvGrpSpPr>
            <p:grpSpPr>
              <a:xfrm>
                <a:off x="3511057" y="3174091"/>
                <a:ext cx="504096" cy="242719"/>
                <a:chOff x="2183302" y="1574638"/>
                <a:chExt cx="1200154" cy="430218"/>
              </a:xfrm>
            </p:grpSpPr>
            <p:sp>
              <p:nvSpPr>
                <p:cNvPr id="379" name="Oval 378"/>
                <p:cNvSpPr/>
                <p:nvPr/>
              </p:nvSpPr>
              <p:spPr bwMode="auto">
                <a:xfrm flipV="1">
                  <a:off x="2188958" y="1689617"/>
                  <a:ext cx="1194231" cy="31509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380" name="Rectangle 379"/>
                <p:cNvSpPr/>
                <p:nvPr/>
              </p:nvSpPr>
              <p:spPr bwMode="auto">
                <a:xfrm>
                  <a:off x="2185178" y="1734631"/>
                  <a:ext cx="1198011" cy="11253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81" name="Oval 380"/>
                <p:cNvSpPr>
                  <a:spLocks noChangeArrowheads="1"/>
                </p:cNvSpPr>
                <p:nvPr/>
              </p:nvSpPr>
              <p:spPr bwMode="auto">
                <a:xfrm flipV="1">
                  <a:off x="2185178" y="1574269"/>
                  <a:ext cx="1194231" cy="315099"/>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82" name="Freeform 381"/>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83" name="Freeform 382"/>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84" name="Freeform 383"/>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85" name="Freeform 384"/>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86" name="Straight Connector 385"/>
                <p:cNvCxnSpPr>
                  <a:cxnSpLocks noChangeShapeType="1"/>
                  <a:endCxn id="381" idx="2"/>
                </p:cNvCxnSpPr>
                <p:nvPr/>
              </p:nvCxnSpPr>
              <p:spPr bwMode="auto">
                <a:xfrm flipH="1" flipV="1">
                  <a:off x="2185178" y="1731819"/>
                  <a:ext cx="3780" cy="120975"/>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87" name="Straight Connector 386"/>
                <p:cNvCxnSpPr>
                  <a:cxnSpLocks noChangeShapeType="1"/>
                </p:cNvCxnSpPr>
                <p:nvPr/>
              </p:nvCxnSpPr>
              <p:spPr bwMode="auto">
                <a:xfrm flipH="1" flipV="1">
                  <a:off x="3379409" y="1729005"/>
                  <a:ext cx="3780" cy="120976"/>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47202" name="Group 19"/>
            <p:cNvGrpSpPr/>
            <p:nvPr/>
          </p:nvGrpSpPr>
          <p:grpSpPr>
            <a:xfrm>
              <a:off x="4299212" y="2486508"/>
              <a:ext cx="528376" cy="2517292"/>
              <a:chOff x="4299212" y="2486508"/>
              <a:chExt cx="528376" cy="2517292"/>
            </a:xfrm>
          </p:grpSpPr>
          <p:sp>
            <p:nvSpPr>
              <p:cNvPr id="439" name="Rectangle 438"/>
              <p:cNvSpPr/>
              <p:nvPr/>
            </p:nvSpPr>
            <p:spPr bwMode="auto">
              <a:xfrm rot="10800000">
                <a:off x="4315358" y="2675960"/>
                <a:ext cx="498350" cy="91657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40" name="Straight Connector 439"/>
              <p:cNvCxnSpPr/>
              <p:nvPr/>
            </p:nvCxnSpPr>
            <p:spPr bwMode="auto">
              <a:xfrm>
                <a:off x="4821424" y="2642154"/>
                <a:ext cx="6349" cy="2214211"/>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54" name="Group 442"/>
              <p:cNvGrpSpPr/>
              <p:nvPr/>
            </p:nvGrpSpPr>
            <p:grpSpPr>
              <a:xfrm>
                <a:off x="4319479" y="4781999"/>
                <a:ext cx="507859" cy="221801"/>
                <a:chOff x="4128636" y="3606589"/>
                <a:chExt cx="568145" cy="338667"/>
              </a:xfrm>
            </p:grpSpPr>
            <p:sp>
              <p:nvSpPr>
                <p:cNvPr id="452" name="Oval 451"/>
                <p:cNvSpPr/>
                <p:nvPr/>
              </p:nvSpPr>
              <p:spPr>
                <a:xfrm>
                  <a:off x="4129012" y="3720139"/>
                  <a:ext cx="568256" cy="225391"/>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53" name="Rectangle 452"/>
                <p:cNvSpPr/>
                <p:nvPr/>
              </p:nvSpPr>
              <p:spPr>
                <a:xfrm>
                  <a:off x="4129012" y="3720139"/>
                  <a:ext cx="568256" cy="11148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54" name="Oval 453"/>
                <p:cNvSpPr/>
                <p:nvPr/>
              </p:nvSpPr>
              <p:spPr>
                <a:xfrm>
                  <a:off x="4129012" y="3606230"/>
                  <a:ext cx="568256" cy="22539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55" name="Straight Connector 454"/>
                <p:cNvCxnSpPr/>
                <p:nvPr/>
              </p:nvCxnSpPr>
              <p:spPr>
                <a:xfrm>
                  <a:off x="4697268" y="3720139"/>
                  <a:ext cx="0" cy="11148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6" name="Straight Connector 455"/>
                <p:cNvCxnSpPr/>
                <p:nvPr/>
              </p:nvCxnSpPr>
              <p:spPr>
                <a:xfrm>
                  <a:off x="4129012" y="3720139"/>
                  <a:ext cx="0" cy="11148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44" name="Rectangle 443"/>
              <p:cNvSpPr/>
              <p:nvPr/>
            </p:nvSpPr>
            <p:spPr bwMode="auto">
              <a:xfrm>
                <a:off x="4324577" y="3696087"/>
                <a:ext cx="498433" cy="1163453"/>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47" name="Straight Connector 446"/>
              <p:cNvCxnSpPr>
                <a:stCxn id="458" idx="2"/>
              </p:cNvCxnSpPr>
              <p:nvPr/>
            </p:nvCxnSpPr>
            <p:spPr bwMode="auto">
              <a:xfrm>
                <a:off x="4300767" y="2640568"/>
                <a:ext cx="14286" cy="230944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57" name="Group 456"/>
              <p:cNvGrpSpPr/>
              <p:nvPr/>
            </p:nvGrpSpPr>
            <p:grpSpPr>
              <a:xfrm>
                <a:off x="4299212" y="2486508"/>
                <a:ext cx="504825" cy="242888"/>
                <a:chOff x="2183302" y="1574638"/>
                <a:chExt cx="1200154" cy="430218"/>
              </a:xfrm>
            </p:grpSpPr>
            <p:sp>
              <p:nvSpPr>
                <p:cNvPr id="458" name="Oval 457"/>
                <p:cNvSpPr/>
                <p:nvPr/>
              </p:nvSpPr>
              <p:spPr bwMode="auto">
                <a:xfrm flipV="1">
                  <a:off x="2186998" y="1690077"/>
                  <a:ext cx="1196279" cy="31488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459" name="Rectangle 458"/>
                <p:cNvSpPr/>
                <p:nvPr/>
              </p:nvSpPr>
              <p:spPr bwMode="auto">
                <a:xfrm>
                  <a:off x="2183224" y="1735060"/>
                  <a:ext cx="1200054" cy="112457"/>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60" name="Oval 459"/>
                <p:cNvSpPr>
                  <a:spLocks noChangeArrowheads="1"/>
                </p:cNvSpPr>
                <p:nvPr/>
              </p:nvSpPr>
              <p:spPr bwMode="auto">
                <a:xfrm flipV="1">
                  <a:off x="2183224" y="1574808"/>
                  <a:ext cx="1196282" cy="314880"/>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61" name="Freeform 460"/>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62" name="Freeform 461"/>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63" name="Freeform 462"/>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64" name="Freeform 463"/>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465" name="Straight Connector 464"/>
                <p:cNvCxnSpPr>
                  <a:cxnSpLocks noChangeShapeType="1"/>
                  <a:endCxn id="460" idx="2"/>
                </p:cNvCxnSpPr>
                <p:nvPr/>
              </p:nvCxnSpPr>
              <p:spPr bwMode="auto">
                <a:xfrm flipH="1" flipV="1">
                  <a:off x="2183224" y="1732248"/>
                  <a:ext cx="3775" cy="120892"/>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466" name="Straight Connector 465"/>
                <p:cNvCxnSpPr>
                  <a:cxnSpLocks noChangeShapeType="1"/>
                </p:cNvCxnSpPr>
                <p:nvPr/>
              </p:nvCxnSpPr>
              <p:spPr bwMode="auto">
                <a:xfrm flipH="1" flipV="1">
                  <a:off x="3379505" y="1729437"/>
                  <a:ext cx="3773" cy="120890"/>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47203" name="Group 20"/>
            <p:cNvGrpSpPr/>
            <p:nvPr/>
          </p:nvGrpSpPr>
          <p:grpSpPr>
            <a:xfrm>
              <a:off x="5491163" y="3179295"/>
              <a:ext cx="522287" cy="1824505"/>
              <a:chOff x="5491163" y="3179295"/>
              <a:chExt cx="522287" cy="1824505"/>
            </a:xfrm>
          </p:grpSpPr>
          <p:sp>
            <p:nvSpPr>
              <p:cNvPr id="468" name="Rectangle 467"/>
              <p:cNvSpPr/>
              <p:nvPr/>
            </p:nvSpPr>
            <p:spPr bwMode="auto">
              <a:xfrm rot="10800000">
                <a:off x="5498044" y="3266845"/>
                <a:ext cx="498349" cy="325689"/>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69" name="Straight Connector 468"/>
              <p:cNvCxnSpPr>
                <a:stCxn id="489" idx="6"/>
              </p:cNvCxnSpPr>
              <p:nvPr/>
            </p:nvCxnSpPr>
            <p:spPr bwMode="auto">
              <a:xfrm>
                <a:off x="6004011" y="3267530"/>
                <a:ext cx="6349" cy="158248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231" name="Picture 469" descr="router_top.png"/>
              <p:cNvPicPr>
                <a:picLocks noChangeAspect="1"/>
              </p:cNvPicPr>
              <p:nvPr/>
            </p:nvPicPr>
            <p:blipFill>
              <a:blip r:embed="rId3"/>
              <a:stretch>
                <a:fillRect/>
              </a:stretch>
            </p:blipFill>
            <p:spPr>
              <a:xfrm>
                <a:off x="5491163" y="3206725"/>
                <a:ext cx="522287" cy="220431"/>
              </a:xfrm>
              <a:prstGeom prst="rect">
                <a:avLst/>
              </a:prstGeom>
              <a:noFill/>
              <a:ln w="9525">
                <a:noFill/>
              </a:ln>
            </p:spPr>
          </p:pic>
          <p:grpSp>
            <p:nvGrpSpPr>
              <p:cNvPr id="47232" name="Group 471"/>
              <p:cNvGrpSpPr/>
              <p:nvPr/>
            </p:nvGrpSpPr>
            <p:grpSpPr>
              <a:xfrm>
                <a:off x="5502167" y="4781999"/>
                <a:ext cx="507858" cy="221801"/>
                <a:chOff x="4128636" y="3606589"/>
                <a:chExt cx="568145" cy="338667"/>
              </a:xfrm>
            </p:grpSpPr>
            <p:sp>
              <p:nvSpPr>
                <p:cNvPr id="481" name="Oval 480"/>
                <p:cNvSpPr/>
                <p:nvPr/>
              </p:nvSpPr>
              <p:spPr>
                <a:xfrm>
                  <a:off x="4128900" y="3720139"/>
                  <a:ext cx="568256" cy="225391"/>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82" name="Rectangle 481"/>
                <p:cNvSpPr/>
                <p:nvPr/>
              </p:nvSpPr>
              <p:spPr>
                <a:xfrm>
                  <a:off x="4128900" y="3720139"/>
                  <a:ext cx="568256" cy="11148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83" name="Oval 482"/>
                <p:cNvSpPr/>
                <p:nvPr/>
              </p:nvSpPr>
              <p:spPr>
                <a:xfrm>
                  <a:off x="4128900" y="3606230"/>
                  <a:ext cx="568256" cy="22539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84" name="Straight Connector 483"/>
                <p:cNvCxnSpPr/>
                <p:nvPr/>
              </p:nvCxnSpPr>
              <p:spPr>
                <a:xfrm>
                  <a:off x="4697156" y="3720139"/>
                  <a:ext cx="0" cy="11148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p:nvPr/>
              </p:nvCxnSpPr>
              <p:spPr>
                <a:xfrm>
                  <a:off x="4128900" y="3720139"/>
                  <a:ext cx="0" cy="11148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3" name="Rectangle 472"/>
              <p:cNvSpPr/>
              <p:nvPr/>
            </p:nvSpPr>
            <p:spPr bwMode="auto">
              <a:xfrm>
                <a:off x="5507166" y="3694500"/>
                <a:ext cx="498433" cy="116504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76" name="Straight Connector 475"/>
              <p:cNvCxnSpPr>
                <a:stCxn id="47231" idx="1"/>
              </p:cNvCxnSpPr>
              <p:nvPr/>
            </p:nvCxnSpPr>
            <p:spPr bwMode="auto">
              <a:xfrm>
                <a:off x="5491292" y="3316735"/>
                <a:ext cx="6349" cy="163327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35" name="Group 485"/>
              <p:cNvGrpSpPr/>
              <p:nvPr/>
            </p:nvGrpSpPr>
            <p:grpSpPr>
              <a:xfrm>
                <a:off x="5500688" y="3179295"/>
                <a:ext cx="504825" cy="242888"/>
                <a:chOff x="2183302" y="1574638"/>
                <a:chExt cx="1200154" cy="430218"/>
              </a:xfrm>
            </p:grpSpPr>
            <p:sp>
              <p:nvSpPr>
                <p:cNvPr id="487" name="Oval 486"/>
                <p:cNvSpPr/>
                <p:nvPr/>
              </p:nvSpPr>
              <p:spPr bwMode="auto">
                <a:xfrm flipV="1">
                  <a:off x="2187379" y="1688754"/>
                  <a:ext cx="1196279" cy="31488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488" name="Rectangle 487"/>
                <p:cNvSpPr/>
                <p:nvPr/>
              </p:nvSpPr>
              <p:spPr bwMode="auto">
                <a:xfrm>
                  <a:off x="2183606" y="1733737"/>
                  <a:ext cx="1200052" cy="112457"/>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89" name="Oval 488"/>
                <p:cNvSpPr>
                  <a:spLocks noChangeArrowheads="1"/>
                </p:cNvSpPr>
                <p:nvPr/>
              </p:nvSpPr>
              <p:spPr bwMode="auto">
                <a:xfrm flipV="1">
                  <a:off x="2183606" y="1573485"/>
                  <a:ext cx="1196277" cy="314880"/>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90" name="Freeform 489"/>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91" name="Freeform 490"/>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92" name="Freeform 491"/>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93" name="Freeform 492"/>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494" name="Straight Connector 493"/>
                <p:cNvCxnSpPr>
                  <a:cxnSpLocks noChangeShapeType="1"/>
                  <a:endCxn id="489" idx="2"/>
                </p:cNvCxnSpPr>
                <p:nvPr/>
              </p:nvCxnSpPr>
              <p:spPr bwMode="auto">
                <a:xfrm flipH="1" flipV="1">
                  <a:off x="2183606" y="1730925"/>
                  <a:ext cx="3773" cy="120892"/>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495" name="Straight Connector 494"/>
                <p:cNvCxnSpPr>
                  <a:cxnSpLocks noChangeShapeType="1"/>
                </p:cNvCxnSpPr>
                <p:nvPr/>
              </p:nvCxnSpPr>
              <p:spPr bwMode="auto">
                <a:xfrm flipH="1" flipV="1">
                  <a:off x="3379883" y="1728114"/>
                  <a:ext cx="3775" cy="120890"/>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47204" name="Group 21"/>
            <p:cNvGrpSpPr/>
            <p:nvPr/>
          </p:nvGrpSpPr>
          <p:grpSpPr>
            <a:xfrm>
              <a:off x="6472366" y="2647932"/>
              <a:ext cx="522159" cy="2354282"/>
              <a:chOff x="6472366" y="2647932"/>
              <a:chExt cx="522159" cy="2354282"/>
            </a:xfrm>
          </p:grpSpPr>
          <p:sp>
            <p:nvSpPr>
              <p:cNvPr id="497" name="Rectangle 496"/>
              <p:cNvSpPr/>
              <p:nvPr/>
            </p:nvSpPr>
            <p:spPr bwMode="auto">
              <a:xfrm rot="10800000">
                <a:off x="6482296" y="2777838"/>
                <a:ext cx="498349" cy="72203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98" name="Straight Connector 497"/>
              <p:cNvCxnSpPr/>
              <p:nvPr/>
            </p:nvCxnSpPr>
            <p:spPr bwMode="auto">
              <a:xfrm>
                <a:off x="6994528" y="2846910"/>
                <a:ext cx="0" cy="199834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09" name="Group 500"/>
              <p:cNvGrpSpPr/>
              <p:nvPr/>
            </p:nvGrpSpPr>
            <p:grpSpPr>
              <a:xfrm>
                <a:off x="6486417" y="4766099"/>
                <a:ext cx="507858" cy="236115"/>
                <a:chOff x="4128636" y="3606589"/>
                <a:chExt cx="568145" cy="338667"/>
              </a:xfrm>
            </p:grpSpPr>
            <p:sp>
              <p:nvSpPr>
                <p:cNvPr id="510" name="Oval 509"/>
                <p:cNvSpPr/>
                <p:nvPr/>
              </p:nvSpPr>
              <p:spPr>
                <a:xfrm>
                  <a:off x="4128808" y="3720125"/>
                  <a:ext cx="568256" cy="225387"/>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1" name="Rectangle 510"/>
                <p:cNvSpPr/>
                <p:nvPr/>
              </p:nvSpPr>
              <p:spPr>
                <a:xfrm>
                  <a:off x="4128808" y="3720125"/>
                  <a:ext cx="568256" cy="111556"/>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2" name="Oval 511"/>
                <p:cNvSpPr/>
                <p:nvPr/>
              </p:nvSpPr>
              <p:spPr>
                <a:xfrm>
                  <a:off x="4128808" y="3606294"/>
                  <a:ext cx="568256" cy="225387"/>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13" name="Straight Connector 512"/>
                <p:cNvCxnSpPr/>
                <p:nvPr/>
              </p:nvCxnSpPr>
              <p:spPr>
                <a:xfrm>
                  <a:off x="4697064" y="3720125"/>
                  <a:ext cx="0" cy="11155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a:xfrm>
                  <a:off x="4128808" y="3720125"/>
                  <a:ext cx="0" cy="11155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2" name="Rectangle 501"/>
              <p:cNvSpPr/>
              <p:nvPr/>
            </p:nvSpPr>
            <p:spPr bwMode="auto">
              <a:xfrm>
                <a:off x="6491333" y="3610376"/>
                <a:ext cx="498433" cy="1238053"/>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05" name="Straight Connector 504"/>
              <p:cNvCxnSpPr/>
              <p:nvPr/>
            </p:nvCxnSpPr>
            <p:spPr bwMode="auto">
              <a:xfrm>
                <a:off x="6472285" y="2818340"/>
                <a:ext cx="9524" cy="212691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12" name="Group 514"/>
              <p:cNvGrpSpPr/>
              <p:nvPr/>
            </p:nvGrpSpPr>
            <p:grpSpPr>
              <a:xfrm>
                <a:off x="6478146" y="2647932"/>
                <a:ext cx="504825" cy="242887"/>
                <a:chOff x="2183302" y="1574638"/>
                <a:chExt cx="1200154" cy="430218"/>
              </a:xfrm>
            </p:grpSpPr>
            <p:sp>
              <p:nvSpPr>
                <p:cNvPr id="516" name="Oval 515"/>
                <p:cNvSpPr/>
                <p:nvPr/>
              </p:nvSpPr>
              <p:spPr bwMode="auto">
                <a:xfrm flipV="1">
                  <a:off x="2188237" y="1690921"/>
                  <a:ext cx="1196279" cy="31488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17" name="Rectangle 516"/>
                <p:cNvSpPr/>
                <p:nvPr/>
              </p:nvSpPr>
              <p:spPr bwMode="auto">
                <a:xfrm>
                  <a:off x="2184464" y="1735904"/>
                  <a:ext cx="1200052" cy="112457"/>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8" name="Oval 517"/>
                <p:cNvSpPr>
                  <a:spLocks noChangeArrowheads="1"/>
                </p:cNvSpPr>
                <p:nvPr/>
              </p:nvSpPr>
              <p:spPr bwMode="auto">
                <a:xfrm flipV="1">
                  <a:off x="2184464" y="1575651"/>
                  <a:ext cx="1196277" cy="314881"/>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519" name="Freeform 518"/>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20" name="Freeform 519"/>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21" name="Freeform 520"/>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22" name="Freeform 521"/>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523" name="Straight Connector 522"/>
                <p:cNvCxnSpPr>
                  <a:cxnSpLocks noChangeShapeType="1"/>
                  <a:endCxn id="518" idx="2"/>
                </p:cNvCxnSpPr>
                <p:nvPr/>
              </p:nvCxnSpPr>
              <p:spPr bwMode="auto">
                <a:xfrm flipH="1" flipV="1">
                  <a:off x="2184464" y="1733091"/>
                  <a:ext cx="3773" cy="120893"/>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524" name="Straight Connector 523"/>
                <p:cNvCxnSpPr>
                  <a:cxnSpLocks noChangeShapeType="1"/>
                </p:cNvCxnSpPr>
                <p:nvPr/>
              </p:nvCxnSpPr>
              <p:spPr bwMode="auto">
                <a:xfrm flipH="1" flipV="1">
                  <a:off x="3380741" y="1730281"/>
                  <a:ext cx="3775" cy="120891"/>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sp>
        <p:nvSpPr>
          <p:cNvPr id="47120" name="Text Box 167"/>
          <p:cNvSpPr txBox="1"/>
          <p:nvPr/>
        </p:nvSpPr>
        <p:spPr>
          <a:xfrm>
            <a:off x="563563" y="277813"/>
            <a:ext cx="4745037" cy="6461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3600">
                <a:solidFill>
                  <a:srgbClr val="000099"/>
                </a:solidFill>
              </a:rPr>
              <a:t>Per-router control plane</a:t>
            </a:r>
          </a:p>
        </p:txBody>
      </p:sp>
      <p:grpSp>
        <p:nvGrpSpPr>
          <p:cNvPr id="229" name="Group 228"/>
          <p:cNvGrpSpPr/>
          <p:nvPr/>
        </p:nvGrpSpPr>
        <p:grpSpPr>
          <a:xfrm>
            <a:off x="1828800" y="2686050"/>
            <a:ext cx="5111750" cy="879475"/>
            <a:chOff x="1866825" y="707349"/>
            <a:chExt cx="5112820" cy="879389"/>
          </a:xfrm>
        </p:grpSpPr>
        <p:sp>
          <p:nvSpPr>
            <p:cNvPr id="233" name="Oval 232"/>
            <p:cNvSpPr/>
            <p:nvPr/>
          </p:nvSpPr>
          <p:spPr>
            <a:xfrm>
              <a:off x="1866825" y="785129"/>
              <a:ext cx="954288" cy="492077"/>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7182" name="TextBox 233"/>
            <p:cNvSpPr txBox="1"/>
            <p:nvPr/>
          </p:nvSpPr>
          <p:spPr>
            <a:xfrm>
              <a:off x="1891781" y="783191"/>
              <a:ext cx="910613" cy="47619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dirty="0">
                  <a:latin typeface="Arial" panose="020B0604020202090204" pitchFamily="34" charset="0"/>
                </a:rPr>
                <a:t>Routing</a:t>
              </a:r>
            </a:p>
            <a:p>
              <a:pPr marL="0" lvl="0" indent="0" algn="ctr">
                <a:lnSpc>
                  <a:spcPts val="1475"/>
                </a:lnSpc>
                <a:spcBef>
                  <a:spcPct val="0"/>
                </a:spcBef>
                <a:buClrTx/>
                <a:buSzTx/>
                <a:buFontTx/>
                <a:buNone/>
              </a:pPr>
              <a:r>
                <a:rPr lang="en-US" altLang="zh-CN" sz="1400" dirty="0">
                  <a:latin typeface="Arial" panose="020B0604020202090204" pitchFamily="34" charset="0"/>
                </a:rPr>
                <a:t>Algorithm</a:t>
              </a:r>
            </a:p>
          </p:txBody>
        </p:sp>
        <p:cxnSp>
          <p:nvCxnSpPr>
            <p:cNvPr id="235" name="Straight Arrow Connector 234"/>
            <p:cNvCxnSpPr/>
            <p:nvPr/>
          </p:nvCxnSpPr>
          <p:spPr>
            <a:xfrm flipV="1">
              <a:off x="2833815" y="807352"/>
              <a:ext cx="1517968" cy="214291"/>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6" name="Straight Arrow Connector 235"/>
            <p:cNvCxnSpPr/>
            <p:nvPr/>
          </p:nvCxnSpPr>
          <p:spPr>
            <a:xfrm>
              <a:off x="2751248" y="1201014"/>
              <a:ext cx="797092" cy="279373"/>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7" name="Straight Arrow Connector 236"/>
            <p:cNvCxnSpPr/>
            <p:nvPr/>
          </p:nvCxnSpPr>
          <p:spPr>
            <a:xfrm>
              <a:off x="4685228" y="894656"/>
              <a:ext cx="892362" cy="509538"/>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8" name="Straight Arrow Connector 237"/>
            <p:cNvCxnSpPr/>
            <p:nvPr/>
          </p:nvCxnSpPr>
          <p:spPr>
            <a:xfrm>
              <a:off x="4801139" y="801003"/>
              <a:ext cx="1695805" cy="130162"/>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239" name="Oval 238"/>
            <p:cNvSpPr/>
            <p:nvPr/>
          </p:nvSpPr>
          <p:spPr>
            <a:xfrm>
              <a:off x="6558870" y="894656"/>
              <a:ext cx="420775" cy="180957"/>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40" name="Oval 239"/>
            <p:cNvSpPr/>
            <p:nvPr/>
          </p:nvSpPr>
          <p:spPr>
            <a:xfrm>
              <a:off x="5572826" y="1404194"/>
              <a:ext cx="420776" cy="182544"/>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41" name="Oval 240"/>
            <p:cNvSpPr/>
            <p:nvPr/>
          </p:nvSpPr>
          <p:spPr>
            <a:xfrm>
              <a:off x="4367661" y="707349"/>
              <a:ext cx="420775" cy="182545"/>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42" name="Oval 241"/>
            <p:cNvSpPr/>
            <p:nvPr/>
          </p:nvSpPr>
          <p:spPr>
            <a:xfrm>
              <a:off x="3572157" y="1402606"/>
              <a:ext cx="420776" cy="180957"/>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243" name="Straight Arrow Connector 242"/>
            <p:cNvCxnSpPr/>
            <p:nvPr/>
          </p:nvCxnSpPr>
          <p:spPr>
            <a:xfrm>
              <a:off x="2821113" y="1105773"/>
              <a:ext cx="2739010" cy="339692"/>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4" name="Straight Arrow Connector 243"/>
            <p:cNvCxnSpPr>
              <a:endCxn id="239" idx="2"/>
            </p:cNvCxnSpPr>
            <p:nvPr/>
          </p:nvCxnSpPr>
          <p:spPr>
            <a:xfrm flipV="1">
              <a:off x="3997696" y="985135"/>
              <a:ext cx="2561174" cy="469854"/>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5" name="Straight Arrow Connector 244"/>
            <p:cNvCxnSpPr/>
            <p:nvPr/>
          </p:nvCxnSpPr>
          <p:spPr>
            <a:xfrm flipV="1">
              <a:off x="3991345" y="1508959"/>
              <a:ext cx="1581481" cy="0"/>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6" name="Straight Arrow Connector 245"/>
            <p:cNvCxnSpPr/>
            <p:nvPr/>
          </p:nvCxnSpPr>
          <p:spPr>
            <a:xfrm flipV="1">
              <a:off x="5996777" y="1083550"/>
              <a:ext cx="751044" cy="396836"/>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47122" name="TextBox 257"/>
          <p:cNvSpPr txBox="1"/>
          <p:nvPr/>
        </p:nvSpPr>
        <p:spPr>
          <a:xfrm>
            <a:off x="635000" y="1154113"/>
            <a:ext cx="8158163" cy="831850"/>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latin typeface="Arial" panose="020B0604020202090204" pitchFamily="34" charset="0"/>
              </a:rPr>
              <a:t>Individual routing algorithm components </a:t>
            </a:r>
            <a:r>
              <a:rPr lang="en-US" altLang="zh-CN" sz="2400" i="1">
                <a:solidFill>
                  <a:srgbClr val="000090"/>
                </a:solidFill>
                <a:latin typeface="Arial" panose="020B0604020202090204" pitchFamily="34" charset="0"/>
              </a:rPr>
              <a:t>in each and every router </a:t>
            </a:r>
            <a:r>
              <a:rPr lang="en-US" altLang="zh-CN" sz="2400">
                <a:latin typeface="Arial" panose="020B0604020202090204" pitchFamily="34" charset="0"/>
              </a:rPr>
              <a:t>interact in the control plane</a:t>
            </a:r>
          </a:p>
        </p:txBody>
      </p:sp>
      <p:grpSp>
        <p:nvGrpSpPr>
          <p:cNvPr id="23" name="Group 22"/>
          <p:cNvGrpSpPr/>
          <p:nvPr/>
        </p:nvGrpSpPr>
        <p:grpSpPr>
          <a:xfrm>
            <a:off x="1252853" y="3075305"/>
            <a:ext cx="6830697" cy="1042987"/>
            <a:chOff x="1659968" y="3074988"/>
            <a:chExt cx="6272770" cy="1042987"/>
          </a:xfrm>
        </p:grpSpPr>
        <p:sp>
          <p:nvSpPr>
            <p:cNvPr id="47178" name="TextBox 232"/>
            <p:cNvSpPr txBox="1"/>
            <p:nvPr/>
          </p:nvSpPr>
          <p:spPr>
            <a:xfrm>
              <a:off x="7292975" y="3651250"/>
              <a:ext cx="595313" cy="466725"/>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65"/>
                </a:lnSpc>
                <a:spcBef>
                  <a:spcPct val="0"/>
                </a:spcBef>
                <a:buClrTx/>
                <a:buSzTx/>
                <a:buFontTx/>
                <a:buNone/>
              </a:pPr>
              <a:r>
                <a:rPr lang="en-US" altLang="zh-CN" sz="1400">
                  <a:latin typeface="Arial" panose="020B0604020202090204" pitchFamily="34" charset="0"/>
                </a:rPr>
                <a:t>data</a:t>
              </a:r>
            </a:p>
            <a:p>
              <a:pPr marL="0" lvl="0" indent="0" algn="ctr">
                <a:lnSpc>
                  <a:spcPts val="1465"/>
                </a:lnSpc>
                <a:spcBef>
                  <a:spcPct val="0"/>
                </a:spcBef>
                <a:buClrTx/>
                <a:buSzTx/>
                <a:buFontTx/>
                <a:buNone/>
              </a:pPr>
              <a:r>
                <a:rPr lang="en-US" altLang="zh-CN" sz="1400">
                  <a:latin typeface="Arial" panose="020B0604020202090204" pitchFamily="34" charset="0"/>
                </a:rPr>
                <a:t>plane</a:t>
              </a:r>
            </a:p>
          </p:txBody>
        </p:sp>
        <p:sp>
          <p:nvSpPr>
            <p:cNvPr id="47179" name="TextBox 233"/>
            <p:cNvSpPr txBox="1"/>
            <p:nvPr/>
          </p:nvSpPr>
          <p:spPr>
            <a:xfrm>
              <a:off x="7224713" y="3074988"/>
              <a:ext cx="708025" cy="466725"/>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65"/>
                </a:lnSpc>
                <a:spcBef>
                  <a:spcPct val="0"/>
                </a:spcBef>
                <a:buClrTx/>
                <a:buSzTx/>
                <a:buFontTx/>
                <a:buNone/>
              </a:pPr>
              <a:r>
                <a:rPr lang="en-US" altLang="zh-CN" sz="1400">
                  <a:latin typeface="Arial" panose="020B0604020202090204" pitchFamily="34" charset="0"/>
                </a:rPr>
                <a:t>control</a:t>
              </a:r>
            </a:p>
            <a:p>
              <a:pPr marL="0" lvl="0" indent="0" algn="ctr">
                <a:lnSpc>
                  <a:spcPts val="1465"/>
                </a:lnSpc>
                <a:spcBef>
                  <a:spcPct val="0"/>
                </a:spcBef>
                <a:buClrTx/>
                <a:buSzTx/>
                <a:buFontTx/>
                <a:buNone/>
              </a:pPr>
              <a:r>
                <a:rPr lang="en-US" altLang="zh-CN" sz="1400">
                  <a:latin typeface="Arial" panose="020B0604020202090204" pitchFamily="34" charset="0"/>
                </a:rPr>
                <a:t>plane</a:t>
              </a:r>
            </a:p>
          </p:txBody>
        </p:sp>
        <p:cxnSp>
          <p:nvCxnSpPr>
            <p:cNvPr id="232" name="Straight Connector 231"/>
            <p:cNvCxnSpPr/>
            <p:nvPr/>
          </p:nvCxnSpPr>
          <p:spPr>
            <a:xfrm>
              <a:off x="1659968" y="3613150"/>
              <a:ext cx="6207125" cy="0"/>
            </a:xfrm>
            <a:prstGeom prst="line">
              <a:avLst/>
            </a:prstGeom>
            <a:effectLst>
              <a:outerShdw blurRad="50800" dist="38100" dir="8100000" algn="tr" rotWithShape="0">
                <a:prstClr val="black">
                  <a:alpha val="40000"/>
                </a:prstClr>
              </a:outerShdw>
            </a:effectLst>
          </p:spPr>
          <p:style>
            <a:lnRef idx="3">
              <a:schemeClr val="accent1"/>
            </a:lnRef>
            <a:fillRef idx="0">
              <a:srgbClr val="FFFFFF"/>
            </a:fillRef>
            <a:effectRef idx="0">
              <a:srgbClr val="FFFFFF"/>
            </a:effectRef>
            <a:fontRef idx="minor">
              <a:schemeClr val="tx1"/>
            </a:fontRef>
          </p:style>
        </p:cxnSp>
      </p:grpSp>
      <p:grpSp>
        <p:nvGrpSpPr>
          <p:cNvPr id="27" name="Group 26"/>
          <p:cNvGrpSpPr/>
          <p:nvPr/>
        </p:nvGrpSpPr>
        <p:grpSpPr>
          <a:xfrm>
            <a:off x="1828800" y="3702050"/>
            <a:ext cx="5126038" cy="1120775"/>
            <a:chOff x="-4746102" y="4471477"/>
            <a:chExt cx="5126173" cy="1120753"/>
          </a:xfrm>
        </p:grpSpPr>
        <p:pic>
          <p:nvPicPr>
            <p:cNvPr id="47156" name="Picture 10" descr="fig42_table.pdf"/>
            <p:cNvPicPr>
              <a:picLocks noChangeAspect="1"/>
            </p:cNvPicPr>
            <p:nvPr/>
          </p:nvPicPr>
          <p:blipFill>
            <a:blip r:embed="rId4"/>
            <a:stretch>
              <a:fillRect/>
            </a:stretch>
          </p:blipFill>
          <p:spPr>
            <a:xfrm>
              <a:off x="-4746102" y="4471477"/>
              <a:ext cx="966463" cy="966962"/>
            </a:xfrm>
            <a:prstGeom prst="rect">
              <a:avLst/>
            </a:prstGeom>
            <a:noFill/>
            <a:ln w="9525" cap="flat" cmpd="sng">
              <a:solidFill>
                <a:srgbClr val="CC0000"/>
              </a:solidFill>
              <a:prstDash val="solid"/>
              <a:miter/>
              <a:headEnd type="none" w="med" len="med"/>
              <a:tailEnd type="none" w="med" len="med"/>
            </a:ln>
          </p:spPr>
        </p:pic>
        <p:grpSp>
          <p:nvGrpSpPr>
            <p:cNvPr id="47157" name="Group 25"/>
            <p:cNvGrpSpPr/>
            <p:nvPr/>
          </p:nvGrpSpPr>
          <p:grpSpPr>
            <a:xfrm>
              <a:off x="-3025264" y="5228984"/>
              <a:ext cx="3405335" cy="363246"/>
              <a:chOff x="-3025264" y="5228984"/>
              <a:chExt cx="3405335" cy="363246"/>
            </a:xfrm>
          </p:grpSpPr>
          <p:grpSp>
            <p:nvGrpSpPr>
              <p:cNvPr id="47158" name="Group 241"/>
              <p:cNvGrpSpPr/>
              <p:nvPr/>
            </p:nvGrpSpPr>
            <p:grpSpPr>
              <a:xfrm>
                <a:off x="-3025264" y="5262858"/>
                <a:ext cx="430360" cy="329372"/>
                <a:chOff x="2931664" y="3912603"/>
                <a:chExt cx="430450" cy="329314"/>
              </a:xfrm>
            </p:grpSpPr>
            <p:sp>
              <p:nvSpPr>
                <p:cNvPr id="92" name="Rectangle 91"/>
                <p:cNvSpPr/>
                <p:nvPr/>
              </p:nvSpPr>
              <p:spPr>
                <a:xfrm>
                  <a:off x="2936485" y="3907020"/>
                  <a:ext cx="425550" cy="33489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93" name="Straight Connector 92"/>
                <p:cNvCxnSpPr/>
                <p:nvPr/>
              </p:nvCxnSpPr>
              <p:spPr>
                <a:xfrm>
                  <a:off x="2931721" y="4003838"/>
                  <a:ext cx="425550"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2931721" y="4067326"/>
                  <a:ext cx="425550"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a:stCxn id="92" idx="2"/>
                </p:cNvCxnSpPr>
                <p:nvPr/>
              </p:nvCxnSpPr>
              <p:spPr>
                <a:xfrm flipH="1" flipV="1">
                  <a:off x="3147672" y="4003838"/>
                  <a:ext cx="1588" cy="238079"/>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59" name="Group 444"/>
              <p:cNvGrpSpPr/>
              <p:nvPr/>
            </p:nvGrpSpPr>
            <p:grpSpPr>
              <a:xfrm>
                <a:off x="-2217227" y="5261364"/>
                <a:ext cx="430361" cy="329307"/>
                <a:chOff x="2931664" y="3912603"/>
                <a:chExt cx="430450" cy="329314"/>
              </a:xfrm>
            </p:grpSpPr>
            <p:sp>
              <p:nvSpPr>
                <p:cNvPr id="448" name="Rectangle 447"/>
                <p:cNvSpPr/>
                <p:nvPr/>
              </p:nvSpPr>
              <p:spPr>
                <a:xfrm>
                  <a:off x="2936506" y="3906925"/>
                  <a:ext cx="425549" cy="33496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49" name="Straight Connector 448"/>
                <p:cNvCxnSpPr/>
                <p:nvPr/>
              </p:nvCxnSpPr>
              <p:spPr>
                <a:xfrm>
                  <a:off x="2931743" y="4003763"/>
                  <a:ext cx="42554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0" name="Straight Connector 449"/>
                <p:cNvCxnSpPr/>
                <p:nvPr/>
              </p:nvCxnSpPr>
              <p:spPr>
                <a:xfrm>
                  <a:off x="2931743" y="4067263"/>
                  <a:ext cx="42554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1" name="Straight Connector 450"/>
                <p:cNvCxnSpPr>
                  <a:stCxn id="448" idx="2"/>
                </p:cNvCxnSpPr>
                <p:nvPr/>
              </p:nvCxnSpPr>
              <p:spPr>
                <a:xfrm flipH="1" flipV="1">
                  <a:off x="3147693" y="4003763"/>
                  <a:ext cx="1587" cy="238126"/>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60" name="Group 473"/>
              <p:cNvGrpSpPr/>
              <p:nvPr/>
            </p:nvGrpSpPr>
            <p:grpSpPr>
              <a:xfrm>
                <a:off x="-1034539" y="5261364"/>
                <a:ext cx="430360" cy="329307"/>
                <a:chOff x="2931664" y="3912603"/>
                <a:chExt cx="430450" cy="329314"/>
              </a:xfrm>
            </p:grpSpPr>
            <p:sp>
              <p:nvSpPr>
                <p:cNvPr id="477" name="Rectangle 476"/>
                <p:cNvSpPr/>
                <p:nvPr/>
              </p:nvSpPr>
              <p:spPr>
                <a:xfrm>
                  <a:off x="2936538" y="3906925"/>
                  <a:ext cx="425550" cy="33496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78" name="Straight Connector 477"/>
                <p:cNvCxnSpPr/>
                <p:nvPr/>
              </p:nvCxnSpPr>
              <p:spPr>
                <a:xfrm>
                  <a:off x="2931774" y="4003763"/>
                  <a:ext cx="425550"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9" name="Straight Connector 478"/>
                <p:cNvCxnSpPr/>
                <p:nvPr/>
              </p:nvCxnSpPr>
              <p:spPr>
                <a:xfrm>
                  <a:off x="2931774" y="4067263"/>
                  <a:ext cx="425550"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0" name="Straight Connector 479"/>
                <p:cNvCxnSpPr>
                  <a:stCxn id="477" idx="2"/>
                </p:cNvCxnSpPr>
                <p:nvPr/>
              </p:nvCxnSpPr>
              <p:spPr>
                <a:xfrm flipH="1" flipV="1">
                  <a:off x="3147725" y="4003763"/>
                  <a:ext cx="1588" cy="238126"/>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61" name="Group 502"/>
              <p:cNvGrpSpPr/>
              <p:nvPr/>
            </p:nvGrpSpPr>
            <p:grpSpPr>
              <a:xfrm>
                <a:off x="-50289" y="5228984"/>
                <a:ext cx="430360" cy="350559"/>
                <a:chOff x="2931664" y="3912603"/>
                <a:chExt cx="430450" cy="329314"/>
              </a:xfrm>
            </p:grpSpPr>
            <p:sp>
              <p:nvSpPr>
                <p:cNvPr id="506" name="Rectangle 505"/>
                <p:cNvSpPr/>
                <p:nvPr/>
              </p:nvSpPr>
              <p:spPr>
                <a:xfrm>
                  <a:off x="2936564" y="3912336"/>
                  <a:ext cx="425550" cy="32956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07" name="Straight Connector 506"/>
                <p:cNvCxnSpPr/>
                <p:nvPr/>
              </p:nvCxnSpPr>
              <p:spPr>
                <a:xfrm>
                  <a:off x="2931800" y="4003303"/>
                  <a:ext cx="425550"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8" name="Straight Connector 507"/>
                <p:cNvCxnSpPr/>
                <p:nvPr/>
              </p:nvCxnSpPr>
              <p:spPr>
                <a:xfrm>
                  <a:off x="2931800" y="4067428"/>
                  <a:ext cx="425550"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9" name="Straight Connector 508"/>
                <p:cNvCxnSpPr>
                  <a:stCxn id="506" idx="2"/>
                </p:cNvCxnSpPr>
                <p:nvPr/>
              </p:nvCxnSpPr>
              <p:spPr>
                <a:xfrm flipH="1" flipV="1">
                  <a:off x="3147751" y="4003303"/>
                  <a:ext cx="1588" cy="238602"/>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25" name="Group 24"/>
          <p:cNvGrpSpPr/>
          <p:nvPr/>
        </p:nvGrpSpPr>
        <p:grpSpPr>
          <a:xfrm>
            <a:off x="2282825" y="2882900"/>
            <a:ext cx="4437063" cy="1577975"/>
            <a:chOff x="-4267279" y="3655204"/>
            <a:chExt cx="4437063" cy="1578510"/>
          </a:xfrm>
        </p:grpSpPr>
        <p:cxnSp>
          <p:nvCxnSpPr>
            <p:cNvPr id="111" name="Straight Arrow Connector 110"/>
            <p:cNvCxnSpPr/>
            <p:nvPr/>
          </p:nvCxnSpPr>
          <p:spPr bwMode="auto">
            <a:xfrm>
              <a:off x="-4267279" y="4047450"/>
              <a:ext cx="0" cy="422418"/>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89" name="Straight Arrow Connector 88"/>
            <p:cNvCxnSpPr>
              <a:cxnSpLocks noChangeShapeType="1"/>
            </p:cNvCxnSpPr>
            <p:nvPr/>
          </p:nvCxnSpPr>
          <p:spPr bwMode="auto">
            <a:xfrm flipH="1">
              <a:off x="-2808366" y="4361882"/>
              <a:ext cx="0" cy="871832"/>
            </a:xfrm>
            <a:prstGeom prst="straightConnector1">
              <a:avLst/>
            </a:prstGeom>
            <a:noFill/>
            <a:ln w="6350">
              <a:solidFill>
                <a:srgbClr val="CC0000"/>
              </a:solidFill>
              <a:round/>
              <a:tailEnd type="triangle" w="med" len="med"/>
            </a:ln>
            <a:effectLst>
              <a:outerShdw blurRad="40000" dist="20000" dir="5400000" rotWithShape="0">
                <a:srgbClr val="808080">
                  <a:alpha val="37999"/>
                </a:srgbClr>
              </a:outerShdw>
            </a:effectLst>
          </p:spPr>
        </p:cxnSp>
        <p:cxnSp>
          <p:nvCxnSpPr>
            <p:cNvPr id="446" name="Straight Arrow Connector 445"/>
            <p:cNvCxnSpPr>
              <a:cxnSpLocks noChangeShapeType="1"/>
            </p:cNvCxnSpPr>
            <p:nvPr/>
          </p:nvCxnSpPr>
          <p:spPr bwMode="auto">
            <a:xfrm>
              <a:off x="-2006679" y="3655204"/>
              <a:ext cx="6350" cy="1576922"/>
            </a:xfrm>
            <a:prstGeom prst="straightConnector1">
              <a:avLst/>
            </a:prstGeom>
            <a:noFill/>
            <a:ln w="6350">
              <a:solidFill>
                <a:srgbClr val="CC0000"/>
              </a:solidFill>
              <a:round/>
              <a:tailEnd type="triangle" w="med" len="med"/>
            </a:ln>
            <a:effectLst>
              <a:outerShdw blurRad="40000" dist="20000" dir="5400000" rotWithShape="0">
                <a:srgbClr val="808080">
                  <a:alpha val="37999"/>
                </a:srgbClr>
              </a:outerShdw>
            </a:effectLst>
          </p:spPr>
        </p:cxnSp>
        <p:cxnSp>
          <p:nvCxnSpPr>
            <p:cNvPr id="475" name="Straight Arrow Connector 474"/>
            <p:cNvCxnSpPr>
              <a:cxnSpLocks noChangeShapeType="1"/>
            </p:cNvCxnSpPr>
            <p:nvPr/>
          </p:nvCxnSpPr>
          <p:spPr bwMode="auto">
            <a:xfrm>
              <a:off x="-823991" y="4326945"/>
              <a:ext cx="6350" cy="905182"/>
            </a:xfrm>
            <a:prstGeom prst="straightConnector1">
              <a:avLst/>
            </a:prstGeom>
            <a:noFill/>
            <a:ln w="6350">
              <a:solidFill>
                <a:srgbClr val="CC0000"/>
              </a:solidFill>
              <a:round/>
              <a:tailEnd type="triangle" w="med" len="med"/>
            </a:ln>
            <a:effectLst>
              <a:outerShdw blurRad="40000" dist="20000" dir="5400000" rotWithShape="0">
                <a:srgbClr val="808080">
                  <a:alpha val="37999"/>
                </a:srgbClr>
              </a:outerShdw>
            </a:effectLst>
          </p:spPr>
        </p:cxnSp>
        <p:cxnSp>
          <p:nvCxnSpPr>
            <p:cNvPr id="504" name="Straight Arrow Connector 503"/>
            <p:cNvCxnSpPr>
              <a:cxnSpLocks noChangeShapeType="1"/>
            </p:cNvCxnSpPr>
            <p:nvPr/>
          </p:nvCxnSpPr>
          <p:spPr bwMode="auto">
            <a:xfrm flipH="1">
              <a:off x="166609" y="3798127"/>
              <a:ext cx="3175" cy="1399062"/>
            </a:xfrm>
            <a:prstGeom prst="straightConnector1">
              <a:avLst/>
            </a:prstGeom>
            <a:noFill/>
            <a:ln w="6350">
              <a:solidFill>
                <a:srgbClr val="CC0000"/>
              </a:solidFill>
              <a:round/>
              <a:tailEnd type="triangle" w="med" len="med"/>
            </a:ln>
            <a:effectLst>
              <a:outerShdw blurRad="40000" dist="20000" dir="5400000" rotWithShape="0">
                <a:srgbClr val="808080">
                  <a:alpha val="37999"/>
                </a:srgbClr>
              </a:outerShdw>
            </a:effectLst>
          </p:spPr>
        </p:cxnSp>
      </p:grpSp>
      <p:sp>
        <p:nvSpPr>
          <p:cNvPr id="47126" name="Slide Number Placeholder 5"/>
          <p:cNvSpPr txBox="1">
            <a:spLocks noGrp="1"/>
          </p:cNvSpPr>
          <p:nvPr>
            <p:ph type="sldNum" sz="quarter" idx="4"/>
          </p:nvPr>
        </p:nvSpPr>
        <p:spPr>
          <a:xfrm>
            <a:off x="8456613" y="6475413"/>
            <a:ext cx="458787" cy="273050"/>
          </a:xfrm>
        </p:spPr>
        <p:txBody>
          <a:bodyPr/>
          <a:lstStyle/>
          <a:p>
            <a:pPr marL="0" indent="0">
              <a:lnSpc>
                <a:spcPct val="100000"/>
              </a:lnSpc>
              <a:spcBef>
                <a:spcPct val="0"/>
              </a:spcBef>
              <a:buClrTx/>
              <a:buSzTx/>
              <a:buFontTx/>
              <a:buNone/>
            </a:pPr>
            <a:r>
              <a:rPr lang="en-US" altLang="zh-CN" sz="1200">
                <a:latin typeface="Tahoma" panose="020B0604030504040204" charset="0"/>
              </a:rPr>
              <a:t>5-</a:t>
            </a:r>
            <a:fld id="{9A0DB2DC-4C9A-4742-B13C-FB6460FD3503}" type="slidenum">
              <a:rPr lang="en-US" altLang="zh-CN" sz="1200">
                <a:latin typeface="Tahoma" panose="020B0604030504040204" charset="0"/>
              </a:rPr>
              <a:t>13</a:t>
            </a:fld>
            <a:endParaRPr lang="en-US" altLang="zh-CN" sz="1200">
              <a:latin typeface="Tahoma" panose="020B0604030504040204" charset="0"/>
            </a:endParaRPr>
          </a:p>
        </p:txBody>
      </p:sp>
      <p:sp>
        <p:nvSpPr>
          <p:cNvPr id="47127"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Control Plane</a:t>
            </a:r>
            <a:endParaRPr lang="en-US" altLang="zh-CN" sz="1200">
              <a:solidFill>
                <a:srgbClr val="000000"/>
              </a:solidFill>
              <a:latin typeface="Tahoma" panose="020B0604030504040204" charset="0"/>
              <a:ea typeface="Arial" panose="020B0604020202090204" pitchFamily="34" charset="0"/>
              <a:cs typeface="MS PGothic" charset="0"/>
            </a:endParaRPr>
          </a:p>
        </p:txBody>
      </p:sp>
      <p:cxnSp>
        <p:nvCxnSpPr>
          <p:cNvPr id="227" name="Straight Connector 226"/>
          <p:cNvCxnSpPr/>
          <p:nvPr/>
        </p:nvCxnSpPr>
        <p:spPr>
          <a:xfrm flipH="1">
            <a:off x="1282700" y="5802313"/>
            <a:ext cx="1508125" cy="158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7129" name="TextBox 265"/>
          <p:cNvSpPr txBox="1"/>
          <p:nvPr/>
        </p:nvSpPr>
        <p:spPr>
          <a:xfrm>
            <a:off x="3198813" y="5473700"/>
            <a:ext cx="26352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1</a:t>
            </a:r>
          </a:p>
        </p:txBody>
      </p:sp>
      <p:sp>
        <p:nvSpPr>
          <p:cNvPr id="47130" name="TextBox 281"/>
          <p:cNvSpPr txBox="1"/>
          <p:nvPr/>
        </p:nvSpPr>
        <p:spPr>
          <a:xfrm>
            <a:off x="3373438" y="5761038"/>
            <a:ext cx="26352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a:t>
            </a:r>
          </a:p>
        </p:txBody>
      </p:sp>
      <p:grpSp>
        <p:nvGrpSpPr>
          <p:cNvPr id="47131" name="Group 5"/>
          <p:cNvGrpSpPr/>
          <p:nvPr/>
        </p:nvGrpSpPr>
        <p:grpSpPr>
          <a:xfrm>
            <a:off x="938213" y="5237163"/>
            <a:ext cx="1616075" cy="487362"/>
            <a:chOff x="-4079003" y="2717403"/>
            <a:chExt cx="1616718" cy="488475"/>
          </a:xfrm>
        </p:grpSpPr>
        <p:sp>
          <p:nvSpPr>
            <p:cNvPr id="47145" name="Rectangle 97"/>
            <p:cNvSpPr/>
            <p:nvPr/>
          </p:nvSpPr>
          <p:spPr>
            <a:xfrm>
              <a:off x="-4052413" y="2965119"/>
              <a:ext cx="1290538" cy="208750"/>
            </a:xfrm>
            <a:prstGeom prst="rect">
              <a:avLst/>
            </a:prstGeom>
            <a:solidFill>
              <a:schemeClr val="bg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7146" name="Rectangle 98"/>
            <p:cNvSpPr/>
            <p:nvPr/>
          </p:nvSpPr>
          <p:spPr>
            <a:xfrm>
              <a:off x="-4079003" y="2985994"/>
              <a:ext cx="1281675" cy="2087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7147" name="Line 99"/>
            <p:cNvSpPr/>
            <p:nvPr/>
          </p:nvSpPr>
          <p:spPr>
            <a:xfrm>
              <a:off x="-2933828" y="3101502"/>
              <a:ext cx="471543" cy="0"/>
            </a:xfrm>
            <a:prstGeom prst="line">
              <a:avLst/>
            </a:prstGeom>
            <a:ln w="9525" cap="flat" cmpd="sng">
              <a:solidFill>
                <a:schemeClr val="accent2"/>
              </a:solidFill>
              <a:prstDash val="solid"/>
              <a:headEnd type="none" w="med" len="med"/>
              <a:tailEnd type="triangle" w="med" len="med"/>
            </a:ln>
          </p:spPr>
        </p:sp>
        <p:sp>
          <p:nvSpPr>
            <p:cNvPr id="47148" name="Rectangle 104"/>
            <p:cNvSpPr/>
            <p:nvPr/>
          </p:nvSpPr>
          <p:spPr>
            <a:xfrm>
              <a:off x="-3377007" y="2988777"/>
              <a:ext cx="476861" cy="21014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7149" name="Text Box 105"/>
            <p:cNvSpPr txBox="1"/>
            <p:nvPr/>
          </p:nvSpPr>
          <p:spPr>
            <a:xfrm>
              <a:off x="-3430189" y="2965119"/>
              <a:ext cx="581451" cy="24075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200">
                  <a:latin typeface="Arial" panose="020B0604020202090204" pitchFamily="34" charset="0"/>
                </a:rPr>
                <a:t>0111</a:t>
              </a:r>
            </a:p>
          </p:txBody>
        </p:sp>
        <p:sp>
          <p:nvSpPr>
            <p:cNvPr id="47150" name="Line 119"/>
            <p:cNvSpPr/>
            <p:nvPr/>
          </p:nvSpPr>
          <p:spPr>
            <a:xfrm>
              <a:off x="-3621642" y="2717403"/>
              <a:ext cx="405953" cy="300600"/>
            </a:xfrm>
            <a:prstGeom prst="line">
              <a:avLst/>
            </a:prstGeom>
            <a:ln w="9525" cap="flat" cmpd="sng">
              <a:solidFill>
                <a:schemeClr val="tx1"/>
              </a:solidFill>
              <a:prstDash val="solid"/>
              <a:headEnd type="none" w="med" len="med"/>
              <a:tailEnd type="triangle" w="med" len="med"/>
            </a:ln>
          </p:spPr>
        </p:sp>
      </p:grpSp>
      <p:sp>
        <p:nvSpPr>
          <p:cNvPr id="47132" name="Freeform 120"/>
          <p:cNvSpPr/>
          <p:nvPr/>
        </p:nvSpPr>
        <p:spPr>
          <a:xfrm>
            <a:off x="2493963" y="5668963"/>
            <a:ext cx="982662" cy="233362"/>
          </a:xfrm>
          <a:custGeom>
            <a:avLst/>
            <a:gdLst>
              <a:gd name="txL" fmla="*/ 0 w 554"/>
              <a:gd name="txT" fmla="*/ 0 h 167"/>
              <a:gd name="txR" fmla="*/ 554 w 554"/>
              <a:gd name="txB" fmla="*/ 167 h 167"/>
            </a:gdLst>
            <a:ahLst/>
            <a:cxnLst>
              <a:cxn ang="0">
                <a:pos x="0" y="2147483646"/>
              </a:cxn>
              <a:cxn ang="0">
                <a:pos x="2147483646" y="2147483646"/>
              </a:cxn>
              <a:cxn ang="0">
                <a:pos x="2147483646" y="2147483646"/>
              </a:cxn>
            </a:cxnLst>
            <a:rect l="txL" t="txT" r="txR" b="txB"/>
            <a:pathLst>
              <a:path w="554" h="167">
                <a:moveTo>
                  <a:pt x="0" y="10"/>
                </a:moveTo>
                <a:cubicBezTo>
                  <a:pt x="102" y="0"/>
                  <a:pt x="240" y="5"/>
                  <a:pt x="324" y="26"/>
                </a:cubicBezTo>
                <a:cubicBezTo>
                  <a:pt x="416" y="52"/>
                  <a:pt x="502" y="120"/>
                  <a:pt x="554" y="167"/>
                </a:cubicBezTo>
              </a:path>
            </a:pathLst>
          </a:custGeom>
          <a:noFill/>
          <a:ln w="57150" cap="flat" cmpd="sng">
            <a:solidFill>
              <a:srgbClr val="FF3300">
                <a:alpha val="100000"/>
              </a:srgbClr>
            </a:solidFill>
            <a:prstDash val="solid"/>
            <a:round/>
            <a:headEnd type="none" w="med" len="med"/>
            <a:tailEnd type="triangle" w="med" len="med"/>
          </a:ln>
        </p:spPr>
        <p:txBody>
          <a:bodyPr/>
          <a:lstStyle/>
          <a:p>
            <a:endParaRPr lang="zh-CN" altLang="en-US"/>
          </a:p>
        </p:txBody>
      </p:sp>
      <p:grpSp>
        <p:nvGrpSpPr>
          <p:cNvPr id="47133" name="Group 357"/>
          <p:cNvGrpSpPr/>
          <p:nvPr/>
        </p:nvGrpSpPr>
        <p:grpSpPr>
          <a:xfrm>
            <a:off x="2714625" y="5659438"/>
            <a:ext cx="565150" cy="293687"/>
            <a:chOff x="1871277" y="1576300"/>
            <a:chExt cx="1128371" cy="437861"/>
          </a:xfrm>
        </p:grpSpPr>
        <p:sp>
          <p:nvSpPr>
            <p:cNvPr id="359" name="Oval 358"/>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60" name="Rectangle 359"/>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61" name="Oval 360"/>
            <p:cNvSpPr>
              <a:spLocks noChangeArrowheads="1"/>
            </p:cNvSpPr>
            <p:nvPr/>
          </p:nvSpPr>
          <p:spPr bwMode="auto">
            <a:xfrm flipV="1">
              <a:off x="1871277" y="1576300"/>
              <a:ext cx="1125202" cy="319520"/>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62" name="Freeform 361"/>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63" name="Freeform 362"/>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64" name="Freeform 363"/>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65" name="Freeform 364"/>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66" name="Straight Connector 365"/>
            <p:cNvCxnSpPr>
              <a:cxnSpLocks noChangeShapeType="1"/>
              <a:endCxn id="361" idx="2"/>
            </p:cNvCxnSpPr>
            <p:nvPr/>
          </p:nvCxnSpPr>
          <p:spPr bwMode="auto">
            <a:xfrm flipH="1" flipV="1">
              <a:off x="1871277" y="1737244"/>
              <a:ext cx="3171" cy="123075"/>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67" name="Straight Connector 366"/>
            <p:cNvCxnSpPr>
              <a:cxnSpLocks noChangeShapeType="1"/>
            </p:cNvCxnSpPr>
            <p:nvPr/>
          </p:nvCxnSpPr>
          <p:spPr bwMode="auto">
            <a:xfrm flipH="1" flipV="1">
              <a:off x="2996479" y="1734876"/>
              <a:ext cx="3169" cy="123075"/>
            </a:xfrm>
            <a:prstGeom prst="line">
              <a:avLst/>
            </a:prstGeom>
            <a:noFill/>
            <a:ln w="6350">
              <a:solidFill>
                <a:schemeClr val="tx1"/>
              </a:solidFill>
              <a:round/>
            </a:ln>
            <a:effectLst>
              <a:outerShdw blurRad="40005" dist="19939" dir="5400000" algn="tl" rotWithShape="0">
                <a:srgbClr val="808080">
                  <a:alpha val="37999"/>
                </a:srgbClr>
              </a:outerShdw>
            </a:effectLst>
          </p:spPr>
        </p:cxnSp>
      </p:grpSp>
      <p:sp>
        <p:nvSpPr>
          <p:cNvPr id="47134" name="TextBox 6"/>
          <p:cNvSpPr txBox="1"/>
          <p:nvPr/>
        </p:nvSpPr>
        <p:spPr>
          <a:xfrm>
            <a:off x="196850" y="4903788"/>
            <a:ext cx="1992313" cy="52387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values in arriving </a:t>
            </a:r>
          </a:p>
          <a:p>
            <a:pPr marL="0" lvl="0" indent="0">
              <a:lnSpc>
                <a:spcPct val="100000"/>
              </a:lnSpc>
              <a:spcBef>
                <a:spcPct val="0"/>
              </a:spcBef>
              <a:buClrTx/>
              <a:buSzTx/>
              <a:buFontTx/>
              <a:buNone/>
            </a:pPr>
            <a:r>
              <a:rPr lang="en-US" altLang="zh-CN" sz="1400">
                <a:latin typeface="Arial" panose="020B0604020202090204" pitchFamily="34" charset="0"/>
              </a:rPr>
              <a:t>packet header</a:t>
            </a:r>
            <a:endParaRPr lang="en-US" altLang="zh-CN" sz="1800">
              <a:latin typeface="Arial" panose="020B0604020202090204" pitchFamily="34" charset="0"/>
            </a:endParaRPr>
          </a:p>
        </p:txBody>
      </p:sp>
      <p:sp>
        <p:nvSpPr>
          <p:cNvPr id="47135" name="TextBox 282"/>
          <p:cNvSpPr txBox="1"/>
          <p:nvPr/>
        </p:nvSpPr>
        <p:spPr>
          <a:xfrm>
            <a:off x="3068638" y="5862638"/>
            <a:ext cx="261937" cy="2778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3</a:t>
            </a:r>
          </a:p>
        </p:txBody>
      </p:sp>
      <p:sp>
        <p:nvSpPr>
          <p:cNvPr id="36" name="Rectangle 14"/>
          <p:cNvSpPr>
            <a:spLocks noChangeArrowheads="1"/>
          </p:cNvSpPr>
          <p:nvPr/>
        </p:nvSpPr>
        <p:spPr bwMode="auto">
          <a:xfrm>
            <a:off x="301002" y="6245576"/>
            <a:ext cx="1947424"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V7</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 新增内容</a:t>
            </a:r>
            <a:endPar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1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9"/>
                                        </p:tgtEl>
                                        <p:attrNameLst>
                                          <p:attrName>style.visibility</p:attrName>
                                        </p:attrNameLst>
                                      </p:cBhvr>
                                      <p:to>
                                        <p:strVal val="visible"/>
                                      </p:to>
                                    </p:set>
                                    <p:animEffect transition="in" filter="dissolve">
                                      <p:cBhvr>
                                        <p:cTn id="17" dur="500"/>
                                        <p:tgtEl>
                                          <p:spTgt spid="22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wipe(up)">
                                      <p:cBhvr>
                                        <p:cTn id="22" dur="5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dissolve">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1454150" y="2020888"/>
            <a:ext cx="6027738" cy="1439862"/>
            <a:chOff x="1492879" y="2061336"/>
            <a:chExt cx="6027737" cy="1440135"/>
          </a:xfrm>
        </p:grpSpPr>
        <p:sp>
          <p:nvSpPr>
            <p:cNvPr id="388" name="Rectangle 387"/>
            <p:cNvSpPr/>
            <p:nvPr/>
          </p:nvSpPr>
          <p:spPr bwMode="auto">
            <a:xfrm>
              <a:off x="1929442" y="2064512"/>
              <a:ext cx="5043486" cy="10177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96" name="Freeform 395"/>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98" name="Freeform 397"/>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0 w 219519"/>
                <a:gd name="connsiteY0-52" fmla="*/ 730359 h 1370199"/>
                <a:gd name="connsiteX1-53" fmla="*/ 219401 w 219519"/>
                <a:gd name="connsiteY1-54" fmla="*/ 0 h 1370199"/>
                <a:gd name="connsiteX2-55" fmla="*/ 199855 w 219519"/>
                <a:gd name="connsiteY2-56" fmla="*/ 1012572 h 1370199"/>
                <a:gd name="connsiteX3-57" fmla="*/ 4471 w 219519"/>
                <a:gd name="connsiteY3-58" fmla="*/ 1370199 h 1370199"/>
                <a:gd name="connsiteX4-59" fmla="*/ 0 w 219519"/>
                <a:gd name="connsiteY4-60" fmla="*/ 730359 h 1370199"/>
                <a:gd name="connsiteX0-61" fmla="*/ 0 w 219602"/>
                <a:gd name="connsiteY0-62" fmla="*/ 730359 h 1370199"/>
                <a:gd name="connsiteX1-63" fmla="*/ 219401 w 219602"/>
                <a:gd name="connsiteY1-64" fmla="*/ 0 h 1370199"/>
                <a:gd name="connsiteX2-65" fmla="*/ 210047 w 219602"/>
                <a:gd name="connsiteY2-66" fmla="*/ 1007473 h 1370199"/>
                <a:gd name="connsiteX3-67" fmla="*/ 4471 w 219602"/>
                <a:gd name="connsiteY3-68" fmla="*/ 1370199 h 1370199"/>
                <a:gd name="connsiteX4-69" fmla="*/ 0 w 219602"/>
                <a:gd name="connsiteY4-70" fmla="*/ 730359 h 1370199"/>
                <a:gd name="connsiteX0-71" fmla="*/ 0 w 220239"/>
                <a:gd name="connsiteY0-72" fmla="*/ 730359 h 1370199"/>
                <a:gd name="connsiteX1-73" fmla="*/ 219401 w 220239"/>
                <a:gd name="connsiteY1-74" fmla="*/ 0 h 1370199"/>
                <a:gd name="connsiteX2-75" fmla="*/ 220239 w 220239"/>
                <a:gd name="connsiteY2-76" fmla="*/ 1007473 h 1370199"/>
                <a:gd name="connsiteX3-77" fmla="*/ 4471 w 220239"/>
                <a:gd name="connsiteY3-78" fmla="*/ 1370199 h 1370199"/>
                <a:gd name="connsiteX4-79" fmla="*/ 0 w 220239"/>
                <a:gd name="connsiteY4-80" fmla="*/ 730359 h 137019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grpSp>
          <p:nvGrpSpPr>
            <p:cNvPr id="48421" name="Group 950"/>
            <p:cNvGrpSpPr/>
            <p:nvPr/>
          </p:nvGrpSpPr>
          <p:grpSpPr>
            <a:xfrm>
              <a:off x="1492879" y="2820676"/>
              <a:ext cx="338137" cy="653816"/>
              <a:chOff x="4140" y="429"/>
              <a:chExt cx="1425" cy="2396"/>
            </a:xfrm>
          </p:grpSpPr>
          <p:sp>
            <p:nvSpPr>
              <p:cNvPr id="48455" name="Freeform 951"/>
              <p:cNvSpPr/>
              <p:nvPr/>
            </p:nvSpPr>
            <p:spPr>
              <a:xfrm>
                <a:off x="5268" y="433"/>
                <a:ext cx="283" cy="2286"/>
              </a:xfrm>
              <a:custGeom>
                <a:avLst/>
                <a:gdLst>
                  <a:gd name="txL" fmla="*/ 0 w 354"/>
                  <a:gd name="txT" fmla="*/ 0 h 2742"/>
                  <a:gd name="txR" fmla="*/ 354 w 354"/>
                  <a:gd name="txB" fmla="*/ 2742 h 2742"/>
                </a:gdLst>
                <a:ahLst/>
                <a:cxnLst>
                  <a:cxn ang="0">
                    <a:pos x="2" y="0"/>
                  </a:cxn>
                  <a:cxn ang="0">
                    <a:pos x="5" y="11"/>
                  </a:cxn>
                  <a:cxn ang="0">
                    <a:pos x="5" y="83"/>
                  </a:cxn>
                  <a:cxn ang="0">
                    <a:pos x="0" y="86"/>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48456" name="Rectangle 952"/>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57" name="Freeform 953"/>
              <p:cNvSpPr/>
              <p:nvPr/>
            </p:nvSpPr>
            <p:spPr>
              <a:xfrm>
                <a:off x="5321" y="570"/>
                <a:ext cx="169" cy="2115"/>
              </a:xfrm>
              <a:custGeom>
                <a:avLst/>
                <a:gdLst>
                  <a:gd name="txL" fmla="*/ 0 w 211"/>
                  <a:gd name="txT" fmla="*/ 0 h 2537"/>
                  <a:gd name="txR" fmla="*/ 211 w 211"/>
                  <a:gd name="txB" fmla="*/ 2537 h 2537"/>
                </a:gdLst>
                <a:ahLst/>
                <a:cxnLst>
                  <a:cxn ang="0">
                    <a:pos x="2" y="0"/>
                  </a:cxn>
                  <a:cxn ang="0">
                    <a:pos x="3" y="8"/>
                  </a:cxn>
                  <a:cxn ang="0">
                    <a:pos x="2" y="78"/>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48458" name="Freeform 954"/>
              <p:cNvSpPr/>
              <p:nvPr/>
            </p:nvSpPr>
            <p:spPr>
              <a:xfrm>
                <a:off x="5284" y="1640"/>
                <a:ext cx="263" cy="189"/>
              </a:xfrm>
              <a:custGeom>
                <a:avLst/>
                <a:gdLst>
                  <a:gd name="txL" fmla="*/ 0 w 328"/>
                  <a:gd name="txT" fmla="*/ 0 h 226"/>
                  <a:gd name="txR" fmla="*/ 328 w 328"/>
                  <a:gd name="txB" fmla="*/ 226 h 226"/>
                </a:gdLst>
                <a:ahLst/>
                <a:cxnLst>
                  <a:cxn ang="0">
                    <a:pos x="2" y="0"/>
                  </a:cxn>
                  <a:cxn ang="0">
                    <a:pos x="5" y="5"/>
                  </a:cxn>
                  <a:cxn ang="0">
                    <a:pos x="5" y="8"/>
                  </a:cxn>
                  <a:cxn ang="0">
                    <a:pos x="0" y="3"/>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8459" name="Rectangle 955"/>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8460" name="Group 956"/>
              <p:cNvGrpSpPr/>
              <p:nvPr/>
            </p:nvGrpSpPr>
            <p:grpSpPr>
              <a:xfrm>
                <a:off x="4749" y="668"/>
                <a:ext cx="581" cy="145"/>
                <a:chOff x="614" y="2568"/>
                <a:chExt cx="725" cy="139"/>
              </a:xfrm>
            </p:grpSpPr>
            <p:sp>
              <p:nvSpPr>
                <p:cNvPr id="48485" name="AutoShape 957"/>
                <p:cNvSpPr/>
                <p:nvPr/>
              </p:nvSpPr>
              <p:spPr>
                <a:xfrm>
                  <a:off x="613" y="2566"/>
                  <a:ext cx="721" cy="14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86" name="AutoShape 958"/>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8461" name="Rectangle 959"/>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8462" name="Group 960"/>
              <p:cNvGrpSpPr/>
              <p:nvPr/>
            </p:nvGrpSpPr>
            <p:grpSpPr>
              <a:xfrm>
                <a:off x="4747" y="994"/>
                <a:ext cx="581" cy="134"/>
                <a:chOff x="614" y="2568"/>
                <a:chExt cx="725" cy="139"/>
              </a:xfrm>
            </p:grpSpPr>
            <p:sp>
              <p:nvSpPr>
                <p:cNvPr id="48483" name="AutoShape 961"/>
                <p:cNvSpPr/>
                <p:nvPr/>
              </p:nvSpPr>
              <p:spPr>
                <a:xfrm>
                  <a:off x="615" y="2564"/>
                  <a:ext cx="721"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84" name="AutoShape 962"/>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8463" name="Rectangle 963"/>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64" name="Rectangle 964"/>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8465" name="Group 965"/>
              <p:cNvGrpSpPr/>
              <p:nvPr/>
            </p:nvGrpSpPr>
            <p:grpSpPr>
              <a:xfrm>
                <a:off x="4735" y="1627"/>
                <a:ext cx="582" cy="151"/>
                <a:chOff x="614" y="2568"/>
                <a:chExt cx="725" cy="139"/>
              </a:xfrm>
            </p:grpSpPr>
            <p:sp>
              <p:nvSpPr>
                <p:cNvPr id="48481" name="AutoShape 966"/>
                <p:cNvSpPr/>
                <p:nvPr/>
              </p:nvSpPr>
              <p:spPr>
                <a:xfrm>
                  <a:off x="618" y="2586"/>
                  <a:ext cx="720" cy="12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82" name="AutoShape 967"/>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8466" name="Freeform 968"/>
              <p:cNvSpPr/>
              <p:nvPr/>
            </p:nvSpPr>
            <p:spPr>
              <a:xfrm>
                <a:off x="5288" y="1354"/>
                <a:ext cx="263" cy="188"/>
              </a:xfrm>
              <a:custGeom>
                <a:avLst/>
                <a:gdLst>
                  <a:gd name="txL" fmla="*/ 0 w 328"/>
                  <a:gd name="txT" fmla="*/ 0 h 226"/>
                  <a:gd name="txR" fmla="*/ 328 w 328"/>
                  <a:gd name="txB" fmla="*/ 226 h 226"/>
                </a:gdLst>
                <a:ahLst/>
                <a:cxnLst>
                  <a:cxn ang="0">
                    <a:pos x="2" y="0"/>
                  </a:cxn>
                  <a:cxn ang="0">
                    <a:pos x="5" y="4"/>
                  </a:cxn>
                  <a:cxn ang="0">
                    <a:pos x="5" y="7"/>
                  </a:cxn>
                  <a:cxn ang="0">
                    <a:pos x="0" y="2"/>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48467" name="Group 969"/>
              <p:cNvGrpSpPr/>
              <p:nvPr/>
            </p:nvGrpSpPr>
            <p:grpSpPr>
              <a:xfrm>
                <a:off x="4739" y="1327"/>
                <a:ext cx="582" cy="139"/>
                <a:chOff x="614" y="2568"/>
                <a:chExt cx="725" cy="139"/>
              </a:xfrm>
            </p:grpSpPr>
            <p:sp>
              <p:nvSpPr>
                <p:cNvPr id="48479" name="AutoShape 970"/>
                <p:cNvSpPr/>
                <p:nvPr/>
              </p:nvSpPr>
              <p:spPr>
                <a:xfrm>
                  <a:off x="613" y="2571"/>
                  <a:ext cx="732" cy="13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80" name="AutoShape 971"/>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8468" name="Rectangle 972"/>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69" name="Freeform 973"/>
              <p:cNvSpPr/>
              <p:nvPr/>
            </p:nvSpPr>
            <p:spPr>
              <a:xfrm>
                <a:off x="5312" y="1007"/>
                <a:ext cx="237" cy="213"/>
              </a:xfrm>
              <a:custGeom>
                <a:avLst/>
                <a:gdLst>
                  <a:gd name="txL" fmla="*/ 0 w 296"/>
                  <a:gd name="txT" fmla="*/ 0 h 256"/>
                  <a:gd name="txR" fmla="*/ 296 w 296"/>
                  <a:gd name="txB" fmla="*/ 256 h 256"/>
                </a:gdLst>
                <a:ahLst/>
                <a:cxnLst>
                  <a:cxn ang="0">
                    <a:pos x="2" y="0"/>
                  </a:cxn>
                  <a:cxn ang="0">
                    <a:pos x="5" y="4"/>
                  </a:cxn>
                  <a:cxn ang="0">
                    <a:pos x="5" y="7"/>
                  </a:cxn>
                  <a:cxn ang="0">
                    <a:pos x="0" y="2"/>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8470" name="Freeform 974"/>
              <p:cNvSpPr/>
              <p:nvPr/>
            </p:nvSpPr>
            <p:spPr>
              <a:xfrm>
                <a:off x="5315" y="680"/>
                <a:ext cx="244" cy="240"/>
              </a:xfrm>
              <a:custGeom>
                <a:avLst/>
                <a:gdLst>
                  <a:gd name="txL" fmla="*/ 0 w 304"/>
                  <a:gd name="txT" fmla="*/ 0 h 288"/>
                  <a:gd name="txR" fmla="*/ 304 w 304"/>
                  <a:gd name="txB" fmla="*/ 288 h 288"/>
                </a:gdLst>
                <a:ahLst/>
                <a:cxnLst>
                  <a:cxn ang="0">
                    <a:pos x="0" y="0"/>
                  </a:cxn>
                  <a:cxn ang="0">
                    <a:pos x="5" y="6"/>
                  </a:cxn>
                  <a:cxn ang="0">
                    <a:pos x="4" y="9"/>
                  </a:cxn>
                  <a:cxn ang="0">
                    <a:pos x="2" y="4"/>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8471" name="Oval 975"/>
              <p:cNvSpPr/>
              <p:nvPr/>
            </p:nvSpPr>
            <p:spPr>
              <a:xfrm>
                <a:off x="5515" y="2611"/>
                <a:ext cx="50" cy="95"/>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72" name="Freeform 976"/>
              <p:cNvSpPr/>
              <p:nvPr/>
            </p:nvSpPr>
            <p:spPr>
              <a:xfrm>
                <a:off x="5302" y="2614"/>
                <a:ext cx="245" cy="200"/>
              </a:xfrm>
              <a:custGeom>
                <a:avLst/>
                <a:gdLst>
                  <a:gd name="txL" fmla="*/ 0 w 306"/>
                  <a:gd name="txT" fmla="*/ 0 h 240"/>
                  <a:gd name="txR" fmla="*/ 306 w 306"/>
                  <a:gd name="txB" fmla="*/ 240 h 240"/>
                </a:gdLst>
                <a:ahLst/>
                <a:cxnLst>
                  <a:cxn ang="0">
                    <a:pos x="0" y="4"/>
                  </a:cxn>
                  <a:cxn ang="0">
                    <a:pos x="2" y="8"/>
                  </a:cxn>
                  <a:cxn ang="0">
                    <a:pos x="5" y="4"/>
                  </a:cxn>
                  <a:cxn ang="0">
                    <a:pos x="5" y="0"/>
                  </a:cxn>
                  <a:cxn ang="0">
                    <a:pos x="0" y="4"/>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48473" name="AutoShape 977"/>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74" name="AutoShape 978"/>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75" name="Oval 979"/>
              <p:cNvSpPr/>
              <p:nvPr/>
            </p:nvSpPr>
            <p:spPr>
              <a:xfrm>
                <a:off x="4309"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76" name="Oval 980"/>
              <p:cNvSpPr/>
              <p:nvPr/>
            </p:nvSpPr>
            <p:spPr>
              <a:xfrm>
                <a:off x="4489" y="2382"/>
                <a:ext cx="159" cy="142"/>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ndParaRPr>
              </a:p>
            </p:txBody>
          </p:sp>
          <p:sp>
            <p:nvSpPr>
              <p:cNvPr id="48477" name="Oval 981"/>
              <p:cNvSpPr/>
              <p:nvPr/>
            </p:nvSpPr>
            <p:spPr>
              <a:xfrm>
                <a:off x="4658"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78" name="Rectangle 982"/>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48422" name="Group 950"/>
            <p:cNvGrpSpPr/>
            <p:nvPr/>
          </p:nvGrpSpPr>
          <p:grpSpPr>
            <a:xfrm>
              <a:off x="7182479" y="2847655"/>
              <a:ext cx="338137" cy="653816"/>
              <a:chOff x="4140" y="429"/>
              <a:chExt cx="1425" cy="2396"/>
            </a:xfrm>
          </p:grpSpPr>
          <p:sp>
            <p:nvSpPr>
              <p:cNvPr id="48423" name="Freeform 951"/>
              <p:cNvSpPr/>
              <p:nvPr/>
            </p:nvSpPr>
            <p:spPr>
              <a:xfrm>
                <a:off x="5268" y="433"/>
                <a:ext cx="283" cy="2286"/>
              </a:xfrm>
              <a:custGeom>
                <a:avLst/>
                <a:gdLst>
                  <a:gd name="txL" fmla="*/ 0 w 354"/>
                  <a:gd name="txT" fmla="*/ 0 h 2742"/>
                  <a:gd name="txR" fmla="*/ 354 w 354"/>
                  <a:gd name="txB" fmla="*/ 2742 h 2742"/>
                </a:gdLst>
                <a:ahLst/>
                <a:cxnLst>
                  <a:cxn ang="0">
                    <a:pos x="2" y="0"/>
                  </a:cxn>
                  <a:cxn ang="0">
                    <a:pos x="5" y="11"/>
                  </a:cxn>
                  <a:cxn ang="0">
                    <a:pos x="5" y="83"/>
                  </a:cxn>
                  <a:cxn ang="0">
                    <a:pos x="0" y="86"/>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48424" name="Rectangle 952"/>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25" name="Freeform 953"/>
              <p:cNvSpPr/>
              <p:nvPr/>
            </p:nvSpPr>
            <p:spPr>
              <a:xfrm>
                <a:off x="5321" y="570"/>
                <a:ext cx="169" cy="2115"/>
              </a:xfrm>
              <a:custGeom>
                <a:avLst/>
                <a:gdLst>
                  <a:gd name="txL" fmla="*/ 0 w 211"/>
                  <a:gd name="txT" fmla="*/ 0 h 2537"/>
                  <a:gd name="txR" fmla="*/ 211 w 211"/>
                  <a:gd name="txB" fmla="*/ 2537 h 2537"/>
                </a:gdLst>
                <a:ahLst/>
                <a:cxnLst>
                  <a:cxn ang="0">
                    <a:pos x="2" y="0"/>
                  </a:cxn>
                  <a:cxn ang="0">
                    <a:pos x="3" y="8"/>
                  </a:cxn>
                  <a:cxn ang="0">
                    <a:pos x="2" y="78"/>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48426" name="Freeform 954"/>
              <p:cNvSpPr/>
              <p:nvPr/>
            </p:nvSpPr>
            <p:spPr>
              <a:xfrm>
                <a:off x="5284" y="1640"/>
                <a:ext cx="263" cy="189"/>
              </a:xfrm>
              <a:custGeom>
                <a:avLst/>
                <a:gdLst>
                  <a:gd name="txL" fmla="*/ 0 w 328"/>
                  <a:gd name="txT" fmla="*/ 0 h 226"/>
                  <a:gd name="txR" fmla="*/ 328 w 328"/>
                  <a:gd name="txB" fmla="*/ 226 h 226"/>
                </a:gdLst>
                <a:ahLst/>
                <a:cxnLst>
                  <a:cxn ang="0">
                    <a:pos x="2" y="0"/>
                  </a:cxn>
                  <a:cxn ang="0">
                    <a:pos x="5" y="5"/>
                  </a:cxn>
                  <a:cxn ang="0">
                    <a:pos x="5" y="8"/>
                  </a:cxn>
                  <a:cxn ang="0">
                    <a:pos x="0" y="3"/>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8427" name="Rectangle 955"/>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8428" name="Group 956"/>
              <p:cNvGrpSpPr/>
              <p:nvPr/>
            </p:nvGrpSpPr>
            <p:grpSpPr>
              <a:xfrm>
                <a:off x="4749" y="668"/>
                <a:ext cx="581" cy="145"/>
                <a:chOff x="614" y="2568"/>
                <a:chExt cx="725" cy="139"/>
              </a:xfrm>
            </p:grpSpPr>
            <p:sp>
              <p:nvSpPr>
                <p:cNvPr id="48453" name="AutoShape 957"/>
                <p:cNvSpPr/>
                <p:nvPr/>
              </p:nvSpPr>
              <p:spPr>
                <a:xfrm>
                  <a:off x="613" y="2566"/>
                  <a:ext cx="721" cy="14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54" name="AutoShape 958"/>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8429" name="Rectangle 959"/>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8430" name="Group 960"/>
              <p:cNvGrpSpPr/>
              <p:nvPr/>
            </p:nvGrpSpPr>
            <p:grpSpPr>
              <a:xfrm>
                <a:off x="4747" y="994"/>
                <a:ext cx="581" cy="134"/>
                <a:chOff x="614" y="2568"/>
                <a:chExt cx="725" cy="139"/>
              </a:xfrm>
            </p:grpSpPr>
            <p:sp>
              <p:nvSpPr>
                <p:cNvPr id="48451" name="AutoShape 961"/>
                <p:cNvSpPr/>
                <p:nvPr/>
              </p:nvSpPr>
              <p:spPr>
                <a:xfrm>
                  <a:off x="615" y="2564"/>
                  <a:ext cx="721"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52" name="AutoShape 962"/>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8431" name="Rectangle 963"/>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32" name="Rectangle 964"/>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48433" name="Group 965"/>
              <p:cNvGrpSpPr/>
              <p:nvPr/>
            </p:nvGrpSpPr>
            <p:grpSpPr>
              <a:xfrm>
                <a:off x="4735" y="1627"/>
                <a:ext cx="582" cy="151"/>
                <a:chOff x="614" y="2568"/>
                <a:chExt cx="725" cy="139"/>
              </a:xfrm>
            </p:grpSpPr>
            <p:sp>
              <p:nvSpPr>
                <p:cNvPr id="48449" name="AutoShape 966"/>
                <p:cNvSpPr/>
                <p:nvPr/>
              </p:nvSpPr>
              <p:spPr>
                <a:xfrm>
                  <a:off x="618" y="2586"/>
                  <a:ext cx="720" cy="12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50" name="AutoShape 967"/>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8434" name="Freeform 968"/>
              <p:cNvSpPr/>
              <p:nvPr/>
            </p:nvSpPr>
            <p:spPr>
              <a:xfrm>
                <a:off x="5288" y="1354"/>
                <a:ext cx="263" cy="188"/>
              </a:xfrm>
              <a:custGeom>
                <a:avLst/>
                <a:gdLst>
                  <a:gd name="txL" fmla="*/ 0 w 328"/>
                  <a:gd name="txT" fmla="*/ 0 h 226"/>
                  <a:gd name="txR" fmla="*/ 328 w 328"/>
                  <a:gd name="txB" fmla="*/ 226 h 226"/>
                </a:gdLst>
                <a:ahLst/>
                <a:cxnLst>
                  <a:cxn ang="0">
                    <a:pos x="2" y="0"/>
                  </a:cxn>
                  <a:cxn ang="0">
                    <a:pos x="5" y="4"/>
                  </a:cxn>
                  <a:cxn ang="0">
                    <a:pos x="5" y="7"/>
                  </a:cxn>
                  <a:cxn ang="0">
                    <a:pos x="0" y="2"/>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48435" name="Group 969"/>
              <p:cNvGrpSpPr/>
              <p:nvPr/>
            </p:nvGrpSpPr>
            <p:grpSpPr>
              <a:xfrm>
                <a:off x="4739" y="1327"/>
                <a:ext cx="582" cy="139"/>
                <a:chOff x="614" y="2568"/>
                <a:chExt cx="725" cy="139"/>
              </a:xfrm>
            </p:grpSpPr>
            <p:sp>
              <p:nvSpPr>
                <p:cNvPr id="48447" name="AutoShape 970"/>
                <p:cNvSpPr/>
                <p:nvPr/>
              </p:nvSpPr>
              <p:spPr>
                <a:xfrm>
                  <a:off x="613" y="2571"/>
                  <a:ext cx="732" cy="13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48" name="AutoShape 971"/>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48436" name="Rectangle 972"/>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37" name="Freeform 973"/>
              <p:cNvSpPr/>
              <p:nvPr/>
            </p:nvSpPr>
            <p:spPr>
              <a:xfrm>
                <a:off x="5312" y="1007"/>
                <a:ext cx="237" cy="213"/>
              </a:xfrm>
              <a:custGeom>
                <a:avLst/>
                <a:gdLst>
                  <a:gd name="txL" fmla="*/ 0 w 296"/>
                  <a:gd name="txT" fmla="*/ 0 h 256"/>
                  <a:gd name="txR" fmla="*/ 296 w 296"/>
                  <a:gd name="txB" fmla="*/ 256 h 256"/>
                </a:gdLst>
                <a:ahLst/>
                <a:cxnLst>
                  <a:cxn ang="0">
                    <a:pos x="2" y="0"/>
                  </a:cxn>
                  <a:cxn ang="0">
                    <a:pos x="5" y="4"/>
                  </a:cxn>
                  <a:cxn ang="0">
                    <a:pos x="5" y="7"/>
                  </a:cxn>
                  <a:cxn ang="0">
                    <a:pos x="0" y="2"/>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8438" name="Freeform 974"/>
              <p:cNvSpPr/>
              <p:nvPr/>
            </p:nvSpPr>
            <p:spPr>
              <a:xfrm>
                <a:off x="5315" y="680"/>
                <a:ext cx="244" cy="240"/>
              </a:xfrm>
              <a:custGeom>
                <a:avLst/>
                <a:gdLst>
                  <a:gd name="txL" fmla="*/ 0 w 304"/>
                  <a:gd name="txT" fmla="*/ 0 h 288"/>
                  <a:gd name="txR" fmla="*/ 304 w 304"/>
                  <a:gd name="txB" fmla="*/ 288 h 288"/>
                </a:gdLst>
                <a:ahLst/>
                <a:cxnLst>
                  <a:cxn ang="0">
                    <a:pos x="0" y="0"/>
                  </a:cxn>
                  <a:cxn ang="0">
                    <a:pos x="5" y="6"/>
                  </a:cxn>
                  <a:cxn ang="0">
                    <a:pos x="4" y="9"/>
                  </a:cxn>
                  <a:cxn ang="0">
                    <a:pos x="2" y="4"/>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48439" name="Oval 975"/>
              <p:cNvSpPr/>
              <p:nvPr/>
            </p:nvSpPr>
            <p:spPr>
              <a:xfrm>
                <a:off x="5515" y="2611"/>
                <a:ext cx="50" cy="95"/>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40" name="Freeform 976"/>
              <p:cNvSpPr/>
              <p:nvPr/>
            </p:nvSpPr>
            <p:spPr>
              <a:xfrm>
                <a:off x="5302" y="2614"/>
                <a:ext cx="245" cy="200"/>
              </a:xfrm>
              <a:custGeom>
                <a:avLst/>
                <a:gdLst>
                  <a:gd name="txL" fmla="*/ 0 w 306"/>
                  <a:gd name="txT" fmla="*/ 0 h 240"/>
                  <a:gd name="txR" fmla="*/ 306 w 306"/>
                  <a:gd name="txB" fmla="*/ 240 h 240"/>
                </a:gdLst>
                <a:ahLst/>
                <a:cxnLst>
                  <a:cxn ang="0">
                    <a:pos x="0" y="4"/>
                  </a:cxn>
                  <a:cxn ang="0">
                    <a:pos x="2" y="8"/>
                  </a:cxn>
                  <a:cxn ang="0">
                    <a:pos x="5" y="4"/>
                  </a:cxn>
                  <a:cxn ang="0">
                    <a:pos x="5" y="0"/>
                  </a:cxn>
                  <a:cxn ang="0">
                    <a:pos x="0" y="4"/>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48441" name="AutoShape 977"/>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42" name="AutoShape 978"/>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43" name="Oval 979"/>
              <p:cNvSpPr/>
              <p:nvPr/>
            </p:nvSpPr>
            <p:spPr>
              <a:xfrm>
                <a:off x="4309"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44" name="Oval 980"/>
              <p:cNvSpPr/>
              <p:nvPr/>
            </p:nvSpPr>
            <p:spPr>
              <a:xfrm>
                <a:off x="4489" y="2382"/>
                <a:ext cx="159" cy="142"/>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ndParaRPr>
              </a:p>
            </p:txBody>
          </p:sp>
          <p:sp>
            <p:nvSpPr>
              <p:cNvPr id="48445" name="Oval 981"/>
              <p:cNvSpPr/>
              <p:nvPr/>
            </p:nvSpPr>
            <p:spPr>
              <a:xfrm>
                <a:off x="4658"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446" name="Rectangle 982"/>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48130" name="Freeform 2"/>
          <p:cNvSpPr/>
          <p:nvPr/>
        </p:nvSpPr>
        <p:spPr>
          <a:xfrm>
            <a:off x="2592388" y="5749925"/>
            <a:ext cx="4027487" cy="939800"/>
          </a:xfrm>
          <a:custGeom>
            <a:avLst/>
            <a:gdLst/>
            <a:ahLst/>
            <a:cxnLst>
              <a:cxn ang="0">
                <a:pos x="2147483646" y="2147483646"/>
              </a:cxn>
              <a:cxn ang="0">
                <a:pos x="2147483646" y="2147483646"/>
              </a:cxn>
              <a:cxn ang="0">
                <a:pos x="2147483646" y="2147483646"/>
              </a:cxn>
              <a:cxn ang="0">
                <a:pos x="2147483646"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0" t="0" r="0" b="0"/>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alpha val="100000"/>
            </a:srgbClr>
          </a:solidFill>
          <a:ln w="9525">
            <a:noFill/>
          </a:ln>
        </p:spPr>
        <p:txBody>
          <a:bodyPr/>
          <a:lstStyle/>
          <a:p>
            <a:endParaRPr lang="zh-CN" altLang="en-US"/>
          </a:p>
        </p:txBody>
      </p:sp>
      <p:cxnSp>
        <p:nvCxnSpPr>
          <p:cNvPr id="148" name="Straight Connector 147"/>
          <p:cNvCxnSpPr/>
          <p:nvPr/>
        </p:nvCxnSpPr>
        <p:spPr>
          <a:xfrm flipV="1">
            <a:off x="3262313" y="5900738"/>
            <a:ext cx="1316038" cy="1317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188" y="6088063"/>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3888" y="6192838"/>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1475" y="6386513"/>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1875" y="5934075"/>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5913" y="6088063"/>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063" y="6116638"/>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5813" y="5900738"/>
            <a:ext cx="814388" cy="4016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5588" y="3003550"/>
            <a:ext cx="6978650" cy="1096963"/>
            <a:chOff x="1526216" y="3003498"/>
            <a:chExt cx="6978041" cy="1096962"/>
          </a:xfrm>
        </p:grpSpPr>
        <p:sp>
          <p:nvSpPr>
            <p:cNvPr id="48415" name="TextBox 399"/>
            <p:cNvSpPr txBox="1"/>
            <p:nvPr/>
          </p:nvSpPr>
          <p:spPr>
            <a:xfrm>
              <a:off x="7714291" y="3628973"/>
              <a:ext cx="595313" cy="4714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65"/>
                </a:lnSpc>
                <a:spcBef>
                  <a:spcPct val="0"/>
                </a:spcBef>
                <a:buClrTx/>
                <a:buSzTx/>
                <a:buFontTx/>
                <a:buNone/>
              </a:pPr>
              <a:r>
                <a:rPr lang="en-US" altLang="zh-CN" sz="1400">
                  <a:latin typeface="Arial" panose="020B0604020202090204" pitchFamily="34" charset="0"/>
                </a:rPr>
                <a:t>data</a:t>
              </a:r>
            </a:p>
            <a:p>
              <a:pPr marL="0" lvl="0" indent="0" algn="ctr">
                <a:lnSpc>
                  <a:spcPts val="1465"/>
                </a:lnSpc>
                <a:spcBef>
                  <a:spcPct val="0"/>
                </a:spcBef>
                <a:buClrTx/>
                <a:buSzTx/>
                <a:buFontTx/>
                <a:buNone/>
              </a:pPr>
              <a:r>
                <a:rPr lang="en-US" altLang="zh-CN" sz="1400">
                  <a:latin typeface="Arial" panose="020B0604020202090204" pitchFamily="34" charset="0"/>
                </a:rPr>
                <a:t>plane</a:t>
              </a:r>
            </a:p>
          </p:txBody>
        </p:sp>
        <p:sp>
          <p:nvSpPr>
            <p:cNvPr id="48416" name="TextBox 400"/>
            <p:cNvSpPr txBox="1"/>
            <p:nvPr/>
          </p:nvSpPr>
          <p:spPr>
            <a:xfrm>
              <a:off x="7728579" y="3003498"/>
              <a:ext cx="709612" cy="4714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65"/>
                </a:lnSpc>
                <a:spcBef>
                  <a:spcPct val="0"/>
                </a:spcBef>
                <a:buClrTx/>
                <a:buSzTx/>
                <a:buFontTx/>
                <a:buNone/>
              </a:pPr>
              <a:r>
                <a:rPr lang="en-US" altLang="zh-CN" sz="1400">
                  <a:latin typeface="Arial" panose="020B0604020202090204" pitchFamily="34" charset="0"/>
                </a:rPr>
                <a:t>control</a:t>
              </a:r>
            </a:p>
            <a:p>
              <a:pPr marL="0" lvl="0" indent="0" algn="ctr">
                <a:lnSpc>
                  <a:spcPts val="1465"/>
                </a:lnSpc>
                <a:spcBef>
                  <a:spcPct val="0"/>
                </a:spcBef>
                <a:buClrTx/>
                <a:buSzTx/>
                <a:buFontTx/>
                <a:buNone/>
              </a:pPr>
              <a:r>
                <a:rPr lang="en-US" altLang="zh-CN" sz="1400">
                  <a:latin typeface="Arial" panose="020B0604020202090204" pitchFamily="34" charset="0"/>
                </a:rPr>
                <a:t>plane</a:t>
              </a:r>
            </a:p>
          </p:txBody>
        </p:sp>
        <p:cxnSp>
          <p:nvCxnSpPr>
            <p:cNvPr id="302" name="Straight Connector 301"/>
            <p:cNvCxnSpPr/>
            <p:nvPr/>
          </p:nvCxnSpPr>
          <p:spPr bwMode="auto">
            <a:xfrm flipV="1">
              <a:off x="1526216" y="3579760"/>
              <a:ext cx="6978041" cy="11112"/>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813" y="2735263"/>
            <a:ext cx="4295775" cy="320675"/>
            <a:chOff x="2433511" y="2792111"/>
            <a:chExt cx="4296530" cy="320561"/>
          </a:xfrm>
        </p:grpSpPr>
        <p:grpSp>
          <p:nvGrpSpPr>
            <p:cNvPr id="48390" name="Group 401"/>
            <p:cNvGrpSpPr/>
            <p:nvPr/>
          </p:nvGrpSpPr>
          <p:grpSpPr>
            <a:xfrm>
              <a:off x="2433511" y="2794083"/>
              <a:ext cx="349250" cy="317387"/>
              <a:chOff x="2931664" y="3912603"/>
              <a:chExt cx="430450" cy="329314"/>
            </a:xfrm>
          </p:grpSpPr>
          <p:sp>
            <p:nvSpPr>
              <p:cNvPr id="403" name="Rectangle 402"/>
              <p:cNvSpPr/>
              <p:nvPr/>
            </p:nvSpPr>
            <p:spPr>
              <a:xfrm>
                <a:off x="2937534" y="3912203"/>
                <a:ext cx="424655"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04" name="Straight Connector 403"/>
              <p:cNvCxnSpPr/>
              <p:nvPr/>
            </p:nvCxnSpPr>
            <p:spPr>
              <a:xfrm>
                <a:off x="2931664" y="4004411"/>
                <a:ext cx="424654"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6980"/>
                <a:ext cx="424654"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83" y="4004411"/>
                <a:ext cx="0"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91" name="Group 406"/>
            <p:cNvGrpSpPr/>
            <p:nvPr/>
          </p:nvGrpSpPr>
          <p:grpSpPr>
            <a:xfrm>
              <a:off x="3348666" y="2792111"/>
              <a:ext cx="350838" cy="317387"/>
              <a:chOff x="2931664" y="3912603"/>
              <a:chExt cx="430450" cy="329314"/>
            </a:xfrm>
          </p:grpSpPr>
          <p:sp>
            <p:nvSpPr>
              <p:cNvPr id="408" name="Rectangle 407"/>
              <p:cNvSpPr/>
              <p:nvPr/>
            </p:nvSpPr>
            <p:spPr>
              <a:xfrm>
                <a:off x="2936779" y="3912603"/>
                <a:ext cx="424681"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09" name="Straight Connector 408"/>
              <p:cNvCxnSpPr/>
              <p:nvPr/>
            </p:nvCxnSpPr>
            <p:spPr>
              <a:xfrm>
                <a:off x="2930935" y="4004811"/>
                <a:ext cx="4246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0935" y="4067381"/>
                <a:ext cx="4246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171" y="4004811"/>
                <a:ext cx="1949"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92" name="Group 411"/>
            <p:cNvGrpSpPr/>
            <p:nvPr/>
          </p:nvGrpSpPr>
          <p:grpSpPr>
            <a:xfrm>
              <a:off x="4182104" y="2792111"/>
              <a:ext cx="350837" cy="317387"/>
              <a:chOff x="2931664" y="3912603"/>
              <a:chExt cx="430450" cy="329314"/>
            </a:xfrm>
          </p:grpSpPr>
          <p:sp>
            <p:nvSpPr>
              <p:cNvPr id="413" name="Rectangle 412"/>
              <p:cNvSpPr/>
              <p:nvPr/>
            </p:nvSpPr>
            <p:spPr>
              <a:xfrm>
                <a:off x="2936958" y="3912603"/>
                <a:ext cx="424682"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14" name="Straight Connector 413"/>
              <p:cNvCxnSpPr/>
              <p:nvPr/>
            </p:nvCxnSpPr>
            <p:spPr>
              <a:xfrm>
                <a:off x="2931113" y="4004811"/>
                <a:ext cx="424682"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113" y="4067381"/>
                <a:ext cx="424682"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351" y="4004811"/>
                <a:ext cx="1947"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93" name="Group 416"/>
            <p:cNvGrpSpPr/>
            <p:nvPr/>
          </p:nvGrpSpPr>
          <p:grpSpPr>
            <a:xfrm>
              <a:off x="5374316" y="2795285"/>
              <a:ext cx="349250" cy="317387"/>
              <a:chOff x="2931664" y="3912603"/>
              <a:chExt cx="430450" cy="329314"/>
            </a:xfrm>
          </p:grpSpPr>
          <p:sp>
            <p:nvSpPr>
              <p:cNvPr id="418" name="Rectangle 417"/>
              <p:cNvSpPr/>
              <p:nvPr/>
            </p:nvSpPr>
            <p:spPr>
              <a:xfrm>
                <a:off x="2937241" y="3912603"/>
                <a:ext cx="424655"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19" name="Straight Connector 418"/>
              <p:cNvCxnSpPr/>
              <p:nvPr/>
            </p:nvCxnSpPr>
            <p:spPr>
              <a:xfrm>
                <a:off x="2931371" y="4004811"/>
                <a:ext cx="424654"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371" y="4067381"/>
                <a:ext cx="424654"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590" y="4004811"/>
                <a:ext cx="0"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94" name="Group 421"/>
            <p:cNvGrpSpPr/>
            <p:nvPr/>
          </p:nvGrpSpPr>
          <p:grpSpPr>
            <a:xfrm>
              <a:off x="6379204" y="2792111"/>
              <a:ext cx="350837" cy="317387"/>
              <a:chOff x="2931664" y="3912603"/>
              <a:chExt cx="430450" cy="329314"/>
            </a:xfrm>
          </p:grpSpPr>
          <p:sp>
            <p:nvSpPr>
              <p:cNvPr id="423" name="Rectangle 422"/>
              <p:cNvSpPr/>
              <p:nvPr/>
            </p:nvSpPr>
            <p:spPr>
              <a:xfrm>
                <a:off x="2937432" y="3912603"/>
                <a:ext cx="424682"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24" name="Straight Connector 423"/>
              <p:cNvCxnSpPr/>
              <p:nvPr/>
            </p:nvCxnSpPr>
            <p:spPr>
              <a:xfrm>
                <a:off x="2931587" y="4004811"/>
                <a:ext cx="424682"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587" y="4067381"/>
                <a:ext cx="424682"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25" y="4004811"/>
                <a:ext cx="1947"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5788" y="3709988"/>
            <a:ext cx="5211762" cy="2740025"/>
            <a:chOff x="1856416" y="3709935"/>
            <a:chExt cx="5211763" cy="2739614"/>
          </a:xfrm>
        </p:grpSpPr>
        <p:sp>
          <p:nvSpPr>
            <p:cNvPr id="268" name="Freeform 267"/>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 name="connsiteX0-331" fmla="*/ 1060159 w 1340486"/>
                <a:gd name="connsiteY0-332" fmla="*/ 921649 h 921649"/>
                <a:gd name="connsiteX1-333" fmla="*/ 0 w 1340486"/>
                <a:gd name="connsiteY1-334" fmla="*/ 51716 h 921649"/>
                <a:gd name="connsiteX2-335" fmla="*/ 1059218 w 1340486"/>
                <a:gd name="connsiteY2-336" fmla="*/ 355 h 921649"/>
                <a:gd name="connsiteX3-337" fmla="*/ 1340486 w 1340486"/>
                <a:gd name="connsiteY3-338" fmla="*/ 709789 h 921649"/>
                <a:gd name="connsiteX4-339" fmla="*/ 1060159 w 1340486"/>
                <a:gd name="connsiteY4-340" fmla="*/ 921649 h 921649"/>
                <a:gd name="connsiteX0-341" fmla="*/ 1060159 w 1340486"/>
                <a:gd name="connsiteY0-342" fmla="*/ 921649 h 921649"/>
                <a:gd name="connsiteX1-343" fmla="*/ 0 w 1340486"/>
                <a:gd name="connsiteY1-344" fmla="*/ 51716 h 921649"/>
                <a:gd name="connsiteX2-345" fmla="*/ 1059218 w 1340486"/>
                <a:gd name="connsiteY2-346" fmla="*/ 355 h 921649"/>
                <a:gd name="connsiteX3-347" fmla="*/ 1340486 w 1340486"/>
                <a:gd name="connsiteY3-348" fmla="*/ 709789 h 921649"/>
                <a:gd name="connsiteX4-349" fmla="*/ 1060159 w 1340486"/>
                <a:gd name="connsiteY4-350" fmla="*/ 921649 h 921649"/>
                <a:gd name="connsiteX0-351" fmla="*/ 1060159 w 1340486"/>
                <a:gd name="connsiteY0-352" fmla="*/ 921649 h 921649"/>
                <a:gd name="connsiteX1-353" fmla="*/ 0 w 1340486"/>
                <a:gd name="connsiteY1-354" fmla="*/ 51716 h 921649"/>
                <a:gd name="connsiteX2-355" fmla="*/ 1059218 w 1340486"/>
                <a:gd name="connsiteY2-356" fmla="*/ 355 h 921649"/>
                <a:gd name="connsiteX3-357" fmla="*/ 1340486 w 1340486"/>
                <a:gd name="connsiteY3-358" fmla="*/ 709789 h 921649"/>
                <a:gd name="connsiteX4-359" fmla="*/ 1060159 w 1340486"/>
                <a:gd name="connsiteY4-360" fmla="*/ 921649 h 921649"/>
                <a:gd name="connsiteX0-361" fmla="*/ 1025166 w 1340486"/>
                <a:gd name="connsiteY0-362" fmla="*/ 746482 h 746482"/>
                <a:gd name="connsiteX1-363" fmla="*/ 0 w 1340486"/>
                <a:gd name="connsiteY1-364" fmla="*/ 51716 h 746482"/>
                <a:gd name="connsiteX2-365" fmla="*/ 1059218 w 1340486"/>
                <a:gd name="connsiteY2-366" fmla="*/ 355 h 746482"/>
                <a:gd name="connsiteX3-367" fmla="*/ 1340486 w 1340486"/>
                <a:gd name="connsiteY3-368" fmla="*/ 709789 h 746482"/>
                <a:gd name="connsiteX4-369" fmla="*/ 1025166 w 1340486"/>
                <a:gd name="connsiteY4-370" fmla="*/ 746482 h 746482"/>
                <a:gd name="connsiteX0-371" fmla="*/ 1025166 w 1340486"/>
                <a:gd name="connsiteY0-372" fmla="*/ 746482 h 746482"/>
                <a:gd name="connsiteX1-373" fmla="*/ 0 w 1340486"/>
                <a:gd name="connsiteY1-374" fmla="*/ 51716 h 746482"/>
                <a:gd name="connsiteX2-375" fmla="*/ 1059218 w 1340486"/>
                <a:gd name="connsiteY2-376" fmla="*/ 355 h 746482"/>
                <a:gd name="connsiteX3-377" fmla="*/ 1340486 w 1340486"/>
                <a:gd name="connsiteY3-378" fmla="*/ 709789 h 746482"/>
                <a:gd name="connsiteX4-379" fmla="*/ 1025166 w 1340486"/>
                <a:gd name="connsiteY4-380" fmla="*/ 746482 h 746482"/>
                <a:gd name="connsiteX0-381" fmla="*/ 965179 w 1280499"/>
                <a:gd name="connsiteY0-382" fmla="*/ 759828 h 759828"/>
                <a:gd name="connsiteX1-383" fmla="*/ 0 w 1280499"/>
                <a:gd name="connsiteY1-384" fmla="*/ 0 h 759828"/>
                <a:gd name="connsiteX2-385" fmla="*/ 999231 w 1280499"/>
                <a:gd name="connsiteY2-386" fmla="*/ 13701 h 759828"/>
                <a:gd name="connsiteX3-387" fmla="*/ 1280499 w 1280499"/>
                <a:gd name="connsiteY3-388" fmla="*/ 723135 h 759828"/>
                <a:gd name="connsiteX4-389" fmla="*/ 965179 w 1280499"/>
                <a:gd name="connsiteY4-390" fmla="*/ 759828 h 759828"/>
                <a:gd name="connsiteX0-391" fmla="*/ 965179 w 1280499"/>
                <a:gd name="connsiteY0-392" fmla="*/ 759828 h 759828"/>
                <a:gd name="connsiteX1-393" fmla="*/ 0 w 1280499"/>
                <a:gd name="connsiteY1-394" fmla="*/ 0 h 759828"/>
                <a:gd name="connsiteX2-395" fmla="*/ 999231 w 1280499"/>
                <a:gd name="connsiteY2-396" fmla="*/ 13701 h 759828"/>
                <a:gd name="connsiteX3-397" fmla="*/ 1280499 w 1280499"/>
                <a:gd name="connsiteY3-398" fmla="*/ 723135 h 759828"/>
                <a:gd name="connsiteX4-399" fmla="*/ 965179 w 1280499"/>
                <a:gd name="connsiteY4-400" fmla="*/ 759828 h 75982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2" name="Freeform 271"/>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3004 w 954755"/>
                <a:gd name="connsiteY0-372" fmla="*/ 943771 h 976186"/>
                <a:gd name="connsiteX1-373" fmla="*/ 455145 w 954755"/>
                <a:gd name="connsiteY1-374" fmla="*/ 11688 h 976186"/>
                <a:gd name="connsiteX2-375" fmla="*/ 954755 w 954755"/>
                <a:gd name="connsiteY2-376" fmla="*/ 0 h 976186"/>
                <a:gd name="connsiteX3-377" fmla="*/ 728484 w 954755"/>
                <a:gd name="connsiteY3-378" fmla="*/ 976186 h 976186"/>
                <a:gd name="connsiteX4-379" fmla="*/ 23004 w 954755"/>
                <a:gd name="connsiteY4-380" fmla="*/ 943771 h 976186"/>
                <a:gd name="connsiteX0-381" fmla="*/ 0 w 931751"/>
                <a:gd name="connsiteY0-382" fmla="*/ 943771 h 976186"/>
                <a:gd name="connsiteX1-383" fmla="*/ 432141 w 931751"/>
                <a:gd name="connsiteY1-384" fmla="*/ 11688 h 976186"/>
                <a:gd name="connsiteX2-385" fmla="*/ 931751 w 931751"/>
                <a:gd name="connsiteY2-386" fmla="*/ 0 h 976186"/>
                <a:gd name="connsiteX3-387" fmla="*/ 705480 w 931751"/>
                <a:gd name="connsiteY3-388" fmla="*/ 976186 h 976186"/>
                <a:gd name="connsiteX4-389" fmla="*/ 0 w 931751"/>
                <a:gd name="connsiteY4-390" fmla="*/ 943771 h 976186"/>
                <a:gd name="connsiteX0-391" fmla="*/ 0 w 931751"/>
                <a:gd name="connsiteY0-392" fmla="*/ 943771 h 976186"/>
                <a:gd name="connsiteX1-393" fmla="*/ 432141 w 931751"/>
                <a:gd name="connsiteY1-394" fmla="*/ 11688 h 976186"/>
                <a:gd name="connsiteX2-395" fmla="*/ 931751 w 931751"/>
                <a:gd name="connsiteY2-396" fmla="*/ 0 h 976186"/>
                <a:gd name="connsiteX3-397" fmla="*/ 705480 w 931751"/>
                <a:gd name="connsiteY3-398" fmla="*/ 976186 h 976186"/>
                <a:gd name="connsiteX4-399" fmla="*/ 0 w 931751"/>
                <a:gd name="connsiteY4-400" fmla="*/ 943771 h 976186"/>
                <a:gd name="connsiteX0-401" fmla="*/ 0 w 931751"/>
                <a:gd name="connsiteY0-402" fmla="*/ 943771 h 976186"/>
                <a:gd name="connsiteX1-403" fmla="*/ 432141 w 931751"/>
                <a:gd name="connsiteY1-404" fmla="*/ 11688 h 976186"/>
                <a:gd name="connsiteX2-405" fmla="*/ 931751 w 931751"/>
                <a:gd name="connsiteY2-406" fmla="*/ 0 h 976186"/>
                <a:gd name="connsiteX3-407" fmla="*/ 705480 w 931751"/>
                <a:gd name="connsiteY3-408" fmla="*/ 976186 h 976186"/>
                <a:gd name="connsiteX4-409" fmla="*/ 0 w 931751"/>
                <a:gd name="connsiteY4-410" fmla="*/ 943771 h 976186"/>
                <a:gd name="connsiteX0-411" fmla="*/ 0 w 931751"/>
                <a:gd name="connsiteY0-412" fmla="*/ 943771 h 966342"/>
                <a:gd name="connsiteX1-413" fmla="*/ 432141 w 931751"/>
                <a:gd name="connsiteY1-414" fmla="*/ 11688 h 966342"/>
                <a:gd name="connsiteX2-415" fmla="*/ 931751 w 931751"/>
                <a:gd name="connsiteY2-416" fmla="*/ 0 h 966342"/>
                <a:gd name="connsiteX3-417" fmla="*/ 183705 w 931751"/>
                <a:gd name="connsiteY3-418" fmla="*/ 966342 h 966342"/>
                <a:gd name="connsiteX4-419" fmla="*/ 0 w 931751"/>
                <a:gd name="connsiteY4-420" fmla="*/ 943771 h 966342"/>
                <a:gd name="connsiteX0-421" fmla="*/ 0 w 931751"/>
                <a:gd name="connsiteY0-422" fmla="*/ 943771 h 966342"/>
                <a:gd name="connsiteX1-423" fmla="*/ 432141 w 931751"/>
                <a:gd name="connsiteY1-424" fmla="*/ 11688 h 966342"/>
                <a:gd name="connsiteX2-425" fmla="*/ 931751 w 931751"/>
                <a:gd name="connsiteY2-426" fmla="*/ 0 h 966342"/>
                <a:gd name="connsiteX3-427" fmla="*/ 183705 w 931751"/>
                <a:gd name="connsiteY3-428" fmla="*/ 966342 h 966342"/>
                <a:gd name="connsiteX4-429" fmla="*/ 0 w 931751"/>
                <a:gd name="connsiteY4-430" fmla="*/ 943771 h 966342"/>
                <a:gd name="connsiteX0-431" fmla="*/ 0 w 931751"/>
                <a:gd name="connsiteY0-432" fmla="*/ 943771 h 966342"/>
                <a:gd name="connsiteX1-433" fmla="*/ 432141 w 931751"/>
                <a:gd name="connsiteY1-434" fmla="*/ 11688 h 966342"/>
                <a:gd name="connsiteX2-435" fmla="*/ 931751 w 931751"/>
                <a:gd name="connsiteY2-436" fmla="*/ 0 h 966342"/>
                <a:gd name="connsiteX3-437" fmla="*/ 183705 w 931751"/>
                <a:gd name="connsiteY3-438" fmla="*/ 966342 h 966342"/>
                <a:gd name="connsiteX4-439" fmla="*/ 0 w 931751"/>
                <a:gd name="connsiteY4-440" fmla="*/ 943771 h 966342"/>
                <a:gd name="connsiteX0-441" fmla="*/ 0 w 956363"/>
                <a:gd name="connsiteY0-442" fmla="*/ 932083 h 954654"/>
                <a:gd name="connsiteX1-443" fmla="*/ 432141 w 956363"/>
                <a:gd name="connsiteY1-444" fmla="*/ 0 h 954654"/>
                <a:gd name="connsiteX2-445" fmla="*/ 956363 w 956363"/>
                <a:gd name="connsiteY2-446" fmla="*/ 12924 h 954654"/>
                <a:gd name="connsiteX3-447" fmla="*/ 183705 w 956363"/>
                <a:gd name="connsiteY3-448" fmla="*/ 954654 h 954654"/>
                <a:gd name="connsiteX4-449" fmla="*/ 0 w 956363"/>
                <a:gd name="connsiteY4-450" fmla="*/ 932083 h 954654"/>
                <a:gd name="connsiteX0-451" fmla="*/ 0 w 956363"/>
                <a:gd name="connsiteY0-452" fmla="*/ 919226 h 941797"/>
                <a:gd name="connsiteX1-453" fmla="*/ 405840 w 956363"/>
                <a:gd name="connsiteY1-454" fmla="*/ 197551 h 941797"/>
                <a:gd name="connsiteX2-455" fmla="*/ 956363 w 956363"/>
                <a:gd name="connsiteY2-456" fmla="*/ 67 h 941797"/>
                <a:gd name="connsiteX3-457" fmla="*/ 183705 w 956363"/>
                <a:gd name="connsiteY3-458" fmla="*/ 941797 h 941797"/>
                <a:gd name="connsiteX4-459" fmla="*/ 0 w 956363"/>
                <a:gd name="connsiteY4-460" fmla="*/ 919226 h 941797"/>
                <a:gd name="connsiteX0-461" fmla="*/ 0 w 956363"/>
                <a:gd name="connsiteY0-462" fmla="*/ 919226 h 941797"/>
                <a:gd name="connsiteX1-463" fmla="*/ 405840 w 956363"/>
                <a:gd name="connsiteY1-464" fmla="*/ 197551 h 941797"/>
                <a:gd name="connsiteX2-465" fmla="*/ 956363 w 956363"/>
                <a:gd name="connsiteY2-466" fmla="*/ 67 h 941797"/>
                <a:gd name="connsiteX3-467" fmla="*/ 183705 w 956363"/>
                <a:gd name="connsiteY3-468" fmla="*/ 941797 h 941797"/>
                <a:gd name="connsiteX4-469" fmla="*/ 0 w 956363"/>
                <a:gd name="connsiteY4-470" fmla="*/ 919226 h 941797"/>
                <a:gd name="connsiteX0-471" fmla="*/ 0 w 956363"/>
                <a:gd name="connsiteY0-472" fmla="*/ 919226 h 941797"/>
                <a:gd name="connsiteX1-473" fmla="*/ 405840 w 956363"/>
                <a:gd name="connsiteY1-474" fmla="*/ 197551 h 941797"/>
                <a:gd name="connsiteX2-475" fmla="*/ 956363 w 956363"/>
                <a:gd name="connsiteY2-476" fmla="*/ 67 h 941797"/>
                <a:gd name="connsiteX3-477" fmla="*/ 183705 w 956363"/>
                <a:gd name="connsiteY3-478" fmla="*/ 941797 h 941797"/>
                <a:gd name="connsiteX4-479" fmla="*/ 0 w 956363"/>
                <a:gd name="connsiteY4-480" fmla="*/ 919226 h 941797"/>
                <a:gd name="connsiteX0-481" fmla="*/ 0 w 926304"/>
                <a:gd name="connsiteY0-482" fmla="*/ 735614 h 758185"/>
                <a:gd name="connsiteX1-483" fmla="*/ 405840 w 926304"/>
                <a:gd name="connsiteY1-484" fmla="*/ 13939 h 758185"/>
                <a:gd name="connsiteX2-485" fmla="*/ 926304 w 926304"/>
                <a:gd name="connsiteY2-486" fmla="*/ 563 h 758185"/>
                <a:gd name="connsiteX3-487" fmla="*/ 183705 w 926304"/>
                <a:gd name="connsiteY3-488" fmla="*/ 758185 h 758185"/>
                <a:gd name="connsiteX4-489" fmla="*/ 0 w 926304"/>
                <a:gd name="connsiteY4-490" fmla="*/ 735614 h 758185"/>
                <a:gd name="connsiteX0-491" fmla="*/ 0 w 926304"/>
                <a:gd name="connsiteY0-492" fmla="*/ 735614 h 758185"/>
                <a:gd name="connsiteX1-493" fmla="*/ 405840 w 926304"/>
                <a:gd name="connsiteY1-494" fmla="*/ 13939 h 758185"/>
                <a:gd name="connsiteX2-495" fmla="*/ 926304 w 926304"/>
                <a:gd name="connsiteY2-496" fmla="*/ 563 h 758185"/>
                <a:gd name="connsiteX3-497" fmla="*/ 183705 w 926304"/>
                <a:gd name="connsiteY3-498" fmla="*/ 758185 h 758185"/>
                <a:gd name="connsiteX4-499" fmla="*/ 0 w 926304"/>
                <a:gd name="connsiteY4-500" fmla="*/ 735614 h 758185"/>
                <a:gd name="connsiteX0-501" fmla="*/ 0 w 926304"/>
                <a:gd name="connsiteY0-502" fmla="*/ 735614 h 758185"/>
                <a:gd name="connsiteX1-503" fmla="*/ 405840 w 926304"/>
                <a:gd name="connsiteY1-504" fmla="*/ 13939 h 758185"/>
                <a:gd name="connsiteX2-505" fmla="*/ 926304 w 926304"/>
                <a:gd name="connsiteY2-506" fmla="*/ 563 h 758185"/>
                <a:gd name="connsiteX3-507" fmla="*/ 183705 w 926304"/>
                <a:gd name="connsiteY3-508" fmla="*/ 758185 h 758185"/>
                <a:gd name="connsiteX4-509" fmla="*/ 0 w 926304"/>
                <a:gd name="connsiteY4-510" fmla="*/ 735614 h 758185"/>
                <a:gd name="connsiteX0-511" fmla="*/ 0 w 926304"/>
                <a:gd name="connsiteY0-512" fmla="*/ 735614 h 758185"/>
                <a:gd name="connsiteX1-513" fmla="*/ 405840 w 926304"/>
                <a:gd name="connsiteY1-514" fmla="*/ 13939 h 758185"/>
                <a:gd name="connsiteX2-515" fmla="*/ 926304 w 926304"/>
                <a:gd name="connsiteY2-516" fmla="*/ 563 h 758185"/>
                <a:gd name="connsiteX3-517" fmla="*/ 183705 w 926304"/>
                <a:gd name="connsiteY3-518" fmla="*/ 758185 h 758185"/>
                <a:gd name="connsiteX4-519" fmla="*/ 0 w 926304"/>
                <a:gd name="connsiteY4-520" fmla="*/ 735614 h 758185"/>
                <a:gd name="connsiteX0-521" fmla="*/ 0 w 1011379"/>
                <a:gd name="connsiteY0-522" fmla="*/ 605727 h 758185"/>
                <a:gd name="connsiteX1-523" fmla="*/ 490915 w 1011379"/>
                <a:gd name="connsiteY1-524" fmla="*/ 13939 h 758185"/>
                <a:gd name="connsiteX2-525" fmla="*/ 1011379 w 1011379"/>
                <a:gd name="connsiteY2-526" fmla="*/ 563 h 758185"/>
                <a:gd name="connsiteX3-527" fmla="*/ 268780 w 1011379"/>
                <a:gd name="connsiteY3-528" fmla="*/ 758185 h 758185"/>
                <a:gd name="connsiteX4-529" fmla="*/ 0 w 1011379"/>
                <a:gd name="connsiteY4-530" fmla="*/ 605727 h 758185"/>
                <a:gd name="connsiteX0-531" fmla="*/ 0 w 1011379"/>
                <a:gd name="connsiteY0-532" fmla="*/ 605727 h 648280"/>
                <a:gd name="connsiteX1-533" fmla="*/ 490915 w 1011379"/>
                <a:gd name="connsiteY1-534" fmla="*/ 13939 h 648280"/>
                <a:gd name="connsiteX2-535" fmla="*/ 1011379 w 1011379"/>
                <a:gd name="connsiteY2-536" fmla="*/ 563 h 648280"/>
                <a:gd name="connsiteX3-537" fmla="*/ 198718 w 1011379"/>
                <a:gd name="connsiteY3-538" fmla="*/ 648280 h 648280"/>
                <a:gd name="connsiteX4-539" fmla="*/ 0 w 1011379"/>
                <a:gd name="connsiteY4-540" fmla="*/ 605727 h 648280"/>
                <a:gd name="connsiteX0-541" fmla="*/ 0 w 1011379"/>
                <a:gd name="connsiteY0-542" fmla="*/ 605727 h 648280"/>
                <a:gd name="connsiteX1-543" fmla="*/ 490915 w 1011379"/>
                <a:gd name="connsiteY1-544" fmla="*/ 13939 h 648280"/>
                <a:gd name="connsiteX2-545" fmla="*/ 1011379 w 1011379"/>
                <a:gd name="connsiteY2-546" fmla="*/ 563 h 648280"/>
                <a:gd name="connsiteX3-547" fmla="*/ 198718 w 1011379"/>
                <a:gd name="connsiteY3-548" fmla="*/ 648280 h 648280"/>
                <a:gd name="connsiteX4-549" fmla="*/ 0 w 1011379"/>
                <a:gd name="connsiteY4-550" fmla="*/ 605727 h 648280"/>
                <a:gd name="connsiteX0-551" fmla="*/ 0 w 1011379"/>
                <a:gd name="connsiteY0-552" fmla="*/ 605727 h 648280"/>
                <a:gd name="connsiteX1-553" fmla="*/ 490915 w 1011379"/>
                <a:gd name="connsiteY1-554" fmla="*/ 13939 h 648280"/>
                <a:gd name="connsiteX2-555" fmla="*/ 1011379 w 1011379"/>
                <a:gd name="connsiteY2-556" fmla="*/ 563 h 648280"/>
                <a:gd name="connsiteX3-557" fmla="*/ 198718 w 1011379"/>
                <a:gd name="connsiteY3-558" fmla="*/ 648280 h 648280"/>
                <a:gd name="connsiteX4-559" fmla="*/ 0 w 1011379"/>
                <a:gd name="connsiteY4-560" fmla="*/ 605727 h 648280"/>
                <a:gd name="connsiteX0-561" fmla="*/ 0 w 1011379"/>
                <a:gd name="connsiteY0-562" fmla="*/ 605727 h 605727"/>
                <a:gd name="connsiteX1-563" fmla="*/ 490915 w 1011379"/>
                <a:gd name="connsiteY1-564" fmla="*/ 13939 h 605727"/>
                <a:gd name="connsiteX2-565" fmla="*/ 1011379 w 1011379"/>
                <a:gd name="connsiteY2-566" fmla="*/ 563 h 605727"/>
                <a:gd name="connsiteX3-567" fmla="*/ 318823 w 1011379"/>
                <a:gd name="connsiteY3-568" fmla="*/ 553361 h 605727"/>
                <a:gd name="connsiteX4-569" fmla="*/ 0 w 1011379"/>
                <a:gd name="connsiteY4-570" fmla="*/ 605727 h 605727"/>
                <a:gd name="connsiteX0-571" fmla="*/ 0 w 866251"/>
                <a:gd name="connsiteY0-572" fmla="*/ 540783 h 553361"/>
                <a:gd name="connsiteX1-573" fmla="*/ 345787 w 866251"/>
                <a:gd name="connsiteY1-574" fmla="*/ 13939 h 553361"/>
                <a:gd name="connsiteX2-575" fmla="*/ 866251 w 866251"/>
                <a:gd name="connsiteY2-576" fmla="*/ 563 h 553361"/>
                <a:gd name="connsiteX3-577" fmla="*/ 173695 w 866251"/>
                <a:gd name="connsiteY3-578" fmla="*/ 553361 h 553361"/>
                <a:gd name="connsiteX4-579" fmla="*/ 0 w 866251"/>
                <a:gd name="connsiteY4-580" fmla="*/ 540783 h 553361"/>
                <a:gd name="connsiteX0-581" fmla="*/ 0 w 866251"/>
                <a:gd name="connsiteY0-582" fmla="*/ 540783 h 553361"/>
                <a:gd name="connsiteX1-583" fmla="*/ 345787 w 866251"/>
                <a:gd name="connsiteY1-584" fmla="*/ 13939 h 553361"/>
                <a:gd name="connsiteX2-585" fmla="*/ 866251 w 866251"/>
                <a:gd name="connsiteY2-586" fmla="*/ 563 h 553361"/>
                <a:gd name="connsiteX3-587" fmla="*/ 173695 w 866251"/>
                <a:gd name="connsiteY3-588" fmla="*/ 553361 h 553361"/>
                <a:gd name="connsiteX4-589" fmla="*/ 0 w 866251"/>
                <a:gd name="connsiteY4-590" fmla="*/ 540783 h 553361"/>
                <a:gd name="connsiteX0-591" fmla="*/ 0 w 866251"/>
                <a:gd name="connsiteY0-592" fmla="*/ 540783 h 553361"/>
                <a:gd name="connsiteX1-593" fmla="*/ 345787 w 866251"/>
                <a:gd name="connsiteY1-594" fmla="*/ 13939 h 553361"/>
                <a:gd name="connsiteX2-595" fmla="*/ 866251 w 866251"/>
                <a:gd name="connsiteY2-596" fmla="*/ 563 h 553361"/>
                <a:gd name="connsiteX3-597" fmla="*/ 173695 w 866251"/>
                <a:gd name="connsiteY3-598" fmla="*/ 553361 h 553361"/>
                <a:gd name="connsiteX4-599" fmla="*/ 0 w 866251"/>
                <a:gd name="connsiteY4-600" fmla="*/ 540783 h 55336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3" name="Freeform 272"/>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7977 w 802211"/>
                <a:gd name="connsiteY0-372" fmla="*/ 815791 h 976186"/>
                <a:gd name="connsiteX1-373" fmla="*/ 302601 w 802211"/>
                <a:gd name="connsiteY1-374" fmla="*/ 11688 h 976186"/>
                <a:gd name="connsiteX2-375" fmla="*/ 802211 w 802211"/>
                <a:gd name="connsiteY2-376" fmla="*/ 0 h 976186"/>
                <a:gd name="connsiteX3-377" fmla="*/ 575940 w 802211"/>
                <a:gd name="connsiteY3-378" fmla="*/ 976186 h 976186"/>
                <a:gd name="connsiteX4-379" fmla="*/ 27977 w 802211"/>
                <a:gd name="connsiteY4-380" fmla="*/ 815791 h 976186"/>
                <a:gd name="connsiteX0-381" fmla="*/ 27977 w 802211"/>
                <a:gd name="connsiteY0-382" fmla="*/ 815791 h 815791"/>
                <a:gd name="connsiteX1-383" fmla="*/ 302601 w 802211"/>
                <a:gd name="connsiteY1-384" fmla="*/ 11688 h 815791"/>
                <a:gd name="connsiteX2-385" fmla="*/ 802211 w 802211"/>
                <a:gd name="connsiteY2-386" fmla="*/ 0 h 815791"/>
                <a:gd name="connsiteX3-387" fmla="*/ 236294 w 802211"/>
                <a:gd name="connsiteY3-388" fmla="*/ 808828 h 815791"/>
                <a:gd name="connsiteX4-389" fmla="*/ 27977 w 802211"/>
                <a:gd name="connsiteY4-390" fmla="*/ 815791 h 815791"/>
                <a:gd name="connsiteX0-391" fmla="*/ 27977 w 802211"/>
                <a:gd name="connsiteY0-392" fmla="*/ 815791 h 815791"/>
                <a:gd name="connsiteX1-393" fmla="*/ 302601 w 802211"/>
                <a:gd name="connsiteY1-394" fmla="*/ 11688 h 815791"/>
                <a:gd name="connsiteX2-395" fmla="*/ 802211 w 802211"/>
                <a:gd name="connsiteY2-396" fmla="*/ 0 h 815791"/>
                <a:gd name="connsiteX3-397" fmla="*/ 236294 w 802211"/>
                <a:gd name="connsiteY3-398" fmla="*/ 808828 h 815791"/>
                <a:gd name="connsiteX4-399" fmla="*/ 27977 w 802211"/>
                <a:gd name="connsiteY4-400" fmla="*/ 815791 h 815791"/>
                <a:gd name="connsiteX0-401" fmla="*/ 27977 w 802211"/>
                <a:gd name="connsiteY0-402" fmla="*/ 815791 h 815791"/>
                <a:gd name="connsiteX1-403" fmla="*/ 302601 w 802211"/>
                <a:gd name="connsiteY1-404" fmla="*/ 11688 h 815791"/>
                <a:gd name="connsiteX2-405" fmla="*/ 802211 w 802211"/>
                <a:gd name="connsiteY2-406" fmla="*/ 0 h 815791"/>
                <a:gd name="connsiteX3-407" fmla="*/ 236294 w 802211"/>
                <a:gd name="connsiteY3-408" fmla="*/ 808828 h 815791"/>
                <a:gd name="connsiteX4-409" fmla="*/ 27977 w 802211"/>
                <a:gd name="connsiteY4-410" fmla="*/ 815791 h 815791"/>
                <a:gd name="connsiteX0-411" fmla="*/ 27977 w 802211"/>
                <a:gd name="connsiteY0-412" fmla="*/ 828714 h 828714"/>
                <a:gd name="connsiteX1-413" fmla="*/ 302601 w 802211"/>
                <a:gd name="connsiteY1-414" fmla="*/ 0 h 828714"/>
                <a:gd name="connsiteX2-415" fmla="*/ 802211 w 802211"/>
                <a:gd name="connsiteY2-416" fmla="*/ 12923 h 828714"/>
                <a:gd name="connsiteX3-417" fmla="*/ 236294 w 802211"/>
                <a:gd name="connsiteY3-418" fmla="*/ 821751 h 828714"/>
                <a:gd name="connsiteX4-419" fmla="*/ 27977 w 802211"/>
                <a:gd name="connsiteY4-420" fmla="*/ 828714 h 828714"/>
                <a:gd name="connsiteX0-421" fmla="*/ 56213 w 830447"/>
                <a:gd name="connsiteY0-422" fmla="*/ 828714 h 828714"/>
                <a:gd name="connsiteX1-423" fmla="*/ 330837 w 830447"/>
                <a:gd name="connsiteY1-424" fmla="*/ 0 h 828714"/>
                <a:gd name="connsiteX2-425" fmla="*/ 830447 w 830447"/>
                <a:gd name="connsiteY2-426" fmla="*/ 12923 h 828714"/>
                <a:gd name="connsiteX3-427" fmla="*/ 264530 w 830447"/>
                <a:gd name="connsiteY3-428" fmla="*/ 821751 h 828714"/>
                <a:gd name="connsiteX4-429" fmla="*/ 56213 w 830447"/>
                <a:gd name="connsiteY4-430" fmla="*/ 828714 h 828714"/>
                <a:gd name="connsiteX0-431" fmla="*/ 64130 w 789139"/>
                <a:gd name="connsiteY0-432" fmla="*/ 794258 h 821751"/>
                <a:gd name="connsiteX1-433" fmla="*/ 289529 w 789139"/>
                <a:gd name="connsiteY1-434" fmla="*/ 0 h 821751"/>
                <a:gd name="connsiteX2-435" fmla="*/ 789139 w 789139"/>
                <a:gd name="connsiteY2-436" fmla="*/ 12923 h 821751"/>
                <a:gd name="connsiteX3-437" fmla="*/ 223222 w 789139"/>
                <a:gd name="connsiteY3-438" fmla="*/ 821751 h 821751"/>
                <a:gd name="connsiteX4-439" fmla="*/ 64130 w 789139"/>
                <a:gd name="connsiteY4-440" fmla="*/ 794258 h 821751"/>
                <a:gd name="connsiteX0-441" fmla="*/ 0 w 725009"/>
                <a:gd name="connsiteY0-442" fmla="*/ 794258 h 821751"/>
                <a:gd name="connsiteX1-443" fmla="*/ 225399 w 725009"/>
                <a:gd name="connsiteY1-444" fmla="*/ 0 h 821751"/>
                <a:gd name="connsiteX2-445" fmla="*/ 725009 w 725009"/>
                <a:gd name="connsiteY2-446" fmla="*/ 12923 h 821751"/>
                <a:gd name="connsiteX3-447" fmla="*/ 159092 w 725009"/>
                <a:gd name="connsiteY3-448" fmla="*/ 821751 h 821751"/>
                <a:gd name="connsiteX4-449" fmla="*/ 0 w 725009"/>
                <a:gd name="connsiteY4-450" fmla="*/ 794258 h 821751"/>
                <a:gd name="connsiteX0-451" fmla="*/ 0 w 725009"/>
                <a:gd name="connsiteY0-452" fmla="*/ 1203768 h 1231261"/>
                <a:gd name="connsiteX1-453" fmla="*/ 225399 w 725009"/>
                <a:gd name="connsiteY1-454" fmla="*/ 0 h 1231261"/>
                <a:gd name="connsiteX2-455" fmla="*/ 725009 w 725009"/>
                <a:gd name="connsiteY2-456" fmla="*/ 422433 h 1231261"/>
                <a:gd name="connsiteX3-457" fmla="*/ 159092 w 725009"/>
                <a:gd name="connsiteY3-458" fmla="*/ 1231261 h 1231261"/>
                <a:gd name="connsiteX4-459" fmla="*/ 0 w 725009"/>
                <a:gd name="connsiteY4-460" fmla="*/ 1203768 h 1231261"/>
                <a:gd name="connsiteX0-461" fmla="*/ 0 w 725009"/>
                <a:gd name="connsiteY0-462" fmla="*/ 1217334 h 1244827"/>
                <a:gd name="connsiteX1-463" fmla="*/ 225399 w 725009"/>
                <a:gd name="connsiteY1-464" fmla="*/ 13566 h 1244827"/>
                <a:gd name="connsiteX2-465" fmla="*/ 725009 w 725009"/>
                <a:gd name="connsiteY2-466" fmla="*/ 571 h 1244827"/>
                <a:gd name="connsiteX3-467" fmla="*/ 159092 w 725009"/>
                <a:gd name="connsiteY3-468" fmla="*/ 1244827 h 1244827"/>
                <a:gd name="connsiteX4-469" fmla="*/ 0 w 725009"/>
                <a:gd name="connsiteY4-470" fmla="*/ 1217334 h 1244827"/>
                <a:gd name="connsiteX0-471" fmla="*/ 0 w 725009"/>
                <a:gd name="connsiteY0-472" fmla="*/ 1217334 h 1244827"/>
                <a:gd name="connsiteX1-473" fmla="*/ 225399 w 725009"/>
                <a:gd name="connsiteY1-474" fmla="*/ 13566 h 1244827"/>
                <a:gd name="connsiteX2-475" fmla="*/ 725009 w 725009"/>
                <a:gd name="connsiteY2-476" fmla="*/ 571 h 1244827"/>
                <a:gd name="connsiteX3-477" fmla="*/ 159092 w 725009"/>
                <a:gd name="connsiteY3-478" fmla="*/ 1244827 h 1244827"/>
                <a:gd name="connsiteX4-479" fmla="*/ 0 w 725009"/>
                <a:gd name="connsiteY4-480" fmla="*/ 1217334 h 1244827"/>
                <a:gd name="connsiteX0-481" fmla="*/ 0 w 725009"/>
                <a:gd name="connsiteY0-482" fmla="*/ 1217334 h 1244827"/>
                <a:gd name="connsiteX1-483" fmla="*/ 225399 w 725009"/>
                <a:gd name="connsiteY1-484" fmla="*/ 13566 h 1244827"/>
                <a:gd name="connsiteX2-485" fmla="*/ 725009 w 725009"/>
                <a:gd name="connsiteY2-486" fmla="*/ 571 h 1244827"/>
                <a:gd name="connsiteX3-487" fmla="*/ 159092 w 725009"/>
                <a:gd name="connsiteY3-488" fmla="*/ 1244827 h 1244827"/>
                <a:gd name="connsiteX4-489" fmla="*/ 0 w 725009"/>
                <a:gd name="connsiteY4-490" fmla="*/ 1217334 h 1244827"/>
                <a:gd name="connsiteX0-491" fmla="*/ 0 w 725009"/>
                <a:gd name="connsiteY0-492" fmla="*/ 1217334 h 1244827"/>
                <a:gd name="connsiteX1-493" fmla="*/ 225399 w 725009"/>
                <a:gd name="connsiteY1-494" fmla="*/ 13566 h 1244827"/>
                <a:gd name="connsiteX2-495" fmla="*/ 725009 w 725009"/>
                <a:gd name="connsiteY2-496" fmla="*/ 571 h 1244827"/>
                <a:gd name="connsiteX3-497" fmla="*/ 159092 w 725009"/>
                <a:gd name="connsiteY3-498" fmla="*/ 1244827 h 1244827"/>
                <a:gd name="connsiteX4-499" fmla="*/ 0 w 725009"/>
                <a:gd name="connsiteY4-500" fmla="*/ 1217334 h 1244827"/>
                <a:gd name="connsiteX0-501" fmla="*/ 0 w 725009"/>
                <a:gd name="connsiteY0-502" fmla="*/ 1217334 h 1244827"/>
                <a:gd name="connsiteX1-503" fmla="*/ 225399 w 725009"/>
                <a:gd name="connsiteY1-504" fmla="*/ 13566 h 1244827"/>
                <a:gd name="connsiteX2-505" fmla="*/ 725009 w 725009"/>
                <a:gd name="connsiteY2-506" fmla="*/ 571 h 1244827"/>
                <a:gd name="connsiteX3-507" fmla="*/ 159092 w 725009"/>
                <a:gd name="connsiteY3-508" fmla="*/ 1244827 h 1244827"/>
                <a:gd name="connsiteX4-509" fmla="*/ 0 w 725009"/>
                <a:gd name="connsiteY4-510" fmla="*/ 1217334 h 1244827"/>
                <a:gd name="connsiteX0-511" fmla="*/ 0 w 725009"/>
                <a:gd name="connsiteY0-512" fmla="*/ 1217334 h 1244827"/>
                <a:gd name="connsiteX1-513" fmla="*/ 225399 w 725009"/>
                <a:gd name="connsiteY1-514" fmla="*/ 13566 h 1244827"/>
                <a:gd name="connsiteX2-515" fmla="*/ 725009 w 725009"/>
                <a:gd name="connsiteY2-516" fmla="*/ 571 h 1244827"/>
                <a:gd name="connsiteX3-517" fmla="*/ 159092 w 725009"/>
                <a:gd name="connsiteY3-518" fmla="*/ 1244827 h 1244827"/>
                <a:gd name="connsiteX4-519" fmla="*/ 0 w 725009"/>
                <a:gd name="connsiteY4-520" fmla="*/ 1217334 h 1244827"/>
                <a:gd name="connsiteX0-521" fmla="*/ 0 w 725009"/>
                <a:gd name="connsiteY0-522" fmla="*/ 1203768 h 1231261"/>
                <a:gd name="connsiteX1-523" fmla="*/ 225399 w 725009"/>
                <a:gd name="connsiteY1-524" fmla="*/ 0 h 1231261"/>
                <a:gd name="connsiteX2-525" fmla="*/ 725009 w 725009"/>
                <a:gd name="connsiteY2-526" fmla="*/ 129782 h 1231261"/>
                <a:gd name="connsiteX3-527" fmla="*/ 159092 w 725009"/>
                <a:gd name="connsiteY3-528" fmla="*/ 1231261 h 1231261"/>
                <a:gd name="connsiteX4-529" fmla="*/ 0 w 725009"/>
                <a:gd name="connsiteY4-530" fmla="*/ 1203768 h 1231261"/>
                <a:gd name="connsiteX0-531" fmla="*/ 0 w 725009"/>
                <a:gd name="connsiteY0-532" fmla="*/ 1203768 h 1231261"/>
                <a:gd name="connsiteX1-533" fmla="*/ 225399 w 725009"/>
                <a:gd name="connsiteY1-534" fmla="*/ 0 h 1231261"/>
                <a:gd name="connsiteX2-535" fmla="*/ 725009 w 725009"/>
                <a:gd name="connsiteY2-536" fmla="*/ 129782 h 1231261"/>
                <a:gd name="connsiteX3-537" fmla="*/ 159092 w 725009"/>
                <a:gd name="connsiteY3-538" fmla="*/ 1231261 h 1231261"/>
                <a:gd name="connsiteX4-539" fmla="*/ 0 w 725009"/>
                <a:gd name="connsiteY4-540" fmla="*/ 1203768 h 1231261"/>
                <a:gd name="connsiteX0-541" fmla="*/ 0 w 725009"/>
                <a:gd name="connsiteY0-542" fmla="*/ 1203768 h 1231261"/>
                <a:gd name="connsiteX1-543" fmla="*/ 225399 w 725009"/>
                <a:gd name="connsiteY1-544" fmla="*/ 0 h 1231261"/>
                <a:gd name="connsiteX2-545" fmla="*/ 725009 w 725009"/>
                <a:gd name="connsiteY2-546" fmla="*/ 129782 h 1231261"/>
                <a:gd name="connsiteX3-547" fmla="*/ 159092 w 725009"/>
                <a:gd name="connsiteY3-548" fmla="*/ 1231261 h 1231261"/>
                <a:gd name="connsiteX4-549" fmla="*/ 0 w 725009"/>
                <a:gd name="connsiteY4-550" fmla="*/ 1203768 h 1231261"/>
                <a:gd name="connsiteX0-551" fmla="*/ 0 w 725497"/>
                <a:gd name="connsiteY0-552" fmla="*/ 1279028 h 1306521"/>
                <a:gd name="connsiteX1-553" fmla="*/ 225399 w 725497"/>
                <a:gd name="connsiteY1-554" fmla="*/ 75260 h 1306521"/>
                <a:gd name="connsiteX2-555" fmla="*/ 396193 w 725497"/>
                <a:gd name="connsiteY2-556" fmla="*/ 156799 h 1306521"/>
                <a:gd name="connsiteX3-557" fmla="*/ 725009 w 725497"/>
                <a:gd name="connsiteY3-558" fmla="*/ 205042 h 1306521"/>
                <a:gd name="connsiteX4-559" fmla="*/ 159092 w 725497"/>
                <a:gd name="connsiteY4-560" fmla="*/ 1306521 h 1306521"/>
                <a:gd name="connsiteX5-561" fmla="*/ 0 w 725497"/>
                <a:gd name="connsiteY5-562" fmla="*/ 1279028 h 1306521"/>
                <a:gd name="connsiteX0-563" fmla="*/ 0 w 725239"/>
                <a:gd name="connsiteY0-564" fmla="*/ 1295668 h 1323161"/>
                <a:gd name="connsiteX1-565" fmla="*/ 225399 w 725239"/>
                <a:gd name="connsiteY1-566" fmla="*/ 91900 h 1323161"/>
                <a:gd name="connsiteX2-567" fmla="*/ 725009 w 725239"/>
                <a:gd name="connsiteY2-568" fmla="*/ 221682 h 1323161"/>
                <a:gd name="connsiteX3-569" fmla="*/ 159092 w 725239"/>
                <a:gd name="connsiteY3-570" fmla="*/ 1323161 h 1323161"/>
                <a:gd name="connsiteX4-571" fmla="*/ 0 w 725239"/>
                <a:gd name="connsiteY4-572" fmla="*/ 1295668 h 1323161"/>
                <a:gd name="connsiteX0-573" fmla="*/ 0 w 725221"/>
                <a:gd name="connsiteY0-574" fmla="*/ 1210552 h 1238045"/>
                <a:gd name="connsiteX1-575" fmla="*/ 191583 w 725221"/>
                <a:gd name="connsiteY1-576" fmla="*/ 153319 h 1238045"/>
                <a:gd name="connsiteX2-577" fmla="*/ 725009 w 725221"/>
                <a:gd name="connsiteY2-578" fmla="*/ 136566 h 1238045"/>
                <a:gd name="connsiteX3-579" fmla="*/ 159092 w 725221"/>
                <a:gd name="connsiteY3-580" fmla="*/ 1238045 h 1238045"/>
                <a:gd name="connsiteX4-581" fmla="*/ 0 w 725221"/>
                <a:gd name="connsiteY4-582" fmla="*/ 1210552 h 1238045"/>
                <a:gd name="connsiteX0-583" fmla="*/ 0 w 725305"/>
                <a:gd name="connsiteY0-584" fmla="*/ 1158512 h 1186005"/>
                <a:gd name="connsiteX1-585" fmla="*/ 191583 w 725305"/>
                <a:gd name="connsiteY1-586" fmla="*/ 101279 h 1186005"/>
                <a:gd name="connsiteX2-587" fmla="*/ 725009 w 725305"/>
                <a:gd name="connsiteY2-588" fmla="*/ 84526 h 1186005"/>
                <a:gd name="connsiteX3-589" fmla="*/ 159092 w 725305"/>
                <a:gd name="connsiteY3-590" fmla="*/ 1186005 h 1186005"/>
                <a:gd name="connsiteX4-591" fmla="*/ 0 w 725305"/>
                <a:gd name="connsiteY4-592" fmla="*/ 1158512 h 1186005"/>
                <a:gd name="connsiteX0-593" fmla="*/ 0 w 725009"/>
                <a:gd name="connsiteY0-594" fmla="*/ 1073986 h 1101479"/>
                <a:gd name="connsiteX1-595" fmla="*/ 191583 w 725009"/>
                <a:gd name="connsiteY1-596" fmla="*/ 16753 h 1101479"/>
                <a:gd name="connsiteX2-597" fmla="*/ 725009 w 725009"/>
                <a:gd name="connsiteY2-598" fmla="*/ 0 h 1101479"/>
                <a:gd name="connsiteX3-599" fmla="*/ 159092 w 725009"/>
                <a:gd name="connsiteY3-600" fmla="*/ 1101479 h 1101479"/>
                <a:gd name="connsiteX4-601" fmla="*/ 0 w 725009"/>
                <a:gd name="connsiteY4-602" fmla="*/ 1073986 h 1101479"/>
                <a:gd name="connsiteX0-603" fmla="*/ 0 w 725009"/>
                <a:gd name="connsiteY0-604" fmla="*/ 1073986 h 1101479"/>
                <a:gd name="connsiteX1-605" fmla="*/ 206612 w 725009"/>
                <a:gd name="connsiteY1-606" fmla="*/ 1724 h 1101479"/>
                <a:gd name="connsiteX2-607" fmla="*/ 725009 w 725009"/>
                <a:gd name="connsiteY2-608" fmla="*/ 0 h 1101479"/>
                <a:gd name="connsiteX3-609" fmla="*/ 159092 w 725009"/>
                <a:gd name="connsiteY3-610" fmla="*/ 1101479 h 1101479"/>
                <a:gd name="connsiteX4-611" fmla="*/ 0 w 725009"/>
                <a:gd name="connsiteY4-612" fmla="*/ 1073986 h 1101479"/>
                <a:gd name="connsiteX0-613" fmla="*/ 0 w 725009"/>
                <a:gd name="connsiteY0-614" fmla="*/ 1073986 h 1101479"/>
                <a:gd name="connsiteX1-615" fmla="*/ 206612 w 725009"/>
                <a:gd name="connsiteY1-616" fmla="*/ 1724 h 1101479"/>
                <a:gd name="connsiteX2-617" fmla="*/ 725009 w 725009"/>
                <a:gd name="connsiteY2-618" fmla="*/ 0 h 1101479"/>
                <a:gd name="connsiteX3-619" fmla="*/ 159092 w 725009"/>
                <a:gd name="connsiteY3-620" fmla="*/ 1101479 h 1101479"/>
                <a:gd name="connsiteX4-621" fmla="*/ 0 w 725009"/>
                <a:gd name="connsiteY4-622" fmla="*/ 1073986 h 1101479"/>
                <a:gd name="connsiteX0-623" fmla="*/ 0 w 725009"/>
                <a:gd name="connsiteY0-624" fmla="*/ 1073986 h 1101479"/>
                <a:gd name="connsiteX1-625" fmla="*/ 206612 w 725009"/>
                <a:gd name="connsiteY1-626" fmla="*/ 1724 h 1101479"/>
                <a:gd name="connsiteX2-627" fmla="*/ 725009 w 725009"/>
                <a:gd name="connsiteY2-628" fmla="*/ 0 h 1101479"/>
                <a:gd name="connsiteX3-629" fmla="*/ 159092 w 725009"/>
                <a:gd name="connsiteY3-630" fmla="*/ 1101479 h 1101479"/>
                <a:gd name="connsiteX4-631" fmla="*/ 0 w 725009"/>
                <a:gd name="connsiteY4-632" fmla="*/ 1073986 h 1101479"/>
                <a:gd name="connsiteX0-633" fmla="*/ 0 w 725009"/>
                <a:gd name="connsiteY0-634" fmla="*/ 1073986 h 1074607"/>
                <a:gd name="connsiteX1-635" fmla="*/ 206612 w 725009"/>
                <a:gd name="connsiteY1-636" fmla="*/ 1724 h 1074607"/>
                <a:gd name="connsiteX2-637" fmla="*/ 725009 w 725009"/>
                <a:gd name="connsiteY2-638" fmla="*/ 0 h 1074607"/>
                <a:gd name="connsiteX3-639" fmla="*/ 229048 w 725009"/>
                <a:gd name="connsiteY3-640" fmla="*/ 886531 h 1074607"/>
                <a:gd name="connsiteX4-641" fmla="*/ 0 w 725009"/>
                <a:gd name="connsiteY4-642" fmla="*/ 1073986 h 1074607"/>
                <a:gd name="connsiteX0-643" fmla="*/ 0 w 725009"/>
                <a:gd name="connsiteY0-644" fmla="*/ 1073986 h 1074607"/>
                <a:gd name="connsiteX1-645" fmla="*/ 206612 w 725009"/>
                <a:gd name="connsiteY1-646" fmla="*/ 1724 h 1074607"/>
                <a:gd name="connsiteX2-647" fmla="*/ 725009 w 725009"/>
                <a:gd name="connsiteY2-648" fmla="*/ 0 h 1074607"/>
                <a:gd name="connsiteX3-649" fmla="*/ 229048 w 725009"/>
                <a:gd name="connsiteY3-650" fmla="*/ 886531 h 1074607"/>
                <a:gd name="connsiteX4-651" fmla="*/ 0 w 725009"/>
                <a:gd name="connsiteY4-652" fmla="*/ 1073986 h 1074607"/>
                <a:gd name="connsiteX0-653" fmla="*/ 0 w 675040"/>
                <a:gd name="connsiteY0-654" fmla="*/ 894029 h 896577"/>
                <a:gd name="connsiteX1-655" fmla="*/ 156643 w 675040"/>
                <a:gd name="connsiteY1-656" fmla="*/ 1724 h 896577"/>
                <a:gd name="connsiteX2-657" fmla="*/ 675040 w 675040"/>
                <a:gd name="connsiteY2-658" fmla="*/ 0 h 896577"/>
                <a:gd name="connsiteX3-659" fmla="*/ 179079 w 675040"/>
                <a:gd name="connsiteY3-660" fmla="*/ 886531 h 896577"/>
                <a:gd name="connsiteX4-661" fmla="*/ 0 w 675040"/>
                <a:gd name="connsiteY4-662" fmla="*/ 894029 h 896577"/>
                <a:gd name="connsiteX0-663" fmla="*/ 0 w 675040"/>
                <a:gd name="connsiteY0-664" fmla="*/ 894029 h 896577"/>
                <a:gd name="connsiteX1-665" fmla="*/ 186623 w 675040"/>
                <a:gd name="connsiteY1-666" fmla="*/ 1724 h 896577"/>
                <a:gd name="connsiteX2-667" fmla="*/ 675040 w 675040"/>
                <a:gd name="connsiteY2-668" fmla="*/ 0 h 896577"/>
                <a:gd name="connsiteX3-669" fmla="*/ 179079 w 675040"/>
                <a:gd name="connsiteY3-670" fmla="*/ 886531 h 896577"/>
                <a:gd name="connsiteX4-671" fmla="*/ 0 w 675040"/>
                <a:gd name="connsiteY4-672" fmla="*/ 894029 h 8965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4" name="Freeform 273"/>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503138"/>
                <a:gd name="connsiteY0-372" fmla="*/ 961687 h 964568"/>
                <a:gd name="connsiteX1-373" fmla="*/ 0 w 503138"/>
                <a:gd name="connsiteY1-374" fmla="*/ 70 h 964568"/>
                <a:gd name="connsiteX2-375" fmla="*/ 503138 w 503138"/>
                <a:gd name="connsiteY2-376" fmla="*/ 154187 h 964568"/>
                <a:gd name="connsiteX3-377" fmla="*/ 273339 w 503138"/>
                <a:gd name="connsiteY3-378" fmla="*/ 964568 h 964568"/>
                <a:gd name="connsiteX4-379" fmla="*/ 197928 w 503138"/>
                <a:gd name="connsiteY4-380" fmla="*/ 961687 h 964568"/>
                <a:gd name="connsiteX0-381" fmla="*/ 201456 w 506666"/>
                <a:gd name="connsiteY0-382" fmla="*/ 807500 h 810381"/>
                <a:gd name="connsiteX1-383" fmla="*/ 0 w 506666"/>
                <a:gd name="connsiteY1-384" fmla="*/ 15216 h 810381"/>
                <a:gd name="connsiteX2-385" fmla="*/ 506666 w 506666"/>
                <a:gd name="connsiteY2-386" fmla="*/ 0 h 810381"/>
                <a:gd name="connsiteX3-387" fmla="*/ 276867 w 506666"/>
                <a:gd name="connsiteY3-388" fmla="*/ 810381 h 810381"/>
                <a:gd name="connsiteX4-389" fmla="*/ 201456 w 506666"/>
                <a:gd name="connsiteY4-390" fmla="*/ 807500 h 810381"/>
                <a:gd name="connsiteX0-391" fmla="*/ 201456 w 506666"/>
                <a:gd name="connsiteY0-392" fmla="*/ 807500 h 811593"/>
                <a:gd name="connsiteX1-393" fmla="*/ 0 w 506666"/>
                <a:gd name="connsiteY1-394" fmla="*/ 15216 h 811593"/>
                <a:gd name="connsiteX2-395" fmla="*/ 506666 w 506666"/>
                <a:gd name="connsiteY2-396" fmla="*/ 0 h 811593"/>
                <a:gd name="connsiteX3-397" fmla="*/ 276867 w 506666"/>
                <a:gd name="connsiteY3-398" fmla="*/ 810381 h 811593"/>
                <a:gd name="connsiteX4-399" fmla="*/ 201456 w 506666"/>
                <a:gd name="connsiteY4-400" fmla="*/ 807500 h 811593"/>
                <a:gd name="connsiteX0-401" fmla="*/ 135576 w 506666"/>
                <a:gd name="connsiteY0-402" fmla="*/ 818480 h 818480"/>
                <a:gd name="connsiteX1-403" fmla="*/ 0 w 506666"/>
                <a:gd name="connsiteY1-404" fmla="*/ 15216 h 818480"/>
                <a:gd name="connsiteX2-405" fmla="*/ 506666 w 506666"/>
                <a:gd name="connsiteY2-406" fmla="*/ 0 h 818480"/>
                <a:gd name="connsiteX3-407" fmla="*/ 276867 w 506666"/>
                <a:gd name="connsiteY3-408" fmla="*/ 810381 h 818480"/>
                <a:gd name="connsiteX4-409" fmla="*/ 135576 w 506666"/>
                <a:gd name="connsiteY4-410" fmla="*/ 818480 h 818480"/>
                <a:gd name="connsiteX0-411" fmla="*/ 135576 w 506666"/>
                <a:gd name="connsiteY0-412" fmla="*/ 818480 h 818480"/>
                <a:gd name="connsiteX1-413" fmla="*/ 0 w 506666"/>
                <a:gd name="connsiteY1-414" fmla="*/ 15216 h 818480"/>
                <a:gd name="connsiteX2-415" fmla="*/ 506666 w 506666"/>
                <a:gd name="connsiteY2-416" fmla="*/ 0 h 818480"/>
                <a:gd name="connsiteX3-417" fmla="*/ 331766 w 506666"/>
                <a:gd name="connsiteY3-418" fmla="*/ 803061 h 818480"/>
                <a:gd name="connsiteX4-419" fmla="*/ 135576 w 506666"/>
                <a:gd name="connsiteY4-420" fmla="*/ 818480 h 818480"/>
                <a:gd name="connsiteX0-421" fmla="*/ 135576 w 506666"/>
                <a:gd name="connsiteY0-422" fmla="*/ 818480 h 818480"/>
                <a:gd name="connsiteX1-423" fmla="*/ 0 w 506666"/>
                <a:gd name="connsiteY1-424" fmla="*/ 15216 h 818480"/>
                <a:gd name="connsiteX2-425" fmla="*/ 506666 w 506666"/>
                <a:gd name="connsiteY2-426" fmla="*/ 0 h 818480"/>
                <a:gd name="connsiteX3-427" fmla="*/ 331766 w 506666"/>
                <a:gd name="connsiteY3-428" fmla="*/ 803061 h 818480"/>
                <a:gd name="connsiteX4-429" fmla="*/ 135576 w 506666"/>
                <a:gd name="connsiteY4-430" fmla="*/ 818480 h 818480"/>
                <a:gd name="connsiteX0-431" fmla="*/ 135576 w 506666"/>
                <a:gd name="connsiteY0-432" fmla="*/ 818480 h 818480"/>
                <a:gd name="connsiteX1-433" fmla="*/ 0 w 506666"/>
                <a:gd name="connsiteY1-434" fmla="*/ 15216 h 818480"/>
                <a:gd name="connsiteX2-435" fmla="*/ 506666 w 506666"/>
                <a:gd name="connsiteY2-436" fmla="*/ 0 h 818480"/>
                <a:gd name="connsiteX3-437" fmla="*/ 331766 w 506666"/>
                <a:gd name="connsiteY3-438" fmla="*/ 803061 h 818480"/>
                <a:gd name="connsiteX4-439" fmla="*/ 135576 w 506666"/>
                <a:gd name="connsiteY4-440" fmla="*/ 818480 h 818480"/>
                <a:gd name="connsiteX0-441" fmla="*/ 135576 w 506666"/>
                <a:gd name="connsiteY0-442" fmla="*/ 818480 h 818480"/>
                <a:gd name="connsiteX1-443" fmla="*/ 0 w 506666"/>
                <a:gd name="connsiteY1-444" fmla="*/ 7896 h 818480"/>
                <a:gd name="connsiteX2-445" fmla="*/ 506666 w 506666"/>
                <a:gd name="connsiteY2-446" fmla="*/ 0 h 818480"/>
                <a:gd name="connsiteX3-447" fmla="*/ 331766 w 506666"/>
                <a:gd name="connsiteY3-448" fmla="*/ 803061 h 818480"/>
                <a:gd name="connsiteX4-449" fmla="*/ 135576 w 506666"/>
                <a:gd name="connsiteY4-450" fmla="*/ 818480 h 818480"/>
                <a:gd name="connsiteX0-451" fmla="*/ 135576 w 506666"/>
                <a:gd name="connsiteY0-452" fmla="*/ 818480 h 818480"/>
                <a:gd name="connsiteX1-453" fmla="*/ 0 w 506666"/>
                <a:gd name="connsiteY1-454" fmla="*/ 7896 h 818480"/>
                <a:gd name="connsiteX2-455" fmla="*/ 506666 w 506666"/>
                <a:gd name="connsiteY2-456" fmla="*/ 0 h 818480"/>
                <a:gd name="connsiteX3-457" fmla="*/ 331766 w 506666"/>
                <a:gd name="connsiteY3-458" fmla="*/ 803061 h 818480"/>
                <a:gd name="connsiteX4-459" fmla="*/ 135576 w 506666"/>
                <a:gd name="connsiteY4-460" fmla="*/ 818480 h 818480"/>
                <a:gd name="connsiteX0-461" fmla="*/ 45472 w 559302"/>
                <a:gd name="connsiteY0-462" fmla="*/ 807500 h 807500"/>
                <a:gd name="connsiteX1-463" fmla="*/ 52636 w 559302"/>
                <a:gd name="connsiteY1-464" fmla="*/ 7896 h 807500"/>
                <a:gd name="connsiteX2-465" fmla="*/ 559302 w 559302"/>
                <a:gd name="connsiteY2-466" fmla="*/ 0 h 807500"/>
                <a:gd name="connsiteX3-467" fmla="*/ 384402 w 559302"/>
                <a:gd name="connsiteY3-468" fmla="*/ 803061 h 807500"/>
                <a:gd name="connsiteX4-469" fmla="*/ 45472 w 559302"/>
                <a:gd name="connsiteY4-470" fmla="*/ 807500 h 807500"/>
                <a:gd name="connsiteX0-471" fmla="*/ 21974 w 535804"/>
                <a:gd name="connsiteY0-472" fmla="*/ 807500 h 807500"/>
                <a:gd name="connsiteX1-473" fmla="*/ 29138 w 535804"/>
                <a:gd name="connsiteY1-474" fmla="*/ 7896 h 807500"/>
                <a:gd name="connsiteX2-475" fmla="*/ 535804 w 535804"/>
                <a:gd name="connsiteY2-476" fmla="*/ 0 h 807500"/>
                <a:gd name="connsiteX3-477" fmla="*/ 360904 w 535804"/>
                <a:gd name="connsiteY3-478" fmla="*/ 803061 h 807500"/>
                <a:gd name="connsiteX4-479" fmla="*/ 21974 w 535804"/>
                <a:gd name="connsiteY4-480" fmla="*/ 807500 h 807500"/>
                <a:gd name="connsiteX0-481" fmla="*/ 128256 w 506666"/>
                <a:gd name="connsiteY0-482" fmla="*/ 829461 h 829461"/>
                <a:gd name="connsiteX1-483" fmla="*/ 0 w 506666"/>
                <a:gd name="connsiteY1-484" fmla="*/ 7896 h 829461"/>
                <a:gd name="connsiteX2-485" fmla="*/ 506666 w 506666"/>
                <a:gd name="connsiteY2-486" fmla="*/ 0 h 829461"/>
                <a:gd name="connsiteX3-487" fmla="*/ 331766 w 506666"/>
                <a:gd name="connsiteY3-488" fmla="*/ 803061 h 829461"/>
                <a:gd name="connsiteX4-489" fmla="*/ 128256 w 506666"/>
                <a:gd name="connsiteY4-490" fmla="*/ 829461 h 829461"/>
                <a:gd name="connsiteX0-491" fmla="*/ 128256 w 506666"/>
                <a:gd name="connsiteY0-492" fmla="*/ 829461 h 829461"/>
                <a:gd name="connsiteX1-493" fmla="*/ 0 w 506666"/>
                <a:gd name="connsiteY1-494" fmla="*/ 7896 h 829461"/>
                <a:gd name="connsiteX2-495" fmla="*/ 506666 w 506666"/>
                <a:gd name="connsiteY2-496" fmla="*/ 0 h 829461"/>
                <a:gd name="connsiteX3-497" fmla="*/ 331766 w 506666"/>
                <a:gd name="connsiteY3-498" fmla="*/ 803061 h 829461"/>
                <a:gd name="connsiteX4-499" fmla="*/ 128256 w 506666"/>
                <a:gd name="connsiteY4-500" fmla="*/ 829461 h 829461"/>
                <a:gd name="connsiteX0-501" fmla="*/ 128256 w 506666"/>
                <a:gd name="connsiteY0-502" fmla="*/ 829461 h 829461"/>
                <a:gd name="connsiteX1-503" fmla="*/ 0 w 506666"/>
                <a:gd name="connsiteY1-504" fmla="*/ 7896 h 829461"/>
                <a:gd name="connsiteX2-505" fmla="*/ 506666 w 506666"/>
                <a:gd name="connsiteY2-506" fmla="*/ 0 h 829461"/>
                <a:gd name="connsiteX3-507" fmla="*/ 331766 w 506666"/>
                <a:gd name="connsiteY3-508" fmla="*/ 803061 h 829461"/>
                <a:gd name="connsiteX4-509" fmla="*/ 128256 w 506666"/>
                <a:gd name="connsiteY4-510" fmla="*/ 829461 h 829461"/>
                <a:gd name="connsiteX0-511" fmla="*/ 128256 w 506666"/>
                <a:gd name="connsiteY0-512" fmla="*/ 829461 h 830473"/>
                <a:gd name="connsiteX1-513" fmla="*/ 0 w 506666"/>
                <a:gd name="connsiteY1-514" fmla="*/ 7896 h 830473"/>
                <a:gd name="connsiteX2-515" fmla="*/ 506666 w 506666"/>
                <a:gd name="connsiteY2-516" fmla="*/ 0 h 830473"/>
                <a:gd name="connsiteX3-517" fmla="*/ 331766 w 506666"/>
                <a:gd name="connsiteY3-518" fmla="*/ 828681 h 830473"/>
                <a:gd name="connsiteX4-519" fmla="*/ 128256 w 506666"/>
                <a:gd name="connsiteY4-520" fmla="*/ 829461 h 830473"/>
                <a:gd name="connsiteX0-521" fmla="*/ 128256 w 506666"/>
                <a:gd name="connsiteY0-522" fmla="*/ 829461 h 830473"/>
                <a:gd name="connsiteX1-523" fmla="*/ 0 w 506666"/>
                <a:gd name="connsiteY1-524" fmla="*/ 7896 h 830473"/>
                <a:gd name="connsiteX2-525" fmla="*/ 506666 w 506666"/>
                <a:gd name="connsiteY2-526" fmla="*/ 0 h 830473"/>
                <a:gd name="connsiteX3-527" fmla="*/ 331766 w 506666"/>
                <a:gd name="connsiteY3-528" fmla="*/ 828681 h 830473"/>
                <a:gd name="connsiteX4-529" fmla="*/ 128256 w 506666"/>
                <a:gd name="connsiteY4-530" fmla="*/ 829461 h 830473"/>
                <a:gd name="connsiteX0-531" fmla="*/ 128256 w 506666"/>
                <a:gd name="connsiteY0-532" fmla="*/ 821565 h 822577"/>
                <a:gd name="connsiteX1-533" fmla="*/ 0 w 506666"/>
                <a:gd name="connsiteY1-534" fmla="*/ 0 h 822577"/>
                <a:gd name="connsiteX2-535" fmla="*/ 506666 w 506666"/>
                <a:gd name="connsiteY2-536" fmla="*/ 255115 h 822577"/>
                <a:gd name="connsiteX3-537" fmla="*/ 331766 w 506666"/>
                <a:gd name="connsiteY3-538" fmla="*/ 820785 h 822577"/>
                <a:gd name="connsiteX4-539" fmla="*/ 128256 w 506666"/>
                <a:gd name="connsiteY4-540" fmla="*/ 821565 h 822577"/>
                <a:gd name="connsiteX0-541" fmla="*/ 128256 w 506666"/>
                <a:gd name="connsiteY0-542" fmla="*/ 821565 h 822577"/>
                <a:gd name="connsiteX1-543" fmla="*/ 0 w 506666"/>
                <a:gd name="connsiteY1-544" fmla="*/ 0 h 822577"/>
                <a:gd name="connsiteX2-545" fmla="*/ 506666 w 506666"/>
                <a:gd name="connsiteY2-546" fmla="*/ 255115 h 822577"/>
                <a:gd name="connsiteX3-547" fmla="*/ 331766 w 506666"/>
                <a:gd name="connsiteY3-548" fmla="*/ 820785 h 822577"/>
                <a:gd name="connsiteX4-549" fmla="*/ 128256 w 506666"/>
                <a:gd name="connsiteY4-550" fmla="*/ 821565 h 822577"/>
                <a:gd name="connsiteX0-551" fmla="*/ 128256 w 506666"/>
                <a:gd name="connsiteY0-552" fmla="*/ 821565 h 822577"/>
                <a:gd name="connsiteX1-553" fmla="*/ 0 w 506666"/>
                <a:gd name="connsiteY1-554" fmla="*/ 0 h 822577"/>
                <a:gd name="connsiteX2-555" fmla="*/ 506666 w 506666"/>
                <a:gd name="connsiteY2-556" fmla="*/ 255115 h 822577"/>
                <a:gd name="connsiteX3-557" fmla="*/ 331766 w 506666"/>
                <a:gd name="connsiteY3-558" fmla="*/ 820785 h 822577"/>
                <a:gd name="connsiteX4-559" fmla="*/ 128256 w 506666"/>
                <a:gd name="connsiteY4-560" fmla="*/ 821565 h 822577"/>
                <a:gd name="connsiteX0-561" fmla="*/ 135770 w 514180"/>
                <a:gd name="connsiteY0-562" fmla="*/ 577341 h 578353"/>
                <a:gd name="connsiteX1-563" fmla="*/ 0 w 514180"/>
                <a:gd name="connsiteY1-564" fmla="*/ 0 h 578353"/>
                <a:gd name="connsiteX2-565" fmla="*/ 514180 w 514180"/>
                <a:gd name="connsiteY2-566" fmla="*/ 10891 h 578353"/>
                <a:gd name="connsiteX3-567" fmla="*/ 339280 w 514180"/>
                <a:gd name="connsiteY3-568" fmla="*/ 576561 h 578353"/>
                <a:gd name="connsiteX4-569" fmla="*/ 135770 w 514180"/>
                <a:gd name="connsiteY4-570" fmla="*/ 577341 h 578353"/>
                <a:gd name="connsiteX0-571" fmla="*/ 135770 w 514180"/>
                <a:gd name="connsiteY0-572" fmla="*/ 577341 h 578353"/>
                <a:gd name="connsiteX1-573" fmla="*/ 0 w 514180"/>
                <a:gd name="connsiteY1-574" fmla="*/ 0 h 578353"/>
                <a:gd name="connsiteX2-575" fmla="*/ 514180 w 514180"/>
                <a:gd name="connsiteY2-576" fmla="*/ 10891 h 578353"/>
                <a:gd name="connsiteX3-577" fmla="*/ 339280 w 514180"/>
                <a:gd name="connsiteY3-578" fmla="*/ 576561 h 578353"/>
                <a:gd name="connsiteX4-579" fmla="*/ 135770 w 514180"/>
                <a:gd name="connsiteY4-580" fmla="*/ 577341 h 578353"/>
                <a:gd name="connsiteX0-581" fmla="*/ 135770 w 514180"/>
                <a:gd name="connsiteY0-582" fmla="*/ 577341 h 578353"/>
                <a:gd name="connsiteX1-583" fmla="*/ 0 w 514180"/>
                <a:gd name="connsiteY1-584" fmla="*/ 0 h 578353"/>
                <a:gd name="connsiteX2-585" fmla="*/ 514180 w 514180"/>
                <a:gd name="connsiteY2-586" fmla="*/ 10891 h 578353"/>
                <a:gd name="connsiteX3-587" fmla="*/ 339280 w 514180"/>
                <a:gd name="connsiteY3-588" fmla="*/ 576561 h 578353"/>
                <a:gd name="connsiteX4-589" fmla="*/ 135770 w 514180"/>
                <a:gd name="connsiteY4-590" fmla="*/ 577341 h 578353"/>
                <a:gd name="connsiteX0-591" fmla="*/ 135770 w 514180"/>
                <a:gd name="connsiteY0-592" fmla="*/ 577341 h 577341"/>
                <a:gd name="connsiteX1-593" fmla="*/ 0 w 514180"/>
                <a:gd name="connsiteY1-594" fmla="*/ 0 h 577341"/>
                <a:gd name="connsiteX2-595" fmla="*/ 514180 w 514180"/>
                <a:gd name="connsiteY2-596" fmla="*/ 10891 h 577341"/>
                <a:gd name="connsiteX3-597" fmla="*/ 404259 w 514180"/>
                <a:gd name="connsiteY3-598" fmla="*/ 386400 h 577341"/>
                <a:gd name="connsiteX4-599" fmla="*/ 135770 w 514180"/>
                <a:gd name="connsiteY4-600" fmla="*/ 577341 h 577341"/>
                <a:gd name="connsiteX0-601" fmla="*/ 100781 w 514180"/>
                <a:gd name="connsiteY0-602" fmla="*/ 432218 h 432218"/>
                <a:gd name="connsiteX1-603" fmla="*/ 0 w 514180"/>
                <a:gd name="connsiteY1-604" fmla="*/ 0 h 432218"/>
                <a:gd name="connsiteX2-605" fmla="*/ 514180 w 514180"/>
                <a:gd name="connsiteY2-606" fmla="*/ 10891 h 432218"/>
                <a:gd name="connsiteX3-607" fmla="*/ 404259 w 514180"/>
                <a:gd name="connsiteY3-608" fmla="*/ 386400 h 432218"/>
                <a:gd name="connsiteX4-609" fmla="*/ 100781 w 514180"/>
                <a:gd name="connsiteY4-610" fmla="*/ 432218 h 432218"/>
                <a:gd name="connsiteX0-611" fmla="*/ 100781 w 514180"/>
                <a:gd name="connsiteY0-612" fmla="*/ 432218 h 432218"/>
                <a:gd name="connsiteX1-613" fmla="*/ 0 w 514180"/>
                <a:gd name="connsiteY1-614" fmla="*/ 0 h 432218"/>
                <a:gd name="connsiteX2-615" fmla="*/ 514180 w 514180"/>
                <a:gd name="connsiteY2-616" fmla="*/ 10891 h 432218"/>
                <a:gd name="connsiteX3-617" fmla="*/ 404259 w 514180"/>
                <a:gd name="connsiteY3-618" fmla="*/ 386400 h 432218"/>
                <a:gd name="connsiteX4-619" fmla="*/ 100781 w 514180"/>
                <a:gd name="connsiteY4-620" fmla="*/ 432218 h 432218"/>
                <a:gd name="connsiteX0-621" fmla="*/ 100781 w 514180"/>
                <a:gd name="connsiteY0-622" fmla="*/ 402193 h 402193"/>
                <a:gd name="connsiteX1-623" fmla="*/ 0 w 514180"/>
                <a:gd name="connsiteY1-624" fmla="*/ 0 h 402193"/>
                <a:gd name="connsiteX2-625" fmla="*/ 514180 w 514180"/>
                <a:gd name="connsiteY2-626" fmla="*/ 10891 h 402193"/>
                <a:gd name="connsiteX3-627" fmla="*/ 404259 w 514180"/>
                <a:gd name="connsiteY3-628" fmla="*/ 386400 h 402193"/>
                <a:gd name="connsiteX4-629" fmla="*/ 100781 w 514180"/>
                <a:gd name="connsiteY4-630" fmla="*/ 402193 h 40219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5" name="Freeform 274"/>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621064"/>
                <a:gd name="connsiteY0-372" fmla="*/ 973305 h 973305"/>
                <a:gd name="connsiteX1-373" fmla="*/ 0 w 621064"/>
                <a:gd name="connsiteY1-374" fmla="*/ 11688 h 973305"/>
                <a:gd name="connsiteX2-375" fmla="*/ 499610 w 621064"/>
                <a:gd name="connsiteY2-376" fmla="*/ 0 h 973305"/>
                <a:gd name="connsiteX3-377" fmla="*/ 558839 w 621064"/>
                <a:gd name="connsiteY3-378" fmla="*/ 754682 h 973305"/>
                <a:gd name="connsiteX4-379" fmla="*/ 197928 w 621064"/>
                <a:gd name="connsiteY4-380" fmla="*/ 973305 h 973305"/>
                <a:gd name="connsiteX0-381" fmla="*/ 197928 w 558839"/>
                <a:gd name="connsiteY0-382" fmla="*/ 973305 h 973305"/>
                <a:gd name="connsiteX1-383" fmla="*/ 0 w 558839"/>
                <a:gd name="connsiteY1-384" fmla="*/ 11688 h 973305"/>
                <a:gd name="connsiteX2-385" fmla="*/ 499610 w 558839"/>
                <a:gd name="connsiteY2-386" fmla="*/ 0 h 973305"/>
                <a:gd name="connsiteX3-387" fmla="*/ 558839 w 558839"/>
                <a:gd name="connsiteY3-388" fmla="*/ 754682 h 973305"/>
                <a:gd name="connsiteX4-389" fmla="*/ 197928 w 558839"/>
                <a:gd name="connsiteY4-390" fmla="*/ 973305 h 973305"/>
                <a:gd name="connsiteX0-391" fmla="*/ 197928 w 558839"/>
                <a:gd name="connsiteY0-392" fmla="*/ 973305 h 973305"/>
                <a:gd name="connsiteX1-393" fmla="*/ 0 w 558839"/>
                <a:gd name="connsiteY1-394" fmla="*/ 11688 h 973305"/>
                <a:gd name="connsiteX2-395" fmla="*/ 499610 w 558839"/>
                <a:gd name="connsiteY2-396" fmla="*/ 0 h 973305"/>
                <a:gd name="connsiteX3-397" fmla="*/ 558839 w 558839"/>
                <a:gd name="connsiteY3-398" fmla="*/ 754682 h 973305"/>
                <a:gd name="connsiteX4-399" fmla="*/ 197928 w 558839"/>
                <a:gd name="connsiteY4-400" fmla="*/ 973305 h 973305"/>
                <a:gd name="connsiteX0-401" fmla="*/ 370213 w 558839"/>
                <a:gd name="connsiteY0-402" fmla="*/ 796102 h 796102"/>
                <a:gd name="connsiteX1-403" fmla="*/ 0 w 558839"/>
                <a:gd name="connsiteY1-404" fmla="*/ 11688 h 796102"/>
                <a:gd name="connsiteX2-405" fmla="*/ 499610 w 558839"/>
                <a:gd name="connsiteY2-406" fmla="*/ 0 h 796102"/>
                <a:gd name="connsiteX3-407" fmla="*/ 558839 w 558839"/>
                <a:gd name="connsiteY3-408" fmla="*/ 754682 h 796102"/>
                <a:gd name="connsiteX4-409" fmla="*/ 370213 w 558839"/>
                <a:gd name="connsiteY4-410" fmla="*/ 796102 h 796102"/>
                <a:gd name="connsiteX0-411" fmla="*/ 370213 w 558839"/>
                <a:gd name="connsiteY0-412" fmla="*/ 796102 h 796102"/>
                <a:gd name="connsiteX1-413" fmla="*/ 0 w 558839"/>
                <a:gd name="connsiteY1-414" fmla="*/ 11688 h 796102"/>
                <a:gd name="connsiteX2-415" fmla="*/ 499610 w 558839"/>
                <a:gd name="connsiteY2-416" fmla="*/ 0 h 796102"/>
                <a:gd name="connsiteX3-417" fmla="*/ 558839 w 558839"/>
                <a:gd name="connsiteY3-418" fmla="*/ 754682 h 796102"/>
                <a:gd name="connsiteX4-419" fmla="*/ 370213 w 558839"/>
                <a:gd name="connsiteY4-420" fmla="*/ 796102 h 796102"/>
                <a:gd name="connsiteX0-421" fmla="*/ 370213 w 558839"/>
                <a:gd name="connsiteY0-422" fmla="*/ 796102 h 796102"/>
                <a:gd name="connsiteX1-423" fmla="*/ 0 w 558839"/>
                <a:gd name="connsiteY1-424" fmla="*/ 11688 h 796102"/>
                <a:gd name="connsiteX2-425" fmla="*/ 499610 w 558839"/>
                <a:gd name="connsiteY2-426" fmla="*/ 0 h 796102"/>
                <a:gd name="connsiteX3-427" fmla="*/ 558839 w 558839"/>
                <a:gd name="connsiteY3-428" fmla="*/ 754682 h 796102"/>
                <a:gd name="connsiteX4-429" fmla="*/ 370213 w 558839"/>
                <a:gd name="connsiteY4-430" fmla="*/ 796102 h 796102"/>
                <a:gd name="connsiteX0-431" fmla="*/ 370213 w 558839"/>
                <a:gd name="connsiteY0-432" fmla="*/ 1315828 h 1315828"/>
                <a:gd name="connsiteX1-433" fmla="*/ 0 w 558839"/>
                <a:gd name="connsiteY1-434" fmla="*/ 531414 h 1315828"/>
                <a:gd name="connsiteX2-435" fmla="*/ 506930 w 558839"/>
                <a:gd name="connsiteY2-436" fmla="*/ 0 h 1315828"/>
                <a:gd name="connsiteX3-437" fmla="*/ 558839 w 558839"/>
                <a:gd name="connsiteY3-438" fmla="*/ 1274408 h 1315828"/>
                <a:gd name="connsiteX4-439" fmla="*/ 370213 w 558839"/>
                <a:gd name="connsiteY4-440" fmla="*/ 1315828 h 1315828"/>
                <a:gd name="connsiteX0-441" fmla="*/ 384853 w 573479"/>
                <a:gd name="connsiteY0-442" fmla="*/ 1326654 h 1326654"/>
                <a:gd name="connsiteX1-443" fmla="*/ 0 w 573479"/>
                <a:gd name="connsiteY1-444" fmla="*/ 554 h 1326654"/>
                <a:gd name="connsiteX2-445" fmla="*/ 521570 w 573479"/>
                <a:gd name="connsiteY2-446" fmla="*/ 10826 h 1326654"/>
                <a:gd name="connsiteX3-447" fmla="*/ 573479 w 573479"/>
                <a:gd name="connsiteY3-448" fmla="*/ 1285234 h 1326654"/>
                <a:gd name="connsiteX4-449" fmla="*/ 384853 w 573479"/>
                <a:gd name="connsiteY4-450" fmla="*/ 1326654 h 1326654"/>
                <a:gd name="connsiteX0-451" fmla="*/ 384853 w 573479"/>
                <a:gd name="connsiteY0-452" fmla="*/ 1326654 h 1326654"/>
                <a:gd name="connsiteX1-453" fmla="*/ 0 w 573479"/>
                <a:gd name="connsiteY1-454" fmla="*/ 554 h 1326654"/>
                <a:gd name="connsiteX2-455" fmla="*/ 521570 w 573479"/>
                <a:gd name="connsiteY2-456" fmla="*/ 10826 h 1326654"/>
                <a:gd name="connsiteX3-457" fmla="*/ 573479 w 573479"/>
                <a:gd name="connsiteY3-458" fmla="*/ 1285234 h 1326654"/>
                <a:gd name="connsiteX4-459" fmla="*/ 384853 w 573479"/>
                <a:gd name="connsiteY4-460" fmla="*/ 1326654 h 1326654"/>
                <a:gd name="connsiteX0-461" fmla="*/ 384853 w 573479"/>
                <a:gd name="connsiteY0-462" fmla="*/ 1326654 h 1326654"/>
                <a:gd name="connsiteX1-463" fmla="*/ 0 w 573479"/>
                <a:gd name="connsiteY1-464" fmla="*/ 554 h 1326654"/>
                <a:gd name="connsiteX2-465" fmla="*/ 521570 w 573479"/>
                <a:gd name="connsiteY2-466" fmla="*/ 10826 h 1326654"/>
                <a:gd name="connsiteX3-467" fmla="*/ 573479 w 573479"/>
                <a:gd name="connsiteY3-468" fmla="*/ 1285234 h 1326654"/>
                <a:gd name="connsiteX4-469" fmla="*/ 384853 w 573479"/>
                <a:gd name="connsiteY4-470" fmla="*/ 1326654 h 1326654"/>
                <a:gd name="connsiteX0-471" fmla="*/ 384853 w 573479"/>
                <a:gd name="connsiteY0-472" fmla="*/ 1326654 h 1326654"/>
                <a:gd name="connsiteX1-473" fmla="*/ 0 w 573479"/>
                <a:gd name="connsiteY1-474" fmla="*/ 554 h 1326654"/>
                <a:gd name="connsiteX2-475" fmla="*/ 521570 w 573479"/>
                <a:gd name="connsiteY2-476" fmla="*/ 10826 h 1326654"/>
                <a:gd name="connsiteX3-477" fmla="*/ 573479 w 573479"/>
                <a:gd name="connsiteY3-478" fmla="*/ 1285234 h 1326654"/>
                <a:gd name="connsiteX4-479" fmla="*/ 384853 w 573479"/>
                <a:gd name="connsiteY4-480" fmla="*/ 1326654 h 1326654"/>
                <a:gd name="connsiteX0-481" fmla="*/ 384853 w 573479"/>
                <a:gd name="connsiteY0-482" fmla="*/ 1326654 h 1326654"/>
                <a:gd name="connsiteX1-483" fmla="*/ 0 w 573479"/>
                <a:gd name="connsiteY1-484" fmla="*/ 554 h 1326654"/>
                <a:gd name="connsiteX2-485" fmla="*/ 521570 w 573479"/>
                <a:gd name="connsiteY2-486" fmla="*/ 10826 h 1326654"/>
                <a:gd name="connsiteX3-487" fmla="*/ 573479 w 573479"/>
                <a:gd name="connsiteY3-488" fmla="*/ 1285234 h 1326654"/>
                <a:gd name="connsiteX4-489" fmla="*/ 384853 w 573479"/>
                <a:gd name="connsiteY4-490" fmla="*/ 1326654 h 1326654"/>
                <a:gd name="connsiteX0-491" fmla="*/ 384853 w 573479"/>
                <a:gd name="connsiteY0-492" fmla="*/ 1326654 h 1326654"/>
                <a:gd name="connsiteX1-493" fmla="*/ 0 w 573479"/>
                <a:gd name="connsiteY1-494" fmla="*/ 554 h 1326654"/>
                <a:gd name="connsiteX2-495" fmla="*/ 521570 w 573479"/>
                <a:gd name="connsiteY2-496" fmla="*/ 10826 h 1326654"/>
                <a:gd name="connsiteX3-497" fmla="*/ 573479 w 573479"/>
                <a:gd name="connsiteY3-498" fmla="*/ 1285234 h 1326654"/>
                <a:gd name="connsiteX4-499" fmla="*/ 384853 w 573479"/>
                <a:gd name="connsiteY4-500" fmla="*/ 1326654 h 1326654"/>
                <a:gd name="connsiteX0-501" fmla="*/ 384853 w 588119"/>
                <a:gd name="connsiteY0-502" fmla="*/ 1326654 h 1326654"/>
                <a:gd name="connsiteX1-503" fmla="*/ 0 w 588119"/>
                <a:gd name="connsiteY1-504" fmla="*/ 554 h 1326654"/>
                <a:gd name="connsiteX2-505" fmla="*/ 521570 w 588119"/>
                <a:gd name="connsiteY2-506" fmla="*/ 10826 h 1326654"/>
                <a:gd name="connsiteX3-507" fmla="*/ 588119 w 588119"/>
                <a:gd name="connsiteY3-508" fmla="*/ 1321835 h 1326654"/>
                <a:gd name="connsiteX4-509" fmla="*/ 384853 w 588119"/>
                <a:gd name="connsiteY4-510" fmla="*/ 1326654 h 1326654"/>
                <a:gd name="connsiteX0-511" fmla="*/ 384853 w 588119"/>
                <a:gd name="connsiteY0-512" fmla="*/ 1326654 h 1326654"/>
                <a:gd name="connsiteX1-513" fmla="*/ 0 w 588119"/>
                <a:gd name="connsiteY1-514" fmla="*/ 554 h 1326654"/>
                <a:gd name="connsiteX2-515" fmla="*/ 521570 w 588119"/>
                <a:gd name="connsiteY2-516" fmla="*/ 10826 h 1326654"/>
                <a:gd name="connsiteX3-517" fmla="*/ 588119 w 588119"/>
                <a:gd name="connsiteY3-518" fmla="*/ 1321835 h 1326654"/>
                <a:gd name="connsiteX4-519" fmla="*/ 384853 w 588119"/>
                <a:gd name="connsiteY4-520" fmla="*/ 1326654 h 1326654"/>
                <a:gd name="connsiteX0-521" fmla="*/ 384853 w 588119"/>
                <a:gd name="connsiteY0-522" fmla="*/ 1326148 h 1326148"/>
                <a:gd name="connsiteX1-523" fmla="*/ 0 w 588119"/>
                <a:gd name="connsiteY1-524" fmla="*/ 48 h 1326148"/>
                <a:gd name="connsiteX2-525" fmla="*/ 521570 w 588119"/>
                <a:gd name="connsiteY2-526" fmla="*/ 228243 h 1326148"/>
                <a:gd name="connsiteX3-527" fmla="*/ 588119 w 588119"/>
                <a:gd name="connsiteY3-528" fmla="*/ 1321329 h 1326148"/>
                <a:gd name="connsiteX4-529" fmla="*/ 384853 w 588119"/>
                <a:gd name="connsiteY4-530" fmla="*/ 1326148 h 1326148"/>
                <a:gd name="connsiteX0-531" fmla="*/ 384853 w 588119"/>
                <a:gd name="connsiteY0-532" fmla="*/ 1326148 h 1326148"/>
                <a:gd name="connsiteX1-533" fmla="*/ 0 w 588119"/>
                <a:gd name="connsiteY1-534" fmla="*/ 48 h 1326148"/>
                <a:gd name="connsiteX2-535" fmla="*/ 521570 w 588119"/>
                <a:gd name="connsiteY2-536" fmla="*/ 228243 h 1326148"/>
                <a:gd name="connsiteX3-537" fmla="*/ 588119 w 588119"/>
                <a:gd name="connsiteY3-538" fmla="*/ 1321329 h 1326148"/>
                <a:gd name="connsiteX4-539" fmla="*/ 384853 w 588119"/>
                <a:gd name="connsiteY4-540" fmla="*/ 1326148 h 1326148"/>
                <a:gd name="connsiteX0-541" fmla="*/ 384853 w 588119"/>
                <a:gd name="connsiteY0-542" fmla="*/ 1326148 h 1326148"/>
                <a:gd name="connsiteX1-543" fmla="*/ 0 w 588119"/>
                <a:gd name="connsiteY1-544" fmla="*/ 48 h 1326148"/>
                <a:gd name="connsiteX2-545" fmla="*/ 521570 w 588119"/>
                <a:gd name="connsiteY2-546" fmla="*/ 228243 h 1326148"/>
                <a:gd name="connsiteX3-547" fmla="*/ 588119 w 588119"/>
                <a:gd name="connsiteY3-548" fmla="*/ 1321329 h 1326148"/>
                <a:gd name="connsiteX4-549" fmla="*/ 384853 w 588119"/>
                <a:gd name="connsiteY4-550" fmla="*/ 1326148 h 1326148"/>
                <a:gd name="connsiteX0-551" fmla="*/ 366066 w 569332"/>
                <a:gd name="connsiteY0-552" fmla="*/ 1097905 h 1097905"/>
                <a:gd name="connsiteX1-553" fmla="*/ 0 w 569332"/>
                <a:gd name="connsiteY1-554" fmla="*/ 4757 h 1097905"/>
                <a:gd name="connsiteX2-555" fmla="*/ 502783 w 569332"/>
                <a:gd name="connsiteY2-556" fmla="*/ 0 h 1097905"/>
                <a:gd name="connsiteX3-557" fmla="*/ 569332 w 569332"/>
                <a:gd name="connsiteY3-558" fmla="*/ 1093086 h 1097905"/>
                <a:gd name="connsiteX4-559" fmla="*/ 366066 w 569332"/>
                <a:gd name="connsiteY4-560" fmla="*/ 1097905 h 1097905"/>
                <a:gd name="connsiteX0-561" fmla="*/ 366066 w 569332"/>
                <a:gd name="connsiteY0-562" fmla="*/ 1097905 h 1097905"/>
                <a:gd name="connsiteX1-563" fmla="*/ 0 w 569332"/>
                <a:gd name="connsiteY1-564" fmla="*/ 4757 h 1097905"/>
                <a:gd name="connsiteX2-565" fmla="*/ 502783 w 569332"/>
                <a:gd name="connsiteY2-566" fmla="*/ 0 h 1097905"/>
                <a:gd name="connsiteX3-567" fmla="*/ 569332 w 569332"/>
                <a:gd name="connsiteY3-568" fmla="*/ 1093086 h 1097905"/>
                <a:gd name="connsiteX4-569" fmla="*/ 366066 w 569332"/>
                <a:gd name="connsiteY4-570" fmla="*/ 1097905 h 1097905"/>
                <a:gd name="connsiteX0-571" fmla="*/ 366066 w 569332"/>
                <a:gd name="connsiteY0-572" fmla="*/ 1097905 h 1097905"/>
                <a:gd name="connsiteX1-573" fmla="*/ 0 w 569332"/>
                <a:gd name="connsiteY1-574" fmla="*/ 4757 h 1097905"/>
                <a:gd name="connsiteX2-575" fmla="*/ 502783 w 569332"/>
                <a:gd name="connsiteY2-576" fmla="*/ 0 h 1097905"/>
                <a:gd name="connsiteX3-577" fmla="*/ 569332 w 569332"/>
                <a:gd name="connsiteY3-578" fmla="*/ 1093086 h 1097905"/>
                <a:gd name="connsiteX4-579" fmla="*/ 366066 w 569332"/>
                <a:gd name="connsiteY4-580" fmla="*/ 1097905 h 1097905"/>
                <a:gd name="connsiteX0-581" fmla="*/ 366066 w 594113"/>
                <a:gd name="connsiteY0-582" fmla="*/ 1097905 h 1179971"/>
                <a:gd name="connsiteX1-583" fmla="*/ 0 w 594113"/>
                <a:gd name="connsiteY1-584" fmla="*/ 4757 h 1179971"/>
                <a:gd name="connsiteX2-585" fmla="*/ 502783 w 594113"/>
                <a:gd name="connsiteY2-586" fmla="*/ 0 h 1179971"/>
                <a:gd name="connsiteX3-587" fmla="*/ 594113 w 594113"/>
                <a:gd name="connsiteY3-588" fmla="*/ 1179818 h 1179971"/>
                <a:gd name="connsiteX4-589" fmla="*/ 366066 w 594113"/>
                <a:gd name="connsiteY4-590" fmla="*/ 1097905 h 1179971"/>
                <a:gd name="connsiteX0-591" fmla="*/ 403236 w 594113"/>
                <a:gd name="connsiteY0-592" fmla="*/ 1215612 h 1215612"/>
                <a:gd name="connsiteX1-593" fmla="*/ 0 w 594113"/>
                <a:gd name="connsiteY1-594" fmla="*/ 4757 h 1215612"/>
                <a:gd name="connsiteX2-595" fmla="*/ 502783 w 594113"/>
                <a:gd name="connsiteY2-596" fmla="*/ 0 h 1215612"/>
                <a:gd name="connsiteX3-597" fmla="*/ 594113 w 594113"/>
                <a:gd name="connsiteY3-598" fmla="*/ 1179818 h 1215612"/>
                <a:gd name="connsiteX4-599" fmla="*/ 403236 w 594113"/>
                <a:gd name="connsiteY4-600" fmla="*/ 1215612 h 1215612"/>
                <a:gd name="connsiteX0-601" fmla="*/ 403236 w 574100"/>
                <a:gd name="connsiteY0-602" fmla="*/ 1215612 h 1215612"/>
                <a:gd name="connsiteX1-603" fmla="*/ 0 w 574100"/>
                <a:gd name="connsiteY1-604" fmla="*/ 4757 h 1215612"/>
                <a:gd name="connsiteX2-605" fmla="*/ 502783 w 574100"/>
                <a:gd name="connsiteY2-606" fmla="*/ 0 h 1215612"/>
                <a:gd name="connsiteX3-607" fmla="*/ 574100 w 574100"/>
                <a:gd name="connsiteY3-608" fmla="*/ 1014877 h 1215612"/>
                <a:gd name="connsiteX4-609" fmla="*/ 403236 w 574100"/>
                <a:gd name="connsiteY4-610" fmla="*/ 1215612 h 1215612"/>
                <a:gd name="connsiteX0-611" fmla="*/ 333190 w 574100"/>
                <a:gd name="connsiteY0-612" fmla="*/ 985695 h 1015244"/>
                <a:gd name="connsiteX1-613" fmla="*/ 0 w 574100"/>
                <a:gd name="connsiteY1-614" fmla="*/ 4757 h 1015244"/>
                <a:gd name="connsiteX2-615" fmla="*/ 502783 w 574100"/>
                <a:gd name="connsiteY2-616" fmla="*/ 0 h 1015244"/>
                <a:gd name="connsiteX3-617" fmla="*/ 574100 w 574100"/>
                <a:gd name="connsiteY3-618" fmla="*/ 1014877 h 1015244"/>
                <a:gd name="connsiteX4-619" fmla="*/ 333190 w 574100"/>
                <a:gd name="connsiteY4-620" fmla="*/ 985695 h 101524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nvGrpSpPr>
            <p:cNvPr id="48277"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8" y="3957548"/>
                <a:ext cx="1027113" cy="611095"/>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nvGrpSpPr>
              <p:cNvPr id="48371" name="Group 498"/>
              <p:cNvGrpSpPr/>
              <p:nvPr/>
            </p:nvGrpSpPr>
            <p:grpSpPr>
              <a:xfrm>
                <a:off x="1858805" y="5088863"/>
                <a:ext cx="1035373" cy="360972"/>
                <a:chOff x="4128636" y="3606589"/>
                <a:chExt cx="568145" cy="338667"/>
              </a:xfrm>
            </p:grpSpPr>
            <p:sp>
              <p:nvSpPr>
                <p:cNvPr id="515" name="Oval 514"/>
                <p:cNvSpPr/>
                <p:nvPr/>
              </p:nvSpPr>
              <p:spPr>
                <a:xfrm>
                  <a:off x="4129067" y="3720144"/>
                  <a:ext cx="567968" cy="224867"/>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6" name="Rectangle 515"/>
                <p:cNvSpPr/>
                <p:nvPr/>
              </p:nvSpPr>
              <p:spPr>
                <a:xfrm>
                  <a:off x="4129067" y="3720144"/>
                  <a:ext cx="567968" cy="111689"/>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7" name="Oval 516"/>
                <p:cNvSpPr/>
                <p:nvPr/>
              </p:nvSpPr>
              <p:spPr>
                <a:xfrm>
                  <a:off x="4129067" y="3606966"/>
                  <a:ext cx="567968" cy="224867"/>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18" name="Straight Connector 517"/>
                <p:cNvCxnSpPr/>
                <p:nvPr/>
              </p:nvCxnSpPr>
              <p:spPr>
                <a:xfrm>
                  <a:off x="4697035" y="3720144"/>
                  <a:ext cx="0" cy="11168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144"/>
                  <a:ext cx="0" cy="11168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3" y="4705148"/>
                <a:ext cx="1028700" cy="522210"/>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02" name="Straight Connector 501"/>
              <p:cNvCxnSpPr/>
              <p:nvPr/>
            </p:nvCxnSpPr>
            <p:spPr bwMode="auto">
              <a:xfrm>
                <a:off x="1861178" y="3981356"/>
                <a:ext cx="17463" cy="130155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33"/>
                <a:ext cx="6350" cy="126981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375" name="Group 504"/>
              <p:cNvGrpSpPr/>
              <p:nvPr/>
            </p:nvGrpSpPr>
            <p:grpSpPr>
              <a:xfrm>
                <a:off x="1856416" y="3709935"/>
                <a:ext cx="1044712" cy="399063"/>
                <a:chOff x="2183302" y="1574638"/>
                <a:chExt cx="1200154" cy="430218"/>
              </a:xfrm>
            </p:grpSpPr>
            <p:sp>
              <p:nvSpPr>
                <p:cNvPr id="506" name="Oval 505"/>
                <p:cNvSpPr/>
                <p:nvPr/>
              </p:nvSpPr>
              <p:spPr bwMode="auto">
                <a:xfrm flipV="1">
                  <a:off x="2185125" y="1689286"/>
                  <a:ext cx="1196349" cy="314857"/>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07" name="Rectangle 506"/>
                <p:cNvSpPr/>
                <p:nvPr/>
              </p:nvSpPr>
              <p:spPr bwMode="auto">
                <a:xfrm>
                  <a:off x="2183302" y="1735489"/>
                  <a:ext cx="1198172" cy="112938"/>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08" name="Oval 507"/>
                <p:cNvSpPr>
                  <a:spLocks noChangeArrowheads="1"/>
                </p:cNvSpPr>
                <p:nvPr/>
              </p:nvSpPr>
              <p:spPr bwMode="auto">
                <a:xfrm flipV="1">
                  <a:off x="2183302" y="1574638"/>
                  <a:ext cx="1196349" cy="31485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509" name="Freeform 508"/>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0" name="Freeform 509"/>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11" name="Freeform 510"/>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12" name="Freeform 511"/>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513" name="Straight Connector 512"/>
                <p:cNvCxnSpPr>
                  <a:cxnSpLocks noChangeShapeType="1"/>
                  <a:endCxn id="508" idx="2"/>
                </p:cNvCxnSpPr>
                <p:nvPr/>
              </p:nvCxnSpPr>
              <p:spPr bwMode="auto">
                <a:xfrm flipH="1" flipV="1">
                  <a:off x="2183302" y="1732067"/>
                  <a:ext cx="1823" cy="121493"/>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514" name="Straight Connector 513"/>
                <p:cNvCxnSpPr>
                  <a:cxnSpLocks noChangeShapeType="1"/>
                </p:cNvCxnSpPr>
                <p:nvPr/>
              </p:nvCxnSpPr>
              <p:spPr bwMode="auto">
                <a:xfrm flipH="1" flipV="1">
                  <a:off x="3381474" y="1728644"/>
                  <a:ext cx="1824" cy="121493"/>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48278"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50" name="Straight Connector 549"/>
              <p:cNvCxnSpPr/>
              <p:nvPr/>
            </p:nvCxnSpPr>
            <p:spPr bwMode="auto">
              <a:xfrm flipH="1">
                <a:off x="4078916" y="4019450"/>
                <a:ext cx="1587" cy="136504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352" name="Group 552"/>
              <p:cNvGrpSpPr/>
              <p:nvPr/>
            </p:nvGrpSpPr>
            <p:grpSpPr>
              <a:xfrm>
                <a:off x="3571302" y="5310688"/>
                <a:ext cx="507588" cy="221697"/>
                <a:chOff x="4128636" y="3606589"/>
                <a:chExt cx="568145" cy="338667"/>
              </a:xfrm>
            </p:grpSpPr>
            <p:sp>
              <p:nvSpPr>
                <p:cNvPr id="562" name="Oval 561"/>
                <p:cNvSpPr/>
                <p:nvPr/>
              </p:nvSpPr>
              <p:spPr>
                <a:xfrm>
                  <a:off x="4128204" y="3719337"/>
                  <a:ext cx="568606" cy="2255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63" name="Rectangle 562"/>
                <p:cNvSpPr/>
                <p:nvPr/>
              </p:nvSpPr>
              <p:spPr>
                <a:xfrm>
                  <a:off x="4128204" y="3719337"/>
                  <a:ext cx="568606" cy="111537"/>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64" name="Oval 563"/>
                <p:cNvSpPr/>
                <p:nvPr/>
              </p:nvSpPr>
              <p:spPr>
                <a:xfrm>
                  <a:off x="4128204" y="3598101"/>
                  <a:ext cx="568606" cy="232773"/>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65" name="Straight Connector 564"/>
                <p:cNvCxnSpPr/>
                <p:nvPr/>
              </p:nvCxnSpPr>
              <p:spPr>
                <a:xfrm>
                  <a:off x="4696810" y="3719337"/>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337"/>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3" y="4574992"/>
                <a:ext cx="496888" cy="81267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57" name="Straight Connector 556"/>
              <p:cNvCxnSpPr/>
              <p:nvPr/>
            </p:nvCxnSpPr>
            <p:spPr bwMode="auto">
              <a:xfrm flipH="1">
                <a:off x="3566153" y="4027387"/>
                <a:ext cx="3175" cy="145075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355" name="Group 538"/>
              <p:cNvGrpSpPr/>
              <p:nvPr/>
            </p:nvGrpSpPr>
            <p:grpSpPr>
              <a:xfrm>
                <a:off x="3568667" y="3862335"/>
                <a:ext cx="503828" cy="248249"/>
                <a:chOff x="2183302" y="1564542"/>
                <a:chExt cx="1200154" cy="440314"/>
              </a:xfrm>
            </p:grpSpPr>
            <p:sp>
              <p:nvSpPr>
                <p:cNvPr id="540" name="Oval 539"/>
                <p:cNvSpPr/>
                <p:nvPr/>
              </p:nvSpPr>
              <p:spPr bwMode="auto">
                <a:xfrm flipV="1">
                  <a:off x="2188659" y="1691189"/>
                  <a:ext cx="1194966" cy="31249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41" name="Rectangle 540"/>
                <p:cNvSpPr/>
                <p:nvPr/>
              </p:nvSpPr>
              <p:spPr bwMode="auto">
                <a:xfrm>
                  <a:off x="2184877" y="1736233"/>
                  <a:ext cx="1198749" cy="11261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42" name="Oval 541"/>
                <p:cNvSpPr>
                  <a:spLocks noChangeArrowheads="1"/>
                </p:cNvSpPr>
                <p:nvPr/>
              </p:nvSpPr>
              <p:spPr bwMode="auto">
                <a:xfrm flipV="1">
                  <a:off x="2184877" y="1564501"/>
                  <a:ext cx="1194966" cy="31249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543" name="Freeform 542"/>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44" name="Freeform 543"/>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45" name="Freeform 544"/>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46" name="Freeform 545"/>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547" name="Straight Connector 546"/>
                <p:cNvCxnSpPr>
                  <a:cxnSpLocks noChangeShapeType="1"/>
                  <a:endCxn id="542" idx="2"/>
                </p:cNvCxnSpPr>
                <p:nvPr/>
              </p:nvCxnSpPr>
              <p:spPr bwMode="auto">
                <a:xfrm flipH="1" flipV="1">
                  <a:off x="2184877" y="1722158"/>
                  <a:ext cx="3783" cy="121057"/>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548" name="Straight Connector 547"/>
                <p:cNvCxnSpPr>
                  <a:cxnSpLocks noChangeShapeType="1"/>
                </p:cNvCxnSpPr>
                <p:nvPr/>
              </p:nvCxnSpPr>
              <p:spPr bwMode="auto">
                <a:xfrm flipH="1" flipV="1">
                  <a:off x="3379842" y="1727788"/>
                  <a:ext cx="3783" cy="121057"/>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48279"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80" name="Straight Connector 579"/>
              <p:cNvCxnSpPr/>
              <p:nvPr/>
            </p:nvCxnSpPr>
            <p:spPr bwMode="auto">
              <a:xfrm flipH="1">
                <a:off x="4861553" y="4024212"/>
                <a:ext cx="1588" cy="136504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330" name="Group 580"/>
              <p:cNvGrpSpPr/>
              <p:nvPr/>
            </p:nvGrpSpPr>
            <p:grpSpPr>
              <a:xfrm>
                <a:off x="4353939" y="5315451"/>
                <a:ext cx="507588" cy="221697"/>
                <a:chOff x="4128636" y="3606589"/>
                <a:chExt cx="568145" cy="338667"/>
              </a:xfrm>
            </p:grpSpPr>
            <p:sp>
              <p:nvSpPr>
                <p:cNvPr id="589" name="Oval 588"/>
                <p:cNvSpPr/>
                <p:nvPr/>
              </p:nvSpPr>
              <p:spPr>
                <a:xfrm>
                  <a:off x="4128204" y="3719336"/>
                  <a:ext cx="568606" cy="22549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90" name="Rectangle 589"/>
                <p:cNvSpPr/>
                <p:nvPr/>
              </p:nvSpPr>
              <p:spPr>
                <a:xfrm>
                  <a:off x="4128204" y="3719336"/>
                  <a:ext cx="568606" cy="111537"/>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91" name="Oval 590"/>
                <p:cNvSpPr/>
                <p:nvPr/>
              </p:nvSpPr>
              <p:spPr>
                <a:xfrm>
                  <a:off x="4128204" y="3598100"/>
                  <a:ext cx="568606" cy="232773"/>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92" name="Straight Connector 591"/>
                <p:cNvCxnSpPr/>
                <p:nvPr/>
              </p:nvCxnSpPr>
              <p:spPr>
                <a:xfrm>
                  <a:off x="4696810" y="3719336"/>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4" y="3719336"/>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754"/>
                <a:ext cx="496887" cy="81267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84" name="Straight Connector 583"/>
              <p:cNvCxnSpPr/>
              <p:nvPr/>
            </p:nvCxnSpPr>
            <p:spPr bwMode="auto">
              <a:xfrm flipH="1">
                <a:off x="4348791" y="4032148"/>
                <a:ext cx="3175" cy="145075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333" name="Group 568"/>
              <p:cNvGrpSpPr/>
              <p:nvPr/>
            </p:nvGrpSpPr>
            <p:grpSpPr>
              <a:xfrm>
                <a:off x="4351304" y="3867098"/>
                <a:ext cx="503828" cy="248249"/>
                <a:chOff x="2183302" y="1564542"/>
                <a:chExt cx="1200154" cy="440314"/>
              </a:xfrm>
            </p:grpSpPr>
            <p:sp>
              <p:nvSpPr>
                <p:cNvPr id="570" name="Oval 569"/>
                <p:cNvSpPr/>
                <p:nvPr/>
              </p:nvSpPr>
              <p:spPr bwMode="auto">
                <a:xfrm flipV="1">
                  <a:off x="2188659" y="1691187"/>
                  <a:ext cx="1194966" cy="312497"/>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71" name="Rectangle 570"/>
                <p:cNvSpPr/>
                <p:nvPr/>
              </p:nvSpPr>
              <p:spPr bwMode="auto">
                <a:xfrm>
                  <a:off x="2184879" y="1736232"/>
                  <a:ext cx="1198746" cy="11261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72" name="Oval 571"/>
                <p:cNvSpPr>
                  <a:spLocks noChangeArrowheads="1"/>
                </p:cNvSpPr>
                <p:nvPr/>
              </p:nvSpPr>
              <p:spPr bwMode="auto">
                <a:xfrm flipV="1">
                  <a:off x="2184879" y="1564498"/>
                  <a:ext cx="1194966" cy="312499"/>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573" name="Freeform 572"/>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74" name="Freeform 573"/>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75" name="Freeform 574"/>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76" name="Freeform 575"/>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577" name="Straight Connector 576"/>
                <p:cNvCxnSpPr>
                  <a:cxnSpLocks noChangeShapeType="1"/>
                  <a:endCxn id="572" idx="2"/>
                </p:cNvCxnSpPr>
                <p:nvPr/>
              </p:nvCxnSpPr>
              <p:spPr bwMode="auto">
                <a:xfrm flipH="1" flipV="1">
                  <a:off x="2184879" y="1722154"/>
                  <a:ext cx="3780" cy="121059"/>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578" name="Straight Connector 577"/>
                <p:cNvCxnSpPr>
                  <a:cxnSpLocks noChangeShapeType="1"/>
                </p:cNvCxnSpPr>
                <p:nvPr/>
              </p:nvCxnSpPr>
              <p:spPr bwMode="auto">
                <a:xfrm flipH="1" flipV="1">
                  <a:off x="3379845" y="1727785"/>
                  <a:ext cx="3780" cy="121059"/>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48280"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07" name="Straight Connector 606"/>
              <p:cNvCxnSpPr/>
              <p:nvPr/>
            </p:nvCxnSpPr>
            <p:spPr bwMode="auto">
              <a:xfrm flipH="1">
                <a:off x="6064879" y="4006752"/>
                <a:ext cx="1588" cy="136504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308" name="Group 607"/>
              <p:cNvGrpSpPr/>
              <p:nvPr/>
            </p:nvGrpSpPr>
            <p:grpSpPr>
              <a:xfrm>
                <a:off x="5557264" y="5297988"/>
                <a:ext cx="507588" cy="221697"/>
                <a:chOff x="4128636" y="3606589"/>
                <a:chExt cx="568145" cy="338667"/>
              </a:xfrm>
            </p:grpSpPr>
            <p:sp>
              <p:nvSpPr>
                <p:cNvPr id="616" name="Oval 615"/>
                <p:cNvSpPr/>
                <p:nvPr/>
              </p:nvSpPr>
              <p:spPr>
                <a:xfrm>
                  <a:off x="4128205" y="3719341"/>
                  <a:ext cx="568606" cy="2255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17" name="Rectangle 616"/>
                <p:cNvSpPr/>
                <p:nvPr/>
              </p:nvSpPr>
              <p:spPr>
                <a:xfrm>
                  <a:off x="4128205" y="3719341"/>
                  <a:ext cx="568606" cy="111537"/>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18" name="Oval 617"/>
                <p:cNvSpPr/>
                <p:nvPr/>
              </p:nvSpPr>
              <p:spPr>
                <a:xfrm>
                  <a:off x="4128205" y="3598104"/>
                  <a:ext cx="568606" cy="232773"/>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19" name="Straight Connector 618"/>
                <p:cNvCxnSpPr/>
                <p:nvPr/>
              </p:nvCxnSpPr>
              <p:spPr>
                <a:xfrm>
                  <a:off x="4696811" y="3719341"/>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341"/>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7" y="4562294"/>
                <a:ext cx="496887" cy="81267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11" name="Straight Connector 610"/>
              <p:cNvCxnSpPr/>
              <p:nvPr/>
            </p:nvCxnSpPr>
            <p:spPr bwMode="auto">
              <a:xfrm flipH="1">
                <a:off x="5552117" y="4014689"/>
                <a:ext cx="3175" cy="145075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311" name="Group 595"/>
              <p:cNvGrpSpPr/>
              <p:nvPr/>
            </p:nvGrpSpPr>
            <p:grpSpPr>
              <a:xfrm>
                <a:off x="5554629" y="3849635"/>
                <a:ext cx="503828" cy="248249"/>
                <a:chOff x="2183302" y="1564542"/>
                <a:chExt cx="1200154" cy="440314"/>
              </a:xfrm>
            </p:grpSpPr>
            <p:sp>
              <p:nvSpPr>
                <p:cNvPr id="597" name="Oval 596"/>
                <p:cNvSpPr/>
                <p:nvPr/>
              </p:nvSpPr>
              <p:spPr bwMode="auto">
                <a:xfrm flipV="1">
                  <a:off x="2188662" y="1691192"/>
                  <a:ext cx="1194966" cy="31249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98" name="Rectangle 597"/>
                <p:cNvSpPr/>
                <p:nvPr/>
              </p:nvSpPr>
              <p:spPr bwMode="auto">
                <a:xfrm>
                  <a:off x="2184881" y="1736237"/>
                  <a:ext cx="1198746" cy="11261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99" name="Oval 598"/>
                <p:cNvSpPr>
                  <a:spLocks noChangeArrowheads="1"/>
                </p:cNvSpPr>
                <p:nvPr/>
              </p:nvSpPr>
              <p:spPr bwMode="auto">
                <a:xfrm flipV="1">
                  <a:off x="2184881" y="1564505"/>
                  <a:ext cx="1194966" cy="31249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600" name="Freeform 599"/>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01" name="Freeform 600"/>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602" name="Freeform 601"/>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603" name="Freeform 602"/>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604" name="Straight Connector 603"/>
                <p:cNvCxnSpPr>
                  <a:cxnSpLocks noChangeShapeType="1"/>
                  <a:endCxn id="599" idx="2"/>
                </p:cNvCxnSpPr>
                <p:nvPr/>
              </p:nvCxnSpPr>
              <p:spPr bwMode="auto">
                <a:xfrm flipH="1" flipV="1">
                  <a:off x="2184881" y="1722161"/>
                  <a:ext cx="3780" cy="121057"/>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605" name="Straight Connector 604"/>
                <p:cNvCxnSpPr>
                  <a:cxnSpLocks noChangeShapeType="1"/>
                </p:cNvCxnSpPr>
                <p:nvPr/>
              </p:nvCxnSpPr>
              <p:spPr bwMode="auto">
                <a:xfrm flipH="1" flipV="1">
                  <a:off x="3379847" y="1727792"/>
                  <a:ext cx="3780" cy="121057"/>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48281"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34" name="Straight Connector 633"/>
              <p:cNvCxnSpPr/>
              <p:nvPr/>
            </p:nvCxnSpPr>
            <p:spPr bwMode="auto">
              <a:xfrm flipH="1">
                <a:off x="7060242" y="3994054"/>
                <a:ext cx="1587" cy="136663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86" name="Group 634"/>
              <p:cNvGrpSpPr/>
              <p:nvPr/>
            </p:nvGrpSpPr>
            <p:grpSpPr>
              <a:xfrm>
                <a:off x="6552627" y="5286665"/>
                <a:ext cx="507588" cy="221908"/>
                <a:chOff x="4128636" y="3606589"/>
                <a:chExt cx="568145" cy="338667"/>
              </a:xfrm>
            </p:grpSpPr>
            <p:sp>
              <p:nvSpPr>
                <p:cNvPr id="643" name="Oval 642"/>
                <p:cNvSpPr/>
                <p:nvPr/>
              </p:nvSpPr>
              <p:spPr>
                <a:xfrm>
                  <a:off x="4128205" y="3719558"/>
                  <a:ext cx="568606" cy="22528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44" name="Rectangle 643"/>
                <p:cNvSpPr/>
                <p:nvPr/>
              </p:nvSpPr>
              <p:spPr>
                <a:xfrm>
                  <a:off x="4128205" y="3719558"/>
                  <a:ext cx="568606" cy="111431"/>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45" name="Oval 644"/>
                <p:cNvSpPr/>
                <p:nvPr/>
              </p:nvSpPr>
              <p:spPr>
                <a:xfrm>
                  <a:off x="4128205" y="3605704"/>
                  <a:ext cx="568606" cy="22528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46" name="Straight Connector 645"/>
                <p:cNvCxnSpPr/>
                <p:nvPr/>
              </p:nvCxnSpPr>
              <p:spPr>
                <a:xfrm>
                  <a:off x="4696811" y="3719558"/>
                  <a:ext cx="0" cy="11143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5" y="3719558"/>
                  <a:ext cx="0" cy="11143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184"/>
                <a:ext cx="496888" cy="81267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38" name="Straight Connector 637"/>
              <p:cNvCxnSpPr/>
              <p:nvPr/>
            </p:nvCxnSpPr>
            <p:spPr bwMode="auto">
              <a:xfrm flipH="1">
                <a:off x="6547479" y="4001991"/>
                <a:ext cx="3175" cy="1452344"/>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89" name="Group 622"/>
              <p:cNvGrpSpPr/>
              <p:nvPr/>
            </p:nvGrpSpPr>
            <p:grpSpPr>
              <a:xfrm>
                <a:off x="6549992" y="3836935"/>
                <a:ext cx="503828" cy="248485"/>
                <a:chOff x="2183302" y="1564542"/>
                <a:chExt cx="1200154" cy="440314"/>
              </a:xfrm>
            </p:grpSpPr>
            <p:sp>
              <p:nvSpPr>
                <p:cNvPr id="624" name="Oval 623"/>
                <p:cNvSpPr/>
                <p:nvPr/>
              </p:nvSpPr>
              <p:spPr bwMode="auto">
                <a:xfrm flipV="1">
                  <a:off x="2188662" y="1691075"/>
                  <a:ext cx="1194966" cy="315014"/>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625" name="Rectangle 624"/>
                <p:cNvSpPr/>
                <p:nvPr/>
              </p:nvSpPr>
              <p:spPr bwMode="auto">
                <a:xfrm>
                  <a:off x="2184879" y="1736077"/>
                  <a:ext cx="1198749" cy="11250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26" name="Oval 625"/>
                <p:cNvSpPr>
                  <a:spLocks noChangeArrowheads="1"/>
                </p:cNvSpPr>
                <p:nvPr/>
              </p:nvSpPr>
              <p:spPr bwMode="auto">
                <a:xfrm flipV="1">
                  <a:off x="2184879" y="1564508"/>
                  <a:ext cx="1194966" cy="315014"/>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627" name="Freeform 626"/>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28" name="Freeform 627"/>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629" name="Freeform 628"/>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630" name="Freeform 629"/>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631" name="Straight Connector 630"/>
                <p:cNvCxnSpPr>
                  <a:cxnSpLocks noChangeShapeType="1"/>
                  <a:endCxn id="626" idx="2"/>
                </p:cNvCxnSpPr>
                <p:nvPr/>
              </p:nvCxnSpPr>
              <p:spPr bwMode="auto">
                <a:xfrm flipH="1" flipV="1">
                  <a:off x="2184879" y="1722015"/>
                  <a:ext cx="3783" cy="120942"/>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632" name="Straight Connector 631"/>
                <p:cNvCxnSpPr>
                  <a:cxnSpLocks noChangeShapeType="1"/>
                </p:cNvCxnSpPr>
                <p:nvPr/>
              </p:nvCxnSpPr>
              <p:spPr bwMode="auto">
                <a:xfrm flipH="1" flipV="1">
                  <a:off x="3379845" y="1730452"/>
                  <a:ext cx="3783" cy="120944"/>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grpSp>
        <p:nvGrpSpPr>
          <p:cNvPr id="28" name="Group 27"/>
          <p:cNvGrpSpPr/>
          <p:nvPr/>
        </p:nvGrpSpPr>
        <p:grpSpPr>
          <a:xfrm>
            <a:off x="2381250" y="2476500"/>
            <a:ext cx="4416425" cy="2314575"/>
            <a:chOff x="2381956" y="2435173"/>
            <a:chExt cx="4415330" cy="2315048"/>
          </a:xfrm>
        </p:grpSpPr>
        <p:sp>
          <p:nvSpPr>
            <p:cNvPr id="391" name="Freeform 390"/>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015941"/>
                <a:gd name="connsiteX1-3" fmla="*/ 0 w 307275"/>
                <a:gd name="connsiteY1-4" fmla="*/ 0 h 2015941"/>
                <a:gd name="connsiteX2-5" fmla="*/ 0 w 307275"/>
                <a:gd name="connsiteY2-6" fmla="*/ 2015941 h 2015941"/>
                <a:gd name="connsiteX0-7" fmla="*/ 228538 w 228538"/>
                <a:gd name="connsiteY0-8" fmla="*/ 0 h 2022548"/>
                <a:gd name="connsiteX1-9" fmla="*/ 0 w 228538"/>
                <a:gd name="connsiteY1-10" fmla="*/ 6607 h 2022548"/>
                <a:gd name="connsiteX2-11" fmla="*/ 0 w 228538"/>
                <a:gd name="connsiteY2-12" fmla="*/ 2022548 h 2022548"/>
              </a:gdLst>
              <a:ahLst/>
              <a:cxnLst>
                <a:cxn ang="0">
                  <a:pos x="connsiteX0-1" y="connsiteY0-2"/>
                </a:cxn>
                <a:cxn ang="0">
                  <a:pos x="connsiteX1-3" y="connsiteY1-4"/>
                </a:cxn>
                <a:cxn ang="0">
                  <a:pos x="connsiteX2-5" y="connsiteY2-6"/>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rgbClr val="CC0000"/>
                </a:solidFill>
                <a:effectLst/>
                <a:uLnTx/>
                <a:uFillTx/>
                <a:latin typeface="+mn-lt"/>
                <a:ea typeface="+mn-ea"/>
                <a:cs typeface="+mn-cs"/>
              </a:endParaRPr>
            </a:p>
          </p:txBody>
        </p:sp>
        <p:sp>
          <p:nvSpPr>
            <p:cNvPr id="392" name="Freeform 391"/>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117725"/>
                <a:gd name="connsiteX1-3" fmla="*/ 0 w 307275"/>
                <a:gd name="connsiteY1-4" fmla="*/ 0 h 2117725"/>
                <a:gd name="connsiteX2-5" fmla="*/ 0 w 307275"/>
                <a:gd name="connsiteY2-6" fmla="*/ 2117725 h 2117725"/>
              </a:gdLst>
              <a:ahLst/>
              <a:cxnLst>
                <a:cxn ang="0">
                  <a:pos x="connsiteX0-1" y="connsiteY0-2"/>
                </a:cxn>
                <a:cxn ang="0">
                  <a:pos x="connsiteX1-3" y="connsiteY1-4"/>
                </a:cxn>
                <a:cxn ang="0">
                  <a:pos x="connsiteX2-5" y="connsiteY2-6"/>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tx1"/>
                </a:solidFill>
                <a:effectLst/>
                <a:uLnTx/>
                <a:uFillTx/>
                <a:latin typeface="+mn-lt"/>
                <a:ea typeface="+mn-ea"/>
                <a:cs typeface="+mn-cs"/>
              </a:endParaRPr>
            </a:p>
          </p:txBody>
        </p:sp>
        <p:cxnSp>
          <p:nvCxnSpPr>
            <p:cNvPr id="393" name="Straight Arrow Connector 392"/>
            <p:cNvCxnSpPr/>
            <p:nvPr/>
          </p:nvCxnSpPr>
          <p:spPr>
            <a:xfrm flipV="1">
              <a:off x="5791061" y="2687638"/>
              <a:ext cx="7936" cy="206258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9144" y="2708279"/>
              <a:ext cx="17458" cy="2037179"/>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178" y="2762265"/>
              <a:ext cx="9523"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48143" name="Text Box 167"/>
          <p:cNvSpPr txBox="1"/>
          <p:nvPr/>
        </p:nvSpPr>
        <p:spPr>
          <a:xfrm>
            <a:off x="542925" y="236538"/>
            <a:ext cx="6537325" cy="6461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3600">
                <a:solidFill>
                  <a:srgbClr val="000099"/>
                </a:solidFill>
              </a:rPr>
              <a:t>Logically centralized control plane</a:t>
            </a:r>
          </a:p>
        </p:txBody>
      </p:sp>
      <p:pic>
        <p:nvPicPr>
          <p:cNvPr id="48144" name="Picture 5" descr="underline_base"/>
          <p:cNvPicPr/>
          <p:nvPr/>
        </p:nvPicPr>
        <p:blipFill>
          <a:blip r:embed="rId2"/>
          <a:stretch>
            <a:fillRect/>
          </a:stretch>
        </p:blipFill>
        <p:spPr>
          <a:xfrm>
            <a:off x="581025" y="776288"/>
            <a:ext cx="6423025" cy="209550"/>
          </a:xfrm>
          <a:prstGeom prst="rect">
            <a:avLst/>
          </a:prstGeom>
          <a:noFill/>
          <a:ln w="9525">
            <a:noFill/>
          </a:ln>
        </p:spPr>
      </p:pic>
      <p:sp>
        <p:nvSpPr>
          <p:cNvPr id="48145" name="TextBox 335"/>
          <p:cNvSpPr txBox="1"/>
          <p:nvPr/>
        </p:nvSpPr>
        <p:spPr>
          <a:xfrm>
            <a:off x="630238" y="1063625"/>
            <a:ext cx="8456612" cy="830263"/>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latin typeface="Arial" panose="020B0604020202090204" pitchFamily="34" charset="0"/>
              </a:rPr>
              <a:t>A distinct (typically remote) controller interacts with local control agents (CAs)</a:t>
            </a:r>
          </a:p>
        </p:txBody>
      </p:sp>
      <p:grpSp>
        <p:nvGrpSpPr>
          <p:cNvPr id="24" name="Group 23"/>
          <p:cNvGrpSpPr/>
          <p:nvPr/>
        </p:nvGrpSpPr>
        <p:grpSpPr>
          <a:xfrm>
            <a:off x="2055813" y="4687888"/>
            <a:ext cx="4957762" cy="693737"/>
            <a:chOff x="2055070" y="4690247"/>
            <a:chExt cx="4956877" cy="694339"/>
          </a:xfrm>
        </p:grpSpPr>
        <p:grpSp>
          <p:nvGrpSpPr>
            <p:cNvPr id="48242" name="Group 554"/>
            <p:cNvGrpSpPr/>
            <p:nvPr/>
          </p:nvGrpSpPr>
          <p:grpSpPr>
            <a:xfrm>
              <a:off x="3605320" y="5055434"/>
              <a:ext cx="430131" cy="329152"/>
              <a:chOff x="2931664" y="3912603"/>
              <a:chExt cx="430450" cy="329314"/>
            </a:xfrm>
          </p:grpSpPr>
          <p:sp>
            <p:nvSpPr>
              <p:cNvPr id="558" name="Rectangle 557"/>
              <p:cNvSpPr/>
              <p:nvPr/>
            </p:nvSpPr>
            <p:spPr>
              <a:xfrm>
                <a:off x="2936890" y="3912858"/>
                <a:ext cx="425689" cy="32905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59" name="Straight Connector 558"/>
              <p:cNvCxnSpPr/>
              <p:nvPr/>
            </p:nvCxnSpPr>
            <p:spPr>
              <a:xfrm>
                <a:off x="2932124" y="4005058"/>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24" y="4068645"/>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a:stCxn id="558" idx="2"/>
              </p:cNvCxnSpPr>
              <p:nvPr/>
            </p:nvCxnSpPr>
            <p:spPr>
              <a:xfrm flipH="1" flipV="1">
                <a:off x="3148146" y="4005058"/>
                <a:ext cx="1589" cy="236859"/>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3" name="Group 582"/>
            <p:cNvGrpSpPr/>
            <p:nvPr/>
          </p:nvGrpSpPr>
          <p:grpSpPr>
            <a:xfrm>
              <a:off x="4387957" y="5055368"/>
              <a:ext cx="430131" cy="329152"/>
              <a:chOff x="2931664" y="3912603"/>
              <a:chExt cx="430450" cy="329314"/>
            </a:xfrm>
          </p:grpSpPr>
          <p:sp>
            <p:nvSpPr>
              <p:cNvPr id="585" name="Rectangle 584"/>
              <p:cNvSpPr/>
              <p:nvPr/>
            </p:nvSpPr>
            <p:spPr>
              <a:xfrm>
                <a:off x="2936750" y="3912924"/>
                <a:ext cx="425689" cy="32905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86" name="Straight Connector 585"/>
              <p:cNvCxnSpPr/>
              <p:nvPr/>
            </p:nvCxnSpPr>
            <p:spPr>
              <a:xfrm>
                <a:off x="2931985" y="4005125"/>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7" name="Straight Connector 586"/>
              <p:cNvCxnSpPr/>
              <p:nvPr/>
            </p:nvCxnSpPr>
            <p:spPr>
              <a:xfrm>
                <a:off x="2931985" y="4068711"/>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5" idx="2"/>
              </p:cNvCxnSpPr>
              <p:nvPr/>
            </p:nvCxnSpPr>
            <p:spPr>
              <a:xfrm flipH="1" flipV="1">
                <a:off x="3148007" y="4005125"/>
                <a:ext cx="1588" cy="236859"/>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4" name="Group 609"/>
            <p:cNvGrpSpPr/>
            <p:nvPr/>
          </p:nvGrpSpPr>
          <p:grpSpPr>
            <a:xfrm>
              <a:off x="5591804" y="5053093"/>
              <a:ext cx="430212" cy="328614"/>
              <a:chOff x="2932186" y="3913304"/>
              <a:chExt cx="430531" cy="328775"/>
            </a:xfrm>
          </p:grpSpPr>
          <p:sp>
            <p:nvSpPr>
              <p:cNvPr id="612" name="Rectangle 611"/>
              <p:cNvSpPr/>
              <p:nvPr/>
            </p:nvSpPr>
            <p:spPr>
              <a:xfrm>
                <a:off x="2936535" y="3912722"/>
                <a:ext cx="425689" cy="329058"/>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13" name="Straight Connector 612"/>
              <p:cNvCxnSpPr/>
              <p:nvPr/>
            </p:nvCxnSpPr>
            <p:spPr>
              <a:xfrm>
                <a:off x="2931771" y="4004922"/>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p:nvPr/>
            </p:nvCxnSpPr>
            <p:spPr>
              <a:xfrm>
                <a:off x="2931771" y="4068509"/>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5" name="Straight Connector 614"/>
              <p:cNvCxnSpPr>
                <a:stCxn id="612" idx="2"/>
              </p:cNvCxnSpPr>
              <p:nvPr/>
            </p:nvCxnSpPr>
            <p:spPr>
              <a:xfrm flipH="1" flipV="1">
                <a:off x="3147792" y="4004922"/>
                <a:ext cx="1588" cy="236858"/>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5" name="Group 636"/>
            <p:cNvGrpSpPr/>
            <p:nvPr/>
          </p:nvGrpSpPr>
          <p:grpSpPr>
            <a:xfrm>
              <a:off x="6581816" y="5045656"/>
              <a:ext cx="430131" cy="329465"/>
              <a:chOff x="2931664" y="3912603"/>
              <a:chExt cx="430450" cy="329314"/>
            </a:xfrm>
          </p:grpSpPr>
          <p:sp>
            <p:nvSpPr>
              <p:cNvPr id="639" name="Rectangle 638"/>
              <p:cNvSpPr/>
              <p:nvPr/>
            </p:nvSpPr>
            <p:spPr>
              <a:xfrm>
                <a:off x="2936425" y="3913102"/>
                <a:ext cx="425689" cy="32874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40" name="Straight Connector 639"/>
              <p:cNvCxnSpPr/>
              <p:nvPr/>
            </p:nvCxnSpPr>
            <p:spPr>
              <a:xfrm>
                <a:off x="2931660" y="4005215"/>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1" name="Straight Connector 640"/>
              <p:cNvCxnSpPr/>
              <p:nvPr/>
            </p:nvCxnSpPr>
            <p:spPr>
              <a:xfrm>
                <a:off x="2931660" y="4067152"/>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2" name="Straight Connector 641"/>
              <p:cNvCxnSpPr>
                <a:stCxn id="639" idx="2"/>
              </p:cNvCxnSpPr>
              <p:nvPr/>
            </p:nvCxnSpPr>
            <p:spPr>
              <a:xfrm flipH="1" flipV="1">
                <a:off x="3147681" y="4005215"/>
                <a:ext cx="1588" cy="23663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6" name="Group 554"/>
            <p:cNvGrpSpPr/>
            <p:nvPr/>
          </p:nvGrpSpPr>
          <p:grpSpPr>
            <a:xfrm>
              <a:off x="2055070" y="4690247"/>
              <a:ext cx="675320" cy="521222"/>
              <a:chOff x="2931664" y="3912603"/>
              <a:chExt cx="430450" cy="329314"/>
            </a:xfrm>
          </p:grpSpPr>
          <p:sp>
            <p:nvSpPr>
              <p:cNvPr id="358" name="Rectangle 357"/>
              <p:cNvSpPr/>
              <p:nvPr/>
            </p:nvSpPr>
            <p:spPr>
              <a:xfrm>
                <a:off x="2936722" y="3913607"/>
                <a:ext cx="425923" cy="328266"/>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359" name="Straight Connector 358"/>
              <p:cNvCxnSpPr/>
              <p:nvPr/>
            </p:nvCxnSpPr>
            <p:spPr>
              <a:xfrm>
                <a:off x="2932675" y="4004959"/>
                <a:ext cx="42491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675" y="4069207"/>
                <a:ext cx="42491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a:stCxn id="358" idx="2"/>
              </p:cNvCxnSpPr>
              <p:nvPr/>
            </p:nvCxnSpPr>
            <p:spPr>
              <a:xfrm flipH="1" flipV="1">
                <a:off x="3148166" y="4004959"/>
                <a:ext cx="1011" cy="23691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147" name="Group 347"/>
          <p:cNvGrpSpPr/>
          <p:nvPr/>
        </p:nvGrpSpPr>
        <p:grpSpPr>
          <a:xfrm>
            <a:off x="5856288" y="5943600"/>
            <a:ext cx="588962" cy="242888"/>
            <a:chOff x="1871277" y="1576300"/>
            <a:chExt cx="1128371" cy="437861"/>
          </a:xfrm>
        </p:grpSpPr>
        <p:sp>
          <p:nvSpPr>
            <p:cNvPr id="363" name="Oval 362"/>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64" name="Rectangle 363"/>
            <p:cNvSpPr/>
            <p:nvPr/>
          </p:nvSpPr>
          <p:spPr bwMode="auto">
            <a:xfrm>
              <a:off x="1871277" y="1739425"/>
              <a:ext cx="1128371" cy="117334"/>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65" name="Oval 364"/>
            <p:cNvSpPr>
              <a:spLocks noChangeArrowheads="1"/>
            </p:cNvSpPr>
            <p:nvPr/>
          </p:nvSpPr>
          <p:spPr bwMode="auto">
            <a:xfrm flipV="1">
              <a:off x="1871277" y="1576300"/>
              <a:ext cx="1125331" cy="320525"/>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66" name="Freeform 365"/>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67" name="Freeform 366"/>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68" name="Freeform 367"/>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69" name="Freeform 368"/>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70" name="Straight Connector 369"/>
            <p:cNvCxnSpPr>
              <a:cxnSpLocks noChangeShapeType="1"/>
              <a:endCxn id="365" idx="2"/>
            </p:cNvCxnSpPr>
            <p:nvPr/>
          </p:nvCxnSpPr>
          <p:spPr bwMode="auto">
            <a:xfrm flipH="1" flipV="1">
              <a:off x="1871277" y="1736563"/>
              <a:ext cx="3040" cy="123060"/>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71" name="Straight Connector 370"/>
            <p:cNvCxnSpPr>
              <a:cxnSpLocks noChangeShapeType="1"/>
            </p:cNvCxnSpPr>
            <p:nvPr/>
          </p:nvCxnSpPr>
          <p:spPr bwMode="auto">
            <a:xfrm flipH="1" flipV="1">
              <a:off x="2996608" y="1733702"/>
              <a:ext cx="3040" cy="123058"/>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48148" name="Group 347"/>
          <p:cNvGrpSpPr/>
          <p:nvPr/>
        </p:nvGrpSpPr>
        <p:grpSpPr>
          <a:xfrm>
            <a:off x="4375150" y="5802313"/>
            <a:ext cx="588963" cy="242887"/>
            <a:chOff x="1871277" y="1576300"/>
            <a:chExt cx="1128371" cy="437861"/>
          </a:xfrm>
        </p:grpSpPr>
        <p:sp>
          <p:nvSpPr>
            <p:cNvPr id="373" name="Oval 372"/>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74" name="Rectangle 373"/>
            <p:cNvSpPr/>
            <p:nvPr/>
          </p:nvSpPr>
          <p:spPr bwMode="auto">
            <a:xfrm>
              <a:off x="1871277" y="1739424"/>
              <a:ext cx="1128371" cy="117336"/>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75" name="Oval 374"/>
            <p:cNvSpPr>
              <a:spLocks noChangeArrowheads="1"/>
            </p:cNvSpPr>
            <p:nvPr/>
          </p:nvSpPr>
          <p:spPr bwMode="auto">
            <a:xfrm flipV="1">
              <a:off x="1871277" y="1576300"/>
              <a:ext cx="1125329" cy="320526"/>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76" name="Freeform 375"/>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77" name="Freeform 376"/>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78" name="Freeform 377"/>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79" name="Freeform 378"/>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80" name="Straight Connector 379"/>
            <p:cNvCxnSpPr>
              <a:cxnSpLocks noChangeShapeType="1"/>
              <a:endCxn id="375" idx="2"/>
            </p:cNvCxnSpPr>
            <p:nvPr/>
          </p:nvCxnSpPr>
          <p:spPr bwMode="auto">
            <a:xfrm flipH="1" flipV="1">
              <a:off x="1871277" y="1736563"/>
              <a:ext cx="3042" cy="123058"/>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81" name="Straight Connector 380"/>
            <p:cNvCxnSpPr>
              <a:cxnSpLocks noChangeShapeType="1"/>
            </p:cNvCxnSpPr>
            <p:nvPr/>
          </p:nvCxnSpPr>
          <p:spPr bwMode="auto">
            <a:xfrm flipH="1" flipV="1">
              <a:off x="2996606" y="1733700"/>
              <a:ext cx="3042" cy="123060"/>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48149" name="Group 347"/>
          <p:cNvGrpSpPr/>
          <p:nvPr/>
        </p:nvGrpSpPr>
        <p:grpSpPr>
          <a:xfrm>
            <a:off x="5167313" y="6262688"/>
            <a:ext cx="588962" cy="242887"/>
            <a:chOff x="1871277" y="1576300"/>
            <a:chExt cx="1128371" cy="437861"/>
          </a:xfrm>
        </p:grpSpPr>
        <p:sp>
          <p:nvSpPr>
            <p:cNvPr id="402" name="Oval 401"/>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07" name="Rectangle 406"/>
            <p:cNvSpPr/>
            <p:nvPr/>
          </p:nvSpPr>
          <p:spPr bwMode="auto">
            <a:xfrm>
              <a:off x="1871277" y="1739424"/>
              <a:ext cx="1128371" cy="117336"/>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12" name="Oval 411"/>
            <p:cNvSpPr>
              <a:spLocks noChangeArrowheads="1"/>
            </p:cNvSpPr>
            <p:nvPr/>
          </p:nvSpPr>
          <p:spPr bwMode="auto">
            <a:xfrm flipV="1">
              <a:off x="1871277" y="1576300"/>
              <a:ext cx="1125331" cy="320526"/>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17" name="Freeform 416"/>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22" name="Freeform 421"/>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27" name="Freeform 426"/>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28" name="Freeform 427"/>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429" name="Straight Connector 428"/>
            <p:cNvCxnSpPr>
              <a:cxnSpLocks noChangeShapeType="1"/>
              <a:endCxn id="412" idx="2"/>
            </p:cNvCxnSpPr>
            <p:nvPr/>
          </p:nvCxnSpPr>
          <p:spPr bwMode="auto">
            <a:xfrm flipH="1" flipV="1">
              <a:off x="1871277" y="1736563"/>
              <a:ext cx="3040" cy="123058"/>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430" name="Straight Connector 429"/>
            <p:cNvCxnSpPr>
              <a:cxnSpLocks noChangeShapeType="1"/>
            </p:cNvCxnSpPr>
            <p:nvPr/>
          </p:nvCxnSpPr>
          <p:spPr bwMode="auto">
            <a:xfrm flipH="1" flipV="1">
              <a:off x="2996608" y="1733700"/>
              <a:ext cx="3040" cy="123060"/>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48150" name="Group 347"/>
          <p:cNvGrpSpPr/>
          <p:nvPr/>
        </p:nvGrpSpPr>
        <p:grpSpPr>
          <a:xfrm>
            <a:off x="3703638" y="6354763"/>
            <a:ext cx="588962" cy="242887"/>
            <a:chOff x="1871277" y="1576300"/>
            <a:chExt cx="1128371" cy="437861"/>
          </a:xfrm>
        </p:grpSpPr>
        <p:sp>
          <p:nvSpPr>
            <p:cNvPr id="432" name="Oval 431"/>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33" name="Rectangle 432"/>
            <p:cNvSpPr/>
            <p:nvPr/>
          </p:nvSpPr>
          <p:spPr bwMode="auto">
            <a:xfrm>
              <a:off x="1871277" y="1739424"/>
              <a:ext cx="1128371" cy="117336"/>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34" name="Oval 433"/>
            <p:cNvSpPr>
              <a:spLocks noChangeArrowheads="1"/>
            </p:cNvSpPr>
            <p:nvPr/>
          </p:nvSpPr>
          <p:spPr bwMode="auto">
            <a:xfrm flipV="1">
              <a:off x="1871277" y="1576300"/>
              <a:ext cx="1125331" cy="320526"/>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35" name="Freeform 434"/>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36" name="Freeform 435"/>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37" name="Freeform 436"/>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38" name="Freeform 437"/>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439" name="Straight Connector 438"/>
            <p:cNvCxnSpPr>
              <a:cxnSpLocks noChangeShapeType="1"/>
              <a:endCxn id="434" idx="2"/>
            </p:cNvCxnSpPr>
            <p:nvPr/>
          </p:nvCxnSpPr>
          <p:spPr bwMode="auto">
            <a:xfrm flipH="1" flipV="1">
              <a:off x="1871277" y="1736563"/>
              <a:ext cx="3040" cy="123058"/>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440" name="Straight Connector 439"/>
            <p:cNvCxnSpPr>
              <a:cxnSpLocks noChangeShapeType="1"/>
            </p:cNvCxnSpPr>
            <p:nvPr/>
          </p:nvCxnSpPr>
          <p:spPr bwMode="auto">
            <a:xfrm flipH="1" flipV="1">
              <a:off x="2996608" y="1733700"/>
              <a:ext cx="3040" cy="123060"/>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26" name="Group 25"/>
          <p:cNvGrpSpPr/>
          <p:nvPr/>
        </p:nvGrpSpPr>
        <p:grpSpPr>
          <a:xfrm>
            <a:off x="1925638" y="2220913"/>
            <a:ext cx="5095875" cy="2832100"/>
            <a:chOff x="1925876" y="2212958"/>
            <a:chExt cx="5095391" cy="2833288"/>
          </a:xfrm>
        </p:grpSpPr>
        <p:grpSp>
          <p:nvGrpSpPr>
            <p:cNvPr id="48178" name="Group 11"/>
            <p:cNvGrpSpPr/>
            <p:nvPr/>
          </p:nvGrpSpPr>
          <p:grpSpPr>
            <a:xfrm>
              <a:off x="2745416" y="2212958"/>
              <a:ext cx="3597533" cy="493677"/>
              <a:chOff x="2705100" y="2011398"/>
              <a:chExt cx="3597533" cy="493677"/>
            </a:xfrm>
          </p:grpSpPr>
          <p:sp>
            <p:nvSpPr>
              <p:cNvPr id="342" name="Oval 341"/>
              <p:cNvSpPr/>
              <p:nvPr/>
            </p:nvSpPr>
            <p:spPr bwMode="auto">
              <a:xfrm>
                <a:off x="2722092" y="2011398"/>
                <a:ext cx="3581060" cy="492331"/>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89" name="Oval 388"/>
              <p:cNvSpPr/>
              <p:nvPr/>
            </p:nvSpPr>
            <p:spPr bwMode="auto">
              <a:xfrm>
                <a:off x="2704632" y="2012986"/>
                <a:ext cx="3581060" cy="492331"/>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8205" name="TextBox 389"/>
              <p:cNvSpPr txBox="1"/>
              <p:nvPr/>
            </p:nvSpPr>
            <p:spPr>
              <a:xfrm>
                <a:off x="3452664" y="2127167"/>
                <a:ext cx="2057700" cy="29612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800">
                    <a:solidFill>
                      <a:schemeClr val="bg1"/>
                    </a:solidFill>
                    <a:latin typeface="Arial" panose="020B0604020202090204" pitchFamily="34" charset="0"/>
                  </a:rPr>
                  <a:t>Remote Controller</a:t>
                </a:r>
              </a:p>
            </p:txBody>
          </p:sp>
        </p:grpSp>
        <p:grpSp>
          <p:nvGrpSpPr>
            <p:cNvPr id="48179" name="Group 441"/>
            <p:cNvGrpSpPr/>
            <p:nvPr/>
          </p:nvGrpSpPr>
          <p:grpSpPr>
            <a:xfrm>
              <a:off x="1925876" y="4223509"/>
              <a:ext cx="923540" cy="405953"/>
              <a:chOff x="2705100" y="2011398"/>
              <a:chExt cx="3597533" cy="493677"/>
            </a:xfrm>
          </p:grpSpPr>
          <p:sp>
            <p:nvSpPr>
              <p:cNvPr id="443" name="Oval 442"/>
              <p:cNvSpPr/>
              <p:nvPr/>
            </p:nvSpPr>
            <p:spPr bwMode="auto">
              <a:xfrm>
                <a:off x="2723648" y="2011480"/>
                <a:ext cx="3580142" cy="492496"/>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44" name="Oval 443"/>
              <p:cNvSpPr/>
              <p:nvPr/>
            </p:nvSpPr>
            <p:spPr bwMode="auto">
              <a:xfrm>
                <a:off x="2705100" y="2013410"/>
                <a:ext cx="3580138" cy="492497"/>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8202" name="TextBox 389"/>
              <p:cNvSpPr txBox="1"/>
              <p:nvPr/>
            </p:nvSpPr>
            <p:spPr>
              <a:xfrm>
                <a:off x="3901810" y="2127167"/>
                <a:ext cx="1159411" cy="29612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800">
                    <a:solidFill>
                      <a:schemeClr val="bg1"/>
                    </a:solidFill>
                    <a:latin typeface="Arial" panose="020B0604020202090204" pitchFamily="34" charset="0"/>
                  </a:rPr>
                  <a:t>CA</a:t>
                </a:r>
              </a:p>
            </p:txBody>
          </p:sp>
        </p:grpSp>
        <p:grpSp>
          <p:nvGrpSpPr>
            <p:cNvPr id="48180" name="Group 16"/>
            <p:cNvGrpSpPr/>
            <p:nvPr/>
          </p:nvGrpSpPr>
          <p:grpSpPr>
            <a:xfrm>
              <a:off x="3589508" y="4760377"/>
              <a:ext cx="463568" cy="285869"/>
              <a:chOff x="3558850" y="4573304"/>
              <a:chExt cx="463568" cy="285869"/>
            </a:xfrm>
          </p:grpSpPr>
          <p:grpSp>
            <p:nvGrpSpPr>
              <p:cNvPr id="48196" name="Group 12"/>
              <p:cNvGrpSpPr/>
              <p:nvPr/>
            </p:nvGrpSpPr>
            <p:grpSpPr>
              <a:xfrm>
                <a:off x="3558850" y="4577634"/>
                <a:ext cx="463568" cy="262710"/>
                <a:chOff x="3558850" y="4577634"/>
                <a:chExt cx="463568" cy="262710"/>
              </a:xfrm>
            </p:grpSpPr>
            <p:sp>
              <p:nvSpPr>
                <p:cNvPr id="447" name="Oval 446"/>
                <p:cNvSpPr/>
                <p:nvPr/>
              </p:nvSpPr>
              <p:spPr bwMode="auto">
                <a:xfrm>
                  <a:off x="3573046" y="4578067"/>
                  <a:ext cx="439696" cy="260459"/>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48" name="Oval 447"/>
                <p:cNvSpPr/>
                <p:nvPr/>
              </p:nvSpPr>
              <p:spPr bwMode="auto">
                <a:xfrm>
                  <a:off x="3558760" y="4587596"/>
                  <a:ext cx="463506" cy="252519"/>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sp>
            <p:nvSpPr>
              <p:cNvPr id="48197" name="TextBox 389"/>
              <p:cNvSpPr txBox="1"/>
              <p:nvPr/>
            </p:nvSpPr>
            <p:spPr>
              <a:xfrm>
                <a:off x="3565935" y="4573304"/>
                <a:ext cx="434071" cy="28586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a:solidFill>
                      <a:schemeClr val="bg1"/>
                    </a:solidFill>
                    <a:latin typeface="Arial" panose="020B0604020202090204" pitchFamily="34" charset="0"/>
                  </a:rPr>
                  <a:t>CA</a:t>
                </a:r>
                <a:endParaRPr lang="en-US" altLang="zh-CN" sz="1800">
                  <a:solidFill>
                    <a:schemeClr val="bg1"/>
                  </a:solidFill>
                  <a:latin typeface="Arial" panose="020B0604020202090204" pitchFamily="34" charset="0"/>
                </a:endParaRPr>
              </a:p>
            </p:txBody>
          </p:sp>
        </p:grpSp>
        <p:grpSp>
          <p:nvGrpSpPr>
            <p:cNvPr id="48181" name="Group 450"/>
            <p:cNvGrpSpPr/>
            <p:nvPr/>
          </p:nvGrpSpPr>
          <p:grpSpPr>
            <a:xfrm>
              <a:off x="4369656" y="4758258"/>
              <a:ext cx="463568" cy="285869"/>
              <a:chOff x="3558850" y="4573304"/>
              <a:chExt cx="463568" cy="285869"/>
            </a:xfrm>
          </p:grpSpPr>
          <p:grpSp>
            <p:nvGrpSpPr>
              <p:cNvPr id="48192" name="Group 451"/>
              <p:cNvGrpSpPr/>
              <p:nvPr/>
            </p:nvGrpSpPr>
            <p:grpSpPr>
              <a:xfrm>
                <a:off x="3558850" y="4577634"/>
                <a:ext cx="463568" cy="262710"/>
                <a:chOff x="3558850" y="4577634"/>
                <a:chExt cx="463568" cy="262710"/>
              </a:xfrm>
            </p:grpSpPr>
            <p:sp>
              <p:nvSpPr>
                <p:cNvPr id="454" name="Oval 453"/>
                <p:cNvSpPr/>
                <p:nvPr/>
              </p:nvSpPr>
              <p:spPr bwMode="auto">
                <a:xfrm>
                  <a:off x="3573874" y="4583362"/>
                  <a:ext cx="439696" cy="25569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55" name="Oval 454"/>
                <p:cNvSpPr/>
                <p:nvPr/>
              </p:nvSpPr>
              <p:spPr bwMode="auto">
                <a:xfrm>
                  <a:off x="3559588" y="4592891"/>
                  <a:ext cx="463506" cy="247754"/>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sp>
            <p:nvSpPr>
              <p:cNvPr id="48193" name="TextBox 389"/>
              <p:cNvSpPr txBox="1"/>
              <p:nvPr/>
            </p:nvSpPr>
            <p:spPr>
              <a:xfrm>
                <a:off x="3565935" y="4573304"/>
                <a:ext cx="434071" cy="28586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a:solidFill>
                      <a:schemeClr val="bg1"/>
                    </a:solidFill>
                    <a:latin typeface="Arial" panose="020B0604020202090204" pitchFamily="34" charset="0"/>
                  </a:rPr>
                  <a:t>CA</a:t>
                </a:r>
                <a:endParaRPr lang="en-US" altLang="zh-CN" sz="1800">
                  <a:solidFill>
                    <a:schemeClr val="bg1"/>
                  </a:solidFill>
                  <a:latin typeface="Arial" panose="020B0604020202090204" pitchFamily="34" charset="0"/>
                </a:endParaRPr>
              </a:p>
            </p:txBody>
          </p:sp>
        </p:grpSp>
        <p:grpSp>
          <p:nvGrpSpPr>
            <p:cNvPr id="48182" name="Group 455"/>
            <p:cNvGrpSpPr/>
            <p:nvPr/>
          </p:nvGrpSpPr>
          <p:grpSpPr>
            <a:xfrm>
              <a:off x="5569912" y="4756140"/>
              <a:ext cx="463568" cy="285869"/>
              <a:chOff x="3558850" y="4573304"/>
              <a:chExt cx="463568" cy="285869"/>
            </a:xfrm>
          </p:grpSpPr>
          <p:grpSp>
            <p:nvGrpSpPr>
              <p:cNvPr id="48188" name="Group 456"/>
              <p:cNvGrpSpPr/>
              <p:nvPr/>
            </p:nvGrpSpPr>
            <p:grpSpPr>
              <a:xfrm>
                <a:off x="3558850" y="4577634"/>
                <a:ext cx="463568" cy="262710"/>
                <a:chOff x="3558850" y="4577634"/>
                <a:chExt cx="463568" cy="262710"/>
              </a:xfrm>
            </p:grpSpPr>
            <p:sp>
              <p:nvSpPr>
                <p:cNvPr id="459" name="Oval 458"/>
                <p:cNvSpPr/>
                <p:nvPr/>
              </p:nvSpPr>
              <p:spPr bwMode="auto">
                <a:xfrm>
                  <a:off x="3573654" y="4577540"/>
                  <a:ext cx="439696" cy="260459"/>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60" name="Oval 459"/>
                <p:cNvSpPr/>
                <p:nvPr/>
              </p:nvSpPr>
              <p:spPr bwMode="auto">
                <a:xfrm>
                  <a:off x="3559368" y="4587069"/>
                  <a:ext cx="463506" cy="252518"/>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sp>
            <p:nvSpPr>
              <p:cNvPr id="48189" name="TextBox 389"/>
              <p:cNvSpPr txBox="1"/>
              <p:nvPr/>
            </p:nvSpPr>
            <p:spPr>
              <a:xfrm>
                <a:off x="3565935" y="4573304"/>
                <a:ext cx="434071" cy="28586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a:solidFill>
                      <a:schemeClr val="bg1"/>
                    </a:solidFill>
                    <a:latin typeface="Arial" panose="020B0604020202090204" pitchFamily="34" charset="0"/>
                  </a:rPr>
                  <a:t>CA</a:t>
                </a:r>
                <a:endParaRPr lang="en-US" altLang="zh-CN" sz="1800">
                  <a:solidFill>
                    <a:schemeClr val="bg1"/>
                  </a:solidFill>
                  <a:latin typeface="Arial" panose="020B0604020202090204" pitchFamily="34" charset="0"/>
                </a:endParaRPr>
              </a:p>
            </p:txBody>
          </p:sp>
        </p:grpSp>
        <p:grpSp>
          <p:nvGrpSpPr>
            <p:cNvPr id="48183" name="Group 460"/>
            <p:cNvGrpSpPr/>
            <p:nvPr/>
          </p:nvGrpSpPr>
          <p:grpSpPr>
            <a:xfrm>
              <a:off x="6557699" y="4754022"/>
              <a:ext cx="463568" cy="285869"/>
              <a:chOff x="3558850" y="4573304"/>
              <a:chExt cx="463568" cy="285869"/>
            </a:xfrm>
          </p:grpSpPr>
          <p:grpSp>
            <p:nvGrpSpPr>
              <p:cNvPr id="48184" name="Group 461"/>
              <p:cNvGrpSpPr/>
              <p:nvPr/>
            </p:nvGrpSpPr>
            <p:grpSpPr>
              <a:xfrm>
                <a:off x="3558850" y="4577634"/>
                <a:ext cx="463568" cy="262710"/>
                <a:chOff x="3558850" y="4577634"/>
                <a:chExt cx="463568" cy="262710"/>
              </a:xfrm>
            </p:grpSpPr>
            <p:sp>
              <p:nvSpPr>
                <p:cNvPr id="464" name="Oval 463"/>
                <p:cNvSpPr/>
                <p:nvPr/>
              </p:nvSpPr>
              <p:spPr bwMode="auto">
                <a:xfrm>
                  <a:off x="3573198" y="4578069"/>
                  <a:ext cx="439696" cy="260459"/>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65" name="Oval 464"/>
                <p:cNvSpPr/>
                <p:nvPr/>
              </p:nvSpPr>
              <p:spPr bwMode="auto">
                <a:xfrm>
                  <a:off x="3558912" y="4587598"/>
                  <a:ext cx="463506" cy="252519"/>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sp>
            <p:nvSpPr>
              <p:cNvPr id="48185" name="TextBox 389"/>
              <p:cNvSpPr txBox="1"/>
              <p:nvPr/>
            </p:nvSpPr>
            <p:spPr>
              <a:xfrm>
                <a:off x="3565935" y="4573304"/>
                <a:ext cx="434071" cy="28586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a:solidFill>
                      <a:schemeClr val="bg1"/>
                    </a:solidFill>
                    <a:latin typeface="Arial" panose="020B0604020202090204" pitchFamily="34" charset="0"/>
                  </a:rPr>
                  <a:t>CA</a:t>
                </a:r>
                <a:endParaRPr lang="en-US" altLang="zh-CN" sz="1800">
                  <a:solidFill>
                    <a:schemeClr val="bg1"/>
                  </a:solidFill>
                  <a:latin typeface="Arial" panose="020B0604020202090204" pitchFamily="34" charset="0"/>
                </a:endParaRPr>
              </a:p>
            </p:txBody>
          </p:sp>
        </p:grpSp>
      </p:grpSp>
      <p:sp>
        <p:nvSpPr>
          <p:cNvPr id="48152" name="Slide Number Placeholder 5"/>
          <p:cNvSpPr txBox="1">
            <a:spLocks noGrp="1"/>
          </p:cNvSpPr>
          <p:nvPr>
            <p:ph type="sldNum" sz="quarter" idx="4"/>
          </p:nvPr>
        </p:nvSpPr>
        <p:spPr>
          <a:xfrm>
            <a:off x="8456613" y="6475413"/>
            <a:ext cx="458787" cy="273050"/>
          </a:xfrm>
        </p:spPr>
        <p:txBody>
          <a:bodyPr/>
          <a:lstStyle/>
          <a:p>
            <a:pPr marL="0" indent="0">
              <a:lnSpc>
                <a:spcPct val="100000"/>
              </a:lnSpc>
              <a:spcBef>
                <a:spcPct val="0"/>
              </a:spcBef>
              <a:buClrTx/>
              <a:buSzTx/>
              <a:buFontTx/>
              <a:buNone/>
            </a:pPr>
            <a:r>
              <a:rPr lang="en-US" altLang="zh-CN" sz="1200">
                <a:latin typeface="Tahoma" panose="020B0604030504040204" charset="0"/>
              </a:rPr>
              <a:t>5-</a:t>
            </a:r>
            <a:fld id="{9A0DB2DC-4C9A-4742-B13C-FB6460FD3503}" type="slidenum">
              <a:rPr lang="en-US" altLang="zh-CN" sz="1200">
                <a:latin typeface="Tahoma" panose="020B0604030504040204" charset="0"/>
              </a:rPr>
              <a:t>14</a:t>
            </a:fld>
            <a:endParaRPr lang="en-US" altLang="zh-CN" sz="1200">
              <a:latin typeface="Tahoma" panose="020B0604030504040204" charset="0"/>
            </a:endParaRPr>
          </a:p>
        </p:txBody>
      </p:sp>
      <p:sp>
        <p:nvSpPr>
          <p:cNvPr id="4815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Control Plane</a:t>
            </a:r>
            <a:endParaRPr lang="en-US" altLang="zh-CN" sz="1200">
              <a:solidFill>
                <a:srgbClr val="000000"/>
              </a:solidFill>
              <a:latin typeface="Tahoma" panose="020B0604030504040204" charset="0"/>
              <a:ea typeface="Arial" panose="020B0604020202090204" pitchFamily="34" charset="0"/>
              <a:cs typeface="MS PGothic" charset="0"/>
            </a:endParaRPr>
          </a:p>
        </p:txBody>
      </p:sp>
      <p:grpSp>
        <p:nvGrpSpPr>
          <p:cNvPr id="48154" name="Group 1"/>
          <p:cNvGrpSpPr/>
          <p:nvPr/>
        </p:nvGrpSpPr>
        <p:grpSpPr>
          <a:xfrm>
            <a:off x="938213" y="5527675"/>
            <a:ext cx="2698750" cy="903288"/>
            <a:chOff x="938213" y="5237163"/>
            <a:chExt cx="2698750" cy="903287"/>
          </a:xfrm>
        </p:grpSpPr>
        <p:cxnSp>
          <p:nvCxnSpPr>
            <p:cNvPr id="339" name="Straight Connector 338"/>
            <p:cNvCxnSpPr/>
            <p:nvPr/>
          </p:nvCxnSpPr>
          <p:spPr>
            <a:xfrm flipH="1">
              <a:off x="1282700" y="5802312"/>
              <a:ext cx="1508125" cy="158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8157" name="TextBox 265"/>
            <p:cNvSpPr txBox="1"/>
            <p:nvPr/>
          </p:nvSpPr>
          <p:spPr>
            <a:xfrm>
              <a:off x="3198813" y="5473700"/>
              <a:ext cx="26352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1</a:t>
              </a:r>
            </a:p>
          </p:txBody>
        </p:sp>
        <p:sp>
          <p:nvSpPr>
            <p:cNvPr id="48158" name="TextBox 281"/>
            <p:cNvSpPr txBox="1"/>
            <p:nvPr/>
          </p:nvSpPr>
          <p:spPr>
            <a:xfrm>
              <a:off x="3373438" y="5761038"/>
              <a:ext cx="26352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a:t>
              </a:r>
            </a:p>
          </p:txBody>
        </p:sp>
        <p:grpSp>
          <p:nvGrpSpPr>
            <p:cNvPr id="48159" name="Group 5"/>
            <p:cNvGrpSpPr/>
            <p:nvPr/>
          </p:nvGrpSpPr>
          <p:grpSpPr>
            <a:xfrm>
              <a:off x="938213" y="5237163"/>
              <a:ext cx="1616075" cy="487362"/>
              <a:chOff x="-4079003" y="2717403"/>
              <a:chExt cx="1616718" cy="488475"/>
            </a:xfrm>
          </p:grpSpPr>
          <p:sp>
            <p:nvSpPr>
              <p:cNvPr id="48172" name="Rectangle 97"/>
              <p:cNvSpPr/>
              <p:nvPr/>
            </p:nvSpPr>
            <p:spPr>
              <a:xfrm>
                <a:off x="-4052413" y="2965119"/>
                <a:ext cx="1290538" cy="208750"/>
              </a:xfrm>
              <a:prstGeom prst="rect">
                <a:avLst/>
              </a:prstGeom>
              <a:solidFill>
                <a:schemeClr val="bg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173" name="Rectangle 98"/>
              <p:cNvSpPr/>
              <p:nvPr/>
            </p:nvSpPr>
            <p:spPr>
              <a:xfrm>
                <a:off x="-4079003" y="2985994"/>
                <a:ext cx="1281675" cy="2087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174" name="Line 99"/>
              <p:cNvSpPr/>
              <p:nvPr/>
            </p:nvSpPr>
            <p:spPr>
              <a:xfrm>
                <a:off x="-2933828" y="3101502"/>
                <a:ext cx="471543" cy="0"/>
              </a:xfrm>
              <a:prstGeom prst="line">
                <a:avLst/>
              </a:prstGeom>
              <a:ln w="9525" cap="flat" cmpd="sng">
                <a:solidFill>
                  <a:schemeClr val="accent2"/>
                </a:solidFill>
                <a:prstDash val="solid"/>
                <a:headEnd type="none" w="med" len="med"/>
                <a:tailEnd type="triangle" w="med" len="med"/>
              </a:ln>
            </p:spPr>
          </p:sp>
          <p:sp>
            <p:nvSpPr>
              <p:cNvPr id="48175" name="Rectangle 104"/>
              <p:cNvSpPr/>
              <p:nvPr/>
            </p:nvSpPr>
            <p:spPr>
              <a:xfrm>
                <a:off x="-3377007" y="2988777"/>
                <a:ext cx="476861" cy="21014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8176" name="Text Box 105"/>
              <p:cNvSpPr txBox="1"/>
              <p:nvPr/>
            </p:nvSpPr>
            <p:spPr>
              <a:xfrm>
                <a:off x="-3430189" y="2965119"/>
                <a:ext cx="581451" cy="24075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200">
                    <a:latin typeface="Arial" panose="020B0604020202090204" pitchFamily="34" charset="0"/>
                  </a:rPr>
                  <a:t>0111</a:t>
                </a:r>
              </a:p>
            </p:txBody>
          </p:sp>
          <p:sp>
            <p:nvSpPr>
              <p:cNvPr id="48177" name="Line 119"/>
              <p:cNvSpPr/>
              <p:nvPr/>
            </p:nvSpPr>
            <p:spPr>
              <a:xfrm>
                <a:off x="-3621642" y="2717403"/>
                <a:ext cx="405953" cy="300600"/>
              </a:xfrm>
              <a:prstGeom prst="line">
                <a:avLst/>
              </a:prstGeom>
              <a:ln w="9525" cap="flat" cmpd="sng">
                <a:solidFill>
                  <a:schemeClr val="tx1"/>
                </a:solidFill>
                <a:prstDash val="solid"/>
                <a:headEnd type="none" w="med" len="med"/>
                <a:tailEnd type="triangle" w="med" len="med"/>
              </a:ln>
            </p:spPr>
          </p:sp>
        </p:grpSp>
        <p:sp>
          <p:nvSpPr>
            <p:cNvPr id="48160" name="Freeform 120"/>
            <p:cNvSpPr/>
            <p:nvPr/>
          </p:nvSpPr>
          <p:spPr>
            <a:xfrm>
              <a:off x="2493963" y="5668963"/>
              <a:ext cx="982662" cy="233362"/>
            </a:xfrm>
            <a:custGeom>
              <a:avLst/>
              <a:gdLst>
                <a:gd name="txL" fmla="*/ 0 w 554"/>
                <a:gd name="txT" fmla="*/ 0 h 167"/>
                <a:gd name="txR" fmla="*/ 554 w 554"/>
                <a:gd name="txB" fmla="*/ 167 h 167"/>
              </a:gdLst>
              <a:ahLst/>
              <a:cxnLst>
                <a:cxn ang="0">
                  <a:pos x="0" y="2147483646"/>
                </a:cxn>
                <a:cxn ang="0">
                  <a:pos x="2147483646" y="2147483646"/>
                </a:cxn>
                <a:cxn ang="0">
                  <a:pos x="2147483646" y="2147483646"/>
                </a:cxn>
              </a:cxnLst>
              <a:rect l="txL" t="txT" r="txR" b="txB"/>
              <a:pathLst>
                <a:path w="554" h="167">
                  <a:moveTo>
                    <a:pt x="0" y="10"/>
                  </a:moveTo>
                  <a:cubicBezTo>
                    <a:pt x="102" y="0"/>
                    <a:pt x="240" y="5"/>
                    <a:pt x="324" y="26"/>
                  </a:cubicBezTo>
                  <a:cubicBezTo>
                    <a:pt x="416" y="52"/>
                    <a:pt x="502" y="120"/>
                    <a:pt x="554" y="167"/>
                  </a:cubicBezTo>
                </a:path>
              </a:pathLst>
            </a:custGeom>
            <a:noFill/>
            <a:ln w="57150" cap="flat" cmpd="sng">
              <a:solidFill>
                <a:srgbClr val="FF3300">
                  <a:alpha val="100000"/>
                </a:srgbClr>
              </a:solidFill>
              <a:prstDash val="solid"/>
              <a:round/>
              <a:headEnd type="none" w="med" len="med"/>
              <a:tailEnd type="triangle" w="med" len="med"/>
            </a:ln>
          </p:spPr>
          <p:txBody>
            <a:bodyPr/>
            <a:lstStyle/>
            <a:p>
              <a:endParaRPr lang="zh-CN" altLang="en-US"/>
            </a:p>
          </p:txBody>
        </p:sp>
        <p:grpSp>
          <p:nvGrpSpPr>
            <p:cNvPr id="48161" name="Group 357"/>
            <p:cNvGrpSpPr/>
            <p:nvPr/>
          </p:nvGrpSpPr>
          <p:grpSpPr>
            <a:xfrm>
              <a:off x="2714625" y="5659438"/>
              <a:ext cx="565150" cy="293687"/>
              <a:chOff x="1871277" y="1576300"/>
              <a:chExt cx="1128371" cy="437861"/>
            </a:xfrm>
          </p:grpSpPr>
          <p:sp>
            <p:nvSpPr>
              <p:cNvPr id="352" name="Oval 351"/>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53" name="Rectangle 35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54" name="Oval 353"/>
              <p:cNvSpPr>
                <a:spLocks noChangeArrowheads="1"/>
              </p:cNvSpPr>
              <p:nvPr/>
            </p:nvSpPr>
            <p:spPr bwMode="auto">
              <a:xfrm flipV="1">
                <a:off x="1871277" y="1576300"/>
                <a:ext cx="1125202" cy="319521"/>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55" name="Freeform 354"/>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56" name="Freeform 355"/>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41" name="Freeform 440"/>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46" name="Freeform 445"/>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450" name="Straight Connector 449"/>
              <p:cNvCxnSpPr>
                <a:cxnSpLocks noChangeShapeType="1"/>
                <a:endCxn id="354" idx="2"/>
              </p:cNvCxnSpPr>
              <p:nvPr/>
            </p:nvCxnSpPr>
            <p:spPr bwMode="auto">
              <a:xfrm flipH="1" flipV="1">
                <a:off x="1871277" y="1737244"/>
                <a:ext cx="3171" cy="123075"/>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468" name="Straight Connector 467"/>
              <p:cNvCxnSpPr>
                <a:cxnSpLocks noChangeShapeType="1"/>
              </p:cNvCxnSpPr>
              <p:nvPr/>
            </p:nvCxnSpPr>
            <p:spPr bwMode="auto">
              <a:xfrm flipH="1" flipV="1">
                <a:off x="2996479" y="1734878"/>
                <a:ext cx="3169" cy="123075"/>
              </a:xfrm>
              <a:prstGeom prst="line">
                <a:avLst/>
              </a:prstGeom>
              <a:noFill/>
              <a:ln w="6350">
                <a:solidFill>
                  <a:schemeClr val="tx1"/>
                </a:solidFill>
                <a:round/>
              </a:ln>
              <a:effectLst>
                <a:outerShdw blurRad="40005" dist="19939" dir="5400000" algn="tl" rotWithShape="0">
                  <a:srgbClr val="808080">
                    <a:alpha val="37999"/>
                  </a:srgbClr>
                </a:outerShdw>
              </a:effectLst>
            </p:spPr>
          </p:cxnSp>
        </p:grpSp>
        <p:sp>
          <p:nvSpPr>
            <p:cNvPr id="48162" name="TextBox 282"/>
            <p:cNvSpPr txBox="1"/>
            <p:nvPr/>
          </p:nvSpPr>
          <p:spPr>
            <a:xfrm>
              <a:off x="3068638" y="5862638"/>
              <a:ext cx="261937" cy="2778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3</a:t>
              </a:r>
            </a:p>
          </p:txBody>
        </p:sp>
      </p:grpSp>
      <p:sp>
        <p:nvSpPr>
          <p:cNvPr id="48155" name="TextBox 6"/>
          <p:cNvSpPr txBox="1"/>
          <p:nvPr/>
        </p:nvSpPr>
        <p:spPr>
          <a:xfrm>
            <a:off x="196850" y="4903788"/>
            <a:ext cx="1992313" cy="52387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values in arriving </a:t>
            </a:r>
          </a:p>
          <a:p>
            <a:pPr marL="0" lvl="0" indent="0">
              <a:lnSpc>
                <a:spcPct val="100000"/>
              </a:lnSpc>
              <a:spcBef>
                <a:spcPct val="0"/>
              </a:spcBef>
              <a:buClrTx/>
              <a:buSzTx/>
              <a:buFontTx/>
              <a:buNone/>
            </a:pPr>
            <a:r>
              <a:rPr lang="en-US" altLang="zh-CN" sz="1400">
                <a:latin typeface="Arial" panose="020B0604020202090204" pitchFamily="34" charset="0"/>
              </a:rPr>
              <a:t>packet header</a:t>
            </a:r>
            <a:endParaRPr lang="en-US" altLang="zh-CN" sz="1800">
              <a:latin typeface="Arial" panose="020B0604020202090204" pitchFamily="34" charset="0"/>
            </a:endParaRPr>
          </a:p>
        </p:txBody>
      </p:sp>
      <p:sp>
        <p:nvSpPr>
          <p:cNvPr id="36" name="Rectangle 14"/>
          <p:cNvSpPr>
            <a:spLocks noChangeArrowheads="1"/>
          </p:cNvSpPr>
          <p:nvPr/>
        </p:nvSpPr>
        <p:spPr bwMode="auto">
          <a:xfrm>
            <a:off x="301002" y="6245576"/>
            <a:ext cx="1947424"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V7</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 新增内容</a:t>
            </a:r>
            <a:endPar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8260"/>
                                        </p:tgtEl>
                                        <p:attrNameLst>
                                          <p:attrName>style.visibility</p:attrName>
                                        </p:attrNameLst>
                                      </p:cBhvr>
                                      <p:to>
                                        <p:strVal val="visible"/>
                                      </p:to>
                                    </p:set>
                                    <p:animEffect transition="in" filter="wipe(down)">
                                      <p:cBhvr>
                                        <p:cTn id="7" dur="500"/>
                                        <p:tgtEl>
                                          <p:spTgt spid="482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dissolv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ssolv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dissolve">
                                      <p:cBhvr>
                                        <p:cTn id="32" dur="10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48261"/>
                                        </p:tgtEl>
                                        <p:attrNameLst>
                                          <p:attrName>style.visibility</p:attrName>
                                        </p:attrNameLst>
                                      </p:cBhvr>
                                      <p:to>
                                        <p:strVal val="visible"/>
                                      </p:to>
                                    </p:set>
                                    <p:animEffect transition="in" filter="dissolve">
                                      <p:cBhvr>
                                        <p:cTn id="37" dur="500"/>
                                        <p:tgtEl>
                                          <p:spTgt spid="48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18786"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15</a:t>
            </a:fld>
            <a:endParaRPr lang="en-US" altLang="zh-CN" sz="1200">
              <a:latin typeface="Arial" panose="020B0604020202090204" pitchFamily="34" charset="0"/>
            </a:endParaRPr>
          </a:p>
        </p:txBody>
      </p:sp>
      <p:sp>
        <p:nvSpPr>
          <p:cNvPr id="118787" name="Rectangle 2"/>
          <p:cNvSpPr>
            <a:spLocks noGrp="1"/>
          </p:cNvSpPr>
          <p:nvPr>
            <p:ph type="title"/>
          </p:nvPr>
        </p:nvSpPr>
        <p:spPr/>
        <p:txBody>
          <a:bodyPr vert="horz" wrap="square" lIns="91440" tIns="45720" rIns="91440" bIns="45720" anchor="ctr" anchorCtr="0"/>
          <a:lstStyle/>
          <a:p>
            <a:r>
              <a:rPr lang="en-US" altLang="zh-CN"/>
              <a:t>Connection setup</a:t>
            </a:r>
          </a:p>
        </p:txBody>
      </p:sp>
      <p:sp>
        <p:nvSpPr>
          <p:cNvPr id="118788" name="Rectangle 3"/>
          <p:cNvSpPr>
            <a:spLocks noGrp="1"/>
          </p:cNvSpPr>
          <p:nvPr>
            <p:ph idx="1"/>
          </p:nvPr>
        </p:nvSpPr>
        <p:spPr>
          <a:xfrm>
            <a:off x="533400" y="1600200"/>
            <a:ext cx="8220075" cy="4648200"/>
          </a:xfrm>
        </p:spPr>
        <p:txBody>
          <a:bodyPr vert="horz" wrap="square" lIns="91440" tIns="45720" rIns="91440" bIns="45720" anchor="t" anchorCtr="0"/>
          <a:lstStyle/>
          <a:p>
            <a:r>
              <a:rPr lang="en-US" altLang="zh-CN" sz="2400"/>
              <a:t>3</a:t>
            </a:r>
            <a:r>
              <a:rPr lang="en-US" altLang="zh-CN" sz="2400" baseline="30000"/>
              <a:t>rd</a:t>
            </a:r>
            <a:r>
              <a:rPr lang="en-US" altLang="zh-CN" sz="2400"/>
              <a:t> important function in </a:t>
            </a:r>
            <a:r>
              <a:rPr lang="en-US" altLang="zh-CN" sz="2400" i="1"/>
              <a:t>some</a:t>
            </a:r>
            <a:r>
              <a:rPr lang="en-US" altLang="zh-CN" sz="2400"/>
              <a:t> network architectures:</a:t>
            </a:r>
          </a:p>
          <a:p>
            <a:pPr lvl="1"/>
            <a:r>
              <a:rPr lang="en-US" altLang="zh-CN"/>
              <a:t>ATM, frame relay, X.25</a:t>
            </a:r>
          </a:p>
          <a:p>
            <a:r>
              <a:rPr lang="en-US" altLang="zh-CN" sz="2400"/>
              <a:t>before datagrams flow, two end hosts </a:t>
            </a:r>
            <a:r>
              <a:rPr lang="en-US" altLang="zh-CN" sz="2400" i="1"/>
              <a:t>and</a:t>
            </a:r>
            <a:r>
              <a:rPr lang="en-US" altLang="zh-CN" sz="2400"/>
              <a:t> intervening routers establish virtual connection</a:t>
            </a:r>
          </a:p>
          <a:p>
            <a:pPr lvl="1"/>
            <a:r>
              <a:rPr lang="en-US" altLang="zh-CN"/>
              <a:t>routers get involved</a:t>
            </a:r>
          </a:p>
          <a:p>
            <a:r>
              <a:rPr lang="en-US" altLang="zh-CN" sz="2400"/>
              <a:t>network vs transport layer connection service:</a:t>
            </a:r>
          </a:p>
          <a:p>
            <a:pPr lvl="1"/>
            <a:r>
              <a:rPr lang="en-US" altLang="zh-CN">
                <a:solidFill>
                  <a:srgbClr val="FF0000"/>
                </a:solidFill>
              </a:rPr>
              <a:t>network:</a:t>
            </a:r>
            <a:r>
              <a:rPr lang="en-US" altLang="zh-CN"/>
              <a:t> between two hosts (may also involve intervening routers in case of VCs)</a:t>
            </a:r>
          </a:p>
          <a:p>
            <a:pPr lvl="1"/>
            <a:r>
              <a:rPr lang="en-US" altLang="zh-CN">
                <a:solidFill>
                  <a:srgbClr val="FF0000"/>
                </a:solidFill>
              </a:rPr>
              <a:t>transport:</a:t>
            </a:r>
            <a:r>
              <a:rPr lang="en-US" altLang="zh-CN"/>
              <a:t> between two processes</a:t>
            </a:r>
          </a:p>
          <a:p>
            <a:pPr>
              <a:buNone/>
            </a:pPr>
            <a:endParaRPr lang="en-US" altLang="zh-CN" sz="2400"/>
          </a:p>
        </p:txBody>
      </p:sp>
    </p:spTree>
  </p:cSld>
  <p:clrMapOvr>
    <a:masterClrMapping/>
  </p:clrMapOvr>
  <p:transition spd="slow"/>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09" name="页脚占位符 5"/>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19810" name="灯片编号占位符 6"/>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16</a:t>
            </a:fld>
            <a:endParaRPr lang="en-US" altLang="zh-CN" sz="1200">
              <a:latin typeface="Arial" panose="020B0604020202090204" pitchFamily="34" charset="0"/>
            </a:endParaRPr>
          </a:p>
        </p:txBody>
      </p:sp>
      <p:sp>
        <p:nvSpPr>
          <p:cNvPr id="119811" name="Rectangle 2"/>
          <p:cNvSpPr>
            <a:spLocks noGrp="1"/>
          </p:cNvSpPr>
          <p:nvPr>
            <p:ph type="title"/>
          </p:nvPr>
        </p:nvSpPr>
        <p:spPr/>
        <p:txBody>
          <a:bodyPr vert="horz" wrap="square" lIns="91440" tIns="45720" rIns="91440" bIns="45720" anchor="ctr" anchorCtr="0"/>
          <a:lstStyle/>
          <a:p>
            <a:r>
              <a:rPr lang="en-US" altLang="zh-CN"/>
              <a:t>Network service model</a:t>
            </a:r>
          </a:p>
        </p:txBody>
      </p:sp>
      <p:sp>
        <p:nvSpPr>
          <p:cNvPr id="119812" name="Rectangle 13"/>
          <p:cNvSpPr/>
          <p:nvPr/>
        </p:nvSpPr>
        <p:spPr>
          <a:xfrm>
            <a:off x="609600" y="1430338"/>
            <a:ext cx="7554913" cy="822325"/>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buClr>
                <a:schemeClr val="accent2"/>
              </a:buClr>
              <a:buSzPct val="85000"/>
              <a:buFont typeface="ZapfDingbats" charset="2"/>
              <a:buNone/>
            </a:pPr>
            <a:r>
              <a:rPr lang="en-US" altLang="zh-CN" sz="2400">
                <a:solidFill>
                  <a:srgbClr val="FF0000"/>
                </a:solidFill>
              </a:rPr>
              <a:t>Q:</a:t>
            </a:r>
            <a:r>
              <a:rPr lang="en-US" altLang="zh-CN" sz="2400"/>
              <a:t> What </a:t>
            </a:r>
            <a:r>
              <a:rPr lang="en-US" altLang="zh-CN" sz="2400" i="1">
                <a:solidFill>
                  <a:srgbClr val="000099"/>
                </a:solidFill>
              </a:rPr>
              <a:t>service model</a:t>
            </a:r>
            <a:r>
              <a:rPr lang="en-US" altLang="zh-CN" sz="2400"/>
              <a:t> for “channel” transporting datagrams from sender to receiver?</a:t>
            </a:r>
          </a:p>
        </p:txBody>
      </p:sp>
      <p:sp>
        <p:nvSpPr>
          <p:cNvPr id="119813" name="Rectangle 15"/>
          <p:cNvSpPr>
            <a:spLocks noGrp="1"/>
          </p:cNvSpPr>
          <p:nvPr>
            <p:ph sz="half" idx="1"/>
          </p:nvPr>
        </p:nvSpPr>
        <p:spPr>
          <a:xfrm>
            <a:off x="442913" y="2476500"/>
            <a:ext cx="3810000" cy="4648200"/>
          </a:xfrm>
        </p:spPr>
        <p:txBody>
          <a:bodyPr vert="horz" wrap="square" lIns="91440" tIns="45720" rIns="91440" bIns="45720" anchor="t" anchorCtr="0"/>
          <a:lstStyle/>
          <a:p>
            <a:pPr>
              <a:buClr>
                <a:srgbClr val="000099"/>
              </a:buClr>
              <a:buSzPct val="75000"/>
              <a:buFont typeface="Wingdings" panose="05000000000000000000" pitchFamily="2" charset="2"/>
              <a:buNone/>
            </a:pPr>
            <a:r>
              <a:rPr kumimoji="1" lang="en-US" altLang="zh-CN" sz="2400" u="sng">
                <a:solidFill>
                  <a:srgbClr val="FF0000"/>
                </a:solidFill>
                <a:latin typeface="+mn-lt"/>
                <a:ea typeface="宋体" charset="0"/>
                <a:cs typeface="宋体" charset="0"/>
              </a:rPr>
              <a:t>example services for individual datagrams:</a:t>
            </a:r>
          </a:p>
          <a:p>
            <a:pPr>
              <a:buClr>
                <a:srgbClr val="000099"/>
              </a:buClr>
              <a:buSzPct val="75000"/>
            </a:pPr>
            <a:r>
              <a:rPr kumimoji="1" lang="en-US" altLang="zh-CN" sz="2400">
                <a:latin typeface="+mn-lt"/>
                <a:ea typeface="宋体" charset="0"/>
                <a:cs typeface="宋体" charset="0"/>
              </a:rPr>
              <a:t>guaranteed delivery</a:t>
            </a:r>
          </a:p>
          <a:p>
            <a:pPr>
              <a:buClr>
                <a:srgbClr val="000099"/>
              </a:buClr>
              <a:buSzPct val="75000"/>
            </a:pPr>
            <a:r>
              <a:rPr kumimoji="1" lang="en-US" altLang="zh-CN" sz="2400">
                <a:latin typeface="+mn-lt"/>
                <a:ea typeface="宋体" charset="0"/>
                <a:cs typeface="宋体" charset="0"/>
              </a:rPr>
              <a:t>guaranteed delivery with less than 40 msec delay</a:t>
            </a:r>
          </a:p>
        </p:txBody>
      </p:sp>
      <p:sp>
        <p:nvSpPr>
          <p:cNvPr id="119814" name="Rectangle 16"/>
          <p:cNvSpPr>
            <a:spLocks noGrp="1"/>
          </p:cNvSpPr>
          <p:nvPr>
            <p:ph sz="half" idx="2"/>
          </p:nvPr>
        </p:nvSpPr>
        <p:spPr>
          <a:xfrm>
            <a:off x="4559300" y="2424113"/>
            <a:ext cx="3810000" cy="3686175"/>
          </a:xfrm>
        </p:spPr>
        <p:txBody>
          <a:bodyPr vert="horz" wrap="square" lIns="91440" tIns="45720" rIns="91440" bIns="45720" anchor="t" anchorCtr="0"/>
          <a:lstStyle/>
          <a:p>
            <a:pPr>
              <a:buClr>
                <a:srgbClr val="000099"/>
              </a:buClr>
              <a:buSzPct val="75000"/>
              <a:buFont typeface="Wingdings" panose="05000000000000000000" pitchFamily="2" charset="2"/>
              <a:buNone/>
            </a:pPr>
            <a:r>
              <a:rPr kumimoji="1" lang="en-US" altLang="zh-CN" sz="2400" u="sng">
                <a:solidFill>
                  <a:srgbClr val="FF0000"/>
                </a:solidFill>
                <a:latin typeface="+mn-lt"/>
                <a:ea typeface="宋体" charset="0"/>
                <a:cs typeface="宋体" charset="0"/>
              </a:rPr>
              <a:t>example services for a flow of datagrams:</a:t>
            </a:r>
          </a:p>
          <a:p>
            <a:pPr>
              <a:buClr>
                <a:srgbClr val="000099"/>
              </a:buClr>
              <a:buSzPct val="75000"/>
            </a:pPr>
            <a:r>
              <a:rPr kumimoji="1" lang="en-US" altLang="zh-CN" sz="2400">
                <a:latin typeface="+mn-lt"/>
                <a:ea typeface="宋体" charset="0"/>
                <a:cs typeface="宋体" charset="0"/>
              </a:rPr>
              <a:t>in-order datagram delivery</a:t>
            </a:r>
          </a:p>
          <a:p>
            <a:pPr>
              <a:buClr>
                <a:srgbClr val="000099"/>
              </a:buClr>
              <a:buSzPct val="75000"/>
            </a:pPr>
            <a:r>
              <a:rPr kumimoji="1" lang="en-US" altLang="zh-CN" sz="2400">
                <a:latin typeface="+mn-lt"/>
                <a:ea typeface="宋体" charset="0"/>
                <a:cs typeface="宋体" charset="0"/>
              </a:rPr>
              <a:t>guaranteed minimum bandwidth to flow</a:t>
            </a:r>
          </a:p>
          <a:p>
            <a:pPr>
              <a:buClr>
                <a:srgbClr val="000099"/>
              </a:buClr>
              <a:buSzPct val="75000"/>
            </a:pPr>
            <a:r>
              <a:rPr kumimoji="1" lang="en-US" altLang="zh-CN" sz="2400">
                <a:latin typeface="+mn-lt"/>
                <a:ea typeface="宋体" charset="0"/>
                <a:cs typeface="宋体" charset="0"/>
              </a:rPr>
              <a:t>restrictions on changes in inter-packet spacing</a:t>
            </a:r>
          </a:p>
          <a:p>
            <a:pPr>
              <a:buClr>
                <a:srgbClr val="000099"/>
              </a:buClr>
              <a:buSzPct val="75000"/>
            </a:pPr>
            <a:endParaRPr kumimoji="1" lang="en-US" altLang="zh-CN" sz="2400">
              <a:latin typeface="+mn-lt"/>
              <a:ea typeface="宋体" charset="0"/>
              <a:cs typeface="宋体" charset="0"/>
            </a:endParaRPr>
          </a:p>
        </p:txBody>
      </p:sp>
    </p:spTree>
  </p:cSld>
  <p:clrMapOvr>
    <a:masterClrMapping/>
  </p:clrMapOvr>
  <p:transition spd="slow"/>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页脚占位符 3"/>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20834" name="灯片编号占位符 4"/>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17</a:t>
            </a:fld>
            <a:endParaRPr lang="en-US" altLang="zh-CN" sz="1200">
              <a:latin typeface="Arial" panose="020B0604020202090204" pitchFamily="34" charset="0"/>
            </a:endParaRPr>
          </a:p>
        </p:txBody>
      </p:sp>
      <p:sp>
        <p:nvSpPr>
          <p:cNvPr id="120835" name="Rectangle 2"/>
          <p:cNvSpPr>
            <a:spLocks noGrp="1"/>
          </p:cNvSpPr>
          <p:nvPr>
            <p:ph type="title"/>
          </p:nvPr>
        </p:nvSpPr>
        <p:spPr/>
        <p:txBody>
          <a:bodyPr vert="horz" wrap="square" lIns="91440" tIns="45720" rIns="91440" bIns="45720" anchor="ctr" anchorCtr="0"/>
          <a:lstStyle/>
          <a:p>
            <a:r>
              <a:rPr lang="en-US" altLang="zh-CN" sz="3600"/>
              <a:t>Network layer service models:</a:t>
            </a:r>
            <a:endParaRPr lang="en-US" altLang="zh-CN"/>
          </a:p>
        </p:txBody>
      </p:sp>
      <p:sp>
        <p:nvSpPr>
          <p:cNvPr id="120836" name="Text Box 3"/>
          <p:cNvSpPr txBox="1"/>
          <p:nvPr/>
        </p:nvSpPr>
        <p:spPr>
          <a:xfrm>
            <a:off x="309563" y="1506538"/>
            <a:ext cx="1538287" cy="37496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r">
              <a:spcBef>
                <a:spcPct val="0"/>
              </a:spcBef>
              <a:buClrTx/>
              <a:buSzTx/>
              <a:buFontTx/>
              <a:buNone/>
            </a:pPr>
            <a:r>
              <a:rPr lang="en-US" altLang="zh-CN" sz="2000">
                <a:latin typeface="Arial" panose="020B0604020202090204" pitchFamily="34" charset="0"/>
              </a:rPr>
              <a:t>Network</a:t>
            </a:r>
          </a:p>
          <a:p>
            <a:pPr marL="0" lvl="0" indent="0" algn="r">
              <a:spcBef>
                <a:spcPct val="0"/>
              </a:spcBef>
              <a:buClrTx/>
              <a:buSzTx/>
              <a:buFontTx/>
              <a:buNone/>
            </a:pPr>
            <a:r>
              <a:rPr lang="en-US" altLang="zh-CN" sz="2000">
                <a:latin typeface="Arial" panose="020B0604020202090204" pitchFamily="34" charset="0"/>
              </a:rPr>
              <a:t>Architecture</a:t>
            </a:r>
          </a:p>
          <a:p>
            <a:pPr marL="0" lvl="0" indent="0" algn="r">
              <a:spcBef>
                <a:spcPct val="0"/>
              </a:spcBef>
              <a:buClrTx/>
              <a:buSzTx/>
              <a:buFontTx/>
              <a:buNone/>
            </a:pPr>
            <a:endParaRPr lang="en-US" altLang="zh-CN" sz="2000">
              <a:latin typeface="Arial" panose="020B0604020202090204" pitchFamily="34" charset="0"/>
            </a:endParaRPr>
          </a:p>
          <a:p>
            <a:pPr marL="0" lvl="0" indent="0" algn="r">
              <a:spcBef>
                <a:spcPct val="0"/>
              </a:spcBef>
              <a:buClrTx/>
              <a:buSzTx/>
              <a:buFontTx/>
              <a:buNone/>
            </a:pPr>
            <a:r>
              <a:rPr lang="en-US" altLang="zh-CN" sz="2000">
                <a:latin typeface="Arial" panose="020B0604020202090204" pitchFamily="34" charset="0"/>
              </a:rPr>
              <a:t>Internet</a:t>
            </a:r>
          </a:p>
          <a:p>
            <a:pPr marL="0" lvl="0" indent="0" algn="r">
              <a:spcBef>
                <a:spcPct val="0"/>
              </a:spcBef>
              <a:buClrTx/>
              <a:buSzTx/>
              <a:buFontTx/>
              <a:buNone/>
            </a:pPr>
            <a:endParaRPr lang="en-US" altLang="zh-CN" sz="2000">
              <a:latin typeface="Arial" panose="020B0604020202090204" pitchFamily="34" charset="0"/>
            </a:endParaRPr>
          </a:p>
          <a:p>
            <a:pPr marL="0" lvl="0" indent="0" algn="r">
              <a:spcBef>
                <a:spcPct val="0"/>
              </a:spcBef>
              <a:buClrTx/>
              <a:buSzTx/>
              <a:buFontTx/>
              <a:buNone/>
            </a:pPr>
            <a:r>
              <a:rPr lang="en-US" altLang="zh-CN" sz="2000">
                <a:latin typeface="Arial" panose="020B0604020202090204" pitchFamily="34" charset="0"/>
              </a:rPr>
              <a:t>ATM</a:t>
            </a:r>
          </a:p>
          <a:p>
            <a:pPr marL="0" lvl="0" indent="0" algn="r">
              <a:spcBef>
                <a:spcPct val="0"/>
              </a:spcBef>
              <a:buClrTx/>
              <a:buSzTx/>
              <a:buFontTx/>
              <a:buNone/>
            </a:pPr>
            <a:endParaRPr lang="en-US" altLang="zh-CN" sz="2000">
              <a:latin typeface="Arial" panose="020B0604020202090204" pitchFamily="34" charset="0"/>
            </a:endParaRPr>
          </a:p>
          <a:p>
            <a:pPr marL="0" lvl="0" indent="0" algn="r">
              <a:spcBef>
                <a:spcPct val="0"/>
              </a:spcBef>
              <a:buClrTx/>
              <a:buSzTx/>
              <a:buFontTx/>
              <a:buNone/>
            </a:pPr>
            <a:r>
              <a:rPr lang="en-US" altLang="zh-CN" sz="2000">
                <a:latin typeface="Arial" panose="020B0604020202090204" pitchFamily="34" charset="0"/>
              </a:rPr>
              <a:t>ATM</a:t>
            </a:r>
          </a:p>
          <a:p>
            <a:pPr marL="0" lvl="0" indent="0" algn="r">
              <a:spcBef>
                <a:spcPct val="0"/>
              </a:spcBef>
              <a:buClrTx/>
              <a:buSzTx/>
              <a:buFontTx/>
              <a:buNone/>
            </a:pPr>
            <a:endParaRPr lang="en-US" altLang="zh-CN" sz="2000">
              <a:latin typeface="Arial" panose="020B0604020202090204" pitchFamily="34" charset="0"/>
            </a:endParaRPr>
          </a:p>
          <a:p>
            <a:pPr marL="0" lvl="0" indent="0" algn="r">
              <a:spcBef>
                <a:spcPct val="0"/>
              </a:spcBef>
              <a:buClrTx/>
              <a:buSzTx/>
              <a:buFontTx/>
              <a:buNone/>
            </a:pPr>
            <a:r>
              <a:rPr lang="en-US" altLang="zh-CN" sz="2000">
                <a:latin typeface="Arial" panose="020B0604020202090204" pitchFamily="34" charset="0"/>
              </a:rPr>
              <a:t>ATM</a:t>
            </a:r>
          </a:p>
          <a:p>
            <a:pPr marL="0" lvl="0" indent="0" algn="r">
              <a:spcBef>
                <a:spcPct val="0"/>
              </a:spcBef>
              <a:buClrTx/>
              <a:buSzTx/>
              <a:buFontTx/>
              <a:buNone/>
            </a:pPr>
            <a:endParaRPr lang="en-US" altLang="zh-CN" sz="2000">
              <a:latin typeface="Arial" panose="020B0604020202090204" pitchFamily="34" charset="0"/>
            </a:endParaRPr>
          </a:p>
          <a:p>
            <a:pPr marL="0" lvl="0" indent="0" algn="r">
              <a:spcBef>
                <a:spcPct val="0"/>
              </a:spcBef>
              <a:buClrTx/>
              <a:buSzTx/>
              <a:buFontTx/>
              <a:buNone/>
            </a:pPr>
            <a:r>
              <a:rPr lang="en-US" altLang="zh-CN" sz="2000">
                <a:latin typeface="Arial" panose="020B0604020202090204" pitchFamily="34" charset="0"/>
              </a:rPr>
              <a:t>ATM</a:t>
            </a:r>
            <a:endParaRPr lang="en-US" altLang="zh-CN" sz="2400">
              <a:latin typeface="Times New Roman" panose="02020503050405090304" charset="0"/>
            </a:endParaRPr>
          </a:p>
        </p:txBody>
      </p:sp>
      <p:sp>
        <p:nvSpPr>
          <p:cNvPr id="120837" name="Text Box 4"/>
          <p:cNvSpPr txBox="1"/>
          <p:nvPr/>
        </p:nvSpPr>
        <p:spPr>
          <a:xfrm>
            <a:off x="1966913" y="1506538"/>
            <a:ext cx="1309687" cy="37496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latin typeface="Arial" panose="020B0604020202090204" pitchFamily="34" charset="0"/>
              </a:rPr>
              <a:t>Service</a:t>
            </a:r>
          </a:p>
          <a:p>
            <a:pPr marL="0" lvl="0" indent="0">
              <a:spcBef>
                <a:spcPct val="0"/>
              </a:spcBef>
              <a:buClrTx/>
              <a:buSzTx/>
              <a:buFontTx/>
              <a:buNone/>
            </a:pPr>
            <a:r>
              <a:rPr lang="en-US" altLang="zh-CN" sz="2000">
                <a:latin typeface="Arial" panose="020B0604020202090204" pitchFamily="34" charset="0"/>
              </a:rPr>
              <a:t>Model</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best effort</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CBR</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VBR</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ABR</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UBR</a:t>
            </a:r>
            <a:endParaRPr lang="en-US" altLang="zh-CN" sz="2400">
              <a:latin typeface="Times New Roman" panose="02020503050405090304" charset="0"/>
            </a:endParaRPr>
          </a:p>
        </p:txBody>
      </p:sp>
      <p:sp>
        <p:nvSpPr>
          <p:cNvPr id="120838" name="Text Box 5"/>
          <p:cNvSpPr txBox="1"/>
          <p:nvPr/>
        </p:nvSpPr>
        <p:spPr>
          <a:xfrm>
            <a:off x="3300413" y="1801813"/>
            <a:ext cx="1538287" cy="34448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latin typeface="Arial" panose="020B0604020202090204" pitchFamily="34" charset="0"/>
              </a:rPr>
              <a:t>Bandwidth</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none</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constant</a:t>
            </a:r>
          </a:p>
          <a:p>
            <a:pPr marL="0" lvl="0" indent="0">
              <a:spcBef>
                <a:spcPct val="0"/>
              </a:spcBef>
              <a:buClrTx/>
              <a:buSzTx/>
              <a:buFontTx/>
              <a:buNone/>
            </a:pPr>
            <a:r>
              <a:rPr lang="en-US" altLang="zh-CN" sz="2000">
                <a:latin typeface="Arial" panose="020B0604020202090204" pitchFamily="34" charset="0"/>
              </a:rPr>
              <a:t>rate</a:t>
            </a:r>
          </a:p>
          <a:p>
            <a:pPr marL="0" lvl="0" indent="0">
              <a:spcBef>
                <a:spcPct val="0"/>
              </a:spcBef>
              <a:buClrTx/>
              <a:buSzTx/>
              <a:buFontTx/>
              <a:buNone/>
            </a:pPr>
            <a:r>
              <a:rPr lang="en-US" altLang="zh-CN" sz="2000">
                <a:latin typeface="Arial" panose="020B0604020202090204" pitchFamily="34" charset="0"/>
              </a:rPr>
              <a:t>guaranteed</a:t>
            </a:r>
          </a:p>
          <a:p>
            <a:pPr marL="0" lvl="0" indent="0">
              <a:spcBef>
                <a:spcPct val="0"/>
              </a:spcBef>
              <a:buClrTx/>
              <a:buSzTx/>
              <a:buFontTx/>
              <a:buNone/>
            </a:pPr>
            <a:r>
              <a:rPr lang="en-US" altLang="zh-CN" sz="2000">
                <a:latin typeface="Arial" panose="020B0604020202090204" pitchFamily="34" charset="0"/>
              </a:rPr>
              <a:t>rate</a:t>
            </a:r>
          </a:p>
          <a:p>
            <a:pPr marL="0" lvl="0" indent="0">
              <a:spcBef>
                <a:spcPct val="0"/>
              </a:spcBef>
              <a:buClrTx/>
              <a:buSzTx/>
              <a:buFontTx/>
              <a:buNone/>
            </a:pPr>
            <a:r>
              <a:rPr lang="en-US" altLang="zh-CN" sz="2000">
                <a:latin typeface="Arial" panose="020B0604020202090204" pitchFamily="34" charset="0"/>
              </a:rPr>
              <a:t>guaranteed </a:t>
            </a:r>
          </a:p>
          <a:p>
            <a:pPr marL="0" lvl="0" indent="0">
              <a:spcBef>
                <a:spcPct val="0"/>
              </a:spcBef>
              <a:buClrTx/>
              <a:buSzTx/>
              <a:buFontTx/>
              <a:buNone/>
            </a:pPr>
            <a:r>
              <a:rPr lang="en-US" altLang="zh-CN" sz="2000">
                <a:latin typeface="Arial" panose="020B0604020202090204" pitchFamily="34" charset="0"/>
              </a:rPr>
              <a:t>minimum</a:t>
            </a:r>
          </a:p>
          <a:p>
            <a:pPr marL="0" lvl="0" indent="0">
              <a:spcBef>
                <a:spcPct val="0"/>
              </a:spcBef>
              <a:buClrTx/>
              <a:buSzTx/>
              <a:buFontTx/>
              <a:buNone/>
            </a:pPr>
            <a:r>
              <a:rPr lang="en-US" altLang="zh-CN" sz="2000">
                <a:latin typeface="Arial" panose="020B0604020202090204" pitchFamily="34" charset="0"/>
              </a:rPr>
              <a:t>none</a:t>
            </a:r>
            <a:endParaRPr lang="en-US" altLang="zh-CN" sz="2400">
              <a:latin typeface="Times New Roman" panose="02020503050405090304" charset="0"/>
            </a:endParaRPr>
          </a:p>
        </p:txBody>
      </p:sp>
      <p:sp>
        <p:nvSpPr>
          <p:cNvPr id="120839" name="Line 6"/>
          <p:cNvSpPr/>
          <p:nvPr/>
        </p:nvSpPr>
        <p:spPr>
          <a:xfrm>
            <a:off x="409575" y="2324100"/>
            <a:ext cx="8429625" cy="9525"/>
          </a:xfrm>
          <a:prstGeom prst="line">
            <a:avLst/>
          </a:prstGeom>
          <a:ln w="28575" cap="flat" cmpd="sng">
            <a:solidFill>
              <a:schemeClr val="accent2"/>
            </a:solidFill>
            <a:prstDash val="solid"/>
            <a:headEnd type="none" w="med" len="med"/>
            <a:tailEnd type="none" w="med" len="med"/>
          </a:ln>
        </p:spPr>
      </p:sp>
      <p:sp>
        <p:nvSpPr>
          <p:cNvPr id="120840" name="Line 7"/>
          <p:cNvSpPr/>
          <p:nvPr/>
        </p:nvSpPr>
        <p:spPr>
          <a:xfrm>
            <a:off x="514350" y="3057525"/>
            <a:ext cx="8429625" cy="9525"/>
          </a:xfrm>
          <a:prstGeom prst="line">
            <a:avLst/>
          </a:prstGeom>
          <a:ln w="19050" cap="flat" cmpd="sng">
            <a:solidFill>
              <a:schemeClr val="accent2"/>
            </a:solidFill>
            <a:prstDash val="solid"/>
            <a:headEnd type="none" w="med" len="med"/>
            <a:tailEnd type="none" w="med" len="med"/>
          </a:ln>
        </p:spPr>
      </p:sp>
      <p:sp>
        <p:nvSpPr>
          <p:cNvPr id="120841" name="Line 8"/>
          <p:cNvSpPr/>
          <p:nvPr/>
        </p:nvSpPr>
        <p:spPr>
          <a:xfrm>
            <a:off x="561975" y="3676650"/>
            <a:ext cx="8429625" cy="9525"/>
          </a:xfrm>
          <a:prstGeom prst="line">
            <a:avLst/>
          </a:prstGeom>
          <a:ln w="19050" cap="flat" cmpd="sng">
            <a:solidFill>
              <a:schemeClr val="accent2"/>
            </a:solidFill>
            <a:prstDash val="solid"/>
            <a:headEnd type="none" w="med" len="med"/>
            <a:tailEnd type="none" w="med" len="med"/>
          </a:ln>
        </p:spPr>
      </p:sp>
      <p:sp>
        <p:nvSpPr>
          <p:cNvPr id="120842" name="Line 9"/>
          <p:cNvSpPr/>
          <p:nvPr/>
        </p:nvSpPr>
        <p:spPr>
          <a:xfrm>
            <a:off x="561975" y="4305300"/>
            <a:ext cx="8429625" cy="9525"/>
          </a:xfrm>
          <a:prstGeom prst="line">
            <a:avLst/>
          </a:prstGeom>
          <a:ln w="19050" cap="flat" cmpd="sng">
            <a:solidFill>
              <a:schemeClr val="accent2"/>
            </a:solidFill>
            <a:prstDash val="solid"/>
            <a:headEnd type="none" w="med" len="med"/>
            <a:tailEnd type="none" w="med" len="med"/>
          </a:ln>
        </p:spPr>
      </p:sp>
      <p:sp>
        <p:nvSpPr>
          <p:cNvPr id="120843" name="Line 10"/>
          <p:cNvSpPr/>
          <p:nvPr/>
        </p:nvSpPr>
        <p:spPr>
          <a:xfrm>
            <a:off x="571500" y="4886325"/>
            <a:ext cx="8429625" cy="9525"/>
          </a:xfrm>
          <a:prstGeom prst="line">
            <a:avLst/>
          </a:prstGeom>
          <a:ln w="19050" cap="flat" cmpd="sng">
            <a:solidFill>
              <a:schemeClr val="accent2"/>
            </a:solidFill>
            <a:prstDash val="solid"/>
            <a:headEnd type="none" w="med" len="med"/>
            <a:tailEnd type="none" w="med" len="med"/>
          </a:ln>
        </p:spPr>
      </p:sp>
      <p:sp>
        <p:nvSpPr>
          <p:cNvPr id="120844" name="Text Box 11"/>
          <p:cNvSpPr txBox="1"/>
          <p:nvPr/>
        </p:nvSpPr>
        <p:spPr>
          <a:xfrm>
            <a:off x="4700588" y="1801813"/>
            <a:ext cx="720725" cy="34448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latin typeface="Arial" panose="020B0604020202090204" pitchFamily="34" charset="0"/>
              </a:rPr>
              <a:t>Loss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yes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yes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a:t>
            </a:r>
            <a:endParaRPr lang="en-US" altLang="zh-CN" sz="2400">
              <a:latin typeface="Times New Roman" panose="02020503050405090304" charset="0"/>
            </a:endParaRPr>
          </a:p>
        </p:txBody>
      </p:sp>
      <p:sp>
        <p:nvSpPr>
          <p:cNvPr id="120845" name="Text Box 12"/>
          <p:cNvSpPr txBox="1"/>
          <p:nvPr/>
        </p:nvSpPr>
        <p:spPr>
          <a:xfrm>
            <a:off x="5424488" y="1811338"/>
            <a:ext cx="831850" cy="34448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latin typeface="Arial" panose="020B0604020202090204" pitchFamily="34" charset="0"/>
              </a:rPr>
              <a:t>Order</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yes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yes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yes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yes</a:t>
            </a:r>
            <a:endParaRPr lang="en-US" altLang="zh-CN" sz="2400">
              <a:latin typeface="Times New Roman" panose="02020503050405090304" charset="0"/>
            </a:endParaRPr>
          </a:p>
        </p:txBody>
      </p:sp>
      <p:sp>
        <p:nvSpPr>
          <p:cNvPr id="120846" name="Text Box 13"/>
          <p:cNvSpPr txBox="1"/>
          <p:nvPr/>
        </p:nvSpPr>
        <p:spPr>
          <a:xfrm>
            <a:off x="6281738" y="1811338"/>
            <a:ext cx="947737" cy="34448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latin typeface="Arial" panose="020B0604020202090204" pitchFamily="34" charset="0"/>
              </a:rPr>
              <a:t>Timing</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yes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yes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a:t>
            </a:r>
            <a:endParaRPr lang="en-US" altLang="zh-CN" sz="2400">
              <a:latin typeface="Times New Roman" panose="02020503050405090304" charset="0"/>
            </a:endParaRPr>
          </a:p>
        </p:txBody>
      </p:sp>
      <p:sp>
        <p:nvSpPr>
          <p:cNvPr id="120847" name="Text Box 14"/>
          <p:cNvSpPr txBox="1"/>
          <p:nvPr/>
        </p:nvSpPr>
        <p:spPr>
          <a:xfrm>
            <a:off x="7281863" y="1525588"/>
            <a:ext cx="1481137" cy="37496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latin typeface="Arial" panose="020B0604020202090204" pitchFamily="34" charset="0"/>
              </a:rPr>
              <a:t>Congestion</a:t>
            </a:r>
          </a:p>
          <a:p>
            <a:pPr marL="0" lvl="0" indent="0">
              <a:spcBef>
                <a:spcPct val="0"/>
              </a:spcBef>
              <a:buClrTx/>
              <a:buSzTx/>
              <a:buFontTx/>
              <a:buNone/>
            </a:pPr>
            <a:r>
              <a:rPr lang="en-US" altLang="zh-CN" sz="2000">
                <a:latin typeface="Arial" panose="020B0604020202090204" pitchFamily="34" charset="0"/>
              </a:rPr>
              <a:t>feedback</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 (inferred</a:t>
            </a:r>
          </a:p>
          <a:p>
            <a:pPr marL="0" lvl="0" indent="0">
              <a:spcBef>
                <a:spcPct val="0"/>
              </a:spcBef>
              <a:buClrTx/>
              <a:buSzTx/>
              <a:buFontTx/>
              <a:buNone/>
            </a:pPr>
            <a:r>
              <a:rPr lang="en-US" altLang="zh-CN" sz="2000">
                <a:latin typeface="Arial" panose="020B0604020202090204" pitchFamily="34" charset="0"/>
              </a:rPr>
              <a:t>via loss)</a:t>
            </a:r>
          </a:p>
          <a:p>
            <a:pPr marL="0" lvl="0" indent="0">
              <a:spcBef>
                <a:spcPct val="0"/>
              </a:spcBef>
              <a:buClrTx/>
              <a:buSzTx/>
              <a:buFontTx/>
              <a:buNone/>
            </a:pPr>
            <a:r>
              <a:rPr lang="en-US" altLang="zh-CN" sz="2000">
                <a:latin typeface="Arial" panose="020B0604020202090204" pitchFamily="34" charset="0"/>
              </a:rPr>
              <a:t>no</a:t>
            </a:r>
          </a:p>
          <a:p>
            <a:pPr marL="0" lvl="0" indent="0">
              <a:spcBef>
                <a:spcPct val="0"/>
              </a:spcBef>
              <a:buClrTx/>
              <a:buSzTx/>
              <a:buFontTx/>
              <a:buNone/>
            </a:pPr>
            <a:r>
              <a:rPr lang="en-US" altLang="zh-CN" sz="2000">
                <a:latin typeface="Arial" panose="020B0604020202090204" pitchFamily="34" charset="0"/>
              </a:rPr>
              <a:t>congestion</a:t>
            </a:r>
          </a:p>
          <a:p>
            <a:pPr marL="0" lvl="0" indent="0">
              <a:spcBef>
                <a:spcPct val="0"/>
              </a:spcBef>
              <a:buClrTx/>
              <a:buSzTx/>
              <a:buFontTx/>
              <a:buNone/>
            </a:pPr>
            <a:r>
              <a:rPr lang="en-US" altLang="zh-CN" sz="2000">
                <a:latin typeface="Arial" panose="020B0604020202090204" pitchFamily="34" charset="0"/>
              </a:rPr>
              <a:t>no</a:t>
            </a:r>
          </a:p>
          <a:p>
            <a:pPr marL="0" lvl="0" indent="0">
              <a:spcBef>
                <a:spcPct val="0"/>
              </a:spcBef>
              <a:buClrTx/>
              <a:buSzTx/>
              <a:buFontTx/>
              <a:buNone/>
            </a:pPr>
            <a:r>
              <a:rPr lang="en-US" altLang="zh-CN" sz="2000">
                <a:latin typeface="Arial" panose="020B0604020202090204" pitchFamily="34" charset="0"/>
              </a:rPr>
              <a:t>congestion</a:t>
            </a:r>
          </a:p>
          <a:p>
            <a:pPr marL="0" lvl="0" indent="0">
              <a:spcBef>
                <a:spcPct val="0"/>
              </a:spcBef>
              <a:buClrTx/>
              <a:buSzTx/>
              <a:buFontTx/>
              <a:buNone/>
            </a:pPr>
            <a:r>
              <a:rPr lang="en-US" altLang="zh-CN" sz="2000">
                <a:latin typeface="Arial" panose="020B0604020202090204" pitchFamily="34" charset="0"/>
              </a:rPr>
              <a:t>yes</a:t>
            </a:r>
          </a:p>
          <a:p>
            <a:pPr marL="0" lvl="0" indent="0">
              <a:spcBef>
                <a:spcPct val="0"/>
              </a:spcBef>
              <a:buClrTx/>
              <a:buSzTx/>
              <a:buFontTx/>
              <a:buNone/>
            </a:pPr>
            <a:endParaRPr lang="en-US" altLang="zh-CN" sz="2000">
              <a:latin typeface="Arial" panose="020B0604020202090204" pitchFamily="34" charset="0"/>
            </a:endParaRPr>
          </a:p>
          <a:p>
            <a:pPr marL="0" lvl="0" indent="0">
              <a:spcBef>
                <a:spcPct val="0"/>
              </a:spcBef>
              <a:buClrTx/>
              <a:buSzTx/>
              <a:buFontTx/>
              <a:buNone/>
            </a:pPr>
            <a:r>
              <a:rPr lang="en-US" altLang="zh-CN" sz="2000">
                <a:latin typeface="Arial" panose="020B0604020202090204" pitchFamily="34" charset="0"/>
              </a:rPr>
              <a:t>no</a:t>
            </a:r>
            <a:endParaRPr lang="en-US" altLang="zh-CN" sz="2400">
              <a:latin typeface="Times New Roman" panose="02020503050405090304" charset="0"/>
            </a:endParaRPr>
          </a:p>
        </p:txBody>
      </p:sp>
      <p:sp>
        <p:nvSpPr>
          <p:cNvPr id="120848" name="Text Box 15"/>
          <p:cNvSpPr txBox="1"/>
          <p:nvPr/>
        </p:nvSpPr>
        <p:spPr>
          <a:xfrm>
            <a:off x="4672013" y="1374775"/>
            <a:ext cx="1720850" cy="3968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latin typeface="Arial" panose="020B0604020202090204" pitchFamily="34" charset="0"/>
              </a:rPr>
              <a:t>Guarantees ?</a:t>
            </a:r>
            <a:endParaRPr lang="en-US" altLang="zh-CN" sz="2400">
              <a:latin typeface="Times New Roman" panose="02020503050405090304" charset="0"/>
            </a:endParaRPr>
          </a:p>
        </p:txBody>
      </p:sp>
      <p:sp>
        <p:nvSpPr>
          <p:cNvPr id="120849" name="Line 16"/>
          <p:cNvSpPr/>
          <p:nvPr/>
        </p:nvSpPr>
        <p:spPr>
          <a:xfrm flipV="1">
            <a:off x="3390900" y="1800225"/>
            <a:ext cx="3733800" cy="0"/>
          </a:xfrm>
          <a:prstGeom prst="line">
            <a:avLst/>
          </a:prstGeom>
          <a:ln w="19050" cap="flat" cmpd="sng">
            <a:solidFill>
              <a:schemeClr val="accent2"/>
            </a:solidFill>
            <a:prstDash val="solid"/>
            <a:headEnd type="none" w="med" len="med"/>
            <a:tailEnd type="none" w="med" len="med"/>
          </a:ln>
        </p:spPr>
      </p:sp>
      <p:sp>
        <p:nvSpPr>
          <p:cNvPr id="120850" name="Text Box 15"/>
          <p:cNvSpPr txBox="1"/>
          <p:nvPr/>
        </p:nvSpPr>
        <p:spPr>
          <a:xfrm>
            <a:off x="500063" y="5664200"/>
            <a:ext cx="8274050" cy="58420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600"/>
              <a:t>UBR</a:t>
            </a:r>
            <a:r>
              <a:rPr lang="zh-CN" altLang="en-US" sz="1600"/>
              <a:t>（</a:t>
            </a:r>
            <a:r>
              <a:rPr lang="en-US" altLang="zh-CN" sz="1600"/>
              <a:t>Unspecified Bit Rate</a:t>
            </a:r>
            <a:r>
              <a:rPr lang="zh-CN" altLang="en-US" sz="1600"/>
              <a:t>）未指定比特速率；  </a:t>
            </a:r>
            <a:r>
              <a:rPr lang="en-US" altLang="zh-CN" sz="1600"/>
              <a:t>VBR</a:t>
            </a:r>
            <a:r>
              <a:rPr lang="zh-CN" altLang="en-US" sz="1600"/>
              <a:t>（</a:t>
            </a:r>
            <a:r>
              <a:rPr lang="en-US" altLang="zh-CN" sz="1600"/>
              <a:t>Variable Bitrate</a:t>
            </a:r>
            <a:r>
              <a:rPr lang="zh-CN" altLang="en-US" sz="1600"/>
              <a:t>）动态比特率</a:t>
            </a:r>
            <a:endParaRPr lang="en-US" altLang="zh-CN" sz="1600"/>
          </a:p>
          <a:p>
            <a:pPr marL="0" lvl="0" indent="0">
              <a:spcBef>
                <a:spcPct val="0"/>
              </a:spcBef>
              <a:buClrTx/>
              <a:buSzTx/>
              <a:buFontTx/>
              <a:buNone/>
            </a:pPr>
            <a:r>
              <a:rPr lang="en-US" altLang="zh-CN" sz="1600"/>
              <a:t>ABR</a:t>
            </a:r>
            <a:r>
              <a:rPr lang="zh-CN" altLang="en-US" sz="1600"/>
              <a:t>（</a:t>
            </a:r>
            <a:r>
              <a:rPr lang="en-US" altLang="zh-CN" sz="1600"/>
              <a:t>Average Bitrate</a:t>
            </a:r>
            <a:r>
              <a:rPr lang="zh-CN" altLang="en-US" sz="1600"/>
              <a:t>）平均比特率；</a:t>
            </a:r>
            <a:r>
              <a:rPr lang="en-US" altLang="zh-CN" sz="1600"/>
              <a:t>                CBR</a:t>
            </a:r>
            <a:r>
              <a:rPr lang="zh-CN" altLang="en-US" sz="1600"/>
              <a:t>（</a:t>
            </a:r>
            <a:r>
              <a:rPr lang="en-US" altLang="zh-CN" sz="1600"/>
              <a:t>Constants Bit Rate</a:t>
            </a:r>
            <a:r>
              <a:rPr lang="zh-CN" altLang="en-US" sz="1600"/>
              <a:t>）固定码率</a:t>
            </a:r>
            <a:endParaRPr lang="en-US" altLang="zh-CN" sz="1600">
              <a:latin typeface="Times New Roman" panose="02020503050405090304" charset="0"/>
            </a:endParaRPr>
          </a:p>
        </p:txBody>
      </p:sp>
      <p:sp>
        <p:nvSpPr>
          <p:cNvPr id="120851" name="Line 10"/>
          <p:cNvSpPr/>
          <p:nvPr/>
        </p:nvSpPr>
        <p:spPr>
          <a:xfrm>
            <a:off x="347663" y="5592763"/>
            <a:ext cx="8429625" cy="9525"/>
          </a:xfrm>
          <a:prstGeom prst="line">
            <a:avLst/>
          </a:prstGeom>
          <a:ln w="12700" cap="flat" cmpd="sng">
            <a:solidFill>
              <a:srgbClr val="FF0000"/>
            </a:solidFill>
            <a:prstDash val="sysDash"/>
            <a:headEnd type="none" w="med" len="med"/>
            <a:tailEnd type="none" w="med" len="med"/>
          </a:ln>
        </p:spPr>
      </p:sp>
    </p:spTree>
  </p:cSld>
  <p:clrMapOvr>
    <a:masterClrMapping/>
  </p:clrMapOvr>
  <p:transition spd="slow"/>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页脚占位符 5"/>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21858" name="灯片编号占位符 6"/>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18</a:t>
            </a:fld>
            <a:endParaRPr lang="en-US" altLang="zh-CN" sz="1200">
              <a:latin typeface="Arial" panose="020B0604020202090204" pitchFamily="34" charset="0"/>
            </a:endParaRPr>
          </a:p>
        </p:txBody>
      </p:sp>
      <p:sp>
        <p:nvSpPr>
          <p:cNvPr id="121859" name="Rectangle 2"/>
          <p:cNvSpPr>
            <a:spLocks noGrp="1"/>
          </p:cNvSpPr>
          <p:nvPr>
            <p:ph type="title"/>
          </p:nvPr>
        </p:nvSpPr>
        <p:spPr/>
        <p:txBody>
          <a:bodyPr vert="horz" wrap="square" lIns="91440" tIns="45720" rIns="91440" bIns="45720" anchor="ctr" anchorCtr="0"/>
          <a:lstStyle/>
          <a:p>
            <a:r>
              <a:rPr lang="en-US" altLang="zh-CN"/>
              <a:t>Chapter 4: Network Layer</a:t>
            </a:r>
          </a:p>
        </p:txBody>
      </p:sp>
      <p:sp>
        <p:nvSpPr>
          <p:cNvPr id="121860" name="Rectangle 3"/>
          <p:cNvSpPr>
            <a:spLocks noGrp="1"/>
          </p:cNvSpPr>
          <p:nvPr>
            <p:ph sz="half" idx="1"/>
          </p:nvPr>
        </p:nvSpPr>
        <p:spPr/>
        <p:txBody>
          <a:bodyPr vert="horz" wrap="square" lIns="91440" tIns="45720" rIns="91440" bIns="45720" anchor="t" anchorCtr="0"/>
          <a:lstStyle/>
          <a:p>
            <a:pPr>
              <a:buClr>
                <a:srgbClr val="000099"/>
              </a:buClr>
              <a:buSzPct val="75000"/>
              <a:buFont typeface="Wingdings" panose="05000000000000000000" pitchFamily="2" charset="2"/>
              <a:buNone/>
            </a:pPr>
            <a:r>
              <a:rPr kumimoji="1" lang="en-US" altLang="zh-CN" sz="2400">
                <a:latin typeface="+mn-lt"/>
                <a:ea typeface="宋体" charset="0"/>
                <a:cs typeface="宋体" charset="0"/>
              </a:rPr>
              <a:t>4. 1 Introduction</a:t>
            </a:r>
          </a:p>
          <a:p>
            <a:pPr>
              <a:buClr>
                <a:srgbClr val="000099"/>
              </a:buClr>
              <a:buSzPct val="75000"/>
              <a:buFont typeface="Wingdings" panose="05000000000000000000" pitchFamily="2" charset="2"/>
              <a:buNone/>
            </a:pPr>
            <a:r>
              <a:rPr kumimoji="1" lang="en-US" altLang="zh-CN" sz="2400">
                <a:solidFill>
                  <a:srgbClr val="FF0000"/>
                </a:solidFill>
                <a:latin typeface="+mn-lt"/>
                <a:ea typeface="宋体" charset="0"/>
                <a:cs typeface="宋体" charset="0"/>
              </a:rPr>
              <a:t>4.2 Virtual circuit and datagram networks</a:t>
            </a:r>
          </a:p>
          <a:p>
            <a:pPr>
              <a:buClr>
                <a:srgbClr val="000099"/>
              </a:buClr>
              <a:buSzPct val="75000"/>
              <a:buFont typeface="Wingdings" panose="05000000000000000000" pitchFamily="2" charset="2"/>
              <a:buNone/>
            </a:pPr>
            <a:r>
              <a:rPr kumimoji="1" lang="en-US" altLang="zh-CN" sz="2400">
                <a:latin typeface="+mn-lt"/>
                <a:ea typeface="宋体" charset="0"/>
                <a:cs typeface="宋体" charset="0"/>
              </a:rPr>
              <a:t>4.3 What’s inside a router</a:t>
            </a:r>
          </a:p>
          <a:p>
            <a:pPr>
              <a:buClr>
                <a:srgbClr val="000099"/>
              </a:buClr>
              <a:buSzPct val="75000"/>
              <a:buFont typeface="Wingdings" panose="05000000000000000000" pitchFamily="2" charset="2"/>
              <a:buNone/>
            </a:pPr>
            <a:r>
              <a:rPr kumimoji="1" lang="en-US" altLang="zh-CN" sz="2400">
                <a:latin typeface="+mn-lt"/>
                <a:ea typeface="宋体" charset="0"/>
                <a:cs typeface="宋体" charset="0"/>
              </a:rPr>
              <a:t>4.4 IP: Internet Protocol</a:t>
            </a:r>
          </a:p>
          <a:p>
            <a:pPr lvl="1">
              <a:buClr>
                <a:srgbClr val="000099"/>
              </a:buClr>
              <a:buSzTx/>
            </a:pPr>
            <a:r>
              <a:rPr kumimoji="1" lang="en-US" altLang="zh-CN" sz="2000">
                <a:latin typeface="+mn-lt"/>
                <a:ea typeface="宋体" charset="0"/>
              </a:rPr>
              <a:t>Datagram format</a:t>
            </a:r>
          </a:p>
          <a:p>
            <a:pPr lvl="1">
              <a:buClr>
                <a:srgbClr val="000099"/>
              </a:buClr>
              <a:buSzTx/>
            </a:pPr>
            <a:r>
              <a:rPr kumimoji="1" lang="en-US" altLang="zh-CN" sz="2000">
                <a:latin typeface="+mn-lt"/>
                <a:ea typeface="宋体" charset="0"/>
              </a:rPr>
              <a:t>IPv4 addressing</a:t>
            </a:r>
          </a:p>
          <a:p>
            <a:pPr lvl="1">
              <a:buClr>
                <a:srgbClr val="000099"/>
              </a:buClr>
              <a:buSzTx/>
            </a:pPr>
            <a:r>
              <a:rPr kumimoji="1" lang="en-US" altLang="zh-CN" sz="2000">
                <a:latin typeface="+mn-lt"/>
                <a:ea typeface="宋体" charset="0"/>
              </a:rPr>
              <a:t>ICMP</a:t>
            </a:r>
          </a:p>
          <a:p>
            <a:pPr lvl="1">
              <a:buClr>
                <a:srgbClr val="000099"/>
              </a:buClr>
              <a:buSzTx/>
            </a:pPr>
            <a:r>
              <a:rPr kumimoji="1" lang="en-US" altLang="zh-CN" sz="2000">
                <a:latin typeface="+mn-lt"/>
                <a:ea typeface="宋体" charset="0"/>
              </a:rPr>
              <a:t>IPv6</a:t>
            </a:r>
          </a:p>
        </p:txBody>
      </p:sp>
      <p:sp>
        <p:nvSpPr>
          <p:cNvPr id="121861" name="Rectangle 4"/>
          <p:cNvSpPr>
            <a:spLocks noGrp="1"/>
          </p:cNvSpPr>
          <p:nvPr>
            <p:ph sz="half" idx="2"/>
          </p:nvPr>
        </p:nvSpPr>
        <p:spPr/>
        <p:txBody>
          <a:bodyPr vert="horz" wrap="square" lIns="91440" tIns="45720" rIns="91440" bIns="45720" anchor="t" anchorCtr="0"/>
          <a:lstStyle/>
          <a:p>
            <a:pPr>
              <a:buClr>
                <a:srgbClr val="000099"/>
              </a:buClr>
              <a:buSzPct val="75000"/>
              <a:buFont typeface="Wingdings" panose="05000000000000000000" pitchFamily="2" charset="2"/>
              <a:buNone/>
            </a:pPr>
            <a:r>
              <a:rPr kumimoji="1" lang="en-US" altLang="zh-CN" sz="2400">
                <a:latin typeface="+mn-lt"/>
                <a:ea typeface="宋体" charset="0"/>
                <a:cs typeface="宋体" charset="0"/>
              </a:rPr>
              <a:t>4.5 Routing algorithms</a:t>
            </a:r>
          </a:p>
          <a:p>
            <a:pPr lvl="1">
              <a:buClr>
                <a:srgbClr val="000099"/>
              </a:buClr>
              <a:buSzTx/>
            </a:pPr>
            <a:r>
              <a:rPr kumimoji="1" lang="en-US" altLang="zh-CN" sz="2000">
                <a:latin typeface="+mn-lt"/>
                <a:ea typeface="宋体" charset="0"/>
              </a:rPr>
              <a:t>Link state</a:t>
            </a:r>
          </a:p>
          <a:p>
            <a:pPr lvl="1">
              <a:buClr>
                <a:srgbClr val="000099"/>
              </a:buClr>
              <a:buSzTx/>
            </a:pPr>
            <a:r>
              <a:rPr kumimoji="1" lang="en-US" altLang="zh-CN" sz="2000">
                <a:latin typeface="+mn-lt"/>
                <a:ea typeface="宋体" charset="0"/>
              </a:rPr>
              <a:t>Distance Vector</a:t>
            </a:r>
          </a:p>
          <a:p>
            <a:pPr lvl="1">
              <a:buClr>
                <a:srgbClr val="000099"/>
              </a:buClr>
              <a:buSzTx/>
            </a:pPr>
            <a:r>
              <a:rPr kumimoji="1" lang="en-US" altLang="zh-CN" sz="2000">
                <a:latin typeface="+mn-lt"/>
                <a:ea typeface="宋体" charset="0"/>
              </a:rPr>
              <a:t>Hierarchical routing</a:t>
            </a:r>
          </a:p>
          <a:p>
            <a:pPr>
              <a:buClr>
                <a:srgbClr val="000099"/>
              </a:buClr>
              <a:buSzPct val="75000"/>
              <a:buFont typeface="Wingdings" panose="05000000000000000000" pitchFamily="2" charset="2"/>
              <a:buNone/>
            </a:pPr>
            <a:r>
              <a:rPr kumimoji="1" lang="en-US" altLang="zh-CN" sz="2400">
                <a:latin typeface="+mn-lt"/>
                <a:ea typeface="宋体" charset="0"/>
                <a:cs typeface="宋体" charset="0"/>
              </a:rPr>
              <a:t>4.6 Routing in the Internet</a:t>
            </a:r>
          </a:p>
          <a:p>
            <a:pPr lvl="1">
              <a:buClr>
                <a:srgbClr val="000099"/>
              </a:buClr>
              <a:buSzTx/>
            </a:pPr>
            <a:r>
              <a:rPr kumimoji="1" lang="en-US" altLang="zh-CN" sz="2000">
                <a:latin typeface="+mn-lt"/>
                <a:ea typeface="宋体" charset="0"/>
              </a:rPr>
              <a:t>RIP</a:t>
            </a:r>
          </a:p>
          <a:p>
            <a:pPr lvl="1">
              <a:buClr>
                <a:srgbClr val="000099"/>
              </a:buClr>
              <a:buSzTx/>
            </a:pPr>
            <a:r>
              <a:rPr kumimoji="1" lang="en-US" altLang="zh-CN" sz="2000">
                <a:latin typeface="+mn-lt"/>
                <a:ea typeface="宋体" charset="0"/>
              </a:rPr>
              <a:t>OSPF</a:t>
            </a:r>
          </a:p>
          <a:p>
            <a:pPr lvl="1">
              <a:buClr>
                <a:srgbClr val="000099"/>
              </a:buClr>
              <a:buSzTx/>
            </a:pPr>
            <a:r>
              <a:rPr kumimoji="1" lang="en-US" altLang="zh-CN" sz="2000">
                <a:latin typeface="+mn-lt"/>
                <a:ea typeface="宋体" charset="0"/>
              </a:rPr>
              <a:t>BGP</a:t>
            </a:r>
          </a:p>
          <a:p>
            <a:pPr>
              <a:buClr>
                <a:srgbClr val="000099"/>
              </a:buClr>
              <a:buSzPct val="75000"/>
              <a:buFont typeface="Wingdings" panose="05000000000000000000" pitchFamily="2" charset="2"/>
              <a:buNone/>
            </a:pPr>
            <a:r>
              <a:rPr kumimoji="1" lang="en-US" altLang="zh-CN" sz="2400">
                <a:latin typeface="+mn-lt"/>
                <a:ea typeface="宋体" charset="0"/>
                <a:cs typeface="宋体" charset="0"/>
              </a:rPr>
              <a:t>4.7 Broadcast and multicast routing</a:t>
            </a:r>
          </a:p>
          <a:p>
            <a:pPr>
              <a:buClr>
                <a:srgbClr val="000099"/>
              </a:buClr>
              <a:buSzPct val="75000"/>
            </a:pPr>
            <a:endParaRPr kumimoji="1" lang="en-US" altLang="zh-CN" sz="2400">
              <a:latin typeface="+mn-lt"/>
              <a:ea typeface="宋体" charset="0"/>
              <a:cs typeface="宋体" charset="0"/>
            </a:endParaRPr>
          </a:p>
        </p:txBody>
      </p:sp>
    </p:spTree>
  </p:cSld>
  <p:clrMapOvr>
    <a:masterClrMapping/>
  </p:clrMapOvr>
  <p:transition spd="slow"/>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22882"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19</a:t>
            </a:fld>
            <a:endParaRPr lang="en-US" altLang="zh-CN" sz="1200">
              <a:latin typeface="Arial" panose="020B0604020202090204" pitchFamily="34" charset="0"/>
            </a:endParaRPr>
          </a:p>
        </p:txBody>
      </p:sp>
      <p:sp>
        <p:nvSpPr>
          <p:cNvPr id="122883" name="Rectangle 2"/>
          <p:cNvSpPr>
            <a:spLocks noGrp="1"/>
          </p:cNvSpPr>
          <p:nvPr>
            <p:ph type="title"/>
          </p:nvPr>
        </p:nvSpPr>
        <p:spPr/>
        <p:txBody>
          <a:bodyPr vert="horz" wrap="square" lIns="91440" tIns="45720" rIns="91440" bIns="45720" anchor="ctr" anchorCtr="0"/>
          <a:lstStyle/>
          <a:p>
            <a:r>
              <a:rPr lang="en-US" altLang="zh-CN" sz="3600"/>
              <a:t>Network layer connection and connection-less service</a:t>
            </a:r>
          </a:p>
        </p:txBody>
      </p:sp>
      <p:sp>
        <p:nvSpPr>
          <p:cNvPr id="122884" name="Rectangle 3"/>
          <p:cNvSpPr>
            <a:spLocks noGrp="1"/>
          </p:cNvSpPr>
          <p:nvPr>
            <p:ph idx="1"/>
          </p:nvPr>
        </p:nvSpPr>
        <p:spPr>
          <a:xfrm>
            <a:off x="519113" y="1671638"/>
            <a:ext cx="7772400" cy="4648200"/>
          </a:xfrm>
        </p:spPr>
        <p:txBody>
          <a:bodyPr vert="horz" wrap="square" lIns="91440" tIns="45720" rIns="91440" bIns="45720" anchor="t" anchorCtr="0"/>
          <a:lstStyle/>
          <a:p>
            <a:r>
              <a:rPr lang="en-US" altLang="zh-CN" dirty="0"/>
              <a:t>A router, in fact, is a switch that creates a connection between an input port and an output port (or a set of output ports), just as an electrical switch connects the input to the output to let electricity flow.</a:t>
            </a:r>
          </a:p>
          <a:p>
            <a:endParaRPr lang="en-US" altLang="zh-CN" dirty="0"/>
          </a:p>
          <a:p>
            <a:r>
              <a:rPr lang="en-US" altLang="zh-CN" dirty="0"/>
              <a:t>Datagram Approach</a:t>
            </a:r>
          </a:p>
          <a:p>
            <a:r>
              <a:rPr lang="en-US" altLang="zh-CN" dirty="0"/>
              <a:t>Virtual-Circuit Approach</a:t>
            </a:r>
          </a:p>
        </p:txBody>
      </p:sp>
      <p:sp>
        <p:nvSpPr>
          <p:cNvPr id="6" name="Rectangle 14"/>
          <p:cNvSpPr>
            <a:spLocks noChangeArrowheads="1"/>
          </p:cNvSpPr>
          <p:nvPr/>
        </p:nvSpPr>
        <p:spPr bwMode="auto">
          <a:xfrm>
            <a:off x="121443" y="6097134"/>
            <a:ext cx="2980985"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MOOC-4.2.1</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   </a:t>
            </a: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2:10-8:50</a:t>
            </a:r>
          </a:p>
        </p:txBody>
      </p:sp>
    </p:spTree>
  </p:cSld>
  <p:clrMapOvr>
    <a:masterClrMapping/>
  </p:clrMapOvr>
  <p:transition spd="slow"/>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23906"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20</a:t>
            </a:fld>
            <a:endParaRPr lang="en-US" altLang="zh-CN" sz="1200">
              <a:latin typeface="Arial" panose="020B0604020202090204" pitchFamily="34" charset="0"/>
            </a:endParaRPr>
          </a:p>
        </p:txBody>
      </p:sp>
      <p:sp>
        <p:nvSpPr>
          <p:cNvPr id="123907" name="Rectangle 2"/>
          <p:cNvSpPr>
            <a:spLocks noGrp="1"/>
          </p:cNvSpPr>
          <p:nvPr>
            <p:ph type="title"/>
          </p:nvPr>
        </p:nvSpPr>
        <p:spPr/>
        <p:txBody>
          <a:bodyPr vert="horz" wrap="square" lIns="91440" tIns="45720" rIns="91440" bIns="45720" anchor="ctr" anchorCtr="0"/>
          <a:lstStyle/>
          <a:p>
            <a:r>
              <a:rPr lang="en-US" altLang="zh-CN" sz="3600"/>
              <a:t>Network layer connection and connection-less service</a:t>
            </a:r>
          </a:p>
        </p:txBody>
      </p:sp>
      <p:sp>
        <p:nvSpPr>
          <p:cNvPr id="123908" name="Rectangle 3"/>
          <p:cNvSpPr>
            <a:spLocks noGrp="1"/>
          </p:cNvSpPr>
          <p:nvPr>
            <p:ph idx="1"/>
          </p:nvPr>
        </p:nvSpPr>
        <p:spPr>
          <a:xfrm>
            <a:off x="519113" y="1671638"/>
            <a:ext cx="7772400" cy="4648200"/>
          </a:xfrm>
        </p:spPr>
        <p:txBody>
          <a:bodyPr vert="horz" wrap="square" lIns="91440" tIns="45720" rIns="91440" bIns="45720" anchor="t" anchorCtr="0"/>
          <a:lstStyle/>
          <a:p>
            <a:r>
              <a:rPr lang="en-US" altLang="zh-CN"/>
              <a:t>datagram network provides network-layer connectionless service</a:t>
            </a:r>
          </a:p>
          <a:p>
            <a:r>
              <a:rPr lang="en-US" altLang="zh-CN"/>
              <a:t>VC network provides network-layer connection service</a:t>
            </a:r>
          </a:p>
          <a:p>
            <a:r>
              <a:rPr lang="en-US" altLang="zh-CN"/>
              <a:t>analogous to the transport-layer services, but:</a:t>
            </a:r>
          </a:p>
          <a:p>
            <a:pPr lvl="1"/>
            <a:r>
              <a:rPr lang="en-US" altLang="zh-CN">
                <a:solidFill>
                  <a:srgbClr val="FF0000"/>
                </a:solidFill>
              </a:rPr>
              <a:t>service: </a:t>
            </a:r>
            <a:r>
              <a:rPr lang="en-US" altLang="zh-CN"/>
              <a:t>host-to-host</a:t>
            </a:r>
          </a:p>
          <a:p>
            <a:pPr lvl="1"/>
            <a:r>
              <a:rPr lang="en-US" altLang="zh-CN">
                <a:solidFill>
                  <a:srgbClr val="FF0000"/>
                </a:solidFill>
              </a:rPr>
              <a:t>no choice: </a:t>
            </a:r>
            <a:r>
              <a:rPr lang="en-US" altLang="zh-CN"/>
              <a:t>network provides one or the other</a:t>
            </a:r>
          </a:p>
          <a:p>
            <a:pPr lvl="1"/>
            <a:r>
              <a:rPr lang="en-US" altLang="zh-CN">
                <a:solidFill>
                  <a:srgbClr val="FF0000"/>
                </a:solidFill>
              </a:rPr>
              <a:t>implementation: </a:t>
            </a:r>
            <a:r>
              <a:rPr lang="en-US" altLang="zh-CN"/>
              <a:t>in network core</a:t>
            </a:r>
          </a:p>
        </p:txBody>
      </p:sp>
    </p:spTree>
  </p:cSld>
  <p:clrMapOvr>
    <a:masterClrMapping/>
  </p:clrMapOvr>
  <p:transition spd="slow"/>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4" name="Picture 4"/>
          <p:cNvPicPr>
            <a:picLocks noChangeAspect="1"/>
          </p:cNvPicPr>
          <p:nvPr/>
        </p:nvPicPr>
        <p:blipFill>
          <a:blip r:embed="rId3"/>
          <a:stretch>
            <a:fillRect/>
          </a:stretch>
        </p:blipFill>
        <p:spPr>
          <a:xfrm>
            <a:off x="414338" y="1730375"/>
            <a:ext cx="8272462" cy="3375025"/>
          </a:xfrm>
          <a:prstGeom prst="rect">
            <a:avLst/>
          </a:prstGeom>
          <a:noFill/>
          <a:ln w="9525">
            <a:noFill/>
          </a:ln>
        </p:spPr>
      </p:pic>
      <p:sp>
        <p:nvSpPr>
          <p:cNvPr id="6" name="Rectangle 14"/>
          <p:cNvSpPr>
            <a:spLocks noChangeArrowheads="1"/>
          </p:cNvSpPr>
          <p:nvPr/>
        </p:nvSpPr>
        <p:spPr bwMode="auto">
          <a:xfrm>
            <a:off x="412750" y="252352"/>
            <a:ext cx="5873750"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  A connectionless packet-switched network</a:t>
            </a:r>
          </a:p>
        </p:txBody>
      </p:sp>
      <p:sp>
        <p:nvSpPr>
          <p:cNvPr id="124931"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24932"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21</a:t>
            </a:fld>
            <a:endParaRPr lang="en-US" altLang="zh-CN" sz="1200">
              <a:latin typeface="Arial" panose="020B0604020202090204" pitchFamily="34"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244"/>
                                        </p:tgtEl>
                                        <p:attrNameLst>
                                          <p:attrName>style.visibility</p:attrName>
                                        </p:attrNameLst>
                                      </p:cBhvr>
                                      <p:to>
                                        <p:strVal val="visible"/>
                                      </p:to>
                                    </p:set>
                                    <p:animEffect transition="in" filter="wipe(left)">
                                      <p:cBhvr>
                                        <p:cTn id="7" dur="4000"/>
                                        <p:tgtEl>
                                          <p:spTgt spid="102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977" name="Picture 6"/>
          <p:cNvPicPr>
            <a:picLocks noChangeAspect="1"/>
          </p:cNvPicPr>
          <p:nvPr/>
        </p:nvPicPr>
        <p:blipFill>
          <a:blip r:embed="rId3"/>
          <a:stretch>
            <a:fillRect/>
          </a:stretch>
        </p:blipFill>
        <p:spPr>
          <a:xfrm>
            <a:off x="762000" y="4832350"/>
            <a:ext cx="6372225" cy="1035050"/>
          </a:xfrm>
          <a:prstGeom prst="rect">
            <a:avLst/>
          </a:prstGeom>
          <a:noFill/>
          <a:ln w="9525">
            <a:noFill/>
          </a:ln>
        </p:spPr>
      </p:pic>
      <p:pic>
        <p:nvPicPr>
          <p:cNvPr id="126978" name="Picture 9"/>
          <p:cNvPicPr>
            <a:picLocks noChangeAspect="1"/>
          </p:cNvPicPr>
          <p:nvPr/>
        </p:nvPicPr>
        <p:blipFill>
          <a:blip r:embed="rId4"/>
          <a:stretch>
            <a:fillRect/>
          </a:stretch>
        </p:blipFill>
        <p:spPr>
          <a:xfrm>
            <a:off x="2590800" y="1524000"/>
            <a:ext cx="2865438" cy="3327400"/>
          </a:xfrm>
          <a:prstGeom prst="rect">
            <a:avLst/>
          </a:prstGeom>
          <a:noFill/>
          <a:ln w="9525">
            <a:noFill/>
          </a:ln>
        </p:spPr>
      </p:pic>
      <p:pic>
        <p:nvPicPr>
          <p:cNvPr id="126979" name="Picture 10"/>
          <p:cNvPicPr>
            <a:picLocks noChangeAspect="1"/>
          </p:cNvPicPr>
          <p:nvPr/>
        </p:nvPicPr>
        <p:blipFill>
          <a:blip r:embed="rId5"/>
          <a:stretch>
            <a:fillRect/>
          </a:stretch>
        </p:blipFill>
        <p:spPr>
          <a:xfrm>
            <a:off x="1143000" y="2895600"/>
            <a:ext cx="2228850" cy="2071688"/>
          </a:xfrm>
          <a:prstGeom prst="rect">
            <a:avLst/>
          </a:prstGeom>
          <a:noFill/>
          <a:ln w="9525">
            <a:noFill/>
          </a:ln>
        </p:spPr>
      </p:pic>
      <p:pic>
        <p:nvPicPr>
          <p:cNvPr id="126980" name="Picture 11"/>
          <p:cNvPicPr>
            <a:picLocks noChangeAspect="1"/>
          </p:cNvPicPr>
          <p:nvPr/>
        </p:nvPicPr>
        <p:blipFill>
          <a:blip r:embed="rId6"/>
          <a:stretch>
            <a:fillRect/>
          </a:stretch>
        </p:blipFill>
        <p:spPr>
          <a:xfrm>
            <a:off x="5029200" y="2976563"/>
            <a:ext cx="2540000" cy="2052637"/>
          </a:xfrm>
          <a:prstGeom prst="rect">
            <a:avLst/>
          </a:prstGeom>
          <a:noFill/>
          <a:ln w="9525">
            <a:noFill/>
          </a:ln>
        </p:spPr>
      </p:pic>
      <p:pic>
        <p:nvPicPr>
          <p:cNvPr id="126981" name="Picture 12"/>
          <p:cNvPicPr>
            <a:picLocks noChangeAspect="1"/>
          </p:cNvPicPr>
          <p:nvPr/>
        </p:nvPicPr>
        <p:blipFill>
          <a:blip r:embed="rId7"/>
          <a:stretch>
            <a:fillRect/>
          </a:stretch>
        </p:blipFill>
        <p:spPr>
          <a:xfrm>
            <a:off x="304800" y="3260725"/>
            <a:ext cx="1250950" cy="635000"/>
          </a:xfrm>
          <a:prstGeom prst="rect">
            <a:avLst/>
          </a:prstGeom>
          <a:noFill/>
          <a:ln w="9525">
            <a:noFill/>
          </a:ln>
        </p:spPr>
      </p:pic>
      <p:pic>
        <p:nvPicPr>
          <p:cNvPr id="126982" name="Picture 13"/>
          <p:cNvPicPr>
            <a:picLocks noChangeAspect="1"/>
          </p:cNvPicPr>
          <p:nvPr/>
        </p:nvPicPr>
        <p:blipFill>
          <a:blip r:embed="rId8"/>
          <a:stretch>
            <a:fillRect/>
          </a:stretch>
        </p:blipFill>
        <p:spPr>
          <a:xfrm>
            <a:off x="5943600" y="3065463"/>
            <a:ext cx="1862138" cy="635000"/>
          </a:xfrm>
          <a:prstGeom prst="rect">
            <a:avLst/>
          </a:prstGeom>
          <a:noFill/>
          <a:ln w="9525">
            <a:noFill/>
          </a:ln>
        </p:spPr>
      </p:pic>
      <p:sp>
        <p:nvSpPr>
          <p:cNvPr id="11" name="Rectangle 14"/>
          <p:cNvSpPr>
            <a:spLocks noChangeArrowheads="1"/>
          </p:cNvSpPr>
          <p:nvPr/>
        </p:nvSpPr>
        <p:spPr bwMode="auto">
          <a:xfrm>
            <a:off x="412750" y="98464"/>
            <a:ext cx="5873750" cy="707886"/>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Forwarding process in a router </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when used in a connectionless network</a:t>
            </a:r>
          </a:p>
        </p:txBody>
      </p:sp>
      <p:sp>
        <p:nvSpPr>
          <p:cNvPr id="126984"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26985"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22</a:t>
            </a:fld>
            <a:endParaRPr lang="en-US" altLang="zh-CN" sz="1200">
              <a:latin typeface="Arial" panose="020B0604020202090204" pitchFamily="34" charset="0"/>
            </a:endParaRPr>
          </a:p>
        </p:txBody>
      </p:sp>
    </p:spTree>
  </p:cSld>
  <p:clrMapOvr>
    <a:masterClrMapping/>
  </p:clrMapOvr>
  <p:transition spd="slow"/>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7" name="Picture 9"/>
          <p:cNvPicPr>
            <a:picLocks noChangeAspect="1"/>
          </p:cNvPicPr>
          <p:nvPr/>
        </p:nvPicPr>
        <p:blipFill>
          <a:blip r:embed="rId3"/>
          <a:stretch>
            <a:fillRect/>
          </a:stretch>
        </p:blipFill>
        <p:spPr>
          <a:xfrm>
            <a:off x="3159125" y="2122488"/>
            <a:ext cx="2181225" cy="508000"/>
          </a:xfrm>
          <a:prstGeom prst="rect">
            <a:avLst/>
          </a:prstGeom>
          <a:noFill/>
          <a:ln w="9525">
            <a:noFill/>
          </a:ln>
        </p:spPr>
      </p:pic>
      <p:pic>
        <p:nvPicPr>
          <p:cNvPr id="12298" name="Picture 10"/>
          <p:cNvPicPr>
            <a:picLocks noChangeAspect="1"/>
          </p:cNvPicPr>
          <p:nvPr/>
        </p:nvPicPr>
        <p:blipFill>
          <a:blip r:embed="rId4"/>
          <a:stretch>
            <a:fillRect/>
          </a:stretch>
        </p:blipFill>
        <p:spPr>
          <a:xfrm>
            <a:off x="381000" y="2895600"/>
            <a:ext cx="7872413" cy="2760663"/>
          </a:xfrm>
          <a:prstGeom prst="rect">
            <a:avLst/>
          </a:prstGeom>
          <a:noFill/>
          <a:ln w="9525">
            <a:noFill/>
          </a:ln>
        </p:spPr>
      </p:pic>
      <p:pic>
        <p:nvPicPr>
          <p:cNvPr id="12293" name="Picture 5"/>
          <p:cNvPicPr>
            <a:picLocks noChangeAspect="1"/>
          </p:cNvPicPr>
          <p:nvPr/>
        </p:nvPicPr>
        <p:blipFill>
          <a:blip r:embed="rId5"/>
          <a:stretch>
            <a:fillRect/>
          </a:stretch>
        </p:blipFill>
        <p:spPr>
          <a:xfrm>
            <a:off x="228600" y="1600200"/>
            <a:ext cx="2276475" cy="1395413"/>
          </a:xfrm>
          <a:prstGeom prst="rect">
            <a:avLst/>
          </a:prstGeom>
          <a:noFill/>
          <a:ln w="9525">
            <a:noFill/>
          </a:ln>
        </p:spPr>
      </p:pic>
      <p:pic>
        <p:nvPicPr>
          <p:cNvPr id="12296" name="Picture 8"/>
          <p:cNvPicPr>
            <a:picLocks noChangeAspect="1"/>
          </p:cNvPicPr>
          <p:nvPr/>
        </p:nvPicPr>
        <p:blipFill>
          <a:blip r:embed="rId6"/>
          <a:stretch>
            <a:fillRect/>
          </a:stretch>
        </p:blipFill>
        <p:spPr>
          <a:xfrm>
            <a:off x="6043613" y="3657600"/>
            <a:ext cx="2268537" cy="1165225"/>
          </a:xfrm>
          <a:prstGeom prst="rect">
            <a:avLst/>
          </a:prstGeom>
          <a:noFill/>
          <a:ln w="9525">
            <a:noFill/>
          </a:ln>
        </p:spPr>
      </p:pic>
      <p:pic>
        <p:nvPicPr>
          <p:cNvPr id="12299" name="Picture 11"/>
          <p:cNvPicPr>
            <a:picLocks noChangeAspect="1"/>
          </p:cNvPicPr>
          <p:nvPr/>
        </p:nvPicPr>
        <p:blipFill>
          <a:blip r:embed="rId7"/>
          <a:stretch>
            <a:fillRect/>
          </a:stretch>
        </p:blipFill>
        <p:spPr>
          <a:xfrm>
            <a:off x="920750" y="3124200"/>
            <a:ext cx="1822450" cy="277813"/>
          </a:xfrm>
          <a:prstGeom prst="rect">
            <a:avLst/>
          </a:prstGeom>
          <a:noFill/>
          <a:ln w="9525">
            <a:noFill/>
          </a:ln>
        </p:spPr>
      </p:pic>
      <p:pic>
        <p:nvPicPr>
          <p:cNvPr id="12301" name="Picture 13"/>
          <p:cNvPicPr>
            <a:picLocks noChangeAspect="1"/>
          </p:cNvPicPr>
          <p:nvPr/>
        </p:nvPicPr>
        <p:blipFill>
          <a:blip r:embed="rId8"/>
          <a:stretch>
            <a:fillRect/>
          </a:stretch>
        </p:blipFill>
        <p:spPr>
          <a:xfrm>
            <a:off x="2922588" y="3429000"/>
            <a:ext cx="201612" cy="1433513"/>
          </a:xfrm>
          <a:prstGeom prst="rect">
            <a:avLst/>
          </a:prstGeom>
          <a:noFill/>
          <a:ln w="9525">
            <a:noFill/>
          </a:ln>
        </p:spPr>
      </p:pic>
      <p:pic>
        <p:nvPicPr>
          <p:cNvPr id="15" name="Picture 11"/>
          <p:cNvPicPr>
            <a:picLocks noChangeAspect="1"/>
          </p:cNvPicPr>
          <p:nvPr/>
        </p:nvPicPr>
        <p:blipFill>
          <a:blip r:embed="rId7"/>
          <a:stretch>
            <a:fillRect/>
          </a:stretch>
        </p:blipFill>
        <p:spPr>
          <a:xfrm>
            <a:off x="3429000" y="4979988"/>
            <a:ext cx="1822450" cy="277812"/>
          </a:xfrm>
          <a:prstGeom prst="rect">
            <a:avLst/>
          </a:prstGeom>
          <a:noFill/>
          <a:ln w="9525">
            <a:noFill/>
          </a:ln>
        </p:spPr>
      </p:pic>
      <p:pic>
        <p:nvPicPr>
          <p:cNvPr id="16" name="Picture 11"/>
          <p:cNvPicPr>
            <a:picLocks noChangeAspect="1"/>
          </p:cNvPicPr>
          <p:nvPr/>
        </p:nvPicPr>
        <p:blipFill>
          <a:blip r:embed="rId7"/>
          <a:stretch>
            <a:fillRect/>
          </a:stretch>
        </p:blipFill>
        <p:spPr>
          <a:xfrm>
            <a:off x="5956300" y="4979988"/>
            <a:ext cx="1822450" cy="277812"/>
          </a:xfrm>
          <a:prstGeom prst="rect">
            <a:avLst/>
          </a:prstGeom>
          <a:noFill/>
          <a:ln w="9525">
            <a:noFill/>
          </a:ln>
        </p:spPr>
      </p:pic>
      <p:pic>
        <p:nvPicPr>
          <p:cNvPr id="12305" name="Picture 17"/>
          <p:cNvPicPr>
            <a:picLocks noChangeAspect="1"/>
          </p:cNvPicPr>
          <p:nvPr/>
        </p:nvPicPr>
        <p:blipFill>
          <a:blip r:embed="rId9"/>
          <a:stretch>
            <a:fillRect/>
          </a:stretch>
        </p:blipFill>
        <p:spPr>
          <a:xfrm>
            <a:off x="2514600" y="2867025"/>
            <a:ext cx="3721100" cy="2695575"/>
          </a:xfrm>
          <a:prstGeom prst="rect">
            <a:avLst/>
          </a:prstGeom>
          <a:noFill/>
          <a:ln w="9525">
            <a:noFill/>
          </a:ln>
        </p:spPr>
      </p:pic>
      <p:sp>
        <p:nvSpPr>
          <p:cNvPr id="17" name="Rectangle 14"/>
          <p:cNvSpPr>
            <a:spLocks noChangeArrowheads="1"/>
          </p:cNvSpPr>
          <p:nvPr/>
        </p:nvSpPr>
        <p:spPr bwMode="auto">
          <a:xfrm>
            <a:off x="412750" y="252352"/>
            <a:ext cx="5873750"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  A virtual-circuit packet-switched network</a:t>
            </a:r>
          </a:p>
        </p:txBody>
      </p:sp>
      <p:sp>
        <p:nvSpPr>
          <p:cNvPr id="129035"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29036"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23</a:t>
            </a:fld>
            <a:endParaRPr lang="en-US" altLang="zh-CN" sz="1200">
              <a:latin typeface="Arial" panose="020B0604020202090204" pitchFamily="34"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29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230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22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2293"/>
                                        </p:tgtEl>
                                        <p:attrNameLst>
                                          <p:attrName>style.visibility</p:attrName>
                                        </p:attrNameLst>
                                      </p:cBhvr>
                                      <p:to>
                                        <p:strVal val="visible"/>
                                      </p:to>
                                    </p:set>
                                    <p:animEffect transition="in" filter="wipe(left)">
                                      <p:cBhvr>
                                        <p:cTn id="17" dur="500"/>
                                        <p:tgtEl>
                                          <p:spTgt spid="1229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2299"/>
                                        </p:tgtEl>
                                        <p:attrNameLst>
                                          <p:attrName>style.visibility</p:attrName>
                                        </p:attrNameLst>
                                      </p:cBhvr>
                                      <p:to>
                                        <p:strVal val="visible"/>
                                      </p:to>
                                    </p:set>
                                    <p:animEffect transition="in" filter="wipe(left)">
                                      <p:cBhvr>
                                        <p:cTn id="22" dur="500"/>
                                        <p:tgtEl>
                                          <p:spTgt spid="1229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2301"/>
                                        </p:tgtEl>
                                        <p:attrNameLst>
                                          <p:attrName>style.visibility</p:attrName>
                                        </p:attrNameLst>
                                      </p:cBhvr>
                                      <p:to>
                                        <p:strVal val="visible"/>
                                      </p:to>
                                    </p:set>
                                    <p:animEffect transition="in" filter="wipe(up)">
                                      <p:cBhvr>
                                        <p:cTn id="27" dur="500"/>
                                        <p:tgtEl>
                                          <p:spTgt spid="1230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left)">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left)">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2296"/>
                                        </p:tgtEl>
                                        <p:attrNameLst>
                                          <p:attrName>style.visibility</p:attrName>
                                        </p:attrNameLst>
                                      </p:cBhvr>
                                      <p:to>
                                        <p:strVal val="visible"/>
                                      </p:to>
                                    </p:set>
                                    <p:animEffect transition="in" filter="wipe(left)">
                                      <p:cBhvr>
                                        <p:cTn id="42" dur="500"/>
                                        <p:tgtEl>
                                          <p:spTgt spid="12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p:cNvPicPr>
          <p:nvPr/>
        </p:nvPicPr>
        <p:blipFill>
          <a:blip r:embed="rId3"/>
          <a:stretch>
            <a:fillRect/>
          </a:stretch>
        </p:blipFill>
        <p:spPr>
          <a:xfrm>
            <a:off x="3338513" y="2152650"/>
            <a:ext cx="2224087" cy="1962150"/>
          </a:xfrm>
          <a:prstGeom prst="rect">
            <a:avLst/>
          </a:prstGeom>
          <a:noFill/>
          <a:ln w="9525">
            <a:noFill/>
          </a:ln>
        </p:spPr>
      </p:pic>
      <p:pic>
        <p:nvPicPr>
          <p:cNvPr id="1032" name="Picture 8"/>
          <p:cNvPicPr>
            <a:picLocks noChangeAspect="1"/>
          </p:cNvPicPr>
          <p:nvPr/>
        </p:nvPicPr>
        <p:blipFill>
          <a:blip r:embed="rId4"/>
          <a:stretch>
            <a:fillRect/>
          </a:stretch>
        </p:blipFill>
        <p:spPr>
          <a:xfrm>
            <a:off x="1243013" y="4102100"/>
            <a:ext cx="6453187" cy="774700"/>
          </a:xfrm>
          <a:prstGeom prst="rect">
            <a:avLst/>
          </a:prstGeom>
          <a:noFill/>
          <a:ln w="9525">
            <a:noFill/>
          </a:ln>
        </p:spPr>
      </p:pic>
      <p:pic>
        <p:nvPicPr>
          <p:cNvPr id="1030" name="Picture 6"/>
          <p:cNvPicPr>
            <a:picLocks noChangeAspect="1"/>
          </p:cNvPicPr>
          <p:nvPr/>
        </p:nvPicPr>
        <p:blipFill>
          <a:blip r:embed="rId5"/>
          <a:stretch>
            <a:fillRect/>
          </a:stretch>
        </p:blipFill>
        <p:spPr>
          <a:xfrm>
            <a:off x="1143000" y="3814763"/>
            <a:ext cx="2468563" cy="376237"/>
          </a:xfrm>
          <a:prstGeom prst="rect">
            <a:avLst/>
          </a:prstGeom>
          <a:noFill/>
          <a:ln w="9525">
            <a:noFill/>
          </a:ln>
        </p:spPr>
      </p:pic>
      <p:pic>
        <p:nvPicPr>
          <p:cNvPr id="1031" name="Picture 7"/>
          <p:cNvPicPr>
            <a:picLocks noChangeAspect="1"/>
          </p:cNvPicPr>
          <p:nvPr/>
        </p:nvPicPr>
        <p:blipFill>
          <a:blip r:embed="rId6"/>
          <a:stretch>
            <a:fillRect/>
          </a:stretch>
        </p:blipFill>
        <p:spPr>
          <a:xfrm>
            <a:off x="5334000" y="3814763"/>
            <a:ext cx="2520950" cy="376237"/>
          </a:xfrm>
          <a:prstGeom prst="rect">
            <a:avLst/>
          </a:prstGeom>
          <a:noFill/>
          <a:ln w="9525">
            <a:noFill/>
          </a:ln>
        </p:spPr>
      </p:pic>
      <p:pic>
        <p:nvPicPr>
          <p:cNvPr id="1033" name="Picture 9"/>
          <p:cNvPicPr>
            <a:picLocks noChangeAspect="1"/>
          </p:cNvPicPr>
          <p:nvPr/>
        </p:nvPicPr>
        <p:blipFill>
          <a:blip r:embed="rId7"/>
          <a:stretch>
            <a:fillRect/>
          </a:stretch>
        </p:blipFill>
        <p:spPr>
          <a:xfrm>
            <a:off x="2228850" y="3106738"/>
            <a:ext cx="1109663" cy="731837"/>
          </a:xfrm>
          <a:prstGeom prst="rect">
            <a:avLst/>
          </a:prstGeom>
          <a:noFill/>
          <a:ln w="9525">
            <a:noFill/>
          </a:ln>
        </p:spPr>
      </p:pic>
      <p:pic>
        <p:nvPicPr>
          <p:cNvPr id="1034" name="Picture 10"/>
          <p:cNvPicPr>
            <a:picLocks noChangeAspect="1"/>
          </p:cNvPicPr>
          <p:nvPr/>
        </p:nvPicPr>
        <p:blipFill>
          <a:blip r:embed="rId8"/>
          <a:stretch>
            <a:fillRect/>
          </a:stretch>
        </p:blipFill>
        <p:spPr>
          <a:xfrm>
            <a:off x="5653088" y="3103563"/>
            <a:ext cx="823912" cy="711200"/>
          </a:xfrm>
          <a:prstGeom prst="rect">
            <a:avLst/>
          </a:prstGeom>
          <a:noFill/>
          <a:ln w="9525">
            <a:noFill/>
          </a:ln>
        </p:spPr>
      </p:pic>
      <p:pic>
        <p:nvPicPr>
          <p:cNvPr id="1038" name="Picture 14"/>
          <p:cNvPicPr>
            <a:picLocks noChangeAspect="1"/>
          </p:cNvPicPr>
          <p:nvPr/>
        </p:nvPicPr>
        <p:blipFill>
          <a:blip r:embed="rId9"/>
          <a:stretch>
            <a:fillRect/>
          </a:stretch>
        </p:blipFill>
        <p:spPr>
          <a:xfrm>
            <a:off x="874713" y="4203700"/>
            <a:ext cx="1106487" cy="1346200"/>
          </a:xfrm>
          <a:prstGeom prst="rect">
            <a:avLst/>
          </a:prstGeom>
          <a:noFill/>
          <a:ln w="9525">
            <a:noFill/>
          </a:ln>
        </p:spPr>
      </p:pic>
      <p:pic>
        <p:nvPicPr>
          <p:cNvPr id="1040" name="Picture 16"/>
          <p:cNvPicPr>
            <a:picLocks noChangeAspect="1"/>
          </p:cNvPicPr>
          <p:nvPr/>
        </p:nvPicPr>
        <p:blipFill>
          <a:blip r:embed="rId10"/>
          <a:stretch>
            <a:fillRect/>
          </a:stretch>
        </p:blipFill>
        <p:spPr>
          <a:xfrm>
            <a:off x="5108575" y="4206875"/>
            <a:ext cx="1089025" cy="1371600"/>
          </a:xfrm>
          <a:prstGeom prst="rect">
            <a:avLst/>
          </a:prstGeom>
          <a:noFill/>
          <a:ln w="9525">
            <a:noFill/>
          </a:ln>
        </p:spPr>
      </p:pic>
      <p:sp>
        <p:nvSpPr>
          <p:cNvPr id="13" name="Rectangle 14"/>
          <p:cNvSpPr>
            <a:spLocks noChangeArrowheads="1"/>
          </p:cNvSpPr>
          <p:nvPr/>
        </p:nvSpPr>
        <p:spPr bwMode="auto">
          <a:xfrm>
            <a:off x="412750" y="98464"/>
            <a:ext cx="5873750" cy="707886"/>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  Forwarding process in a router </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when used in a virtual circuit network</a:t>
            </a:r>
          </a:p>
        </p:txBody>
      </p:sp>
      <p:sp>
        <p:nvSpPr>
          <p:cNvPr id="131082"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31083"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24</a:t>
            </a:fld>
            <a:endParaRPr lang="en-US" altLang="zh-CN" sz="1200">
              <a:latin typeface="Arial" panose="020B0604020202090204" pitchFamily="34"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3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nodeType="clickEffect">
                                  <p:stCondLst>
                                    <p:cond delay="0"/>
                                  </p:stCondLst>
                                  <p:childTnLst>
                                    <p:set>
                                      <p:cBhvr>
                                        <p:cTn id="10" dur="1" fill="hold">
                                          <p:stCondLst>
                                            <p:cond delay="0"/>
                                          </p:stCondLst>
                                        </p:cTn>
                                        <p:tgtEl>
                                          <p:spTgt spid="1029"/>
                                        </p:tgtEl>
                                        <p:attrNameLst>
                                          <p:attrName>style.visibility</p:attrName>
                                        </p:attrNameLst>
                                      </p:cBhvr>
                                      <p:to>
                                        <p:strVal val="visible"/>
                                      </p:to>
                                    </p:set>
                                    <p:animEffect transition="in" filter="wipe(down)">
                                      <p:cBhvr>
                                        <p:cTn id="11" dur="1000"/>
                                        <p:tgtEl>
                                          <p:spTgt spid="1029"/>
                                        </p:tgtEl>
                                      </p:cBhvr>
                                    </p:animEffect>
                                  </p:childTnLst>
                                </p:cTn>
                              </p:par>
                            </p:childTnLst>
                          </p:cTn>
                        </p:par>
                      </p:childTnLst>
                    </p:cTn>
                  </p:par>
                  <p:par>
                    <p:cTn id="12" fill="hold">
                      <p:stCondLst>
                        <p:cond delay="indefinite"/>
                      </p:stCondLst>
                      <p:childTnLst>
                        <p:par>
                          <p:cTn id="13" fill="hold">
                            <p:stCondLst>
                              <p:cond delay="0"/>
                            </p:stCondLst>
                            <p:childTnLst>
                              <p:par>
                                <p:cTn id="14" presetID="53" presetClass="entr" presetSubtype="16" fill="hold" nodeType="clickEffect">
                                  <p:stCondLst>
                                    <p:cond delay="0"/>
                                  </p:stCondLst>
                                  <p:childTnLst>
                                    <p:set>
                                      <p:cBhvr>
                                        <p:cTn id="15" dur="1" fill="hold">
                                          <p:stCondLst>
                                            <p:cond delay="0"/>
                                          </p:stCondLst>
                                        </p:cTn>
                                        <p:tgtEl>
                                          <p:spTgt spid="1030"/>
                                        </p:tgtEl>
                                        <p:attrNameLst>
                                          <p:attrName>style.visibility</p:attrName>
                                        </p:attrNameLst>
                                      </p:cBhvr>
                                      <p:to>
                                        <p:strVal val="visible"/>
                                      </p:to>
                                    </p:set>
                                    <p:anim calcmode="lin" valueType="num">
                                      <p:cBhvr>
                                        <p:cTn id="16" dur="500" fill="hold"/>
                                        <p:tgtEl>
                                          <p:spTgt spid="1030"/>
                                        </p:tgtEl>
                                        <p:attrNameLst>
                                          <p:attrName>ppt_w</p:attrName>
                                        </p:attrNameLst>
                                      </p:cBhvr>
                                      <p:tavLst>
                                        <p:tav tm="0">
                                          <p:val>
                                            <p:fltVal val="0"/>
                                          </p:val>
                                        </p:tav>
                                        <p:tav tm="100000">
                                          <p:val>
                                            <p:strVal val="#ppt_w"/>
                                          </p:val>
                                        </p:tav>
                                      </p:tavLst>
                                    </p:anim>
                                    <p:anim calcmode="lin" valueType="num">
                                      <p:cBhvr>
                                        <p:cTn id="17" dur="500" fill="hold"/>
                                        <p:tgtEl>
                                          <p:spTgt spid="1030"/>
                                        </p:tgtEl>
                                        <p:attrNameLst>
                                          <p:attrName>ppt_h</p:attrName>
                                        </p:attrNameLst>
                                      </p:cBhvr>
                                      <p:tavLst>
                                        <p:tav tm="0">
                                          <p:val>
                                            <p:fltVal val="0"/>
                                          </p:val>
                                        </p:tav>
                                        <p:tav tm="100000">
                                          <p:val>
                                            <p:strVal val="#ppt_h"/>
                                          </p:val>
                                        </p:tav>
                                      </p:tavLst>
                                    </p:anim>
                                    <p:animEffect transition="in" filter="fade">
                                      <p:cBhvr>
                                        <p:cTn id="18" dur="500"/>
                                        <p:tgtEl>
                                          <p:spTgt spid="1030"/>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03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033"/>
                                        </p:tgtEl>
                                        <p:attrNameLst>
                                          <p:attrName>style.visibility</p:attrName>
                                        </p:attrNameLst>
                                      </p:cBhvr>
                                      <p:to>
                                        <p:strVal val="visible"/>
                                      </p:to>
                                    </p:set>
                                    <p:animEffect transition="in" filter="wipe(left)">
                                      <p:cBhvr>
                                        <p:cTn id="27" dur="500"/>
                                        <p:tgtEl>
                                          <p:spTgt spid="103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034"/>
                                        </p:tgtEl>
                                        <p:attrNameLst>
                                          <p:attrName>style.visibility</p:attrName>
                                        </p:attrNameLst>
                                      </p:cBhvr>
                                      <p:to>
                                        <p:strVal val="visible"/>
                                      </p:to>
                                    </p:set>
                                    <p:animEffect transition="in" filter="wipe(left)">
                                      <p:cBhvr>
                                        <p:cTn id="32" dur="500"/>
                                        <p:tgtEl>
                                          <p:spTgt spid="1034"/>
                                        </p:tgtEl>
                                      </p:cBhvr>
                                    </p:animEffect>
                                  </p:childTnLst>
                                </p:cTn>
                              </p:par>
                            </p:childTnLst>
                          </p:cTn>
                        </p:par>
                      </p:childTnLst>
                    </p:cTn>
                  </p:par>
                  <p:par>
                    <p:cTn id="33" fill="hold">
                      <p:stCondLst>
                        <p:cond delay="indefinite"/>
                      </p:stCondLst>
                      <p:childTnLst>
                        <p:par>
                          <p:cTn id="34" fill="hold">
                            <p:stCondLst>
                              <p:cond delay="0"/>
                            </p:stCondLst>
                            <p:childTnLst>
                              <p:par>
                                <p:cTn id="35" presetID="53" presetClass="entr" presetSubtype="16" fill="hold" nodeType="clickEffect">
                                  <p:stCondLst>
                                    <p:cond delay="0"/>
                                  </p:stCondLst>
                                  <p:childTnLst>
                                    <p:set>
                                      <p:cBhvr>
                                        <p:cTn id="36" dur="1" fill="hold">
                                          <p:stCondLst>
                                            <p:cond delay="0"/>
                                          </p:stCondLst>
                                        </p:cTn>
                                        <p:tgtEl>
                                          <p:spTgt spid="1031"/>
                                        </p:tgtEl>
                                        <p:attrNameLst>
                                          <p:attrName>style.visibility</p:attrName>
                                        </p:attrNameLst>
                                      </p:cBhvr>
                                      <p:to>
                                        <p:strVal val="visible"/>
                                      </p:to>
                                    </p:set>
                                    <p:anim calcmode="lin" valueType="num">
                                      <p:cBhvr>
                                        <p:cTn id="37" dur="500" fill="hold"/>
                                        <p:tgtEl>
                                          <p:spTgt spid="1031"/>
                                        </p:tgtEl>
                                        <p:attrNameLst>
                                          <p:attrName>ppt_w</p:attrName>
                                        </p:attrNameLst>
                                      </p:cBhvr>
                                      <p:tavLst>
                                        <p:tav tm="0">
                                          <p:val>
                                            <p:fltVal val="0"/>
                                          </p:val>
                                        </p:tav>
                                        <p:tav tm="100000">
                                          <p:val>
                                            <p:strVal val="#ppt_w"/>
                                          </p:val>
                                        </p:tav>
                                      </p:tavLst>
                                    </p:anim>
                                    <p:anim calcmode="lin" valueType="num">
                                      <p:cBhvr>
                                        <p:cTn id="38" dur="500" fill="hold"/>
                                        <p:tgtEl>
                                          <p:spTgt spid="1031"/>
                                        </p:tgtEl>
                                        <p:attrNameLst>
                                          <p:attrName>ppt_h</p:attrName>
                                        </p:attrNameLst>
                                      </p:cBhvr>
                                      <p:tavLst>
                                        <p:tav tm="0">
                                          <p:val>
                                            <p:fltVal val="0"/>
                                          </p:val>
                                        </p:tav>
                                        <p:tav tm="100000">
                                          <p:val>
                                            <p:strVal val="#ppt_h"/>
                                          </p:val>
                                        </p:tav>
                                      </p:tavLst>
                                    </p:anim>
                                    <p:animEffect transition="in" filter="fade">
                                      <p:cBhvr>
                                        <p:cTn id="39" dur="500"/>
                                        <p:tgtEl>
                                          <p:spTgt spid="1031"/>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0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515938" y="2413000"/>
            <a:ext cx="7789862" cy="2463800"/>
            <a:chOff x="515333" y="2412935"/>
            <a:chExt cx="7790467" cy="2463865"/>
          </a:xfrm>
        </p:grpSpPr>
        <p:pic>
          <p:nvPicPr>
            <p:cNvPr id="133143" name="Picture 3"/>
            <p:cNvPicPr>
              <a:picLocks noChangeAspect="1"/>
            </p:cNvPicPr>
            <p:nvPr/>
          </p:nvPicPr>
          <p:blipFill>
            <a:blip r:embed="rId3"/>
            <a:stretch>
              <a:fillRect/>
            </a:stretch>
          </p:blipFill>
          <p:spPr>
            <a:xfrm>
              <a:off x="515333" y="2412935"/>
              <a:ext cx="7790467" cy="2371660"/>
            </a:xfrm>
            <a:prstGeom prst="rect">
              <a:avLst/>
            </a:prstGeom>
            <a:noFill/>
            <a:ln w="9525">
              <a:noFill/>
            </a:ln>
          </p:spPr>
        </p:pic>
        <p:pic>
          <p:nvPicPr>
            <p:cNvPr id="133144" name="Picture 19"/>
            <p:cNvPicPr>
              <a:picLocks noChangeAspect="1"/>
            </p:cNvPicPr>
            <p:nvPr/>
          </p:nvPicPr>
          <p:blipFill>
            <a:blip r:embed="rId4"/>
            <a:stretch>
              <a:fillRect/>
            </a:stretch>
          </p:blipFill>
          <p:spPr>
            <a:xfrm>
              <a:off x="8096888" y="4652958"/>
              <a:ext cx="132712" cy="223842"/>
            </a:xfrm>
            <a:prstGeom prst="rect">
              <a:avLst/>
            </a:prstGeom>
            <a:noFill/>
            <a:ln w="9525">
              <a:noFill/>
            </a:ln>
          </p:spPr>
        </p:pic>
      </p:grpSp>
      <p:pic>
        <p:nvPicPr>
          <p:cNvPr id="2053" name="Picture 5"/>
          <p:cNvPicPr>
            <a:picLocks noChangeAspect="1"/>
          </p:cNvPicPr>
          <p:nvPr/>
        </p:nvPicPr>
        <p:blipFill>
          <a:blip r:embed="rId5"/>
          <a:stretch>
            <a:fillRect/>
          </a:stretch>
        </p:blipFill>
        <p:spPr>
          <a:xfrm>
            <a:off x="304800" y="1143000"/>
            <a:ext cx="2424113" cy="1368425"/>
          </a:xfrm>
          <a:prstGeom prst="rect">
            <a:avLst/>
          </a:prstGeom>
          <a:noFill/>
          <a:ln w="9525">
            <a:noFill/>
          </a:ln>
        </p:spPr>
      </p:pic>
      <p:pic>
        <p:nvPicPr>
          <p:cNvPr id="2055" name="Picture 7"/>
          <p:cNvPicPr>
            <a:picLocks noChangeAspect="1"/>
          </p:cNvPicPr>
          <p:nvPr/>
        </p:nvPicPr>
        <p:blipFill>
          <a:blip r:embed="rId6"/>
          <a:stretch>
            <a:fillRect/>
          </a:stretch>
        </p:blipFill>
        <p:spPr>
          <a:xfrm>
            <a:off x="2286000" y="3097213"/>
            <a:ext cx="333375" cy="1017587"/>
          </a:xfrm>
          <a:prstGeom prst="rect">
            <a:avLst/>
          </a:prstGeom>
          <a:noFill/>
          <a:ln w="9525">
            <a:noFill/>
          </a:ln>
        </p:spPr>
      </p:pic>
      <p:pic>
        <p:nvPicPr>
          <p:cNvPr id="2056" name="Picture 8"/>
          <p:cNvPicPr>
            <a:picLocks noChangeAspect="1"/>
          </p:cNvPicPr>
          <p:nvPr/>
        </p:nvPicPr>
        <p:blipFill>
          <a:blip r:embed="rId7"/>
          <a:stretch>
            <a:fillRect/>
          </a:stretch>
        </p:blipFill>
        <p:spPr>
          <a:xfrm>
            <a:off x="3352800" y="4283075"/>
            <a:ext cx="2193925" cy="158750"/>
          </a:xfrm>
          <a:prstGeom prst="rect">
            <a:avLst/>
          </a:prstGeom>
          <a:noFill/>
          <a:ln w="9525">
            <a:noFill/>
          </a:ln>
        </p:spPr>
      </p:pic>
      <p:pic>
        <p:nvPicPr>
          <p:cNvPr id="2057" name="Picture 9"/>
          <p:cNvPicPr>
            <a:picLocks noChangeAspect="1"/>
          </p:cNvPicPr>
          <p:nvPr/>
        </p:nvPicPr>
        <p:blipFill>
          <a:blip r:embed="rId8"/>
          <a:stretch>
            <a:fillRect/>
          </a:stretch>
        </p:blipFill>
        <p:spPr>
          <a:xfrm>
            <a:off x="3846513" y="3894138"/>
            <a:ext cx="1258887" cy="296862"/>
          </a:xfrm>
          <a:prstGeom prst="rect">
            <a:avLst/>
          </a:prstGeom>
          <a:noFill/>
          <a:ln w="9525">
            <a:noFill/>
          </a:ln>
        </p:spPr>
      </p:pic>
      <p:pic>
        <p:nvPicPr>
          <p:cNvPr id="2059" name="Picture 11"/>
          <p:cNvPicPr>
            <a:picLocks noChangeAspect="1"/>
          </p:cNvPicPr>
          <p:nvPr/>
        </p:nvPicPr>
        <p:blipFill>
          <a:blip r:embed="rId9"/>
          <a:stretch>
            <a:fillRect/>
          </a:stretch>
        </p:blipFill>
        <p:spPr>
          <a:xfrm>
            <a:off x="6170613" y="2709863"/>
            <a:ext cx="2211387" cy="1328737"/>
          </a:xfrm>
          <a:prstGeom prst="rect">
            <a:avLst/>
          </a:prstGeom>
          <a:noFill/>
          <a:ln w="9525">
            <a:noFill/>
          </a:ln>
        </p:spPr>
      </p:pic>
      <p:grpSp>
        <p:nvGrpSpPr>
          <p:cNvPr id="3" name="Group 2"/>
          <p:cNvGrpSpPr/>
          <p:nvPr/>
        </p:nvGrpSpPr>
        <p:grpSpPr>
          <a:xfrm>
            <a:off x="990600" y="2627313"/>
            <a:ext cx="1828800" cy="346075"/>
            <a:chOff x="990600" y="2627100"/>
            <a:chExt cx="1828800" cy="346500"/>
          </a:xfrm>
        </p:grpSpPr>
        <p:pic>
          <p:nvPicPr>
            <p:cNvPr id="133141" name="Picture 4"/>
            <p:cNvPicPr>
              <a:picLocks noChangeAspect="1"/>
            </p:cNvPicPr>
            <p:nvPr/>
          </p:nvPicPr>
          <p:blipFill>
            <a:blip r:embed="rId10"/>
            <a:stretch>
              <a:fillRect/>
            </a:stretch>
          </p:blipFill>
          <p:spPr>
            <a:xfrm>
              <a:off x="990600" y="2743200"/>
              <a:ext cx="1828800" cy="129600"/>
            </a:xfrm>
            <a:prstGeom prst="rect">
              <a:avLst/>
            </a:prstGeom>
            <a:noFill/>
            <a:ln w="9525">
              <a:noFill/>
            </a:ln>
          </p:spPr>
        </p:pic>
        <p:pic>
          <p:nvPicPr>
            <p:cNvPr id="133142" name="Picture 12"/>
            <p:cNvPicPr>
              <a:picLocks noChangeAspect="1"/>
            </p:cNvPicPr>
            <p:nvPr/>
          </p:nvPicPr>
          <p:blipFill>
            <a:blip r:embed="rId11"/>
            <a:stretch>
              <a:fillRect/>
            </a:stretch>
          </p:blipFill>
          <p:spPr>
            <a:xfrm>
              <a:off x="1517194" y="2627100"/>
              <a:ext cx="1098000" cy="346500"/>
            </a:xfrm>
            <a:prstGeom prst="rect">
              <a:avLst/>
            </a:prstGeom>
            <a:noFill/>
            <a:ln w="9525">
              <a:noFill/>
            </a:ln>
          </p:spPr>
        </p:pic>
      </p:grpSp>
      <p:grpSp>
        <p:nvGrpSpPr>
          <p:cNvPr id="4" name="Group 3"/>
          <p:cNvGrpSpPr/>
          <p:nvPr/>
        </p:nvGrpSpPr>
        <p:grpSpPr>
          <a:xfrm>
            <a:off x="2620963" y="2906713"/>
            <a:ext cx="1096962" cy="1355725"/>
            <a:chOff x="2620500" y="2906150"/>
            <a:chExt cx="1098000" cy="1356750"/>
          </a:xfrm>
        </p:grpSpPr>
        <p:pic>
          <p:nvPicPr>
            <p:cNvPr id="133139" name="Picture 6"/>
            <p:cNvPicPr>
              <a:picLocks noChangeAspect="1"/>
            </p:cNvPicPr>
            <p:nvPr/>
          </p:nvPicPr>
          <p:blipFill>
            <a:blip r:embed="rId12"/>
            <a:stretch>
              <a:fillRect/>
            </a:stretch>
          </p:blipFill>
          <p:spPr>
            <a:xfrm>
              <a:off x="3048000" y="2906150"/>
              <a:ext cx="121500" cy="1356750"/>
            </a:xfrm>
            <a:prstGeom prst="rect">
              <a:avLst/>
            </a:prstGeom>
            <a:noFill/>
            <a:ln w="9525">
              <a:noFill/>
            </a:ln>
          </p:spPr>
        </p:pic>
        <p:pic>
          <p:nvPicPr>
            <p:cNvPr id="133140" name="Picture 12"/>
            <p:cNvPicPr>
              <a:picLocks noChangeAspect="1"/>
            </p:cNvPicPr>
            <p:nvPr/>
          </p:nvPicPr>
          <p:blipFill>
            <a:blip r:embed="rId11"/>
            <a:stretch>
              <a:fillRect/>
            </a:stretch>
          </p:blipFill>
          <p:spPr>
            <a:xfrm>
              <a:off x="2620500" y="3411275"/>
              <a:ext cx="1098000" cy="346500"/>
            </a:xfrm>
            <a:prstGeom prst="rect">
              <a:avLst/>
            </a:prstGeom>
            <a:noFill/>
            <a:ln w="9525">
              <a:noFill/>
            </a:ln>
          </p:spPr>
        </p:pic>
      </p:grpSp>
      <p:pic>
        <p:nvPicPr>
          <p:cNvPr id="18" name="Picture 12"/>
          <p:cNvPicPr>
            <a:picLocks noChangeAspect="1"/>
          </p:cNvPicPr>
          <p:nvPr/>
        </p:nvPicPr>
        <p:blipFill>
          <a:blip r:embed="rId11"/>
          <a:stretch>
            <a:fillRect/>
          </a:stretch>
        </p:blipFill>
        <p:spPr>
          <a:xfrm>
            <a:off x="3927475" y="4225925"/>
            <a:ext cx="1096963" cy="346075"/>
          </a:xfrm>
          <a:prstGeom prst="rect">
            <a:avLst/>
          </a:prstGeom>
          <a:noFill/>
          <a:ln w="9525">
            <a:noFill/>
          </a:ln>
        </p:spPr>
      </p:pic>
      <p:grpSp>
        <p:nvGrpSpPr>
          <p:cNvPr id="5" name="Group 4"/>
          <p:cNvGrpSpPr/>
          <p:nvPr/>
        </p:nvGrpSpPr>
        <p:grpSpPr>
          <a:xfrm>
            <a:off x="6096000" y="4225925"/>
            <a:ext cx="1828800" cy="346075"/>
            <a:chOff x="6095999" y="4225661"/>
            <a:chExt cx="1828800" cy="346500"/>
          </a:xfrm>
        </p:grpSpPr>
        <p:pic>
          <p:nvPicPr>
            <p:cNvPr id="133137" name="Picture 10"/>
            <p:cNvPicPr/>
            <p:nvPr/>
          </p:nvPicPr>
          <p:blipFill>
            <a:blip r:embed="rId13"/>
            <a:stretch>
              <a:fillRect/>
            </a:stretch>
          </p:blipFill>
          <p:spPr>
            <a:xfrm>
              <a:off x="6095999" y="4282800"/>
              <a:ext cx="1828800" cy="182880"/>
            </a:xfrm>
            <a:prstGeom prst="rect">
              <a:avLst/>
            </a:prstGeom>
            <a:noFill/>
            <a:ln w="9525">
              <a:noFill/>
            </a:ln>
          </p:spPr>
        </p:pic>
        <p:pic>
          <p:nvPicPr>
            <p:cNvPr id="133138" name="Picture 12"/>
            <p:cNvPicPr>
              <a:picLocks noChangeAspect="1"/>
            </p:cNvPicPr>
            <p:nvPr/>
          </p:nvPicPr>
          <p:blipFill>
            <a:blip r:embed="rId11"/>
            <a:stretch>
              <a:fillRect/>
            </a:stretch>
          </p:blipFill>
          <p:spPr>
            <a:xfrm>
              <a:off x="6461399" y="4225661"/>
              <a:ext cx="1098000" cy="346500"/>
            </a:xfrm>
            <a:prstGeom prst="rect">
              <a:avLst/>
            </a:prstGeom>
            <a:noFill/>
            <a:ln w="9525">
              <a:noFill/>
            </a:ln>
          </p:spPr>
        </p:pic>
      </p:grpSp>
      <p:pic>
        <p:nvPicPr>
          <p:cNvPr id="2061" name="Picture 13"/>
          <p:cNvPicPr>
            <a:picLocks noChangeAspect="1"/>
          </p:cNvPicPr>
          <p:nvPr/>
        </p:nvPicPr>
        <p:blipFill>
          <a:blip r:embed="rId14"/>
          <a:stretch>
            <a:fillRect/>
          </a:stretch>
        </p:blipFill>
        <p:spPr>
          <a:xfrm>
            <a:off x="2057400" y="976313"/>
            <a:ext cx="2082800" cy="1385887"/>
          </a:xfrm>
          <a:prstGeom prst="rect">
            <a:avLst/>
          </a:prstGeom>
          <a:noFill/>
          <a:ln w="9525">
            <a:noFill/>
          </a:ln>
        </p:spPr>
      </p:pic>
      <p:pic>
        <p:nvPicPr>
          <p:cNvPr id="2064" name="Picture 16"/>
          <p:cNvPicPr>
            <a:picLocks noChangeAspect="1"/>
          </p:cNvPicPr>
          <p:nvPr/>
        </p:nvPicPr>
        <p:blipFill>
          <a:blip r:embed="rId15"/>
          <a:stretch>
            <a:fillRect/>
          </a:stretch>
        </p:blipFill>
        <p:spPr>
          <a:xfrm>
            <a:off x="2066925" y="4845050"/>
            <a:ext cx="2019300" cy="1562100"/>
          </a:xfrm>
          <a:prstGeom prst="rect">
            <a:avLst/>
          </a:prstGeom>
          <a:noFill/>
          <a:ln w="9525">
            <a:noFill/>
          </a:ln>
        </p:spPr>
      </p:pic>
      <p:pic>
        <p:nvPicPr>
          <p:cNvPr id="2065" name="Picture 17"/>
          <p:cNvPicPr>
            <a:picLocks noChangeAspect="1"/>
          </p:cNvPicPr>
          <p:nvPr/>
        </p:nvPicPr>
        <p:blipFill>
          <a:blip r:embed="rId16"/>
          <a:stretch>
            <a:fillRect/>
          </a:stretch>
        </p:blipFill>
        <p:spPr>
          <a:xfrm>
            <a:off x="4876800" y="4835525"/>
            <a:ext cx="2019300" cy="1581150"/>
          </a:xfrm>
          <a:prstGeom prst="rect">
            <a:avLst/>
          </a:prstGeom>
          <a:noFill/>
          <a:ln w="9525">
            <a:noFill/>
          </a:ln>
        </p:spPr>
      </p:pic>
      <p:sp>
        <p:nvSpPr>
          <p:cNvPr id="27" name="Rectangle 14"/>
          <p:cNvSpPr>
            <a:spLocks noChangeArrowheads="1"/>
          </p:cNvSpPr>
          <p:nvPr/>
        </p:nvSpPr>
        <p:spPr bwMode="auto">
          <a:xfrm>
            <a:off x="412750" y="252352"/>
            <a:ext cx="7146650"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  Sending request packet in a virtual-circuit network</a:t>
            </a:r>
          </a:p>
        </p:txBody>
      </p:sp>
      <p:sp>
        <p:nvSpPr>
          <p:cNvPr id="133135"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33136"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25</a:t>
            </a:fld>
            <a:endParaRPr lang="en-US" altLang="zh-CN" sz="1200">
              <a:latin typeface="Arial" panose="020B0604020202090204" pitchFamily="34"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2053"/>
                                        </p:tgtEl>
                                        <p:attrNameLst>
                                          <p:attrName>style.visibility</p:attrName>
                                        </p:attrNameLst>
                                      </p:cBhvr>
                                      <p:to>
                                        <p:strVal val="visible"/>
                                      </p:to>
                                    </p:set>
                                    <p:animEffect transition="in" filter="wipe(left)">
                                      <p:cBhvr>
                                        <p:cTn id="11" dur="500"/>
                                        <p:tgtEl>
                                          <p:spTgt spid="2053"/>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2061"/>
                                        </p:tgtEl>
                                        <p:attrNameLst>
                                          <p:attrName>style.visibility</p:attrName>
                                        </p:attrNameLst>
                                      </p:cBhvr>
                                      <p:to>
                                        <p:strVal val="visible"/>
                                      </p:to>
                                    </p:set>
                                    <p:animEffect transition="in" filter="wipe(down)">
                                      <p:cBhvr>
                                        <p:cTn id="20" dur="1000"/>
                                        <p:tgtEl>
                                          <p:spTgt spid="206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2055"/>
                                        </p:tgtEl>
                                        <p:attrNameLst>
                                          <p:attrName>style.visibility</p:attrName>
                                        </p:attrNameLst>
                                      </p:cBhvr>
                                      <p:to>
                                        <p:strVal val="visible"/>
                                      </p:to>
                                    </p:set>
                                    <p:animEffect transition="in" filter="wipe(up)">
                                      <p:cBhvr>
                                        <p:cTn id="25" dur="500"/>
                                        <p:tgtEl>
                                          <p:spTgt spid="2055"/>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nodeType="clickEffect">
                                  <p:stCondLst>
                                    <p:cond delay="0"/>
                                  </p:stCondLst>
                                  <p:childTnLst>
                                    <p:set>
                                      <p:cBhvr>
                                        <p:cTn id="33" dur="1" fill="hold">
                                          <p:stCondLst>
                                            <p:cond delay="0"/>
                                          </p:stCondLst>
                                        </p:cTn>
                                        <p:tgtEl>
                                          <p:spTgt spid="2064"/>
                                        </p:tgtEl>
                                        <p:attrNameLst>
                                          <p:attrName>style.visibility</p:attrName>
                                        </p:attrNameLst>
                                      </p:cBhvr>
                                      <p:to>
                                        <p:strVal val="visible"/>
                                      </p:to>
                                    </p:set>
                                    <p:animEffect transition="in" filter="wipe(up)">
                                      <p:cBhvr>
                                        <p:cTn id="34" dur="2000"/>
                                        <p:tgtEl>
                                          <p:spTgt spid="2064"/>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2057"/>
                                        </p:tgtEl>
                                        <p:attrNameLst>
                                          <p:attrName>style.visibility</p:attrName>
                                        </p:attrNameLst>
                                      </p:cBhvr>
                                      <p:to>
                                        <p:strVal val="visible"/>
                                      </p:to>
                                    </p:set>
                                    <p:animEffect transition="in" filter="wipe(left)">
                                      <p:cBhvr>
                                        <p:cTn id="39" dur="500"/>
                                        <p:tgtEl>
                                          <p:spTgt spid="2057"/>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8"/>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205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22" presetClass="entr" presetSubtype="1" fill="hold" nodeType="clickEffect">
                                  <p:stCondLst>
                                    <p:cond delay="0"/>
                                  </p:stCondLst>
                                  <p:childTnLst>
                                    <p:set>
                                      <p:cBhvr>
                                        <p:cTn id="49" dur="1" fill="hold">
                                          <p:stCondLst>
                                            <p:cond delay="0"/>
                                          </p:stCondLst>
                                        </p:cTn>
                                        <p:tgtEl>
                                          <p:spTgt spid="2065"/>
                                        </p:tgtEl>
                                        <p:attrNameLst>
                                          <p:attrName>style.visibility</p:attrName>
                                        </p:attrNameLst>
                                      </p:cBhvr>
                                      <p:to>
                                        <p:strVal val="visible"/>
                                      </p:to>
                                    </p:set>
                                    <p:animEffect transition="in" filter="wipe(up)">
                                      <p:cBhvr>
                                        <p:cTn id="50" dur="1250"/>
                                        <p:tgtEl>
                                          <p:spTgt spid="2065"/>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2059"/>
                                        </p:tgtEl>
                                        <p:attrNameLst>
                                          <p:attrName>style.visibility</p:attrName>
                                        </p:attrNameLst>
                                      </p:cBhvr>
                                      <p:to>
                                        <p:strVal val="visible"/>
                                      </p:to>
                                    </p:set>
                                    <p:animEffect transition="in" filter="wipe(left)">
                                      <p:cBhvr>
                                        <p:cTn id="55" dur="500"/>
                                        <p:tgtEl>
                                          <p:spTgt spid="2059"/>
                                        </p:tgtEl>
                                      </p:cBhvr>
                                    </p:animEffec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nodeType="clickEffect">
                                  <p:stCondLst>
                                    <p:cond delay="0"/>
                                  </p:stCondLst>
                                  <p:childTnLst>
                                    <p:set>
                                      <p:cBhvr>
                                        <p:cTn id="59"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33400" y="2484438"/>
            <a:ext cx="7789863" cy="2536825"/>
            <a:chOff x="533400" y="2428940"/>
            <a:chExt cx="7790467" cy="2536718"/>
          </a:xfrm>
        </p:grpSpPr>
        <p:pic>
          <p:nvPicPr>
            <p:cNvPr id="135189" name="Picture 3"/>
            <p:cNvPicPr>
              <a:picLocks noChangeAspect="1"/>
            </p:cNvPicPr>
            <p:nvPr/>
          </p:nvPicPr>
          <p:blipFill>
            <a:blip r:embed="rId3"/>
            <a:stretch>
              <a:fillRect/>
            </a:stretch>
          </p:blipFill>
          <p:spPr>
            <a:xfrm>
              <a:off x="533400" y="2428940"/>
              <a:ext cx="7790467" cy="2371660"/>
            </a:xfrm>
            <a:prstGeom prst="rect">
              <a:avLst/>
            </a:prstGeom>
            <a:noFill/>
            <a:ln w="9525">
              <a:noFill/>
            </a:ln>
          </p:spPr>
        </p:pic>
        <p:pic>
          <p:nvPicPr>
            <p:cNvPr id="135190" name="Picture 2"/>
            <p:cNvPicPr>
              <a:picLocks noChangeAspect="1"/>
            </p:cNvPicPr>
            <p:nvPr/>
          </p:nvPicPr>
          <p:blipFill>
            <a:blip r:embed="rId4"/>
            <a:stretch>
              <a:fillRect/>
            </a:stretch>
          </p:blipFill>
          <p:spPr>
            <a:xfrm>
              <a:off x="8121724" y="4748034"/>
              <a:ext cx="129025" cy="217624"/>
            </a:xfrm>
            <a:prstGeom prst="rect">
              <a:avLst/>
            </a:prstGeom>
            <a:noFill/>
            <a:ln w="9525">
              <a:noFill/>
            </a:ln>
          </p:spPr>
        </p:pic>
      </p:grpSp>
      <p:grpSp>
        <p:nvGrpSpPr>
          <p:cNvPr id="3" name="Group 2"/>
          <p:cNvGrpSpPr/>
          <p:nvPr/>
        </p:nvGrpSpPr>
        <p:grpSpPr>
          <a:xfrm>
            <a:off x="990600" y="2798763"/>
            <a:ext cx="7023100" cy="1752600"/>
            <a:chOff x="990600" y="2743200"/>
            <a:chExt cx="7023393" cy="1752600"/>
          </a:xfrm>
        </p:grpSpPr>
        <p:pic>
          <p:nvPicPr>
            <p:cNvPr id="135185" name="Picture 8"/>
            <p:cNvPicPr>
              <a:picLocks noChangeAspect="1"/>
            </p:cNvPicPr>
            <p:nvPr/>
          </p:nvPicPr>
          <p:blipFill>
            <a:blip r:embed="rId5"/>
            <a:stretch>
              <a:fillRect/>
            </a:stretch>
          </p:blipFill>
          <p:spPr>
            <a:xfrm>
              <a:off x="3368040" y="4323036"/>
              <a:ext cx="2194560" cy="158643"/>
            </a:xfrm>
            <a:prstGeom prst="rect">
              <a:avLst/>
            </a:prstGeom>
            <a:noFill/>
            <a:ln w="9525">
              <a:noFill/>
            </a:ln>
          </p:spPr>
        </p:pic>
        <p:pic>
          <p:nvPicPr>
            <p:cNvPr id="135186" name="Picture 4"/>
            <p:cNvPicPr>
              <a:picLocks noChangeAspect="1"/>
            </p:cNvPicPr>
            <p:nvPr/>
          </p:nvPicPr>
          <p:blipFill>
            <a:blip r:embed="rId6"/>
            <a:stretch>
              <a:fillRect/>
            </a:stretch>
          </p:blipFill>
          <p:spPr>
            <a:xfrm>
              <a:off x="990600" y="2743200"/>
              <a:ext cx="1828800" cy="129600"/>
            </a:xfrm>
            <a:prstGeom prst="rect">
              <a:avLst/>
            </a:prstGeom>
            <a:noFill/>
            <a:ln w="9525">
              <a:noFill/>
            </a:ln>
          </p:spPr>
        </p:pic>
        <p:pic>
          <p:nvPicPr>
            <p:cNvPr id="135187" name="Picture 6"/>
            <p:cNvPicPr>
              <a:picLocks noChangeAspect="1"/>
            </p:cNvPicPr>
            <p:nvPr/>
          </p:nvPicPr>
          <p:blipFill>
            <a:blip r:embed="rId7"/>
            <a:stretch>
              <a:fillRect/>
            </a:stretch>
          </p:blipFill>
          <p:spPr>
            <a:xfrm>
              <a:off x="3048000" y="2936395"/>
              <a:ext cx="121500" cy="1356750"/>
            </a:xfrm>
            <a:prstGeom prst="rect">
              <a:avLst/>
            </a:prstGeom>
            <a:noFill/>
            <a:ln w="9525">
              <a:noFill/>
            </a:ln>
          </p:spPr>
        </p:pic>
        <p:pic>
          <p:nvPicPr>
            <p:cNvPr id="135188" name="Picture 10"/>
            <p:cNvPicPr/>
            <p:nvPr/>
          </p:nvPicPr>
          <p:blipFill>
            <a:blip r:embed="rId8"/>
            <a:stretch>
              <a:fillRect/>
            </a:stretch>
          </p:blipFill>
          <p:spPr>
            <a:xfrm>
              <a:off x="6185193" y="4312920"/>
              <a:ext cx="1828800" cy="182880"/>
            </a:xfrm>
            <a:prstGeom prst="rect">
              <a:avLst/>
            </a:prstGeom>
            <a:noFill/>
            <a:ln w="9525">
              <a:noFill/>
            </a:ln>
          </p:spPr>
        </p:pic>
      </p:grpSp>
      <p:pic>
        <p:nvPicPr>
          <p:cNvPr id="3076" name="Picture 4"/>
          <p:cNvPicPr>
            <a:picLocks noChangeAspect="1"/>
          </p:cNvPicPr>
          <p:nvPr/>
        </p:nvPicPr>
        <p:blipFill>
          <a:blip r:embed="rId9"/>
          <a:stretch>
            <a:fillRect/>
          </a:stretch>
        </p:blipFill>
        <p:spPr>
          <a:xfrm>
            <a:off x="1639888" y="2714625"/>
            <a:ext cx="530225" cy="296863"/>
          </a:xfrm>
          <a:prstGeom prst="rect">
            <a:avLst/>
          </a:prstGeom>
          <a:noFill/>
          <a:ln w="9525">
            <a:noFill/>
          </a:ln>
        </p:spPr>
      </p:pic>
      <p:pic>
        <p:nvPicPr>
          <p:cNvPr id="3077" name="Picture 5"/>
          <p:cNvPicPr>
            <a:picLocks noChangeAspect="1"/>
          </p:cNvPicPr>
          <p:nvPr/>
        </p:nvPicPr>
        <p:blipFill>
          <a:blip r:embed="rId10"/>
          <a:stretch>
            <a:fillRect/>
          </a:stretch>
        </p:blipFill>
        <p:spPr>
          <a:xfrm>
            <a:off x="2822575" y="3470275"/>
            <a:ext cx="530225" cy="296863"/>
          </a:xfrm>
          <a:prstGeom prst="rect">
            <a:avLst/>
          </a:prstGeom>
          <a:noFill/>
          <a:ln w="9525">
            <a:noFill/>
          </a:ln>
        </p:spPr>
      </p:pic>
      <p:pic>
        <p:nvPicPr>
          <p:cNvPr id="3078" name="Picture 6"/>
          <p:cNvPicPr>
            <a:picLocks noChangeAspect="1"/>
          </p:cNvPicPr>
          <p:nvPr/>
        </p:nvPicPr>
        <p:blipFill>
          <a:blip r:embed="rId11"/>
          <a:stretch>
            <a:fillRect/>
          </a:stretch>
        </p:blipFill>
        <p:spPr>
          <a:xfrm>
            <a:off x="4111625" y="4330700"/>
            <a:ext cx="530225" cy="296863"/>
          </a:xfrm>
          <a:prstGeom prst="rect">
            <a:avLst/>
          </a:prstGeom>
          <a:noFill/>
          <a:ln w="9525">
            <a:noFill/>
          </a:ln>
        </p:spPr>
      </p:pic>
      <p:pic>
        <p:nvPicPr>
          <p:cNvPr id="3079" name="Picture 7"/>
          <p:cNvPicPr>
            <a:picLocks noChangeAspect="1"/>
          </p:cNvPicPr>
          <p:nvPr/>
        </p:nvPicPr>
        <p:blipFill>
          <a:blip r:embed="rId12"/>
          <a:stretch>
            <a:fillRect/>
          </a:stretch>
        </p:blipFill>
        <p:spPr>
          <a:xfrm>
            <a:off x="6834188" y="4297363"/>
            <a:ext cx="530225" cy="296862"/>
          </a:xfrm>
          <a:prstGeom prst="rect">
            <a:avLst/>
          </a:prstGeom>
          <a:noFill/>
          <a:ln w="9525">
            <a:noFill/>
          </a:ln>
        </p:spPr>
      </p:pic>
      <p:pic>
        <p:nvPicPr>
          <p:cNvPr id="3080" name="Picture 8"/>
          <p:cNvPicPr>
            <a:picLocks noChangeAspect="1"/>
          </p:cNvPicPr>
          <p:nvPr/>
        </p:nvPicPr>
        <p:blipFill>
          <a:blip r:embed="rId13"/>
          <a:stretch>
            <a:fillRect/>
          </a:stretch>
        </p:blipFill>
        <p:spPr>
          <a:xfrm>
            <a:off x="6245225" y="2717800"/>
            <a:ext cx="2238375" cy="1393825"/>
          </a:xfrm>
          <a:prstGeom prst="rect">
            <a:avLst/>
          </a:prstGeom>
          <a:noFill/>
          <a:ln w="9525">
            <a:noFill/>
          </a:ln>
        </p:spPr>
      </p:pic>
      <p:pic>
        <p:nvPicPr>
          <p:cNvPr id="3081" name="Picture 9"/>
          <p:cNvPicPr>
            <a:picLocks noChangeAspect="1"/>
          </p:cNvPicPr>
          <p:nvPr/>
        </p:nvPicPr>
        <p:blipFill>
          <a:blip r:embed="rId14"/>
          <a:stretch>
            <a:fillRect/>
          </a:stretch>
        </p:blipFill>
        <p:spPr>
          <a:xfrm>
            <a:off x="3881438" y="3952875"/>
            <a:ext cx="1223962" cy="293688"/>
          </a:xfrm>
          <a:prstGeom prst="rect">
            <a:avLst/>
          </a:prstGeom>
          <a:noFill/>
          <a:ln w="9525">
            <a:noFill/>
          </a:ln>
        </p:spPr>
      </p:pic>
      <p:pic>
        <p:nvPicPr>
          <p:cNvPr id="3082" name="Picture 10"/>
          <p:cNvPicPr>
            <a:picLocks noChangeAspect="1"/>
          </p:cNvPicPr>
          <p:nvPr/>
        </p:nvPicPr>
        <p:blipFill>
          <a:blip r:embed="rId15"/>
          <a:stretch>
            <a:fillRect/>
          </a:stretch>
        </p:blipFill>
        <p:spPr>
          <a:xfrm>
            <a:off x="2362200" y="3305175"/>
            <a:ext cx="365125" cy="1017588"/>
          </a:xfrm>
          <a:prstGeom prst="rect">
            <a:avLst/>
          </a:prstGeom>
          <a:noFill/>
          <a:ln w="9525">
            <a:noFill/>
          </a:ln>
        </p:spPr>
      </p:pic>
      <p:pic>
        <p:nvPicPr>
          <p:cNvPr id="3083" name="Picture 11"/>
          <p:cNvPicPr>
            <a:picLocks noChangeAspect="1"/>
          </p:cNvPicPr>
          <p:nvPr/>
        </p:nvPicPr>
        <p:blipFill>
          <a:blip r:embed="rId16"/>
          <a:stretch>
            <a:fillRect/>
          </a:stretch>
        </p:blipFill>
        <p:spPr>
          <a:xfrm>
            <a:off x="381000" y="1198563"/>
            <a:ext cx="2446338" cy="1341437"/>
          </a:xfrm>
          <a:prstGeom prst="rect">
            <a:avLst/>
          </a:prstGeom>
          <a:noFill/>
          <a:ln w="9525">
            <a:noFill/>
          </a:ln>
        </p:spPr>
      </p:pic>
      <p:pic>
        <p:nvPicPr>
          <p:cNvPr id="3084" name="Picture 12"/>
          <p:cNvPicPr>
            <a:picLocks noChangeAspect="1"/>
          </p:cNvPicPr>
          <p:nvPr/>
        </p:nvPicPr>
        <p:blipFill>
          <a:blip r:embed="rId17"/>
          <a:stretch>
            <a:fillRect/>
          </a:stretch>
        </p:blipFill>
        <p:spPr>
          <a:xfrm>
            <a:off x="2192338" y="1143000"/>
            <a:ext cx="1846262" cy="1214438"/>
          </a:xfrm>
          <a:prstGeom prst="rect">
            <a:avLst/>
          </a:prstGeom>
          <a:noFill/>
          <a:ln w="9525">
            <a:noFill/>
          </a:ln>
        </p:spPr>
      </p:pic>
      <p:pic>
        <p:nvPicPr>
          <p:cNvPr id="3085" name="Picture 13"/>
          <p:cNvPicPr>
            <a:picLocks noChangeAspect="1"/>
          </p:cNvPicPr>
          <p:nvPr/>
        </p:nvPicPr>
        <p:blipFill>
          <a:blip r:embed="rId18"/>
          <a:stretch>
            <a:fillRect/>
          </a:stretch>
        </p:blipFill>
        <p:spPr>
          <a:xfrm>
            <a:off x="2133600" y="4927600"/>
            <a:ext cx="1866900" cy="1465263"/>
          </a:xfrm>
          <a:prstGeom prst="rect">
            <a:avLst/>
          </a:prstGeom>
          <a:noFill/>
          <a:ln w="9525">
            <a:noFill/>
          </a:ln>
        </p:spPr>
      </p:pic>
      <p:pic>
        <p:nvPicPr>
          <p:cNvPr id="3086" name="Picture 14"/>
          <p:cNvPicPr>
            <a:picLocks noChangeAspect="1"/>
          </p:cNvPicPr>
          <p:nvPr/>
        </p:nvPicPr>
        <p:blipFill>
          <a:blip r:embed="rId19"/>
          <a:stretch>
            <a:fillRect/>
          </a:stretch>
        </p:blipFill>
        <p:spPr>
          <a:xfrm>
            <a:off x="5011738" y="4911725"/>
            <a:ext cx="1846262" cy="1466850"/>
          </a:xfrm>
          <a:prstGeom prst="rect">
            <a:avLst/>
          </a:prstGeom>
          <a:noFill/>
          <a:ln w="9525">
            <a:noFill/>
          </a:ln>
        </p:spPr>
      </p:pic>
      <p:sp>
        <p:nvSpPr>
          <p:cNvPr id="25" name="Rectangle 14"/>
          <p:cNvSpPr>
            <a:spLocks noChangeArrowheads="1"/>
          </p:cNvSpPr>
          <p:nvPr/>
        </p:nvSpPr>
        <p:spPr bwMode="auto">
          <a:xfrm>
            <a:off x="412750" y="252352"/>
            <a:ext cx="7146650"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  Sending acknowledgments in a virtual-circuit network</a:t>
            </a:r>
          </a:p>
        </p:txBody>
      </p:sp>
      <p:sp>
        <p:nvSpPr>
          <p:cNvPr id="135183"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35184"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26</a:t>
            </a:fld>
            <a:endParaRPr lang="en-US" altLang="zh-CN" sz="1200">
              <a:latin typeface="Arial" panose="020B0604020202090204" pitchFamily="34"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07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3080"/>
                                        </p:tgtEl>
                                        <p:attrNameLst>
                                          <p:attrName>style.visibility</p:attrName>
                                        </p:attrNameLst>
                                      </p:cBhvr>
                                      <p:to>
                                        <p:strVal val="visible"/>
                                      </p:to>
                                    </p:set>
                                    <p:animEffect transition="in" filter="wipe(right)">
                                      <p:cBhvr>
                                        <p:cTn id="19" dur="1250"/>
                                        <p:tgtEl>
                                          <p:spTgt spid="3080"/>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307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nodeType="clickEffect">
                                  <p:stCondLst>
                                    <p:cond delay="0"/>
                                  </p:stCondLst>
                                  <p:childTnLst>
                                    <p:set>
                                      <p:cBhvr>
                                        <p:cTn id="27" dur="1" fill="hold">
                                          <p:stCondLst>
                                            <p:cond delay="0"/>
                                          </p:stCondLst>
                                        </p:cTn>
                                        <p:tgtEl>
                                          <p:spTgt spid="3086"/>
                                        </p:tgtEl>
                                        <p:attrNameLst>
                                          <p:attrName>style.visibility</p:attrName>
                                        </p:attrNameLst>
                                      </p:cBhvr>
                                      <p:to>
                                        <p:strVal val="visible"/>
                                      </p:to>
                                    </p:set>
                                    <p:animEffect transition="in" filter="wipe(up)">
                                      <p:cBhvr>
                                        <p:cTn id="28" dur="500"/>
                                        <p:tgtEl>
                                          <p:spTgt spid="308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2" fill="hold" nodeType="clickEffect">
                                  <p:stCondLst>
                                    <p:cond delay="0"/>
                                  </p:stCondLst>
                                  <p:childTnLst>
                                    <p:set>
                                      <p:cBhvr>
                                        <p:cTn id="32" dur="1" fill="hold">
                                          <p:stCondLst>
                                            <p:cond delay="0"/>
                                          </p:stCondLst>
                                        </p:cTn>
                                        <p:tgtEl>
                                          <p:spTgt spid="3081"/>
                                        </p:tgtEl>
                                        <p:attrNameLst>
                                          <p:attrName>style.visibility</p:attrName>
                                        </p:attrNameLst>
                                      </p:cBhvr>
                                      <p:to>
                                        <p:strVal val="visible"/>
                                      </p:to>
                                    </p:set>
                                    <p:animEffect transition="in" filter="wipe(right)">
                                      <p:cBhvr>
                                        <p:cTn id="33" dur="1250"/>
                                        <p:tgtEl>
                                          <p:spTgt spid="3081"/>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nodeType="clickEffect">
                                  <p:stCondLst>
                                    <p:cond delay="0"/>
                                  </p:stCondLst>
                                  <p:childTnLst>
                                    <p:set>
                                      <p:cBhvr>
                                        <p:cTn id="37" dur="1" fill="hold">
                                          <p:stCondLst>
                                            <p:cond delay="0"/>
                                          </p:stCondLst>
                                        </p:cTn>
                                        <p:tgtEl>
                                          <p:spTgt spid="3085"/>
                                        </p:tgtEl>
                                        <p:attrNameLst>
                                          <p:attrName>style.visibility</p:attrName>
                                        </p:attrNameLst>
                                      </p:cBhvr>
                                      <p:to>
                                        <p:strVal val="visible"/>
                                      </p:to>
                                    </p:set>
                                    <p:animEffect transition="in" filter="wipe(up)">
                                      <p:cBhvr>
                                        <p:cTn id="38" dur="500"/>
                                        <p:tgtEl>
                                          <p:spTgt spid="3085"/>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07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4" fill="hold" nodeType="clickEffect">
                                  <p:stCondLst>
                                    <p:cond delay="0"/>
                                  </p:stCondLst>
                                  <p:childTnLst>
                                    <p:set>
                                      <p:cBhvr>
                                        <p:cTn id="46" dur="1" fill="hold">
                                          <p:stCondLst>
                                            <p:cond delay="0"/>
                                          </p:stCondLst>
                                        </p:cTn>
                                        <p:tgtEl>
                                          <p:spTgt spid="3082"/>
                                        </p:tgtEl>
                                        <p:attrNameLst>
                                          <p:attrName>style.visibility</p:attrName>
                                        </p:attrNameLst>
                                      </p:cBhvr>
                                      <p:to>
                                        <p:strVal val="visible"/>
                                      </p:to>
                                    </p:set>
                                    <p:animEffect transition="in" filter="wipe(down)">
                                      <p:cBhvr>
                                        <p:cTn id="47" dur="1250"/>
                                        <p:tgtEl>
                                          <p:spTgt spid="308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3084"/>
                                        </p:tgtEl>
                                        <p:attrNameLst>
                                          <p:attrName>style.visibility</p:attrName>
                                        </p:attrNameLst>
                                      </p:cBhvr>
                                      <p:to>
                                        <p:strVal val="visible"/>
                                      </p:to>
                                    </p:set>
                                    <p:animEffect transition="in" filter="wipe(down)">
                                      <p:cBhvr>
                                        <p:cTn id="52" dur="500"/>
                                        <p:tgtEl>
                                          <p:spTgt spid="308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3076"/>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3083"/>
                                        </p:tgtEl>
                                        <p:attrNameLst>
                                          <p:attrName>style.visibility</p:attrName>
                                        </p:attrNameLst>
                                      </p:cBhvr>
                                      <p:to>
                                        <p:strVal val="visible"/>
                                      </p:to>
                                    </p:set>
                                    <p:animEffect transition="in" filter="wipe(right)">
                                      <p:cBhvr>
                                        <p:cTn id="61" dur="500"/>
                                        <p:tgtEl>
                                          <p:spTgt spid="30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33400" y="2428875"/>
            <a:ext cx="7789863" cy="2536825"/>
            <a:chOff x="533400" y="2428940"/>
            <a:chExt cx="7790467" cy="2536718"/>
          </a:xfrm>
        </p:grpSpPr>
        <p:pic>
          <p:nvPicPr>
            <p:cNvPr id="137239" name="Picture 3"/>
            <p:cNvPicPr>
              <a:picLocks noChangeAspect="1"/>
            </p:cNvPicPr>
            <p:nvPr/>
          </p:nvPicPr>
          <p:blipFill>
            <a:blip r:embed="rId3"/>
            <a:stretch>
              <a:fillRect/>
            </a:stretch>
          </p:blipFill>
          <p:spPr>
            <a:xfrm>
              <a:off x="533400" y="2428940"/>
              <a:ext cx="7790467" cy="2371660"/>
            </a:xfrm>
            <a:prstGeom prst="rect">
              <a:avLst/>
            </a:prstGeom>
            <a:noFill/>
            <a:ln w="9525">
              <a:noFill/>
            </a:ln>
          </p:spPr>
        </p:pic>
        <p:pic>
          <p:nvPicPr>
            <p:cNvPr id="137240" name="Picture 2"/>
            <p:cNvPicPr>
              <a:picLocks noChangeAspect="1"/>
            </p:cNvPicPr>
            <p:nvPr/>
          </p:nvPicPr>
          <p:blipFill>
            <a:blip r:embed="rId4"/>
            <a:stretch>
              <a:fillRect/>
            </a:stretch>
          </p:blipFill>
          <p:spPr>
            <a:xfrm>
              <a:off x="8121724" y="4748034"/>
              <a:ext cx="129025" cy="217624"/>
            </a:xfrm>
            <a:prstGeom prst="rect">
              <a:avLst/>
            </a:prstGeom>
            <a:noFill/>
            <a:ln w="9525">
              <a:noFill/>
            </a:ln>
          </p:spPr>
        </p:pic>
      </p:grpSp>
      <p:grpSp>
        <p:nvGrpSpPr>
          <p:cNvPr id="3" name="Group 2"/>
          <p:cNvGrpSpPr/>
          <p:nvPr/>
        </p:nvGrpSpPr>
        <p:grpSpPr>
          <a:xfrm>
            <a:off x="990600" y="2743200"/>
            <a:ext cx="7023100" cy="1752600"/>
            <a:chOff x="990600" y="2743200"/>
            <a:chExt cx="7023393" cy="1752600"/>
          </a:xfrm>
        </p:grpSpPr>
        <p:pic>
          <p:nvPicPr>
            <p:cNvPr id="137235" name="Picture 8"/>
            <p:cNvPicPr>
              <a:picLocks noChangeAspect="1"/>
            </p:cNvPicPr>
            <p:nvPr/>
          </p:nvPicPr>
          <p:blipFill>
            <a:blip r:embed="rId5"/>
            <a:stretch>
              <a:fillRect/>
            </a:stretch>
          </p:blipFill>
          <p:spPr>
            <a:xfrm>
              <a:off x="3368040" y="4323036"/>
              <a:ext cx="2194560" cy="158643"/>
            </a:xfrm>
            <a:prstGeom prst="rect">
              <a:avLst/>
            </a:prstGeom>
            <a:noFill/>
            <a:ln w="9525">
              <a:noFill/>
            </a:ln>
          </p:spPr>
        </p:pic>
        <p:pic>
          <p:nvPicPr>
            <p:cNvPr id="137236" name="Picture 4"/>
            <p:cNvPicPr>
              <a:picLocks noChangeAspect="1"/>
            </p:cNvPicPr>
            <p:nvPr/>
          </p:nvPicPr>
          <p:blipFill>
            <a:blip r:embed="rId6"/>
            <a:stretch>
              <a:fillRect/>
            </a:stretch>
          </p:blipFill>
          <p:spPr>
            <a:xfrm>
              <a:off x="990600" y="2743200"/>
              <a:ext cx="1828800" cy="129600"/>
            </a:xfrm>
            <a:prstGeom prst="rect">
              <a:avLst/>
            </a:prstGeom>
            <a:noFill/>
            <a:ln w="9525">
              <a:noFill/>
            </a:ln>
          </p:spPr>
        </p:pic>
        <p:pic>
          <p:nvPicPr>
            <p:cNvPr id="137237" name="Picture 6"/>
            <p:cNvPicPr>
              <a:picLocks noChangeAspect="1"/>
            </p:cNvPicPr>
            <p:nvPr/>
          </p:nvPicPr>
          <p:blipFill>
            <a:blip r:embed="rId7"/>
            <a:stretch>
              <a:fillRect/>
            </a:stretch>
          </p:blipFill>
          <p:spPr>
            <a:xfrm>
              <a:off x="3048000" y="2936395"/>
              <a:ext cx="121500" cy="1356750"/>
            </a:xfrm>
            <a:prstGeom prst="rect">
              <a:avLst/>
            </a:prstGeom>
            <a:noFill/>
            <a:ln w="9525">
              <a:noFill/>
            </a:ln>
          </p:spPr>
        </p:pic>
        <p:pic>
          <p:nvPicPr>
            <p:cNvPr id="137238" name="Picture 10"/>
            <p:cNvPicPr/>
            <p:nvPr/>
          </p:nvPicPr>
          <p:blipFill>
            <a:blip r:embed="rId8"/>
            <a:stretch>
              <a:fillRect/>
            </a:stretch>
          </p:blipFill>
          <p:spPr>
            <a:xfrm>
              <a:off x="6185193" y="4312920"/>
              <a:ext cx="1828800" cy="182880"/>
            </a:xfrm>
            <a:prstGeom prst="rect">
              <a:avLst/>
            </a:prstGeom>
            <a:noFill/>
            <a:ln w="9525">
              <a:noFill/>
            </a:ln>
          </p:spPr>
        </p:pic>
      </p:grpSp>
      <p:grpSp>
        <p:nvGrpSpPr>
          <p:cNvPr id="4" name="Group 3"/>
          <p:cNvGrpSpPr/>
          <p:nvPr/>
        </p:nvGrpSpPr>
        <p:grpSpPr>
          <a:xfrm>
            <a:off x="2243138" y="1192213"/>
            <a:ext cx="4594225" cy="5019675"/>
            <a:chOff x="2243072" y="1191717"/>
            <a:chExt cx="4593684" cy="5020363"/>
          </a:xfrm>
        </p:grpSpPr>
        <p:pic>
          <p:nvPicPr>
            <p:cNvPr id="137232" name="Picture 2"/>
            <p:cNvPicPr>
              <a:picLocks noChangeAspect="1"/>
            </p:cNvPicPr>
            <p:nvPr/>
          </p:nvPicPr>
          <p:blipFill>
            <a:blip r:embed="rId9"/>
            <a:stretch>
              <a:fillRect/>
            </a:stretch>
          </p:blipFill>
          <p:spPr>
            <a:xfrm>
              <a:off x="2243072" y="1191717"/>
              <a:ext cx="1731356" cy="1237223"/>
            </a:xfrm>
            <a:prstGeom prst="rect">
              <a:avLst/>
            </a:prstGeom>
            <a:noFill/>
            <a:ln w="9525">
              <a:noFill/>
            </a:ln>
          </p:spPr>
        </p:pic>
        <p:pic>
          <p:nvPicPr>
            <p:cNvPr id="137233" name="Picture 3"/>
            <p:cNvPicPr>
              <a:picLocks noChangeAspect="1"/>
            </p:cNvPicPr>
            <p:nvPr/>
          </p:nvPicPr>
          <p:blipFill>
            <a:blip r:embed="rId10"/>
            <a:stretch>
              <a:fillRect/>
            </a:stretch>
          </p:blipFill>
          <p:spPr>
            <a:xfrm>
              <a:off x="2243072" y="4856846"/>
              <a:ext cx="1731356" cy="1340007"/>
            </a:xfrm>
            <a:prstGeom prst="rect">
              <a:avLst/>
            </a:prstGeom>
            <a:noFill/>
            <a:ln w="9525">
              <a:noFill/>
            </a:ln>
          </p:spPr>
        </p:pic>
        <p:pic>
          <p:nvPicPr>
            <p:cNvPr id="137234" name="Picture 4"/>
            <p:cNvPicPr>
              <a:picLocks noChangeAspect="1"/>
            </p:cNvPicPr>
            <p:nvPr/>
          </p:nvPicPr>
          <p:blipFill>
            <a:blip r:embed="rId11"/>
            <a:stretch>
              <a:fillRect/>
            </a:stretch>
          </p:blipFill>
          <p:spPr>
            <a:xfrm>
              <a:off x="5105400" y="4856846"/>
              <a:ext cx="1731356" cy="1355234"/>
            </a:xfrm>
            <a:prstGeom prst="rect">
              <a:avLst/>
            </a:prstGeom>
            <a:noFill/>
            <a:ln w="9525">
              <a:noFill/>
            </a:ln>
          </p:spPr>
        </p:pic>
      </p:grpSp>
      <p:pic>
        <p:nvPicPr>
          <p:cNvPr id="4102" name="Picture 6"/>
          <p:cNvPicPr>
            <a:picLocks noChangeAspect="1"/>
          </p:cNvPicPr>
          <p:nvPr/>
        </p:nvPicPr>
        <p:blipFill>
          <a:blip r:embed="rId12"/>
          <a:stretch>
            <a:fillRect/>
          </a:stretch>
        </p:blipFill>
        <p:spPr>
          <a:xfrm>
            <a:off x="334963" y="1333500"/>
            <a:ext cx="1798637" cy="1181100"/>
          </a:xfrm>
          <a:prstGeom prst="rect">
            <a:avLst/>
          </a:prstGeom>
          <a:noFill/>
          <a:ln w="9525">
            <a:noFill/>
          </a:ln>
        </p:spPr>
      </p:pic>
      <p:pic>
        <p:nvPicPr>
          <p:cNvPr id="4103" name="Picture 7"/>
          <p:cNvPicPr>
            <a:picLocks noChangeAspect="1"/>
          </p:cNvPicPr>
          <p:nvPr/>
        </p:nvPicPr>
        <p:blipFill>
          <a:blip r:embed="rId13"/>
          <a:stretch>
            <a:fillRect/>
          </a:stretch>
        </p:blipFill>
        <p:spPr>
          <a:xfrm>
            <a:off x="6904038" y="2917825"/>
            <a:ext cx="1554162" cy="1120775"/>
          </a:xfrm>
          <a:prstGeom prst="rect">
            <a:avLst/>
          </a:prstGeom>
          <a:noFill/>
          <a:ln w="9525">
            <a:noFill/>
          </a:ln>
        </p:spPr>
      </p:pic>
      <p:pic>
        <p:nvPicPr>
          <p:cNvPr id="4104" name="Picture 8"/>
          <p:cNvPicPr>
            <a:picLocks noChangeAspect="1"/>
          </p:cNvPicPr>
          <p:nvPr/>
        </p:nvPicPr>
        <p:blipFill>
          <a:blip r:embed="rId14"/>
          <a:stretch>
            <a:fillRect/>
          </a:stretch>
        </p:blipFill>
        <p:spPr>
          <a:xfrm>
            <a:off x="1290638" y="2590800"/>
            <a:ext cx="1223962" cy="344488"/>
          </a:xfrm>
          <a:prstGeom prst="rect">
            <a:avLst/>
          </a:prstGeom>
          <a:noFill/>
          <a:ln w="9525">
            <a:noFill/>
          </a:ln>
        </p:spPr>
      </p:pic>
      <p:pic>
        <p:nvPicPr>
          <p:cNvPr id="4105" name="Picture 9"/>
          <p:cNvPicPr>
            <a:picLocks noChangeAspect="1"/>
          </p:cNvPicPr>
          <p:nvPr/>
        </p:nvPicPr>
        <p:blipFill>
          <a:blip r:embed="rId15"/>
          <a:stretch>
            <a:fillRect/>
          </a:stretch>
        </p:blipFill>
        <p:spPr>
          <a:xfrm>
            <a:off x="2509838" y="3435350"/>
            <a:ext cx="1223962" cy="344488"/>
          </a:xfrm>
          <a:prstGeom prst="rect">
            <a:avLst/>
          </a:prstGeom>
          <a:noFill/>
          <a:ln w="9525">
            <a:noFill/>
          </a:ln>
        </p:spPr>
      </p:pic>
      <p:pic>
        <p:nvPicPr>
          <p:cNvPr id="4106" name="Picture 10"/>
          <p:cNvPicPr>
            <a:picLocks noChangeAspect="1"/>
          </p:cNvPicPr>
          <p:nvPr/>
        </p:nvPicPr>
        <p:blipFill>
          <a:blip r:embed="rId16"/>
          <a:stretch>
            <a:fillRect/>
          </a:stretch>
        </p:blipFill>
        <p:spPr>
          <a:xfrm>
            <a:off x="3883025" y="4248150"/>
            <a:ext cx="1225550" cy="344488"/>
          </a:xfrm>
          <a:prstGeom prst="rect">
            <a:avLst/>
          </a:prstGeom>
          <a:noFill/>
          <a:ln w="9525">
            <a:noFill/>
          </a:ln>
        </p:spPr>
      </p:pic>
      <p:pic>
        <p:nvPicPr>
          <p:cNvPr id="4107" name="Picture 11"/>
          <p:cNvPicPr>
            <a:picLocks noChangeAspect="1"/>
          </p:cNvPicPr>
          <p:nvPr/>
        </p:nvPicPr>
        <p:blipFill>
          <a:blip r:embed="rId17"/>
          <a:stretch>
            <a:fillRect/>
          </a:stretch>
        </p:blipFill>
        <p:spPr>
          <a:xfrm>
            <a:off x="6488113" y="4203700"/>
            <a:ext cx="1223962" cy="346075"/>
          </a:xfrm>
          <a:prstGeom prst="rect">
            <a:avLst/>
          </a:prstGeom>
          <a:noFill/>
          <a:ln w="9525">
            <a:noFill/>
          </a:ln>
        </p:spPr>
      </p:pic>
      <p:pic>
        <p:nvPicPr>
          <p:cNvPr id="4108" name="Picture 12"/>
          <p:cNvPicPr>
            <a:picLocks noChangeAspect="1"/>
          </p:cNvPicPr>
          <p:nvPr/>
        </p:nvPicPr>
        <p:blipFill>
          <a:blip r:embed="rId18"/>
          <a:stretch>
            <a:fillRect/>
          </a:stretch>
        </p:blipFill>
        <p:spPr>
          <a:xfrm>
            <a:off x="2192338" y="3184525"/>
            <a:ext cx="93662" cy="930275"/>
          </a:xfrm>
          <a:prstGeom prst="rect">
            <a:avLst/>
          </a:prstGeom>
          <a:noFill/>
          <a:ln w="9525">
            <a:noFill/>
          </a:ln>
        </p:spPr>
      </p:pic>
      <p:pic>
        <p:nvPicPr>
          <p:cNvPr id="4109" name="Picture 13"/>
          <p:cNvPicPr>
            <a:picLocks noChangeAspect="1"/>
          </p:cNvPicPr>
          <p:nvPr/>
        </p:nvPicPr>
        <p:blipFill>
          <a:blip r:embed="rId19"/>
          <a:stretch>
            <a:fillRect/>
          </a:stretch>
        </p:blipFill>
        <p:spPr>
          <a:xfrm>
            <a:off x="4000500" y="4021138"/>
            <a:ext cx="1028700" cy="93662"/>
          </a:xfrm>
          <a:prstGeom prst="rect">
            <a:avLst/>
          </a:prstGeom>
          <a:noFill/>
          <a:ln w="9525">
            <a:noFill/>
          </a:ln>
        </p:spPr>
      </p:pic>
      <p:pic>
        <p:nvPicPr>
          <p:cNvPr id="4110" name="Picture 14"/>
          <p:cNvPicPr>
            <a:picLocks noChangeAspect="1"/>
          </p:cNvPicPr>
          <p:nvPr/>
        </p:nvPicPr>
        <p:blipFill>
          <a:blip r:embed="rId20"/>
          <a:stretch>
            <a:fillRect/>
          </a:stretch>
        </p:blipFill>
        <p:spPr>
          <a:xfrm>
            <a:off x="6904038" y="1192213"/>
            <a:ext cx="1998662" cy="947737"/>
          </a:xfrm>
          <a:prstGeom prst="rect">
            <a:avLst/>
          </a:prstGeom>
          <a:noFill/>
          <a:ln w="9525">
            <a:noFill/>
          </a:ln>
        </p:spPr>
      </p:pic>
      <p:sp>
        <p:nvSpPr>
          <p:cNvPr id="26" name="Rectangle 14"/>
          <p:cNvSpPr>
            <a:spLocks noChangeArrowheads="1"/>
          </p:cNvSpPr>
          <p:nvPr/>
        </p:nvSpPr>
        <p:spPr bwMode="auto">
          <a:xfrm>
            <a:off x="412750" y="252352"/>
            <a:ext cx="7146650"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mn-ea"/>
                <a:ea typeface="+mn-ea"/>
                <a:cs typeface="+mn-cs"/>
              </a:rPr>
              <a:t>  Sending datagram in a virtual-circuit network</a:t>
            </a:r>
          </a:p>
        </p:txBody>
      </p:sp>
      <p:sp>
        <p:nvSpPr>
          <p:cNvPr id="137230"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37231"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27</a:t>
            </a:fld>
            <a:endParaRPr lang="en-US" altLang="zh-CN" sz="1200">
              <a:latin typeface="Arial" panose="020B0604020202090204" pitchFamily="34"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4102"/>
                                        </p:tgtEl>
                                        <p:attrNameLst>
                                          <p:attrName>style.visibility</p:attrName>
                                        </p:attrNameLst>
                                      </p:cBhvr>
                                      <p:to>
                                        <p:strVal val="visible"/>
                                      </p:to>
                                    </p:set>
                                    <p:animEffect transition="in" filter="wipe(left)">
                                      <p:cBhvr>
                                        <p:cTn id="19" dur="1000"/>
                                        <p:tgtEl>
                                          <p:spTgt spid="4102"/>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4104"/>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4105"/>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4108"/>
                                        </p:tgtEl>
                                        <p:attrNameLst>
                                          <p:attrName>style.visibility</p:attrName>
                                        </p:attrNameLst>
                                      </p:cBhvr>
                                      <p:to>
                                        <p:strVal val="visible"/>
                                      </p:to>
                                    </p:set>
                                    <p:animEffect transition="in" filter="wipe(up)">
                                      <p:cBhvr>
                                        <p:cTn id="32" dur="2000"/>
                                        <p:tgtEl>
                                          <p:spTgt spid="4108"/>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410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4109"/>
                                        </p:tgtEl>
                                        <p:attrNameLst>
                                          <p:attrName>style.visibility</p:attrName>
                                        </p:attrNameLst>
                                      </p:cBhvr>
                                      <p:to>
                                        <p:strVal val="visible"/>
                                      </p:to>
                                    </p:set>
                                    <p:animEffect transition="in" filter="wipe(left)">
                                      <p:cBhvr>
                                        <p:cTn id="41" dur="1250"/>
                                        <p:tgtEl>
                                          <p:spTgt spid="4109"/>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410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4103"/>
                                        </p:tgtEl>
                                        <p:attrNameLst>
                                          <p:attrName>style.visibility</p:attrName>
                                        </p:attrNameLst>
                                      </p:cBhvr>
                                      <p:to>
                                        <p:strVal val="visible"/>
                                      </p:to>
                                    </p:set>
                                    <p:animEffect transition="in" filter="wipe(left)">
                                      <p:cBhvr>
                                        <p:cTn id="50" dur="500"/>
                                        <p:tgtEl>
                                          <p:spTgt spid="4103"/>
                                        </p:tgtEl>
                                      </p:cBhvr>
                                    </p:animEffect>
                                  </p:childTnLst>
                                </p:cTn>
                              </p:par>
                            </p:childTnLst>
                          </p:cTn>
                        </p:par>
                      </p:childTnLst>
                    </p:cTn>
                  </p:par>
                  <p:par>
                    <p:cTn id="51" fill="hold">
                      <p:stCondLst>
                        <p:cond delay="indefinite"/>
                      </p:stCondLst>
                      <p:childTnLst>
                        <p:par>
                          <p:cTn id="52" fill="hold">
                            <p:stCondLst>
                              <p:cond delay="0"/>
                            </p:stCondLst>
                            <p:childTnLst>
                              <p:par>
                                <p:cTn id="53" presetID="26" presetClass="entr" presetSubtype="0" fill="hold" nodeType="clickEffect">
                                  <p:stCondLst>
                                    <p:cond delay="0"/>
                                  </p:stCondLst>
                                  <p:childTnLst>
                                    <p:set>
                                      <p:cBhvr>
                                        <p:cTn id="54" dur="1" fill="hold">
                                          <p:stCondLst>
                                            <p:cond delay="0"/>
                                          </p:stCondLst>
                                        </p:cTn>
                                        <p:tgtEl>
                                          <p:spTgt spid="4110"/>
                                        </p:tgtEl>
                                        <p:attrNameLst>
                                          <p:attrName>style.visibility</p:attrName>
                                        </p:attrNameLst>
                                      </p:cBhvr>
                                      <p:to>
                                        <p:strVal val="visible"/>
                                      </p:to>
                                    </p:set>
                                    <p:animEffect transition="in" filter="wipe(down)">
                                      <p:cBhvr>
                                        <p:cTn id="55" dur="580">
                                          <p:stCondLst>
                                            <p:cond delay="0"/>
                                          </p:stCondLst>
                                        </p:cTn>
                                        <p:tgtEl>
                                          <p:spTgt spid="4110"/>
                                        </p:tgtEl>
                                      </p:cBhvr>
                                    </p:animEffect>
                                    <p:anim calcmode="lin" valueType="num">
                                      <p:cBhvr>
                                        <p:cTn id="56" dur="1822" tmFilter="0,0; 0.14,0.36; 0.43,0.73; 0.71,0.91; 1.0,1.0">
                                          <p:stCondLst>
                                            <p:cond delay="0"/>
                                          </p:stCondLst>
                                        </p:cTn>
                                        <p:tgtEl>
                                          <p:spTgt spid="4110"/>
                                        </p:tgtEl>
                                        <p:attrNameLst>
                                          <p:attrName>ppt_x</p:attrName>
                                        </p:attrNameLst>
                                      </p:cBhvr>
                                      <p:tavLst>
                                        <p:tav tm="0">
                                          <p:val>
                                            <p:strVal val="#ppt_x-0.25"/>
                                          </p:val>
                                        </p:tav>
                                        <p:tav tm="100000">
                                          <p:val>
                                            <p:strVal val="#ppt_x"/>
                                          </p:val>
                                        </p:tav>
                                      </p:tavLst>
                                    </p:anim>
                                    <p:anim calcmode="lin" valueType="num">
                                      <p:cBhvr>
                                        <p:cTn id="57" dur="664" tmFilter="0.0,0.0; 0.25,0.07; 0.50,0.2; 0.75,0.467; 1.0,1.0">
                                          <p:stCondLst>
                                            <p:cond delay="0"/>
                                          </p:stCondLst>
                                        </p:cTn>
                                        <p:tgtEl>
                                          <p:spTgt spid="4110"/>
                                        </p:tgtEl>
                                        <p:attrNameLst>
                                          <p:attrName>ppt_y</p:attrName>
                                        </p:attrNameLst>
                                      </p:cBhvr>
                                      <p:tavLst>
                                        <p:tav tm="0" fmla="#ppt_y-sin(pi*$)/3">
                                          <p:val>
                                            <p:fltVal val="0.5"/>
                                          </p:val>
                                        </p:tav>
                                        <p:tav tm="100000">
                                          <p:val>
                                            <p:fltVal val="1"/>
                                          </p:val>
                                        </p:tav>
                                      </p:tavLst>
                                    </p:anim>
                                    <p:anim calcmode="lin" valueType="num">
                                      <p:cBhvr>
                                        <p:cTn id="58" dur="664" tmFilter="0, 0; 0.125,0.2665; 0.25,0.4; 0.375,0.465; 0.5,0.5;  0.625,0.535; 0.75,0.6; 0.875,0.7335; 1,1">
                                          <p:stCondLst>
                                            <p:cond delay="664"/>
                                          </p:stCondLst>
                                        </p:cTn>
                                        <p:tgtEl>
                                          <p:spTgt spid="4110"/>
                                        </p:tgtEl>
                                        <p:attrNameLst>
                                          <p:attrName>ppt_y</p:attrName>
                                        </p:attrNameLst>
                                      </p:cBhvr>
                                      <p:tavLst>
                                        <p:tav tm="0" fmla="#ppt_y-sin(pi*$)/9">
                                          <p:val>
                                            <p:fltVal val="0"/>
                                          </p:val>
                                        </p:tav>
                                        <p:tav tm="100000">
                                          <p:val>
                                            <p:fltVal val="1"/>
                                          </p:val>
                                        </p:tav>
                                      </p:tavLst>
                                    </p:anim>
                                    <p:anim calcmode="lin" valueType="num">
                                      <p:cBhvr>
                                        <p:cTn id="59" dur="332" tmFilter="0, 0; 0.125,0.2665; 0.25,0.4; 0.375,0.465; 0.5,0.5;  0.625,0.535; 0.75,0.6; 0.875,0.7335; 1,1">
                                          <p:stCondLst>
                                            <p:cond delay="1324"/>
                                          </p:stCondLst>
                                        </p:cTn>
                                        <p:tgtEl>
                                          <p:spTgt spid="4110"/>
                                        </p:tgtEl>
                                        <p:attrNameLst>
                                          <p:attrName>ppt_y</p:attrName>
                                        </p:attrNameLst>
                                      </p:cBhvr>
                                      <p:tavLst>
                                        <p:tav tm="0" fmla="#ppt_y-sin(pi*$)/27">
                                          <p:val>
                                            <p:fltVal val="0"/>
                                          </p:val>
                                        </p:tav>
                                        <p:tav tm="100000">
                                          <p:val>
                                            <p:fltVal val="1"/>
                                          </p:val>
                                        </p:tav>
                                      </p:tavLst>
                                    </p:anim>
                                    <p:anim calcmode="lin" valueType="num">
                                      <p:cBhvr>
                                        <p:cTn id="60" dur="164" tmFilter="0, 0; 0.125,0.2665; 0.25,0.4; 0.375,0.465; 0.5,0.5;  0.625,0.535; 0.75,0.6; 0.875,0.7335; 1,1">
                                          <p:stCondLst>
                                            <p:cond delay="1656"/>
                                          </p:stCondLst>
                                        </p:cTn>
                                        <p:tgtEl>
                                          <p:spTgt spid="4110"/>
                                        </p:tgtEl>
                                        <p:attrNameLst>
                                          <p:attrName>ppt_y</p:attrName>
                                        </p:attrNameLst>
                                      </p:cBhvr>
                                      <p:tavLst>
                                        <p:tav tm="0" fmla="#ppt_y-sin(pi*$)/81">
                                          <p:val>
                                            <p:fltVal val="0"/>
                                          </p:val>
                                        </p:tav>
                                        <p:tav tm="100000">
                                          <p:val>
                                            <p:fltVal val="1"/>
                                          </p:val>
                                        </p:tav>
                                      </p:tavLst>
                                    </p:anim>
                                    <p:animScale>
                                      <p:cBhvr>
                                        <p:cTn id="61" dur="26">
                                          <p:stCondLst>
                                            <p:cond delay="650"/>
                                          </p:stCondLst>
                                        </p:cTn>
                                        <p:tgtEl>
                                          <p:spTgt spid="4110"/>
                                        </p:tgtEl>
                                      </p:cBhvr>
                                      <p:to x="100000" y="60000"/>
                                    </p:animScale>
                                    <p:animScale>
                                      <p:cBhvr>
                                        <p:cTn id="62" dur="166" decel="50000">
                                          <p:stCondLst>
                                            <p:cond delay="676"/>
                                          </p:stCondLst>
                                        </p:cTn>
                                        <p:tgtEl>
                                          <p:spTgt spid="4110"/>
                                        </p:tgtEl>
                                      </p:cBhvr>
                                      <p:to x="100000" y="100000"/>
                                    </p:animScale>
                                    <p:animScale>
                                      <p:cBhvr>
                                        <p:cTn id="63" dur="26">
                                          <p:stCondLst>
                                            <p:cond delay="1312"/>
                                          </p:stCondLst>
                                        </p:cTn>
                                        <p:tgtEl>
                                          <p:spTgt spid="4110"/>
                                        </p:tgtEl>
                                      </p:cBhvr>
                                      <p:to x="100000" y="80000"/>
                                    </p:animScale>
                                    <p:animScale>
                                      <p:cBhvr>
                                        <p:cTn id="64" dur="166" decel="50000">
                                          <p:stCondLst>
                                            <p:cond delay="1338"/>
                                          </p:stCondLst>
                                        </p:cTn>
                                        <p:tgtEl>
                                          <p:spTgt spid="4110"/>
                                        </p:tgtEl>
                                      </p:cBhvr>
                                      <p:to x="100000" y="100000"/>
                                    </p:animScale>
                                    <p:animScale>
                                      <p:cBhvr>
                                        <p:cTn id="65" dur="26">
                                          <p:stCondLst>
                                            <p:cond delay="1642"/>
                                          </p:stCondLst>
                                        </p:cTn>
                                        <p:tgtEl>
                                          <p:spTgt spid="4110"/>
                                        </p:tgtEl>
                                      </p:cBhvr>
                                      <p:to x="100000" y="90000"/>
                                    </p:animScale>
                                    <p:animScale>
                                      <p:cBhvr>
                                        <p:cTn id="66" dur="166" decel="50000">
                                          <p:stCondLst>
                                            <p:cond delay="1668"/>
                                          </p:stCondLst>
                                        </p:cTn>
                                        <p:tgtEl>
                                          <p:spTgt spid="4110"/>
                                        </p:tgtEl>
                                      </p:cBhvr>
                                      <p:to x="100000" y="100000"/>
                                    </p:animScale>
                                    <p:animScale>
                                      <p:cBhvr>
                                        <p:cTn id="67" dur="26">
                                          <p:stCondLst>
                                            <p:cond delay="1808"/>
                                          </p:stCondLst>
                                        </p:cTn>
                                        <p:tgtEl>
                                          <p:spTgt spid="4110"/>
                                        </p:tgtEl>
                                      </p:cBhvr>
                                      <p:to x="100000" y="95000"/>
                                    </p:animScale>
                                    <p:animScale>
                                      <p:cBhvr>
                                        <p:cTn id="68" dur="166" decel="50000">
                                          <p:stCondLst>
                                            <p:cond delay="1834"/>
                                          </p:stCondLst>
                                        </p:cTn>
                                        <p:tgtEl>
                                          <p:spTgt spid="411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页脚占位符 5"/>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39266" name="灯片编号占位符 6"/>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28</a:t>
            </a:fld>
            <a:endParaRPr lang="en-US" altLang="zh-CN" sz="1200">
              <a:latin typeface="Arial" panose="020B0604020202090204" pitchFamily="34" charset="0"/>
            </a:endParaRPr>
          </a:p>
        </p:txBody>
      </p:sp>
      <p:sp>
        <p:nvSpPr>
          <p:cNvPr id="139267" name="Rectangle 2"/>
          <p:cNvSpPr>
            <a:spLocks noGrp="1"/>
          </p:cNvSpPr>
          <p:nvPr>
            <p:ph type="title"/>
          </p:nvPr>
        </p:nvSpPr>
        <p:spPr>
          <a:xfrm>
            <a:off x="422275" y="165100"/>
            <a:ext cx="7772400" cy="1143000"/>
          </a:xfrm>
        </p:spPr>
        <p:txBody>
          <a:bodyPr vert="horz" wrap="square" lIns="91440" tIns="45720" rIns="91440" bIns="45720" anchor="ctr" anchorCtr="0"/>
          <a:lstStyle/>
          <a:p>
            <a:r>
              <a:rPr lang="en-US" altLang="zh-CN"/>
              <a:t>Virtual circuits</a:t>
            </a:r>
          </a:p>
        </p:txBody>
      </p:sp>
      <p:sp>
        <p:nvSpPr>
          <p:cNvPr id="139268" name="Rectangle 3"/>
          <p:cNvSpPr>
            <a:spLocks noGrp="1"/>
          </p:cNvSpPr>
          <p:nvPr>
            <p:ph sz="half" idx="1"/>
          </p:nvPr>
        </p:nvSpPr>
        <p:spPr>
          <a:xfrm>
            <a:off x="647700" y="3495675"/>
            <a:ext cx="7620000" cy="2433638"/>
          </a:xfrm>
        </p:spPr>
        <p:txBody>
          <a:bodyPr vert="horz" wrap="square" lIns="91440" tIns="45720" rIns="91440" bIns="45720" anchor="t" anchorCtr="0"/>
          <a:lstStyle/>
          <a:p>
            <a:pPr>
              <a:buClr>
                <a:srgbClr val="000099"/>
              </a:buClr>
              <a:buSzPct val="75000"/>
            </a:pPr>
            <a:r>
              <a:rPr kumimoji="1" lang="en-US" altLang="zh-CN" sz="2000">
                <a:latin typeface="+mn-lt"/>
                <a:ea typeface="宋体" charset="0"/>
                <a:cs typeface="宋体" charset="0"/>
              </a:rPr>
              <a:t>call setup, teardown for each call </a:t>
            </a:r>
            <a:r>
              <a:rPr kumimoji="1" lang="en-US" altLang="zh-CN" sz="2000" i="1">
                <a:latin typeface="+mn-lt"/>
                <a:ea typeface="宋体" charset="0"/>
                <a:cs typeface="宋体" charset="0"/>
              </a:rPr>
              <a:t>before</a:t>
            </a:r>
            <a:r>
              <a:rPr kumimoji="1" lang="en-US" altLang="zh-CN" sz="2000">
                <a:latin typeface="+mn-lt"/>
                <a:ea typeface="宋体" charset="0"/>
                <a:cs typeface="宋体" charset="0"/>
              </a:rPr>
              <a:t> data can flow</a:t>
            </a:r>
          </a:p>
          <a:p>
            <a:pPr>
              <a:buClr>
                <a:srgbClr val="000099"/>
              </a:buClr>
              <a:buSzPct val="75000"/>
            </a:pPr>
            <a:r>
              <a:rPr kumimoji="1" lang="en-US" altLang="zh-CN" sz="2000">
                <a:latin typeface="+mn-lt"/>
                <a:ea typeface="宋体" charset="0"/>
                <a:cs typeface="宋体" charset="0"/>
              </a:rPr>
              <a:t>each packet carries VC identifier (</a:t>
            </a:r>
            <a:r>
              <a:rPr kumimoji="1" lang="en-US" altLang="zh-CN" sz="2000">
                <a:solidFill>
                  <a:srgbClr val="FF0000"/>
                </a:solidFill>
                <a:latin typeface="+mn-lt"/>
                <a:ea typeface="宋体" charset="0"/>
                <a:cs typeface="宋体" charset="0"/>
              </a:rPr>
              <a:t>not destination host address</a:t>
            </a:r>
            <a:r>
              <a:rPr kumimoji="1" lang="en-US" altLang="zh-CN" sz="2000">
                <a:latin typeface="+mn-lt"/>
                <a:ea typeface="宋体" charset="0"/>
                <a:cs typeface="宋体" charset="0"/>
              </a:rPr>
              <a:t>)</a:t>
            </a:r>
          </a:p>
          <a:p>
            <a:pPr>
              <a:buClr>
                <a:srgbClr val="000099"/>
              </a:buClr>
              <a:buSzPct val="75000"/>
            </a:pPr>
            <a:r>
              <a:rPr kumimoji="1" lang="en-US" altLang="zh-CN" sz="2000" i="1">
                <a:latin typeface="+mn-lt"/>
                <a:ea typeface="宋体" charset="0"/>
                <a:cs typeface="宋体" charset="0"/>
              </a:rPr>
              <a:t>every</a:t>
            </a:r>
            <a:r>
              <a:rPr kumimoji="1" lang="en-US" altLang="zh-CN" sz="2000">
                <a:latin typeface="+mn-lt"/>
                <a:ea typeface="宋体" charset="0"/>
                <a:cs typeface="宋体" charset="0"/>
              </a:rPr>
              <a:t> router on source-dest path maintains “state” for each passing connection</a:t>
            </a:r>
          </a:p>
          <a:p>
            <a:pPr>
              <a:buClr>
                <a:srgbClr val="000099"/>
              </a:buClr>
              <a:buSzPct val="75000"/>
            </a:pPr>
            <a:r>
              <a:rPr kumimoji="1" lang="en-US" altLang="zh-CN" sz="2000">
                <a:latin typeface="+mn-lt"/>
                <a:ea typeface="宋体" charset="0"/>
                <a:cs typeface="宋体" charset="0"/>
              </a:rPr>
              <a:t>link, router resources (bandwidth, buffers) may be </a:t>
            </a:r>
            <a:r>
              <a:rPr kumimoji="1" lang="en-US" altLang="zh-CN" sz="2000" i="1">
                <a:latin typeface="+mn-lt"/>
                <a:ea typeface="宋体" charset="0"/>
                <a:cs typeface="宋体" charset="0"/>
              </a:rPr>
              <a:t>allocated </a:t>
            </a:r>
            <a:r>
              <a:rPr kumimoji="1" lang="en-US" altLang="zh-CN" sz="2000">
                <a:latin typeface="+mn-lt"/>
                <a:ea typeface="宋体" charset="0"/>
                <a:cs typeface="宋体" charset="0"/>
              </a:rPr>
              <a:t>to VC (dedicated resources = predictable service)</a:t>
            </a:r>
          </a:p>
          <a:p>
            <a:pPr lvl="1">
              <a:buClr>
                <a:srgbClr val="000099"/>
              </a:buClr>
              <a:buSzTx/>
              <a:buFont typeface="Wingdings" panose="05000000000000000000" pitchFamily="2" charset="2"/>
              <a:buNone/>
            </a:pPr>
            <a:endParaRPr kumimoji="1" lang="en-US" altLang="zh-CN" sz="1800">
              <a:latin typeface="+mn-lt"/>
              <a:ea typeface="宋体" charset="0"/>
            </a:endParaRPr>
          </a:p>
        </p:txBody>
      </p:sp>
      <p:sp>
        <p:nvSpPr>
          <p:cNvPr id="139269" name="Rectangle 4"/>
          <p:cNvSpPr>
            <a:spLocks noGrp="1"/>
          </p:cNvSpPr>
          <p:nvPr>
            <p:ph sz="half" idx="2"/>
          </p:nvPr>
        </p:nvSpPr>
        <p:spPr>
          <a:xfrm>
            <a:off x="876300" y="1504950"/>
            <a:ext cx="7743825" cy="1828800"/>
          </a:xfrm>
        </p:spPr>
        <p:txBody>
          <a:bodyPr vert="horz" wrap="square" lIns="91440" tIns="45720" rIns="91440" bIns="45720" anchor="t" anchorCtr="0"/>
          <a:lstStyle/>
          <a:p>
            <a:pPr>
              <a:buClr>
                <a:srgbClr val="000099"/>
              </a:buClr>
              <a:buSzPct val="75000"/>
              <a:buFont typeface="Wingdings" panose="05000000000000000000" pitchFamily="2" charset="2"/>
              <a:buNone/>
            </a:pPr>
            <a:r>
              <a:rPr kumimoji="1" lang="en-US" altLang="zh-CN" sz="2400">
                <a:latin typeface="+mn-lt"/>
                <a:ea typeface="宋体" charset="0"/>
                <a:cs typeface="宋体" charset="0"/>
              </a:rPr>
              <a:t>“source-to-dest path behaves much like telephone circuit”</a:t>
            </a:r>
          </a:p>
          <a:p>
            <a:pPr lvl="1">
              <a:buClr>
                <a:srgbClr val="000099"/>
              </a:buClr>
              <a:buSzTx/>
            </a:pPr>
            <a:r>
              <a:rPr kumimoji="1" lang="en-US" altLang="zh-CN" sz="2000">
                <a:latin typeface="+mn-lt"/>
                <a:ea typeface="宋体" charset="0"/>
              </a:rPr>
              <a:t>performance-wise</a:t>
            </a:r>
          </a:p>
          <a:p>
            <a:pPr lvl="1">
              <a:buClr>
                <a:srgbClr val="000099"/>
              </a:buClr>
              <a:buSzTx/>
            </a:pPr>
            <a:r>
              <a:rPr kumimoji="1" lang="en-US" altLang="zh-CN" sz="2000">
                <a:latin typeface="+mn-lt"/>
                <a:ea typeface="宋体" charset="0"/>
              </a:rPr>
              <a:t>network actions along source-to-dest path</a:t>
            </a:r>
          </a:p>
          <a:p>
            <a:pPr>
              <a:buClr>
                <a:srgbClr val="000099"/>
              </a:buClr>
              <a:buSzPct val="75000"/>
            </a:pPr>
            <a:endParaRPr kumimoji="1" lang="en-US" altLang="zh-CN" sz="2400">
              <a:latin typeface="+mn-lt"/>
              <a:ea typeface="宋体" charset="0"/>
              <a:cs typeface="宋体" charset="0"/>
            </a:endParaRPr>
          </a:p>
        </p:txBody>
      </p:sp>
      <p:sp>
        <p:nvSpPr>
          <p:cNvPr id="139270" name="Rectangle 6"/>
          <p:cNvSpPr/>
          <p:nvPr/>
        </p:nvSpPr>
        <p:spPr>
          <a:xfrm>
            <a:off x="666750" y="1457325"/>
            <a:ext cx="7677150" cy="1685925"/>
          </a:xfrm>
          <a:prstGeom prst="rect">
            <a:avLst/>
          </a:prstGeom>
          <a:no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Tree>
  </p:cSld>
  <p:clrMapOvr>
    <a:masterClrMapping/>
  </p:clrMapOvr>
  <p:transition spd="slow"/>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9"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40290"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29</a:t>
            </a:fld>
            <a:endParaRPr lang="en-US" altLang="zh-CN" sz="1200">
              <a:latin typeface="Arial" panose="020B0604020202090204" pitchFamily="34" charset="0"/>
            </a:endParaRPr>
          </a:p>
        </p:txBody>
      </p:sp>
      <p:sp>
        <p:nvSpPr>
          <p:cNvPr id="140291" name="Rectangle 2"/>
          <p:cNvSpPr>
            <a:spLocks noGrp="1"/>
          </p:cNvSpPr>
          <p:nvPr>
            <p:ph type="title"/>
          </p:nvPr>
        </p:nvSpPr>
        <p:spPr/>
        <p:txBody>
          <a:bodyPr vert="horz" wrap="square" lIns="91440" tIns="45720" rIns="91440" bIns="45720" anchor="ctr" anchorCtr="0"/>
          <a:lstStyle/>
          <a:p>
            <a:r>
              <a:rPr lang="en-US" altLang="zh-CN"/>
              <a:t>VC implementation</a:t>
            </a:r>
          </a:p>
        </p:txBody>
      </p:sp>
      <p:sp>
        <p:nvSpPr>
          <p:cNvPr id="140292" name="Rectangle 3"/>
          <p:cNvSpPr>
            <a:spLocks noGrp="1"/>
          </p:cNvSpPr>
          <p:nvPr>
            <p:ph idx="1"/>
          </p:nvPr>
        </p:nvSpPr>
        <p:spPr/>
        <p:txBody>
          <a:bodyPr vert="horz" wrap="square" lIns="91440" tIns="45720" rIns="91440" bIns="45720" anchor="t" anchorCtr="0"/>
          <a:lstStyle/>
          <a:p>
            <a:pPr marL="533400" indent="-533400">
              <a:buNone/>
            </a:pPr>
            <a:r>
              <a:rPr lang="en-US" altLang="zh-CN"/>
              <a:t>a VC consists of:</a:t>
            </a:r>
          </a:p>
          <a:p>
            <a:pPr marL="914400" lvl="1" indent="-457200">
              <a:buFont typeface="ZapfDingbats" charset="2"/>
              <a:buAutoNum type="arabicPeriod"/>
            </a:pPr>
            <a:r>
              <a:rPr lang="en-US" altLang="zh-CN">
                <a:solidFill>
                  <a:srgbClr val="FF0000"/>
                </a:solidFill>
              </a:rPr>
              <a:t>path from source to destination</a:t>
            </a:r>
          </a:p>
          <a:p>
            <a:pPr marL="914400" lvl="1" indent="-457200">
              <a:buFont typeface="ZapfDingbats" charset="2"/>
              <a:buAutoNum type="arabicPeriod"/>
            </a:pPr>
            <a:r>
              <a:rPr lang="en-US" altLang="zh-CN">
                <a:solidFill>
                  <a:srgbClr val="FF0000"/>
                </a:solidFill>
              </a:rPr>
              <a:t>VC numbers, </a:t>
            </a:r>
            <a:r>
              <a:rPr lang="en-US" altLang="zh-CN">
                <a:solidFill>
                  <a:srgbClr val="0000FF"/>
                </a:solidFill>
              </a:rPr>
              <a:t>one number for each link </a:t>
            </a:r>
            <a:r>
              <a:rPr lang="en-US" altLang="zh-CN">
                <a:solidFill>
                  <a:srgbClr val="FF0000"/>
                </a:solidFill>
              </a:rPr>
              <a:t>along path</a:t>
            </a:r>
          </a:p>
          <a:p>
            <a:pPr marL="914400" lvl="1" indent="-457200">
              <a:buFont typeface="ZapfDingbats" charset="2"/>
              <a:buAutoNum type="arabicPeriod"/>
            </a:pPr>
            <a:r>
              <a:rPr lang="en-US" altLang="zh-CN">
                <a:solidFill>
                  <a:srgbClr val="FF0000"/>
                </a:solidFill>
              </a:rPr>
              <a:t>entries in forwarding tables in routers along path</a:t>
            </a:r>
          </a:p>
          <a:p>
            <a:pPr marL="533400" indent="-533400"/>
            <a:r>
              <a:rPr lang="en-US" altLang="zh-CN"/>
              <a:t>packet belonging to VC carries VC number (rather than dest address)</a:t>
            </a:r>
          </a:p>
          <a:p>
            <a:pPr marL="533400" indent="-533400"/>
            <a:r>
              <a:rPr lang="en-US" altLang="zh-CN"/>
              <a:t>VC number can be changed on each link.</a:t>
            </a:r>
          </a:p>
          <a:p>
            <a:pPr marL="914400" lvl="1" indent="-457200"/>
            <a:r>
              <a:rPr lang="en-US" altLang="zh-CN"/>
              <a:t>New VC number comes from forwarding table</a:t>
            </a:r>
          </a:p>
        </p:txBody>
      </p:sp>
    </p:spTree>
  </p:cSld>
  <p:clrMapOvr>
    <a:masterClrMapping/>
  </p:clrMapOvr>
  <p:transition spd="slow"/>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页脚占位符 3"/>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41314" name="灯片编号占位符 4"/>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30</a:t>
            </a:fld>
            <a:endParaRPr lang="en-US" altLang="zh-CN" sz="1200">
              <a:latin typeface="Arial" panose="020B0604020202090204" pitchFamily="34" charset="0"/>
            </a:endParaRPr>
          </a:p>
        </p:txBody>
      </p:sp>
      <p:sp>
        <p:nvSpPr>
          <p:cNvPr id="141315" name="Rectangle 4"/>
          <p:cNvSpPr>
            <a:spLocks noGrp="1"/>
          </p:cNvSpPr>
          <p:nvPr>
            <p:ph type="title"/>
          </p:nvPr>
        </p:nvSpPr>
        <p:spPr>
          <a:xfrm>
            <a:off x="369888" y="211138"/>
            <a:ext cx="7772400" cy="1338262"/>
          </a:xfrm>
        </p:spPr>
        <p:txBody>
          <a:bodyPr vert="horz" wrap="square" lIns="91440" tIns="45720" rIns="91440" bIns="45720" anchor="ctr" anchorCtr="0"/>
          <a:lstStyle/>
          <a:p>
            <a:r>
              <a:rPr lang="en-US" altLang="zh-CN"/>
              <a:t>VC Forwarding </a:t>
            </a:r>
            <a:br>
              <a:rPr lang="en-US" altLang="zh-CN"/>
            </a:br>
            <a:r>
              <a:rPr lang="en-US" altLang="zh-CN"/>
              <a:t>table</a:t>
            </a:r>
          </a:p>
        </p:txBody>
      </p:sp>
      <p:grpSp>
        <p:nvGrpSpPr>
          <p:cNvPr id="141316" name="Group 140"/>
          <p:cNvGrpSpPr/>
          <p:nvPr/>
        </p:nvGrpSpPr>
        <p:grpSpPr>
          <a:xfrm>
            <a:off x="4470400" y="623888"/>
            <a:ext cx="4457700" cy="2420937"/>
            <a:chOff x="235" y="1147"/>
            <a:chExt cx="2808" cy="1525"/>
          </a:xfrm>
        </p:grpSpPr>
        <p:sp>
          <p:nvSpPr>
            <p:cNvPr id="141328" name="Freeform 7"/>
            <p:cNvSpPr/>
            <p:nvPr/>
          </p:nvSpPr>
          <p:spPr>
            <a:xfrm>
              <a:off x="879" y="1529"/>
              <a:ext cx="1794" cy="933"/>
            </a:xfrm>
            <a:custGeom>
              <a:avLst/>
              <a:gdLst>
                <a:gd name="txL" fmla="*/ 0 w 1794"/>
                <a:gd name="txT" fmla="*/ 0 h 933"/>
                <a:gd name="txR" fmla="*/ 1794 w 1794"/>
                <a:gd name="txB" fmla="*/ 933 h 933"/>
              </a:gdLst>
              <a:ahLst/>
              <a:cxnLst>
                <a:cxn ang="0">
                  <a:pos x="6" y="483"/>
                </a:cxn>
                <a:cxn ang="0">
                  <a:pos x="108" y="125"/>
                </a:cxn>
                <a:cxn ang="0">
                  <a:pos x="559" y="100"/>
                </a:cxn>
                <a:cxn ang="0">
                  <a:pos x="1128" y="29"/>
                </a:cxn>
                <a:cxn ang="0">
                  <a:pos x="1716" y="275"/>
                </a:cxn>
                <a:cxn ang="0">
                  <a:pos x="1596" y="827"/>
                </a:cxn>
                <a:cxn ang="0">
                  <a:pos x="1380" y="911"/>
                </a:cxn>
                <a:cxn ang="0">
                  <a:pos x="840" y="929"/>
                </a:cxn>
                <a:cxn ang="0">
                  <a:pos x="414" y="911"/>
                </a:cxn>
                <a:cxn ang="0">
                  <a:pos x="143" y="832"/>
                </a:cxn>
                <a:cxn ang="0">
                  <a:pos x="6" y="483"/>
                </a:cxn>
              </a:cxnLst>
              <a:rect l="txL" t="txT" r="txR" b="txB"/>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alpha val="100000"/>
              </a:srgbClr>
            </a:solidFill>
            <a:ln w="9525">
              <a:noFill/>
            </a:ln>
          </p:spPr>
          <p:txBody>
            <a:bodyPr/>
            <a:lstStyle/>
            <a:p>
              <a:endParaRPr lang="zh-CN" altLang="en-US"/>
            </a:p>
          </p:txBody>
        </p:sp>
        <p:grpSp>
          <p:nvGrpSpPr>
            <p:cNvPr id="141329" name="Group 9"/>
            <p:cNvGrpSpPr/>
            <p:nvPr/>
          </p:nvGrpSpPr>
          <p:grpSpPr>
            <a:xfrm>
              <a:off x="1141" y="1750"/>
              <a:ext cx="316" cy="147"/>
              <a:chOff x="3600" y="219"/>
              <a:chExt cx="360" cy="175"/>
            </a:xfrm>
          </p:grpSpPr>
          <p:sp>
            <p:nvSpPr>
              <p:cNvPr id="141395" name="Oval 10"/>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1396" name="Line 11"/>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1397" name="Line 12"/>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1398" name="Rectangle 13"/>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1399" name="Oval 14"/>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1400" name="Group 15"/>
              <p:cNvGrpSpPr/>
              <p:nvPr/>
            </p:nvGrpSpPr>
            <p:grpSpPr>
              <a:xfrm>
                <a:off x="3686" y="244"/>
                <a:ext cx="177" cy="66"/>
                <a:chOff x="2848" y="848"/>
                <a:chExt cx="140" cy="98"/>
              </a:xfrm>
            </p:grpSpPr>
            <p:sp>
              <p:nvSpPr>
                <p:cNvPr id="141405" name="Line 1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1406" name="Line 1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1407" name="Line 1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1401" name="Group 19"/>
              <p:cNvGrpSpPr/>
              <p:nvPr/>
            </p:nvGrpSpPr>
            <p:grpSpPr>
              <a:xfrm flipV="1">
                <a:off x="3686" y="243"/>
                <a:ext cx="177" cy="66"/>
                <a:chOff x="2848" y="848"/>
                <a:chExt cx="140" cy="98"/>
              </a:xfrm>
            </p:grpSpPr>
            <p:sp>
              <p:nvSpPr>
                <p:cNvPr id="141402" name="Line 2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1403" name="Line 2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1404" name="Line 2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1330" name="Group 23"/>
            <p:cNvGrpSpPr/>
            <p:nvPr/>
          </p:nvGrpSpPr>
          <p:grpSpPr>
            <a:xfrm>
              <a:off x="1128" y="2135"/>
              <a:ext cx="316" cy="147"/>
              <a:chOff x="3600" y="219"/>
              <a:chExt cx="360" cy="175"/>
            </a:xfrm>
          </p:grpSpPr>
          <p:sp>
            <p:nvSpPr>
              <p:cNvPr id="141382" name="Oval 24"/>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1383" name="Line 25"/>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1384" name="Line 26"/>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1385" name="Rectangle 27"/>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1386" name="Oval 28"/>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1387" name="Group 29"/>
              <p:cNvGrpSpPr/>
              <p:nvPr/>
            </p:nvGrpSpPr>
            <p:grpSpPr>
              <a:xfrm>
                <a:off x="3686" y="244"/>
                <a:ext cx="177" cy="66"/>
                <a:chOff x="2848" y="848"/>
                <a:chExt cx="140" cy="98"/>
              </a:xfrm>
            </p:grpSpPr>
            <p:sp>
              <p:nvSpPr>
                <p:cNvPr id="141392" name="Line 3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1393" name="Line 3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1394" name="Line 3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1388" name="Group 33"/>
              <p:cNvGrpSpPr/>
              <p:nvPr/>
            </p:nvGrpSpPr>
            <p:grpSpPr>
              <a:xfrm flipV="1">
                <a:off x="3686" y="243"/>
                <a:ext cx="177" cy="66"/>
                <a:chOff x="2848" y="848"/>
                <a:chExt cx="140" cy="98"/>
              </a:xfrm>
            </p:grpSpPr>
            <p:sp>
              <p:nvSpPr>
                <p:cNvPr id="141389" name="Line 3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1390" name="Line 3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1391" name="Line 3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1331" name="Group 37"/>
            <p:cNvGrpSpPr/>
            <p:nvPr/>
          </p:nvGrpSpPr>
          <p:grpSpPr>
            <a:xfrm>
              <a:off x="1966" y="1761"/>
              <a:ext cx="316" cy="147"/>
              <a:chOff x="3600" y="219"/>
              <a:chExt cx="360" cy="175"/>
            </a:xfrm>
          </p:grpSpPr>
          <p:sp>
            <p:nvSpPr>
              <p:cNvPr id="141369" name="Oval 38"/>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1370" name="Line 3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1371" name="Line 4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1372" name="Rectangle 41"/>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1373" name="Oval 4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1374" name="Group 43"/>
              <p:cNvGrpSpPr/>
              <p:nvPr/>
            </p:nvGrpSpPr>
            <p:grpSpPr>
              <a:xfrm>
                <a:off x="3686" y="244"/>
                <a:ext cx="177" cy="66"/>
                <a:chOff x="2848" y="848"/>
                <a:chExt cx="140" cy="98"/>
              </a:xfrm>
            </p:grpSpPr>
            <p:sp>
              <p:nvSpPr>
                <p:cNvPr id="141379" name="Line 4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1380" name="Line 4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1381" name="Line 4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1375" name="Group 47"/>
              <p:cNvGrpSpPr/>
              <p:nvPr/>
            </p:nvGrpSpPr>
            <p:grpSpPr>
              <a:xfrm flipV="1">
                <a:off x="3686" y="243"/>
                <a:ext cx="177" cy="66"/>
                <a:chOff x="2848" y="848"/>
                <a:chExt cx="140" cy="98"/>
              </a:xfrm>
            </p:grpSpPr>
            <p:sp>
              <p:nvSpPr>
                <p:cNvPr id="141376" name="Line 4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1377" name="Line 4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1378" name="Line 5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1332" name="Group 65"/>
            <p:cNvGrpSpPr/>
            <p:nvPr/>
          </p:nvGrpSpPr>
          <p:grpSpPr>
            <a:xfrm>
              <a:off x="1920" y="2115"/>
              <a:ext cx="316" cy="147"/>
              <a:chOff x="3600" y="219"/>
              <a:chExt cx="360" cy="175"/>
            </a:xfrm>
          </p:grpSpPr>
          <p:sp>
            <p:nvSpPr>
              <p:cNvPr id="141356" name="Oval 66"/>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1357" name="Line 67"/>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1358" name="Line 68"/>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1359" name="Rectangle 69"/>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1360" name="Oval 70"/>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1361" name="Group 71"/>
              <p:cNvGrpSpPr/>
              <p:nvPr/>
            </p:nvGrpSpPr>
            <p:grpSpPr>
              <a:xfrm>
                <a:off x="3686" y="244"/>
                <a:ext cx="177" cy="66"/>
                <a:chOff x="2848" y="848"/>
                <a:chExt cx="140" cy="98"/>
              </a:xfrm>
            </p:grpSpPr>
            <p:sp>
              <p:nvSpPr>
                <p:cNvPr id="141366" name="Line 7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1367" name="Line 7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1368" name="Line 7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1362" name="Group 75"/>
              <p:cNvGrpSpPr/>
              <p:nvPr/>
            </p:nvGrpSpPr>
            <p:grpSpPr>
              <a:xfrm flipV="1">
                <a:off x="3686" y="243"/>
                <a:ext cx="177" cy="66"/>
                <a:chOff x="2848" y="848"/>
                <a:chExt cx="140" cy="98"/>
              </a:xfrm>
            </p:grpSpPr>
            <p:sp>
              <p:nvSpPr>
                <p:cNvPr id="141363" name="Line 7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1364" name="Line 7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1365" name="Line 7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sp>
          <p:nvSpPr>
            <p:cNvPr id="141333" name="Line 115"/>
            <p:cNvSpPr/>
            <p:nvPr/>
          </p:nvSpPr>
          <p:spPr>
            <a:xfrm>
              <a:off x="1282" y="1906"/>
              <a:ext cx="0" cy="228"/>
            </a:xfrm>
            <a:prstGeom prst="line">
              <a:avLst/>
            </a:prstGeom>
            <a:ln w="9525" cap="flat" cmpd="sng">
              <a:solidFill>
                <a:schemeClr val="tx1"/>
              </a:solidFill>
              <a:prstDash val="solid"/>
              <a:headEnd type="none" w="med" len="med"/>
              <a:tailEnd type="none" w="med" len="med"/>
            </a:ln>
          </p:spPr>
        </p:sp>
        <p:sp>
          <p:nvSpPr>
            <p:cNvPr id="141334" name="Line 117"/>
            <p:cNvSpPr/>
            <p:nvPr/>
          </p:nvSpPr>
          <p:spPr>
            <a:xfrm>
              <a:off x="1468" y="1825"/>
              <a:ext cx="503" cy="0"/>
            </a:xfrm>
            <a:prstGeom prst="line">
              <a:avLst/>
            </a:prstGeom>
            <a:ln w="9525" cap="flat" cmpd="sng">
              <a:solidFill>
                <a:schemeClr val="tx1"/>
              </a:solidFill>
              <a:prstDash val="solid"/>
              <a:headEnd type="none" w="med" len="med"/>
              <a:tailEnd type="none" w="med" len="med"/>
            </a:ln>
          </p:spPr>
        </p:sp>
        <p:sp>
          <p:nvSpPr>
            <p:cNvPr id="141335" name="Line 118"/>
            <p:cNvSpPr/>
            <p:nvPr/>
          </p:nvSpPr>
          <p:spPr>
            <a:xfrm>
              <a:off x="1428" y="2223"/>
              <a:ext cx="519" cy="0"/>
            </a:xfrm>
            <a:prstGeom prst="line">
              <a:avLst/>
            </a:prstGeom>
            <a:ln w="9525" cap="flat" cmpd="sng">
              <a:solidFill>
                <a:schemeClr val="tx1"/>
              </a:solidFill>
              <a:prstDash val="solid"/>
              <a:headEnd type="none" w="med" len="med"/>
              <a:tailEnd type="none" w="med" len="med"/>
            </a:ln>
          </p:spPr>
        </p:sp>
        <p:sp>
          <p:nvSpPr>
            <p:cNvPr id="141336" name="Line 119"/>
            <p:cNvSpPr/>
            <p:nvPr/>
          </p:nvSpPr>
          <p:spPr>
            <a:xfrm>
              <a:off x="2109" y="1898"/>
              <a:ext cx="0" cy="236"/>
            </a:xfrm>
            <a:prstGeom prst="line">
              <a:avLst/>
            </a:prstGeom>
            <a:ln w="9525" cap="flat" cmpd="sng">
              <a:solidFill>
                <a:schemeClr val="tx1"/>
              </a:solidFill>
              <a:prstDash val="solid"/>
              <a:headEnd type="none" w="med" len="med"/>
              <a:tailEnd type="none" w="med" len="med"/>
            </a:ln>
          </p:spPr>
        </p:sp>
        <p:sp>
          <p:nvSpPr>
            <p:cNvPr id="141337" name="Line 120"/>
            <p:cNvSpPr/>
            <p:nvPr/>
          </p:nvSpPr>
          <p:spPr>
            <a:xfrm>
              <a:off x="779" y="1833"/>
              <a:ext cx="349" cy="0"/>
            </a:xfrm>
            <a:prstGeom prst="line">
              <a:avLst/>
            </a:prstGeom>
            <a:ln w="9525" cap="flat" cmpd="sng">
              <a:solidFill>
                <a:schemeClr val="tx1"/>
              </a:solidFill>
              <a:prstDash val="solid"/>
              <a:headEnd type="none" w="med" len="med"/>
              <a:tailEnd type="none" w="med" len="med"/>
            </a:ln>
          </p:spPr>
        </p:sp>
        <p:sp>
          <p:nvSpPr>
            <p:cNvPr id="141338" name="Line 121"/>
            <p:cNvSpPr/>
            <p:nvPr/>
          </p:nvSpPr>
          <p:spPr>
            <a:xfrm>
              <a:off x="2272" y="1833"/>
              <a:ext cx="470" cy="0"/>
            </a:xfrm>
            <a:prstGeom prst="line">
              <a:avLst/>
            </a:prstGeom>
            <a:ln w="9525" cap="flat" cmpd="sng">
              <a:solidFill>
                <a:schemeClr val="tx1"/>
              </a:solidFill>
              <a:prstDash val="solid"/>
              <a:headEnd type="none" w="med" len="med"/>
              <a:tailEnd type="none" w="med" len="med"/>
            </a:ln>
          </p:spPr>
        </p:sp>
        <p:sp>
          <p:nvSpPr>
            <p:cNvPr id="141339" name="Line 122"/>
            <p:cNvSpPr/>
            <p:nvPr/>
          </p:nvSpPr>
          <p:spPr>
            <a:xfrm>
              <a:off x="2239" y="2223"/>
              <a:ext cx="236" cy="8"/>
            </a:xfrm>
            <a:prstGeom prst="line">
              <a:avLst/>
            </a:prstGeom>
            <a:ln w="9525" cap="flat" cmpd="sng">
              <a:solidFill>
                <a:schemeClr val="tx1"/>
              </a:solidFill>
              <a:prstDash val="solid"/>
              <a:headEnd type="none" w="med" len="med"/>
              <a:tailEnd type="none" w="med" len="med"/>
            </a:ln>
          </p:spPr>
        </p:sp>
        <p:sp>
          <p:nvSpPr>
            <p:cNvPr id="141340" name="Line 123"/>
            <p:cNvSpPr/>
            <p:nvPr/>
          </p:nvSpPr>
          <p:spPr>
            <a:xfrm>
              <a:off x="998" y="2231"/>
              <a:ext cx="138" cy="0"/>
            </a:xfrm>
            <a:prstGeom prst="line">
              <a:avLst/>
            </a:prstGeom>
            <a:ln w="9525" cap="flat" cmpd="sng">
              <a:solidFill>
                <a:schemeClr val="tx1"/>
              </a:solidFill>
              <a:prstDash val="solid"/>
              <a:headEnd type="none" w="med" len="med"/>
              <a:tailEnd type="none" w="med" len="med"/>
            </a:ln>
          </p:spPr>
        </p:sp>
        <p:graphicFrame>
          <p:nvGraphicFramePr>
            <p:cNvPr id="141341" name="Object 124"/>
            <p:cNvGraphicFramePr>
              <a:graphicFrameLocks noChangeAspect="1"/>
            </p:cNvGraphicFramePr>
            <p:nvPr/>
          </p:nvGraphicFramePr>
          <p:xfrm>
            <a:off x="487" y="1694"/>
            <a:ext cx="333" cy="264"/>
          </p:xfrm>
          <a:graphic>
            <a:graphicData uri="http://schemas.openxmlformats.org/presentationml/2006/ole">
              <mc:AlternateContent xmlns:mc="http://schemas.openxmlformats.org/markup-compatibility/2006">
                <mc:Choice xmlns:v="urn:schemas-microsoft-com:vml" Requires="v">
                  <p:oleObj r:id="rId2" imgW="13096875" imgH="10858500" progId="MS_ClipArt_Gallery.2">
                    <p:embed/>
                  </p:oleObj>
                </mc:Choice>
                <mc:Fallback>
                  <p:oleObj r:id="rId2" imgW="13096875" imgH="10858500" progId="MS_ClipArt_Gallery.2">
                    <p:embed/>
                    <p:pic>
                      <p:nvPicPr>
                        <p:cNvPr id="0" name="图片 3086"/>
                        <p:cNvPicPr/>
                        <p:nvPr/>
                      </p:nvPicPr>
                      <p:blipFill>
                        <a:blip r:embed="rId3"/>
                        <a:stretch>
                          <a:fillRect/>
                        </a:stretch>
                      </p:blipFill>
                      <p:spPr>
                        <a:xfrm>
                          <a:off x="487" y="1694"/>
                          <a:ext cx="333" cy="264"/>
                        </a:xfrm>
                        <a:prstGeom prst="rect">
                          <a:avLst/>
                        </a:prstGeom>
                        <a:noFill/>
                        <a:ln w="38100">
                          <a:noFill/>
                          <a:miter/>
                        </a:ln>
                      </p:spPr>
                    </p:pic>
                  </p:oleObj>
                </mc:Fallback>
              </mc:AlternateContent>
            </a:graphicData>
          </a:graphic>
        </p:graphicFrame>
        <p:graphicFrame>
          <p:nvGraphicFramePr>
            <p:cNvPr id="141342" name="Object 125"/>
            <p:cNvGraphicFramePr>
              <a:graphicFrameLocks noChangeAspect="1"/>
            </p:cNvGraphicFramePr>
            <p:nvPr/>
          </p:nvGraphicFramePr>
          <p:xfrm>
            <a:off x="2710" y="1694"/>
            <a:ext cx="333" cy="264"/>
          </p:xfrm>
          <a:graphic>
            <a:graphicData uri="http://schemas.openxmlformats.org/presentationml/2006/ole">
              <mc:AlternateContent xmlns:mc="http://schemas.openxmlformats.org/markup-compatibility/2006">
                <mc:Choice xmlns:v="urn:schemas-microsoft-com:vml" Requires="v">
                  <p:oleObj r:id="rId2" imgW="13096875" imgH="10858500" progId="MS_ClipArt_Gallery.2">
                    <p:embed/>
                  </p:oleObj>
                </mc:Choice>
                <mc:Fallback>
                  <p:oleObj r:id="rId2" imgW="13096875" imgH="10858500" progId="MS_ClipArt_Gallery.2">
                    <p:embed/>
                    <p:pic>
                      <p:nvPicPr>
                        <p:cNvPr id="0" name="图片 3085"/>
                        <p:cNvPicPr/>
                        <p:nvPr/>
                      </p:nvPicPr>
                      <p:blipFill>
                        <a:blip r:embed="rId3"/>
                        <a:stretch>
                          <a:fillRect/>
                        </a:stretch>
                      </p:blipFill>
                      <p:spPr>
                        <a:xfrm>
                          <a:off x="2710" y="1694"/>
                          <a:ext cx="333" cy="264"/>
                        </a:xfrm>
                        <a:prstGeom prst="rect">
                          <a:avLst/>
                        </a:prstGeom>
                        <a:noFill/>
                        <a:ln w="38100">
                          <a:noFill/>
                          <a:miter/>
                        </a:ln>
                      </p:spPr>
                    </p:pic>
                  </p:oleObj>
                </mc:Fallback>
              </mc:AlternateContent>
            </a:graphicData>
          </a:graphic>
        </p:graphicFrame>
        <p:sp>
          <p:nvSpPr>
            <p:cNvPr id="141343" name="Line 126"/>
            <p:cNvSpPr/>
            <p:nvPr/>
          </p:nvSpPr>
          <p:spPr>
            <a:xfrm>
              <a:off x="836" y="1777"/>
              <a:ext cx="259" cy="0"/>
            </a:xfrm>
            <a:prstGeom prst="line">
              <a:avLst/>
            </a:prstGeom>
            <a:ln w="28575" cap="flat" cmpd="sng">
              <a:solidFill>
                <a:srgbClr val="FF6600"/>
              </a:solidFill>
              <a:prstDash val="solid"/>
              <a:headEnd type="none" w="med" len="med"/>
              <a:tailEnd type="none" w="med" len="med"/>
            </a:ln>
          </p:spPr>
        </p:sp>
        <p:sp>
          <p:nvSpPr>
            <p:cNvPr id="141344" name="Line 127"/>
            <p:cNvSpPr/>
            <p:nvPr/>
          </p:nvSpPr>
          <p:spPr>
            <a:xfrm>
              <a:off x="2288" y="1784"/>
              <a:ext cx="421" cy="0"/>
            </a:xfrm>
            <a:prstGeom prst="line">
              <a:avLst/>
            </a:prstGeom>
            <a:ln w="28575" cap="flat" cmpd="sng">
              <a:solidFill>
                <a:srgbClr val="FF6600"/>
              </a:solidFill>
              <a:prstDash val="solid"/>
              <a:headEnd type="none" w="med" len="med"/>
              <a:tailEnd type="none" w="med" len="med"/>
            </a:ln>
          </p:spPr>
        </p:sp>
        <p:sp>
          <p:nvSpPr>
            <p:cNvPr id="141345" name="Line 128"/>
            <p:cNvSpPr/>
            <p:nvPr/>
          </p:nvSpPr>
          <p:spPr>
            <a:xfrm>
              <a:off x="1508" y="1776"/>
              <a:ext cx="429" cy="0"/>
            </a:xfrm>
            <a:prstGeom prst="line">
              <a:avLst/>
            </a:prstGeom>
            <a:ln w="28575" cap="flat" cmpd="sng">
              <a:solidFill>
                <a:srgbClr val="FF6600"/>
              </a:solidFill>
              <a:prstDash val="solid"/>
              <a:headEnd type="none" w="med" len="med"/>
              <a:tailEnd type="none" w="med" len="med"/>
            </a:ln>
          </p:spPr>
        </p:sp>
        <p:sp>
          <p:nvSpPr>
            <p:cNvPr id="141346" name="Text Box 129"/>
            <p:cNvSpPr txBox="1"/>
            <p:nvPr/>
          </p:nvSpPr>
          <p:spPr>
            <a:xfrm>
              <a:off x="890" y="1609"/>
              <a:ext cx="234" cy="19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400">
                  <a:solidFill>
                    <a:srgbClr val="FF0000"/>
                  </a:solidFill>
                </a:rPr>
                <a:t>12</a:t>
              </a:r>
            </a:p>
          </p:txBody>
        </p:sp>
        <p:sp>
          <p:nvSpPr>
            <p:cNvPr id="141347" name="Text Box 130"/>
            <p:cNvSpPr txBox="1"/>
            <p:nvPr/>
          </p:nvSpPr>
          <p:spPr>
            <a:xfrm>
              <a:off x="1621" y="1561"/>
              <a:ext cx="252" cy="19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400">
                  <a:solidFill>
                    <a:srgbClr val="FF0000"/>
                  </a:solidFill>
                </a:rPr>
                <a:t>22</a:t>
              </a:r>
            </a:p>
          </p:txBody>
        </p:sp>
        <p:sp>
          <p:nvSpPr>
            <p:cNvPr id="141348" name="Text Box 131"/>
            <p:cNvSpPr txBox="1"/>
            <p:nvPr/>
          </p:nvSpPr>
          <p:spPr>
            <a:xfrm>
              <a:off x="2351" y="1585"/>
              <a:ext cx="252" cy="19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400">
                  <a:solidFill>
                    <a:srgbClr val="FF0000"/>
                  </a:solidFill>
                </a:rPr>
                <a:t>32</a:t>
              </a:r>
            </a:p>
          </p:txBody>
        </p:sp>
        <p:sp>
          <p:nvSpPr>
            <p:cNvPr id="141349" name="Text Box 132"/>
            <p:cNvSpPr txBox="1"/>
            <p:nvPr/>
          </p:nvSpPr>
          <p:spPr>
            <a:xfrm>
              <a:off x="996" y="1805"/>
              <a:ext cx="174" cy="2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600"/>
                <a:t>1</a:t>
              </a:r>
            </a:p>
          </p:txBody>
        </p:sp>
        <p:sp>
          <p:nvSpPr>
            <p:cNvPr id="141350" name="Text Box 133"/>
            <p:cNvSpPr txBox="1"/>
            <p:nvPr/>
          </p:nvSpPr>
          <p:spPr>
            <a:xfrm>
              <a:off x="1240" y="1877"/>
              <a:ext cx="194" cy="2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600"/>
                <a:t>2</a:t>
              </a:r>
            </a:p>
          </p:txBody>
        </p:sp>
        <p:sp>
          <p:nvSpPr>
            <p:cNvPr id="141351" name="Text Box 134"/>
            <p:cNvSpPr txBox="1"/>
            <p:nvPr/>
          </p:nvSpPr>
          <p:spPr>
            <a:xfrm>
              <a:off x="1435" y="1780"/>
              <a:ext cx="194" cy="2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600"/>
                <a:t>3</a:t>
              </a:r>
            </a:p>
          </p:txBody>
        </p:sp>
        <p:sp>
          <p:nvSpPr>
            <p:cNvPr id="141352" name="Text Box 135"/>
            <p:cNvSpPr txBox="1"/>
            <p:nvPr/>
          </p:nvSpPr>
          <p:spPr>
            <a:xfrm>
              <a:off x="478" y="1147"/>
              <a:ext cx="835" cy="2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800">
                  <a:solidFill>
                    <a:srgbClr val="FF0000"/>
                  </a:solidFill>
                </a:rPr>
                <a:t>VC number</a:t>
              </a:r>
            </a:p>
          </p:txBody>
        </p:sp>
        <p:sp>
          <p:nvSpPr>
            <p:cNvPr id="141353" name="Line 137"/>
            <p:cNvSpPr/>
            <p:nvPr/>
          </p:nvSpPr>
          <p:spPr>
            <a:xfrm>
              <a:off x="794" y="1356"/>
              <a:ext cx="147" cy="259"/>
            </a:xfrm>
            <a:prstGeom prst="line">
              <a:avLst/>
            </a:prstGeom>
            <a:ln w="9525" cap="flat" cmpd="sng">
              <a:solidFill>
                <a:srgbClr val="FF6600"/>
              </a:solidFill>
              <a:prstDash val="solid"/>
              <a:headEnd type="none" w="med" len="med"/>
              <a:tailEnd type="triangle" w="med" len="med"/>
            </a:ln>
          </p:spPr>
        </p:sp>
        <p:sp>
          <p:nvSpPr>
            <p:cNvPr id="141354" name="Text Box 138"/>
            <p:cNvSpPr txBox="1"/>
            <p:nvPr/>
          </p:nvSpPr>
          <p:spPr>
            <a:xfrm>
              <a:off x="235" y="2268"/>
              <a:ext cx="747" cy="404"/>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800"/>
                <a:t>interface</a:t>
              </a:r>
            </a:p>
            <a:p>
              <a:pPr marL="0" lvl="0" indent="0">
                <a:spcBef>
                  <a:spcPct val="0"/>
                </a:spcBef>
                <a:buClrTx/>
                <a:buSzTx/>
                <a:buFontTx/>
                <a:buNone/>
              </a:pPr>
              <a:r>
                <a:rPr lang="en-US" altLang="zh-CN" sz="1800"/>
                <a:t>number</a:t>
              </a:r>
            </a:p>
          </p:txBody>
        </p:sp>
        <p:sp>
          <p:nvSpPr>
            <p:cNvPr id="141355" name="Line 139"/>
            <p:cNvSpPr/>
            <p:nvPr/>
          </p:nvSpPr>
          <p:spPr>
            <a:xfrm flipV="1">
              <a:off x="738" y="1996"/>
              <a:ext cx="292" cy="284"/>
            </a:xfrm>
            <a:prstGeom prst="line">
              <a:avLst/>
            </a:prstGeom>
            <a:ln w="9525" cap="flat" cmpd="sng">
              <a:solidFill>
                <a:schemeClr val="tx1"/>
              </a:solidFill>
              <a:prstDash val="solid"/>
              <a:headEnd type="none" w="med" len="med"/>
              <a:tailEnd type="triangle" w="med" len="med"/>
            </a:ln>
          </p:spPr>
        </p:sp>
      </p:grpSp>
      <p:grpSp>
        <p:nvGrpSpPr>
          <p:cNvPr id="141317" name="Group 150"/>
          <p:cNvGrpSpPr/>
          <p:nvPr/>
        </p:nvGrpSpPr>
        <p:grpSpPr>
          <a:xfrm>
            <a:off x="336550" y="3302000"/>
            <a:ext cx="8445500" cy="2233613"/>
            <a:chOff x="269" y="2422"/>
            <a:chExt cx="5320" cy="1407"/>
          </a:xfrm>
        </p:grpSpPr>
        <p:sp>
          <p:nvSpPr>
            <p:cNvPr id="141321" name="Line 142"/>
            <p:cNvSpPr/>
            <p:nvPr/>
          </p:nvSpPr>
          <p:spPr>
            <a:xfrm>
              <a:off x="269" y="2653"/>
              <a:ext cx="5297" cy="16"/>
            </a:xfrm>
            <a:prstGeom prst="line">
              <a:avLst/>
            </a:prstGeom>
            <a:ln w="25400" cap="flat" cmpd="sng">
              <a:solidFill>
                <a:schemeClr val="accent2"/>
              </a:solidFill>
              <a:prstDash val="solid"/>
              <a:headEnd type="none" w="med" len="med"/>
              <a:tailEnd type="none" w="med" len="med"/>
            </a:ln>
          </p:spPr>
        </p:sp>
        <p:sp>
          <p:nvSpPr>
            <p:cNvPr id="141322" name="Text Box 143"/>
            <p:cNvSpPr txBox="1"/>
            <p:nvPr/>
          </p:nvSpPr>
          <p:spPr>
            <a:xfrm>
              <a:off x="374" y="2422"/>
              <a:ext cx="5215" cy="2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800"/>
                <a:t>Incoming interface    Incoming VC #     Outgoing interface    Outgoing VC #</a:t>
              </a:r>
            </a:p>
          </p:txBody>
        </p:sp>
        <p:sp>
          <p:nvSpPr>
            <p:cNvPr id="141323" name="Line 145"/>
            <p:cNvSpPr/>
            <p:nvPr/>
          </p:nvSpPr>
          <p:spPr>
            <a:xfrm>
              <a:off x="1785" y="2450"/>
              <a:ext cx="0" cy="1339"/>
            </a:xfrm>
            <a:prstGeom prst="line">
              <a:avLst/>
            </a:prstGeom>
            <a:ln w="9525" cap="flat" cmpd="sng">
              <a:solidFill>
                <a:schemeClr val="accent2"/>
              </a:solidFill>
              <a:prstDash val="solid"/>
              <a:headEnd type="none" w="med" len="med"/>
              <a:tailEnd type="none" w="med" len="med"/>
            </a:ln>
          </p:spPr>
        </p:sp>
        <p:sp>
          <p:nvSpPr>
            <p:cNvPr id="141324" name="Line 146"/>
            <p:cNvSpPr/>
            <p:nvPr/>
          </p:nvSpPr>
          <p:spPr>
            <a:xfrm>
              <a:off x="2985" y="2474"/>
              <a:ext cx="0" cy="1331"/>
            </a:xfrm>
            <a:prstGeom prst="line">
              <a:avLst/>
            </a:prstGeom>
            <a:ln w="9525" cap="flat" cmpd="sng">
              <a:solidFill>
                <a:schemeClr val="accent2"/>
              </a:solidFill>
              <a:prstDash val="solid"/>
              <a:headEnd type="none" w="med" len="med"/>
              <a:tailEnd type="none" w="med" len="med"/>
            </a:ln>
          </p:spPr>
        </p:sp>
        <p:sp>
          <p:nvSpPr>
            <p:cNvPr id="141325" name="Line 147"/>
            <p:cNvSpPr/>
            <p:nvPr/>
          </p:nvSpPr>
          <p:spPr>
            <a:xfrm>
              <a:off x="4438" y="2450"/>
              <a:ext cx="0" cy="1379"/>
            </a:xfrm>
            <a:prstGeom prst="line">
              <a:avLst/>
            </a:prstGeom>
            <a:ln w="9525" cap="flat" cmpd="sng">
              <a:solidFill>
                <a:schemeClr val="accent2"/>
              </a:solidFill>
              <a:prstDash val="solid"/>
              <a:headEnd type="none" w="med" len="med"/>
              <a:tailEnd type="none" w="med" len="med"/>
            </a:ln>
          </p:spPr>
        </p:sp>
        <p:sp>
          <p:nvSpPr>
            <p:cNvPr id="141326" name="Text Box 148"/>
            <p:cNvSpPr txBox="1"/>
            <p:nvPr/>
          </p:nvSpPr>
          <p:spPr>
            <a:xfrm>
              <a:off x="891" y="2755"/>
              <a:ext cx="4253" cy="92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457200" lvl="0" indent="-457200">
                <a:spcBef>
                  <a:spcPct val="0"/>
                </a:spcBef>
                <a:buClrTx/>
                <a:buSzTx/>
                <a:buFontTx/>
                <a:buNone/>
              </a:pPr>
              <a:r>
                <a:rPr lang="en-US" altLang="zh-CN" sz="1800"/>
                <a:t>1                           12                               3                          22</a:t>
              </a:r>
            </a:p>
            <a:p>
              <a:pPr marL="457200" lvl="0" indent="-457200">
                <a:spcBef>
                  <a:spcPct val="0"/>
                </a:spcBef>
                <a:buClrTx/>
                <a:buSzTx/>
                <a:buFontTx/>
                <a:buNone/>
              </a:pPr>
              <a:r>
                <a:rPr lang="en-US" altLang="zh-CN" sz="1800"/>
                <a:t>2                          63                               1                           18 </a:t>
              </a:r>
            </a:p>
            <a:p>
              <a:pPr marL="457200" lvl="0" indent="-457200">
                <a:spcBef>
                  <a:spcPct val="0"/>
                </a:spcBef>
                <a:buClrTx/>
                <a:buSzTx/>
                <a:buFontTx/>
                <a:buNone/>
              </a:pPr>
              <a:r>
                <a:rPr lang="en-US" altLang="zh-CN" sz="1800"/>
                <a:t>3                           7                                2                           17</a:t>
              </a:r>
            </a:p>
            <a:p>
              <a:pPr marL="457200" lvl="0" indent="-457200">
                <a:spcBef>
                  <a:spcPct val="0"/>
                </a:spcBef>
                <a:buClrTx/>
                <a:buSzTx/>
                <a:buFontTx/>
                <a:buNone/>
              </a:pPr>
              <a:r>
                <a:rPr lang="en-US" altLang="zh-CN" sz="1800"/>
                <a:t>1                          97                               3                           87</a:t>
              </a:r>
            </a:p>
            <a:p>
              <a:pPr marL="457200" lvl="0" indent="-457200">
                <a:spcBef>
                  <a:spcPct val="0"/>
                </a:spcBef>
                <a:buClrTx/>
                <a:buSzTx/>
                <a:buFontTx/>
                <a:buNone/>
              </a:pPr>
              <a:r>
                <a:rPr lang="en-US" altLang="zh-CN" sz="1800"/>
                <a:t>…                          …                                …                            …</a:t>
              </a:r>
            </a:p>
          </p:txBody>
        </p:sp>
        <p:sp>
          <p:nvSpPr>
            <p:cNvPr id="141327" name="Text Box 149"/>
            <p:cNvSpPr txBox="1"/>
            <p:nvPr/>
          </p:nvSpPr>
          <p:spPr>
            <a:xfrm>
              <a:off x="876" y="3014"/>
              <a:ext cx="116" cy="2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sp>
        <p:nvSpPr>
          <p:cNvPr id="141318" name="Text Box 151"/>
          <p:cNvSpPr txBox="1"/>
          <p:nvPr/>
        </p:nvSpPr>
        <p:spPr>
          <a:xfrm>
            <a:off x="255588" y="2395538"/>
            <a:ext cx="2930525" cy="82232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400" u="sng">
                <a:solidFill>
                  <a:srgbClr val="FF0000"/>
                </a:solidFill>
              </a:rPr>
              <a:t>Forwarding table in</a:t>
            </a:r>
          </a:p>
          <a:p>
            <a:pPr marL="0" lvl="0" indent="0">
              <a:spcBef>
                <a:spcPct val="0"/>
              </a:spcBef>
              <a:buClrTx/>
              <a:buSzTx/>
              <a:buFontTx/>
              <a:buNone/>
            </a:pPr>
            <a:r>
              <a:rPr lang="en-US" altLang="zh-CN" sz="2400" u="sng">
                <a:solidFill>
                  <a:srgbClr val="FF0000"/>
                </a:solidFill>
              </a:rPr>
              <a:t>northwest router:</a:t>
            </a:r>
          </a:p>
        </p:txBody>
      </p:sp>
      <p:sp>
        <p:nvSpPr>
          <p:cNvPr id="141319" name="Text Box 152"/>
          <p:cNvSpPr txBox="1"/>
          <p:nvPr/>
        </p:nvSpPr>
        <p:spPr>
          <a:xfrm>
            <a:off x="1119188" y="5756275"/>
            <a:ext cx="6858000" cy="482600"/>
          </a:xfrm>
          <a:prstGeom prst="rect">
            <a:avLst/>
          </a:prstGeom>
          <a:noFill/>
          <a:ln w="25400" cap="flat" cmpd="sng">
            <a:solidFill>
              <a:srgbClr val="FF0000"/>
            </a:solidFill>
            <a:prstDash val="solid"/>
            <a:miter/>
            <a:headEnd type="none" w="med" len="med"/>
            <a:tailEnd type="none" w="med" len="med"/>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400">
                <a:solidFill>
                  <a:srgbClr val="FF0000"/>
                </a:solidFill>
              </a:rPr>
              <a:t>Routers maintain connection state information!</a:t>
            </a:r>
          </a:p>
        </p:txBody>
      </p:sp>
      <p:sp>
        <p:nvSpPr>
          <p:cNvPr id="141320" name="Text Box 135"/>
          <p:cNvSpPr txBox="1"/>
          <p:nvPr/>
        </p:nvSpPr>
        <p:spPr>
          <a:xfrm>
            <a:off x="7637463" y="0"/>
            <a:ext cx="1506537" cy="369888"/>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zh-CN" altLang="en-US" sz="1800">
                <a:solidFill>
                  <a:srgbClr val="FF0000"/>
                </a:solidFill>
              </a:rPr>
              <a:t>视频：</a:t>
            </a:r>
            <a:r>
              <a:rPr lang="en-US" altLang="zh-CN" sz="1800">
                <a:solidFill>
                  <a:srgbClr val="FF0000"/>
                </a:solidFill>
              </a:rPr>
              <a:t>14’10”</a:t>
            </a:r>
          </a:p>
        </p:txBody>
      </p:sp>
    </p:spTree>
  </p:cSld>
  <p:clrMapOvr>
    <a:masterClrMapping/>
  </p:clrMapOvr>
  <p:transition spd="slow"/>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页脚占位符 5"/>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42338" name="灯片编号占位符 6"/>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31</a:t>
            </a:fld>
            <a:endParaRPr lang="en-US" altLang="zh-CN" sz="1200">
              <a:latin typeface="Arial" panose="020B0604020202090204" pitchFamily="34" charset="0"/>
            </a:endParaRPr>
          </a:p>
        </p:txBody>
      </p:sp>
      <p:sp>
        <p:nvSpPr>
          <p:cNvPr id="142339" name="Rectangle 2"/>
          <p:cNvSpPr>
            <a:spLocks noGrp="1"/>
          </p:cNvSpPr>
          <p:nvPr>
            <p:ph type="title"/>
          </p:nvPr>
        </p:nvSpPr>
        <p:spPr>
          <a:xfrm>
            <a:off x="511175" y="230188"/>
            <a:ext cx="7772400" cy="985837"/>
          </a:xfrm>
        </p:spPr>
        <p:txBody>
          <a:bodyPr vert="horz" wrap="square" lIns="91440" tIns="45720" rIns="91440" bIns="45720" anchor="ctr" anchorCtr="0"/>
          <a:lstStyle/>
          <a:p>
            <a:r>
              <a:rPr lang="en-US" altLang="zh-CN" sz="3600"/>
              <a:t>Virtual circuits: signaling protocols</a:t>
            </a:r>
            <a:endParaRPr lang="en-US" altLang="zh-CN"/>
          </a:p>
        </p:txBody>
      </p:sp>
      <p:sp>
        <p:nvSpPr>
          <p:cNvPr id="142340" name="Rectangle 3"/>
          <p:cNvSpPr>
            <a:spLocks noGrp="1"/>
          </p:cNvSpPr>
          <p:nvPr>
            <p:ph sz="half" idx="1"/>
          </p:nvPr>
        </p:nvSpPr>
        <p:spPr>
          <a:xfrm>
            <a:off x="590550" y="1508125"/>
            <a:ext cx="6534150" cy="1390650"/>
          </a:xfrm>
        </p:spPr>
        <p:txBody>
          <a:bodyPr vert="horz" wrap="square" lIns="91440" tIns="45720" rIns="91440" bIns="45720" anchor="t" anchorCtr="0"/>
          <a:lstStyle/>
          <a:p>
            <a:pPr>
              <a:buClr>
                <a:srgbClr val="000099"/>
              </a:buClr>
              <a:buSzPct val="75000"/>
            </a:pPr>
            <a:r>
              <a:rPr kumimoji="1" lang="en-US" altLang="zh-CN" sz="2400">
                <a:latin typeface="+mn-lt"/>
                <a:ea typeface="宋体" charset="0"/>
                <a:cs typeface="宋体" charset="0"/>
              </a:rPr>
              <a:t>used to setup, maintain, teardown VC</a:t>
            </a:r>
          </a:p>
          <a:p>
            <a:pPr>
              <a:buClr>
                <a:srgbClr val="000099"/>
              </a:buClr>
              <a:buSzPct val="75000"/>
            </a:pPr>
            <a:r>
              <a:rPr kumimoji="1" lang="en-US" altLang="zh-CN" sz="2400">
                <a:latin typeface="+mn-lt"/>
                <a:ea typeface="宋体" charset="0"/>
                <a:cs typeface="宋体" charset="0"/>
              </a:rPr>
              <a:t>used in ATM, frame-relay, X.25</a:t>
            </a:r>
          </a:p>
          <a:p>
            <a:pPr>
              <a:buClr>
                <a:srgbClr val="000099"/>
              </a:buClr>
              <a:buSzPct val="75000"/>
            </a:pPr>
            <a:r>
              <a:rPr kumimoji="1" lang="en-US" altLang="zh-CN" sz="2400">
                <a:latin typeface="+mn-lt"/>
                <a:ea typeface="宋体" charset="0"/>
                <a:cs typeface="宋体" charset="0"/>
              </a:rPr>
              <a:t>not used in today’s Internet</a:t>
            </a:r>
          </a:p>
        </p:txBody>
      </p:sp>
      <p:sp>
        <p:nvSpPr>
          <p:cNvPr id="142341" name="Freeform 7"/>
          <p:cNvSpPr/>
          <p:nvPr/>
        </p:nvSpPr>
        <p:spPr>
          <a:xfrm>
            <a:off x="3371850" y="4605338"/>
            <a:ext cx="2847975" cy="1481137"/>
          </a:xfrm>
          <a:custGeom>
            <a:avLst/>
            <a:gdLst>
              <a:gd name="txL" fmla="*/ 0 w 1794"/>
              <a:gd name="txT" fmla="*/ 0 h 933"/>
              <a:gd name="txR" fmla="*/ 1794 w 1794"/>
              <a:gd name="txB" fmla="*/ 933 h 933"/>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alpha val="100000"/>
            </a:srgbClr>
          </a:solidFill>
          <a:ln w="9525">
            <a:noFill/>
          </a:ln>
        </p:spPr>
        <p:txBody>
          <a:bodyPr/>
          <a:lstStyle/>
          <a:p>
            <a:endParaRPr lang="zh-CN" altLang="en-US"/>
          </a:p>
        </p:txBody>
      </p:sp>
      <p:sp>
        <p:nvSpPr>
          <p:cNvPr id="142342" name="Line 101"/>
          <p:cNvSpPr/>
          <p:nvPr/>
        </p:nvSpPr>
        <p:spPr>
          <a:xfrm rot="5400000" flipV="1">
            <a:off x="2725738" y="4348163"/>
            <a:ext cx="6350" cy="1577975"/>
          </a:xfrm>
          <a:prstGeom prst="line">
            <a:avLst/>
          </a:prstGeom>
          <a:ln w="12700" cap="flat" cmpd="sng">
            <a:solidFill>
              <a:schemeClr val="tx1"/>
            </a:solidFill>
            <a:prstDash val="solid"/>
            <a:headEnd type="none" w="med" len="med"/>
            <a:tailEnd type="none" w="med" len="med"/>
          </a:ln>
        </p:spPr>
      </p:sp>
      <p:sp>
        <p:nvSpPr>
          <p:cNvPr id="142343" name="Freeform 107"/>
          <p:cNvSpPr/>
          <p:nvPr/>
        </p:nvSpPr>
        <p:spPr>
          <a:xfrm>
            <a:off x="4010025" y="4899025"/>
            <a:ext cx="542925" cy="295275"/>
          </a:xfrm>
          <a:custGeom>
            <a:avLst/>
            <a:gdLst>
              <a:gd name="txL" fmla="*/ 0 w 342"/>
              <a:gd name="txT" fmla="*/ 0 h 186"/>
              <a:gd name="txR" fmla="*/ 342 w 342"/>
              <a:gd name="txB" fmla="*/ 186 h 186"/>
            </a:gdLst>
            <a:ahLst/>
            <a:cxnLst>
              <a:cxn ang="0">
                <a:pos x="0" y="2147483646"/>
              </a:cxn>
              <a:cxn ang="0">
                <a:pos x="2147483646" y="0"/>
              </a:cxn>
            </a:cxnLst>
            <a:rect l="txL" t="txT" r="txR" b="txB"/>
            <a:pathLst>
              <a:path w="342" h="186">
                <a:moveTo>
                  <a:pt x="0" y="186"/>
                </a:moveTo>
                <a:lnTo>
                  <a:pt x="342"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nvGrpSpPr>
          <p:cNvPr id="142344" name="Group 111"/>
          <p:cNvGrpSpPr/>
          <p:nvPr/>
        </p:nvGrpSpPr>
        <p:grpSpPr>
          <a:xfrm>
            <a:off x="3516313" y="5073650"/>
            <a:ext cx="501650" cy="233363"/>
            <a:chOff x="3600" y="219"/>
            <a:chExt cx="360" cy="175"/>
          </a:xfrm>
        </p:grpSpPr>
        <p:sp>
          <p:nvSpPr>
            <p:cNvPr id="142496" name="Oval 112"/>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97" name="Line 113"/>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2498" name="Line 114"/>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2499" name="Rectangle 115"/>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500" name="Oval 116"/>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501" name="Group 117"/>
            <p:cNvGrpSpPr/>
            <p:nvPr/>
          </p:nvGrpSpPr>
          <p:grpSpPr>
            <a:xfrm>
              <a:off x="3686" y="244"/>
              <a:ext cx="177" cy="66"/>
              <a:chOff x="2848" y="848"/>
              <a:chExt cx="140" cy="98"/>
            </a:xfrm>
          </p:grpSpPr>
          <p:sp>
            <p:nvSpPr>
              <p:cNvPr id="142506" name="Line 11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507" name="Line 11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508" name="Line 12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502" name="Group 121"/>
            <p:cNvGrpSpPr/>
            <p:nvPr/>
          </p:nvGrpSpPr>
          <p:grpSpPr>
            <a:xfrm flipV="1">
              <a:off x="3686" y="243"/>
              <a:ext cx="177" cy="66"/>
              <a:chOff x="2848" y="848"/>
              <a:chExt cx="140" cy="98"/>
            </a:xfrm>
          </p:grpSpPr>
          <p:sp>
            <p:nvSpPr>
              <p:cNvPr id="142503" name="Line 12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504" name="Line 12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505" name="Line 12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2345" name="Group 125"/>
          <p:cNvGrpSpPr/>
          <p:nvPr/>
        </p:nvGrpSpPr>
        <p:grpSpPr>
          <a:xfrm>
            <a:off x="3868738" y="5711825"/>
            <a:ext cx="501650" cy="233363"/>
            <a:chOff x="3600" y="219"/>
            <a:chExt cx="360" cy="175"/>
          </a:xfrm>
        </p:grpSpPr>
        <p:sp>
          <p:nvSpPr>
            <p:cNvPr id="142483" name="Oval 126"/>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84" name="Line 127"/>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2485" name="Line 128"/>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2486" name="Rectangle 129"/>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487" name="Oval 130"/>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488" name="Group 131"/>
            <p:cNvGrpSpPr/>
            <p:nvPr/>
          </p:nvGrpSpPr>
          <p:grpSpPr>
            <a:xfrm>
              <a:off x="3686" y="244"/>
              <a:ext cx="177" cy="66"/>
              <a:chOff x="2848" y="848"/>
              <a:chExt cx="140" cy="98"/>
            </a:xfrm>
          </p:grpSpPr>
          <p:sp>
            <p:nvSpPr>
              <p:cNvPr id="142493" name="Line 13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94" name="Line 13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95" name="Line 13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489" name="Group 135"/>
            <p:cNvGrpSpPr/>
            <p:nvPr/>
          </p:nvGrpSpPr>
          <p:grpSpPr>
            <a:xfrm flipV="1">
              <a:off x="3686" y="243"/>
              <a:ext cx="177" cy="66"/>
              <a:chOff x="2848" y="848"/>
              <a:chExt cx="140" cy="98"/>
            </a:xfrm>
          </p:grpSpPr>
          <p:sp>
            <p:nvSpPr>
              <p:cNvPr id="142490" name="Line 13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91" name="Line 13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92" name="Line 13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2346" name="Group 139"/>
          <p:cNvGrpSpPr/>
          <p:nvPr/>
        </p:nvGrpSpPr>
        <p:grpSpPr>
          <a:xfrm>
            <a:off x="4543425" y="4768850"/>
            <a:ext cx="501650" cy="233363"/>
            <a:chOff x="3600" y="219"/>
            <a:chExt cx="360" cy="175"/>
          </a:xfrm>
        </p:grpSpPr>
        <p:sp>
          <p:nvSpPr>
            <p:cNvPr id="142470" name="Oval 140"/>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71" name="Line 141"/>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2472" name="Line 142"/>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2473" name="Rectangle 143"/>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474" name="Oval 144"/>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475" name="Group 145"/>
            <p:cNvGrpSpPr/>
            <p:nvPr/>
          </p:nvGrpSpPr>
          <p:grpSpPr>
            <a:xfrm>
              <a:off x="3686" y="244"/>
              <a:ext cx="177" cy="66"/>
              <a:chOff x="2848" y="848"/>
              <a:chExt cx="140" cy="98"/>
            </a:xfrm>
          </p:grpSpPr>
          <p:sp>
            <p:nvSpPr>
              <p:cNvPr id="142480" name="Line 14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81" name="Line 14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82" name="Line 14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476" name="Group 149"/>
            <p:cNvGrpSpPr/>
            <p:nvPr/>
          </p:nvGrpSpPr>
          <p:grpSpPr>
            <a:xfrm flipV="1">
              <a:off x="3686" y="243"/>
              <a:ext cx="177" cy="66"/>
              <a:chOff x="2848" y="848"/>
              <a:chExt cx="140" cy="98"/>
            </a:xfrm>
          </p:grpSpPr>
          <p:sp>
            <p:nvSpPr>
              <p:cNvPr id="142477" name="Line 15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78" name="Line 15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79" name="Line 15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2347" name="Group 153"/>
          <p:cNvGrpSpPr/>
          <p:nvPr/>
        </p:nvGrpSpPr>
        <p:grpSpPr>
          <a:xfrm>
            <a:off x="4465638" y="5434013"/>
            <a:ext cx="500062" cy="233362"/>
            <a:chOff x="3600" y="219"/>
            <a:chExt cx="360" cy="175"/>
          </a:xfrm>
        </p:grpSpPr>
        <p:sp>
          <p:nvSpPr>
            <p:cNvPr id="142457" name="Oval 154"/>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58" name="Line 155"/>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2459" name="Line 156"/>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2460" name="Rectangle 157"/>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461" name="Oval 158"/>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462" name="Group 159"/>
            <p:cNvGrpSpPr/>
            <p:nvPr/>
          </p:nvGrpSpPr>
          <p:grpSpPr>
            <a:xfrm>
              <a:off x="3686" y="244"/>
              <a:ext cx="177" cy="66"/>
              <a:chOff x="2848" y="848"/>
              <a:chExt cx="140" cy="98"/>
            </a:xfrm>
          </p:grpSpPr>
          <p:sp>
            <p:nvSpPr>
              <p:cNvPr id="142467" name="Line 16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68" name="Line 16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69" name="Line 16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463" name="Group 163"/>
            <p:cNvGrpSpPr/>
            <p:nvPr/>
          </p:nvGrpSpPr>
          <p:grpSpPr>
            <a:xfrm flipV="1">
              <a:off x="3686" y="243"/>
              <a:ext cx="177" cy="66"/>
              <a:chOff x="2848" y="848"/>
              <a:chExt cx="140" cy="98"/>
            </a:xfrm>
          </p:grpSpPr>
          <p:sp>
            <p:nvSpPr>
              <p:cNvPr id="142464" name="Line 16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65" name="Line 16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66" name="Line 16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2348" name="Group 167"/>
          <p:cNvGrpSpPr/>
          <p:nvPr/>
        </p:nvGrpSpPr>
        <p:grpSpPr>
          <a:xfrm>
            <a:off x="5100638" y="5730875"/>
            <a:ext cx="501650" cy="233363"/>
            <a:chOff x="3600" y="219"/>
            <a:chExt cx="360" cy="175"/>
          </a:xfrm>
        </p:grpSpPr>
        <p:sp>
          <p:nvSpPr>
            <p:cNvPr id="142444" name="Oval 168"/>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45" name="Line 16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2446" name="Line 17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2447" name="Rectangle 171"/>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448" name="Oval 17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449" name="Group 173"/>
            <p:cNvGrpSpPr/>
            <p:nvPr/>
          </p:nvGrpSpPr>
          <p:grpSpPr>
            <a:xfrm>
              <a:off x="3686" y="244"/>
              <a:ext cx="177" cy="66"/>
              <a:chOff x="2848" y="848"/>
              <a:chExt cx="140" cy="98"/>
            </a:xfrm>
          </p:grpSpPr>
          <p:sp>
            <p:nvSpPr>
              <p:cNvPr id="142454" name="Line 17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55" name="Line 17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56" name="Line 17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450" name="Group 177"/>
            <p:cNvGrpSpPr/>
            <p:nvPr/>
          </p:nvGrpSpPr>
          <p:grpSpPr>
            <a:xfrm flipV="1">
              <a:off x="3686" y="243"/>
              <a:ext cx="177" cy="66"/>
              <a:chOff x="2848" y="848"/>
              <a:chExt cx="140" cy="98"/>
            </a:xfrm>
          </p:grpSpPr>
          <p:sp>
            <p:nvSpPr>
              <p:cNvPr id="142451" name="Line 17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52" name="Line 17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53" name="Line 18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2349" name="Group 209"/>
          <p:cNvGrpSpPr/>
          <p:nvPr/>
        </p:nvGrpSpPr>
        <p:grpSpPr>
          <a:xfrm>
            <a:off x="5545138" y="5075238"/>
            <a:ext cx="501650" cy="233362"/>
            <a:chOff x="3600" y="219"/>
            <a:chExt cx="360" cy="175"/>
          </a:xfrm>
        </p:grpSpPr>
        <p:sp>
          <p:nvSpPr>
            <p:cNvPr id="142431" name="Oval 210"/>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32" name="Line 211"/>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2433" name="Line 212"/>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2434" name="Rectangle 213"/>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435" name="Oval 214"/>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436" name="Group 215"/>
            <p:cNvGrpSpPr/>
            <p:nvPr/>
          </p:nvGrpSpPr>
          <p:grpSpPr>
            <a:xfrm>
              <a:off x="3686" y="244"/>
              <a:ext cx="177" cy="66"/>
              <a:chOff x="2848" y="848"/>
              <a:chExt cx="140" cy="98"/>
            </a:xfrm>
          </p:grpSpPr>
          <p:sp>
            <p:nvSpPr>
              <p:cNvPr id="142441" name="Line 21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42" name="Line 21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43" name="Line 21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437" name="Group 219"/>
            <p:cNvGrpSpPr/>
            <p:nvPr/>
          </p:nvGrpSpPr>
          <p:grpSpPr>
            <a:xfrm flipV="1">
              <a:off x="3686" y="243"/>
              <a:ext cx="177" cy="66"/>
              <a:chOff x="2848" y="848"/>
              <a:chExt cx="140" cy="98"/>
            </a:xfrm>
          </p:grpSpPr>
          <p:sp>
            <p:nvSpPr>
              <p:cNvPr id="142438" name="Line 22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39" name="Line 22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40" name="Line 22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2350" name="Group 427"/>
          <p:cNvGrpSpPr/>
          <p:nvPr/>
        </p:nvGrpSpPr>
        <p:grpSpPr>
          <a:xfrm>
            <a:off x="498475" y="3268663"/>
            <a:ext cx="1566863" cy="1987550"/>
            <a:chOff x="2366" y="929"/>
            <a:chExt cx="987" cy="1252"/>
          </a:xfrm>
        </p:grpSpPr>
        <p:graphicFrame>
          <p:nvGraphicFramePr>
            <p:cNvPr id="142421" name="Object 49"/>
            <p:cNvGraphicFramePr>
              <a:graphicFrameLocks noChangeAspect="1"/>
            </p:cNvGraphicFramePr>
            <p:nvPr/>
          </p:nvGraphicFramePr>
          <p:xfrm>
            <a:off x="2741" y="929"/>
            <a:ext cx="333" cy="264"/>
          </p:xfrm>
          <a:graphic>
            <a:graphicData uri="http://schemas.openxmlformats.org/presentationml/2006/ole">
              <mc:AlternateContent xmlns:mc="http://schemas.openxmlformats.org/markup-compatibility/2006">
                <mc:Choice xmlns:v="urn:schemas-microsoft-com:vml" Requires="v">
                  <p:oleObj r:id="rId2" imgW="13096875" imgH="10858500" progId="MS_ClipArt_Gallery.2">
                    <p:embed/>
                  </p:oleObj>
                </mc:Choice>
                <mc:Fallback>
                  <p:oleObj r:id="rId2" imgW="13096875" imgH="10858500" progId="MS_ClipArt_Gallery.2">
                    <p:embed/>
                    <p:pic>
                      <p:nvPicPr>
                        <p:cNvPr id="0" name="图片 3083"/>
                        <p:cNvPicPr/>
                        <p:nvPr/>
                      </p:nvPicPr>
                      <p:blipFill>
                        <a:blip r:embed="rId3"/>
                        <a:stretch>
                          <a:fillRect/>
                        </a:stretch>
                      </p:blipFill>
                      <p:spPr>
                        <a:xfrm>
                          <a:off x="2741" y="929"/>
                          <a:ext cx="333" cy="264"/>
                        </a:xfrm>
                        <a:prstGeom prst="rect">
                          <a:avLst/>
                        </a:prstGeom>
                        <a:noFill/>
                        <a:ln w="38100">
                          <a:noFill/>
                          <a:miter/>
                        </a:ln>
                      </p:spPr>
                    </p:pic>
                  </p:oleObj>
                </mc:Fallback>
              </mc:AlternateContent>
            </a:graphicData>
          </a:graphic>
        </p:graphicFrame>
        <p:grpSp>
          <p:nvGrpSpPr>
            <p:cNvPr id="142422" name="Group 402"/>
            <p:cNvGrpSpPr/>
            <p:nvPr/>
          </p:nvGrpSpPr>
          <p:grpSpPr>
            <a:xfrm>
              <a:off x="2366" y="1145"/>
              <a:ext cx="987" cy="1036"/>
              <a:chOff x="2956" y="969"/>
              <a:chExt cx="513" cy="529"/>
            </a:xfrm>
          </p:grpSpPr>
          <p:sp>
            <p:nvSpPr>
              <p:cNvPr id="142423" name="Rectangle 403"/>
              <p:cNvSpPr/>
              <p:nvPr/>
            </p:nvSpPr>
            <p:spPr>
              <a:xfrm>
                <a:off x="3018" y="969"/>
                <a:ext cx="426" cy="489"/>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24" name="Rectangle 404"/>
              <p:cNvSpPr/>
              <p:nvPr/>
            </p:nvSpPr>
            <p:spPr>
              <a:xfrm>
                <a:off x="2997" y="984"/>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25" name="Rectangle 405"/>
              <p:cNvSpPr/>
              <p:nvPr/>
            </p:nvSpPr>
            <p:spPr>
              <a:xfrm>
                <a:off x="3000" y="1185"/>
                <a:ext cx="432" cy="108"/>
              </a:xfrm>
              <a:prstGeom prst="rect">
                <a:avLst/>
              </a:prstGeom>
              <a:solidFill>
                <a:srgbClr val="FF0000"/>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26" name="Text Box 406"/>
              <p:cNvSpPr txBox="1"/>
              <p:nvPr/>
            </p:nvSpPr>
            <p:spPr>
              <a:xfrm>
                <a:off x="2956" y="978"/>
                <a:ext cx="513" cy="520"/>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2000"/>
                  <a:t>application</a:t>
                </a:r>
              </a:p>
              <a:p>
                <a:pPr marL="0" lvl="0" indent="0" algn="ctr">
                  <a:spcBef>
                    <a:spcPct val="0"/>
                  </a:spcBef>
                  <a:buClrTx/>
                  <a:buSzTx/>
                  <a:buFontTx/>
                  <a:buNone/>
                </a:pPr>
                <a:r>
                  <a:rPr lang="en-US" altLang="zh-CN" sz="2000"/>
                  <a:t>transport</a:t>
                </a:r>
              </a:p>
              <a:p>
                <a:pPr marL="0" lvl="0" indent="0" algn="ctr">
                  <a:spcBef>
                    <a:spcPct val="0"/>
                  </a:spcBef>
                  <a:buClrTx/>
                  <a:buSzTx/>
                  <a:buFontTx/>
                  <a:buNone/>
                </a:pPr>
                <a:r>
                  <a:rPr lang="en-US" altLang="zh-CN" sz="2000">
                    <a:solidFill>
                      <a:schemeClr val="bg1"/>
                    </a:solidFill>
                  </a:rPr>
                  <a:t>network</a:t>
                </a:r>
                <a:endParaRPr lang="en-US" altLang="zh-CN" sz="2000"/>
              </a:p>
              <a:p>
                <a:pPr marL="0" lvl="0" indent="0" algn="ctr">
                  <a:spcBef>
                    <a:spcPct val="0"/>
                  </a:spcBef>
                  <a:buClrTx/>
                  <a:buSzTx/>
                  <a:buFontTx/>
                  <a:buNone/>
                </a:pPr>
                <a:r>
                  <a:rPr lang="en-US" altLang="zh-CN" sz="2000"/>
                  <a:t>data link</a:t>
                </a:r>
              </a:p>
              <a:p>
                <a:pPr marL="0" lvl="0" indent="0" algn="ctr">
                  <a:spcBef>
                    <a:spcPct val="0"/>
                  </a:spcBef>
                  <a:buClrTx/>
                  <a:buSzTx/>
                  <a:buFontTx/>
                  <a:buNone/>
                </a:pPr>
                <a:r>
                  <a:rPr lang="en-US" altLang="zh-CN" sz="2000"/>
                  <a:t>physical</a:t>
                </a:r>
                <a:endParaRPr lang="en-US" altLang="zh-CN" sz="2000">
                  <a:latin typeface="Times New Roman" panose="02020503050405090304" charset="0"/>
                </a:endParaRPr>
              </a:p>
            </p:txBody>
          </p:sp>
          <p:sp>
            <p:nvSpPr>
              <p:cNvPr id="142427" name="Line 407"/>
              <p:cNvSpPr/>
              <p:nvPr/>
            </p:nvSpPr>
            <p:spPr>
              <a:xfrm>
                <a:off x="2997" y="1194"/>
                <a:ext cx="435" cy="3"/>
              </a:xfrm>
              <a:prstGeom prst="line">
                <a:avLst/>
              </a:prstGeom>
              <a:ln w="12700" cap="flat" cmpd="sng">
                <a:solidFill>
                  <a:schemeClr val="tx1"/>
                </a:solidFill>
                <a:prstDash val="solid"/>
                <a:headEnd type="none" w="med" len="med"/>
                <a:tailEnd type="none" w="med" len="med"/>
              </a:ln>
            </p:spPr>
          </p:sp>
          <p:sp>
            <p:nvSpPr>
              <p:cNvPr id="142428" name="Line 408"/>
              <p:cNvSpPr/>
              <p:nvPr/>
            </p:nvSpPr>
            <p:spPr>
              <a:xfrm>
                <a:off x="3003" y="1290"/>
                <a:ext cx="435" cy="3"/>
              </a:xfrm>
              <a:prstGeom prst="line">
                <a:avLst/>
              </a:prstGeom>
              <a:ln w="12700" cap="flat" cmpd="sng">
                <a:solidFill>
                  <a:schemeClr val="tx1"/>
                </a:solidFill>
                <a:prstDash val="solid"/>
                <a:headEnd type="none" w="med" len="med"/>
                <a:tailEnd type="none" w="med" len="med"/>
              </a:ln>
            </p:spPr>
          </p:sp>
          <p:sp>
            <p:nvSpPr>
              <p:cNvPr id="142429" name="Line 409"/>
              <p:cNvSpPr/>
              <p:nvPr/>
            </p:nvSpPr>
            <p:spPr>
              <a:xfrm>
                <a:off x="3003" y="1374"/>
                <a:ext cx="435" cy="3"/>
              </a:xfrm>
              <a:prstGeom prst="line">
                <a:avLst/>
              </a:prstGeom>
              <a:ln w="12700" cap="flat" cmpd="sng">
                <a:solidFill>
                  <a:schemeClr val="tx1"/>
                </a:solidFill>
                <a:prstDash val="solid"/>
                <a:headEnd type="none" w="med" len="med"/>
                <a:tailEnd type="none" w="med" len="med"/>
              </a:ln>
            </p:spPr>
          </p:sp>
          <p:sp>
            <p:nvSpPr>
              <p:cNvPr id="142430" name="Line 410"/>
              <p:cNvSpPr/>
              <p:nvPr/>
            </p:nvSpPr>
            <p:spPr>
              <a:xfrm>
                <a:off x="3003" y="1092"/>
                <a:ext cx="435" cy="3"/>
              </a:xfrm>
              <a:prstGeom prst="line">
                <a:avLst/>
              </a:prstGeom>
              <a:ln w="12700" cap="flat" cmpd="sng">
                <a:solidFill>
                  <a:schemeClr val="tx1"/>
                </a:solidFill>
                <a:prstDash val="solid"/>
                <a:headEnd type="none" w="med" len="med"/>
                <a:tailEnd type="none" w="med" len="med"/>
              </a:ln>
            </p:spPr>
          </p:sp>
        </p:grpSp>
      </p:grpSp>
      <p:sp>
        <p:nvSpPr>
          <p:cNvPr id="142351" name="Freeform 420"/>
          <p:cNvSpPr/>
          <p:nvPr/>
        </p:nvSpPr>
        <p:spPr>
          <a:xfrm>
            <a:off x="5051425" y="4892675"/>
            <a:ext cx="504825" cy="307975"/>
          </a:xfrm>
          <a:custGeom>
            <a:avLst/>
            <a:gdLst>
              <a:gd name="txL" fmla="*/ 0 w 318"/>
              <a:gd name="txT" fmla="*/ 0 h 194"/>
              <a:gd name="txR" fmla="*/ 318 w 318"/>
              <a:gd name="txB" fmla="*/ 194 h 194"/>
            </a:gdLst>
            <a:ahLst/>
            <a:cxnLst>
              <a:cxn ang="0">
                <a:pos x="0" y="0"/>
              </a:cxn>
              <a:cxn ang="0">
                <a:pos x="2147483646" y="2147483646"/>
              </a:cxn>
            </a:cxnLst>
            <a:rect l="txL" t="txT" r="txR" b="txB"/>
            <a:pathLst>
              <a:path w="318" h="194">
                <a:moveTo>
                  <a:pt x="0" y="0"/>
                </a:moveTo>
                <a:lnTo>
                  <a:pt x="318" y="19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2352" name="Freeform 421"/>
          <p:cNvSpPr/>
          <p:nvPr/>
        </p:nvSpPr>
        <p:spPr>
          <a:xfrm>
            <a:off x="3986213" y="5284788"/>
            <a:ext cx="481012" cy="238125"/>
          </a:xfrm>
          <a:custGeom>
            <a:avLst/>
            <a:gdLst>
              <a:gd name="txL" fmla="*/ 0 w 294"/>
              <a:gd name="txT" fmla="*/ 0 h 174"/>
              <a:gd name="txR" fmla="*/ 294 w 294"/>
              <a:gd name="txB" fmla="*/ 174 h 174"/>
            </a:gdLst>
            <a:ahLst/>
            <a:cxnLst>
              <a:cxn ang="0">
                <a:pos x="0" y="0"/>
              </a:cxn>
              <a:cxn ang="0">
                <a:pos x="2147483646" y="2147483646"/>
              </a:cxn>
            </a:cxnLst>
            <a:rect l="txL" t="txT" r="txR" b="txB"/>
            <a:pathLst>
              <a:path w="294" h="174">
                <a:moveTo>
                  <a:pt x="0" y="0"/>
                </a:moveTo>
                <a:lnTo>
                  <a:pt x="294" y="17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2353" name="Freeform 422"/>
          <p:cNvSpPr/>
          <p:nvPr/>
        </p:nvSpPr>
        <p:spPr>
          <a:xfrm>
            <a:off x="4933950" y="5260975"/>
            <a:ext cx="628650" cy="247650"/>
          </a:xfrm>
          <a:custGeom>
            <a:avLst/>
            <a:gdLst>
              <a:gd name="txL" fmla="*/ 0 w 378"/>
              <a:gd name="txT" fmla="*/ 0 h 174"/>
              <a:gd name="txR" fmla="*/ 378 w 378"/>
              <a:gd name="txB" fmla="*/ 174 h 174"/>
            </a:gdLst>
            <a:ahLst/>
            <a:cxnLst>
              <a:cxn ang="0">
                <a:pos x="0" y="2147483646"/>
              </a:cxn>
              <a:cxn ang="0">
                <a:pos x="2147483646" y="0"/>
              </a:cxn>
            </a:cxnLst>
            <a:rect l="txL" t="txT" r="txR" b="txB"/>
            <a:pathLst>
              <a:path w="378" h="174">
                <a:moveTo>
                  <a:pt x="0" y="174"/>
                </a:moveTo>
                <a:lnTo>
                  <a:pt x="37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2354" name="Freeform 423"/>
          <p:cNvSpPr/>
          <p:nvPr/>
        </p:nvSpPr>
        <p:spPr>
          <a:xfrm>
            <a:off x="5600700" y="5314950"/>
            <a:ext cx="206375" cy="508000"/>
          </a:xfrm>
          <a:custGeom>
            <a:avLst/>
            <a:gdLst>
              <a:gd name="txL" fmla="*/ 0 w 118"/>
              <a:gd name="txT" fmla="*/ 0 h 500"/>
              <a:gd name="txR" fmla="*/ 118 w 118"/>
              <a:gd name="txB" fmla="*/ 500 h 500"/>
            </a:gdLst>
            <a:ahLst/>
            <a:cxnLst>
              <a:cxn ang="0">
                <a:pos x="0" y="2147483646"/>
              </a:cxn>
              <a:cxn ang="0">
                <a:pos x="2147483646" y="0"/>
              </a:cxn>
            </a:cxnLst>
            <a:rect l="txL" t="txT" r="txR" b="txB"/>
            <a:pathLst>
              <a:path w="118" h="500">
                <a:moveTo>
                  <a:pt x="0" y="500"/>
                </a:moveTo>
                <a:lnTo>
                  <a:pt x="11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2355" name="Freeform 424"/>
          <p:cNvSpPr/>
          <p:nvPr/>
        </p:nvSpPr>
        <p:spPr>
          <a:xfrm>
            <a:off x="4365625" y="5848350"/>
            <a:ext cx="736600" cy="74613"/>
          </a:xfrm>
          <a:custGeom>
            <a:avLst/>
            <a:gdLst>
              <a:gd name="txL" fmla="*/ 0 w 370"/>
              <a:gd name="txT" fmla="*/ 0 h 32"/>
              <a:gd name="txR" fmla="*/ 370 w 370"/>
              <a:gd name="txB" fmla="*/ 32 h 32"/>
            </a:gdLst>
            <a:ahLst/>
            <a:cxnLst>
              <a:cxn ang="0">
                <a:pos x="2147483646" y="2147483646"/>
              </a:cxn>
              <a:cxn ang="0">
                <a:pos x="0" y="0"/>
              </a:cxn>
            </a:cxnLst>
            <a:rect l="txL" t="txT" r="txR" b="txB"/>
            <a:pathLst>
              <a:path w="370" h="32">
                <a:moveTo>
                  <a:pt x="370" y="32"/>
                </a:move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2356" name="Freeform 425"/>
          <p:cNvSpPr/>
          <p:nvPr/>
        </p:nvSpPr>
        <p:spPr>
          <a:xfrm>
            <a:off x="3829050" y="5308600"/>
            <a:ext cx="193675" cy="425450"/>
          </a:xfrm>
          <a:custGeom>
            <a:avLst/>
            <a:gdLst>
              <a:gd name="txL" fmla="*/ 0 w 176"/>
              <a:gd name="txT" fmla="*/ 0 h 412"/>
              <a:gd name="txR" fmla="*/ 176 w 176"/>
              <a:gd name="txB" fmla="*/ 412 h 412"/>
            </a:gdLst>
            <a:ahLst/>
            <a:cxnLst>
              <a:cxn ang="0">
                <a:pos x="2147483646" y="2147483646"/>
              </a:cxn>
              <a:cxn ang="0">
                <a:pos x="2147483646" y="2147483646"/>
              </a:cxn>
              <a:cxn ang="0">
                <a:pos x="0" y="0"/>
              </a:cxn>
            </a:cxnLst>
            <a:rect l="txL" t="txT" r="txR" b="txB"/>
            <a:pathLst>
              <a:path w="176" h="412">
                <a:moveTo>
                  <a:pt x="162" y="408"/>
                </a:moveTo>
                <a:lnTo>
                  <a:pt x="176" y="412"/>
                </a:ln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nvGrpSpPr>
          <p:cNvPr id="142357" name="Group 428"/>
          <p:cNvGrpSpPr/>
          <p:nvPr/>
        </p:nvGrpSpPr>
        <p:grpSpPr>
          <a:xfrm>
            <a:off x="7280275" y="3440113"/>
            <a:ext cx="1566863" cy="1987550"/>
            <a:chOff x="2366" y="929"/>
            <a:chExt cx="987" cy="1252"/>
          </a:xfrm>
        </p:grpSpPr>
        <p:graphicFrame>
          <p:nvGraphicFramePr>
            <p:cNvPr id="142411" name="Object 429"/>
            <p:cNvGraphicFramePr>
              <a:graphicFrameLocks noChangeAspect="1"/>
            </p:cNvGraphicFramePr>
            <p:nvPr/>
          </p:nvGraphicFramePr>
          <p:xfrm>
            <a:off x="2741" y="929"/>
            <a:ext cx="333" cy="264"/>
          </p:xfrm>
          <a:graphic>
            <a:graphicData uri="http://schemas.openxmlformats.org/presentationml/2006/ole">
              <mc:AlternateContent xmlns:mc="http://schemas.openxmlformats.org/markup-compatibility/2006">
                <mc:Choice xmlns:v="urn:schemas-microsoft-com:vml" Requires="v">
                  <p:oleObj r:id="rId2" imgW="13096875" imgH="10858500" progId="MS_ClipArt_Gallery.2">
                    <p:embed/>
                  </p:oleObj>
                </mc:Choice>
                <mc:Fallback>
                  <p:oleObj r:id="rId2" imgW="13096875" imgH="10858500" progId="MS_ClipArt_Gallery.2">
                    <p:embed/>
                    <p:pic>
                      <p:nvPicPr>
                        <p:cNvPr id="0" name="图片 3084"/>
                        <p:cNvPicPr/>
                        <p:nvPr/>
                      </p:nvPicPr>
                      <p:blipFill>
                        <a:blip r:embed="rId3"/>
                        <a:stretch>
                          <a:fillRect/>
                        </a:stretch>
                      </p:blipFill>
                      <p:spPr>
                        <a:xfrm>
                          <a:off x="2741" y="929"/>
                          <a:ext cx="333" cy="264"/>
                        </a:xfrm>
                        <a:prstGeom prst="rect">
                          <a:avLst/>
                        </a:prstGeom>
                        <a:noFill/>
                        <a:ln w="38100">
                          <a:noFill/>
                          <a:miter/>
                        </a:ln>
                      </p:spPr>
                    </p:pic>
                  </p:oleObj>
                </mc:Fallback>
              </mc:AlternateContent>
            </a:graphicData>
          </a:graphic>
        </p:graphicFrame>
        <p:grpSp>
          <p:nvGrpSpPr>
            <p:cNvPr id="142412" name="Group 430"/>
            <p:cNvGrpSpPr/>
            <p:nvPr/>
          </p:nvGrpSpPr>
          <p:grpSpPr>
            <a:xfrm>
              <a:off x="2366" y="1145"/>
              <a:ext cx="987" cy="1036"/>
              <a:chOff x="2956" y="969"/>
              <a:chExt cx="513" cy="529"/>
            </a:xfrm>
          </p:grpSpPr>
          <p:sp>
            <p:nvSpPr>
              <p:cNvPr id="142413" name="Rectangle 431"/>
              <p:cNvSpPr/>
              <p:nvPr/>
            </p:nvSpPr>
            <p:spPr>
              <a:xfrm>
                <a:off x="3018" y="969"/>
                <a:ext cx="426" cy="489"/>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14" name="Rectangle 432"/>
              <p:cNvSpPr/>
              <p:nvPr/>
            </p:nvSpPr>
            <p:spPr>
              <a:xfrm>
                <a:off x="2997" y="984"/>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15" name="Rectangle 433"/>
              <p:cNvSpPr/>
              <p:nvPr/>
            </p:nvSpPr>
            <p:spPr>
              <a:xfrm>
                <a:off x="3000" y="1185"/>
                <a:ext cx="432" cy="108"/>
              </a:xfrm>
              <a:prstGeom prst="rect">
                <a:avLst/>
              </a:prstGeom>
              <a:solidFill>
                <a:srgbClr val="FF0000"/>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416" name="Text Box 434"/>
              <p:cNvSpPr txBox="1"/>
              <p:nvPr/>
            </p:nvSpPr>
            <p:spPr>
              <a:xfrm>
                <a:off x="2956" y="978"/>
                <a:ext cx="513" cy="520"/>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2000"/>
                  <a:t>application</a:t>
                </a:r>
              </a:p>
              <a:p>
                <a:pPr marL="0" lvl="0" indent="0" algn="ctr">
                  <a:spcBef>
                    <a:spcPct val="0"/>
                  </a:spcBef>
                  <a:buClrTx/>
                  <a:buSzTx/>
                  <a:buFontTx/>
                  <a:buNone/>
                </a:pPr>
                <a:r>
                  <a:rPr lang="en-US" altLang="zh-CN" sz="2000"/>
                  <a:t>transport</a:t>
                </a:r>
              </a:p>
              <a:p>
                <a:pPr marL="0" lvl="0" indent="0" algn="ctr">
                  <a:spcBef>
                    <a:spcPct val="0"/>
                  </a:spcBef>
                  <a:buClrTx/>
                  <a:buSzTx/>
                  <a:buFontTx/>
                  <a:buNone/>
                </a:pPr>
                <a:r>
                  <a:rPr lang="en-US" altLang="zh-CN" sz="2000">
                    <a:solidFill>
                      <a:schemeClr val="bg1"/>
                    </a:solidFill>
                  </a:rPr>
                  <a:t>network</a:t>
                </a:r>
                <a:endParaRPr lang="en-US" altLang="zh-CN" sz="2000"/>
              </a:p>
              <a:p>
                <a:pPr marL="0" lvl="0" indent="0" algn="ctr">
                  <a:spcBef>
                    <a:spcPct val="0"/>
                  </a:spcBef>
                  <a:buClrTx/>
                  <a:buSzTx/>
                  <a:buFontTx/>
                  <a:buNone/>
                </a:pPr>
                <a:r>
                  <a:rPr lang="en-US" altLang="zh-CN" sz="2000"/>
                  <a:t>data link</a:t>
                </a:r>
              </a:p>
              <a:p>
                <a:pPr marL="0" lvl="0" indent="0" algn="ctr">
                  <a:spcBef>
                    <a:spcPct val="0"/>
                  </a:spcBef>
                  <a:buClrTx/>
                  <a:buSzTx/>
                  <a:buFontTx/>
                  <a:buNone/>
                </a:pPr>
                <a:r>
                  <a:rPr lang="en-US" altLang="zh-CN" sz="2000"/>
                  <a:t>physical</a:t>
                </a:r>
                <a:endParaRPr lang="en-US" altLang="zh-CN" sz="2000">
                  <a:latin typeface="Times New Roman" panose="02020503050405090304" charset="0"/>
                </a:endParaRPr>
              </a:p>
            </p:txBody>
          </p:sp>
          <p:sp>
            <p:nvSpPr>
              <p:cNvPr id="142417" name="Line 435"/>
              <p:cNvSpPr/>
              <p:nvPr/>
            </p:nvSpPr>
            <p:spPr>
              <a:xfrm>
                <a:off x="2997" y="1194"/>
                <a:ext cx="435" cy="3"/>
              </a:xfrm>
              <a:prstGeom prst="line">
                <a:avLst/>
              </a:prstGeom>
              <a:ln w="12700" cap="flat" cmpd="sng">
                <a:solidFill>
                  <a:schemeClr val="tx1"/>
                </a:solidFill>
                <a:prstDash val="solid"/>
                <a:headEnd type="none" w="med" len="med"/>
                <a:tailEnd type="none" w="med" len="med"/>
              </a:ln>
            </p:spPr>
          </p:sp>
          <p:sp>
            <p:nvSpPr>
              <p:cNvPr id="142418" name="Line 436"/>
              <p:cNvSpPr/>
              <p:nvPr/>
            </p:nvSpPr>
            <p:spPr>
              <a:xfrm>
                <a:off x="3003" y="1290"/>
                <a:ext cx="435" cy="3"/>
              </a:xfrm>
              <a:prstGeom prst="line">
                <a:avLst/>
              </a:prstGeom>
              <a:ln w="12700" cap="flat" cmpd="sng">
                <a:solidFill>
                  <a:schemeClr val="tx1"/>
                </a:solidFill>
                <a:prstDash val="solid"/>
                <a:headEnd type="none" w="med" len="med"/>
                <a:tailEnd type="none" w="med" len="med"/>
              </a:ln>
            </p:spPr>
          </p:sp>
          <p:sp>
            <p:nvSpPr>
              <p:cNvPr id="142419" name="Line 437"/>
              <p:cNvSpPr/>
              <p:nvPr/>
            </p:nvSpPr>
            <p:spPr>
              <a:xfrm>
                <a:off x="3003" y="1374"/>
                <a:ext cx="435" cy="3"/>
              </a:xfrm>
              <a:prstGeom prst="line">
                <a:avLst/>
              </a:prstGeom>
              <a:ln w="12700" cap="flat" cmpd="sng">
                <a:solidFill>
                  <a:schemeClr val="tx1"/>
                </a:solidFill>
                <a:prstDash val="solid"/>
                <a:headEnd type="none" w="med" len="med"/>
                <a:tailEnd type="none" w="med" len="med"/>
              </a:ln>
            </p:spPr>
          </p:sp>
          <p:sp>
            <p:nvSpPr>
              <p:cNvPr id="142420" name="Line 438"/>
              <p:cNvSpPr/>
              <p:nvPr/>
            </p:nvSpPr>
            <p:spPr>
              <a:xfrm>
                <a:off x="3003" y="1092"/>
                <a:ext cx="435" cy="3"/>
              </a:xfrm>
              <a:prstGeom prst="line">
                <a:avLst/>
              </a:prstGeom>
              <a:ln w="12700" cap="flat" cmpd="sng">
                <a:solidFill>
                  <a:schemeClr val="tx1"/>
                </a:solidFill>
                <a:prstDash val="solid"/>
                <a:headEnd type="none" w="med" len="med"/>
                <a:tailEnd type="none" w="med" len="med"/>
              </a:ln>
            </p:spPr>
          </p:sp>
        </p:grpSp>
      </p:grpSp>
      <p:sp>
        <p:nvSpPr>
          <p:cNvPr id="142358" name="Line 439"/>
          <p:cNvSpPr/>
          <p:nvPr/>
        </p:nvSpPr>
        <p:spPr>
          <a:xfrm rot="-5400000" flipH="1" flipV="1">
            <a:off x="6721475" y="4530725"/>
            <a:ext cx="6350" cy="1403350"/>
          </a:xfrm>
          <a:prstGeom prst="line">
            <a:avLst/>
          </a:prstGeom>
          <a:ln w="12700" cap="flat" cmpd="sng">
            <a:solidFill>
              <a:schemeClr val="tx1"/>
            </a:solidFill>
            <a:prstDash val="solid"/>
            <a:headEnd type="none" w="med" len="med"/>
            <a:tailEnd type="none" w="med" len="med"/>
          </a:ln>
        </p:spPr>
      </p:sp>
      <p:sp>
        <p:nvSpPr>
          <p:cNvPr id="111041" name="Text Box 449"/>
          <p:cNvSpPr txBox="1"/>
          <p:nvPr/>
        </p:nvSpPr>
        <p:spPr>
          <a:xfrm>
            <a:off x="1927225" y="4473575"/>
            <a:ext cx="1670050" cy="36671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800">
                <a:solidFill>
                  <a:srgbClr val="FF0000"/>
                </a:solidFill>
              </a:rPr>
              <a:t>1. Initiate call</a:t>
            </a:r>
            <a:endParaRPr lang="en-US" altLang="zh-CN" sz="2400">
              <a:latin typeface="Times New Roman" panose="02020503050405090304" charset="0"/>
            </a:endParaRPr>
          </a:p>
        </p:txBody>
      </p:sp>
      <p:sp>
        <p:nvSpPr>
          <p:cNvPr id="111043" name="Freeform 451"/>
          <p:cNvSpPr/>
          <p:nvPr/>
        </p:nvSpPr>
        <p:spPr>
          <a:xfrm>
            <a:off x="2057400" y="4822825"/>
            <a:ext cx="5305425" cy="862013"/>
          </a:xfrm>
          <a:custGeom>
            <a:avLst/>
            <a:gdLst>
              <a:gd name="txL" fmla="*/ 0 w 3342"/>
              <a:gd name="txT" fmla="*/ 0 h 543"/>
              <a:gd name="txR" fmla="*/ 3342 w 3342"/>
              <a:gd name="txB" fmla="*/ 543 h 543"/>
            </a:gdLst>
            <a:ahLst/>
            <a:cxnLst>
              <a:cxn ang="0">
                <a:pos x="0"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3342" h="543">
                <a:moveTo>
                  <a:pt x="0" y="0"/>
                </a:moveTo>
                <a:lnTo>
                  <a:pt x="3" y="234"/>
                </a:lnTo>
                <a:lnTo>
                  <a:pt x="939" y="234"/>
                </a:lnTo>
                <a:lnTo>
                  <a:pt x="1617" y="543"/>
                </a:lnTo>
                <a:lnTo>
                  <a:pt x="1818" y="543"/>
                </a:lnTo>
                <a:lnTo>
                  <a:pt x="2364" y="300"/>
                </a:lnTo>
                <a:lnTo>
                  <a:pt x="3342" y="306"/>
                </a:lnTo>
                <a:lnTo>
                  <a:pt x="3336" y="12"/>
                </a:lnTo>
              </a:path>
            </a:pathLst>
          </a:custGeom>
          <a:noFill/>
          <a:ln w="28575" cap="flat" cmpd="sng">
            <a:solidFill>
              <a:srgbClr val="FF0000">
                <a:alpha val="100000"/>
              </a:srgbClr>
            </a:solidFill>
            <a:prstDash val="solid"/>
            <a:round/>
            <a:headEnd type="none" w="med" len="med"/>
            <a:tailEnd type="triangle" w="med" len="med"/>
          </a:ln>
        </p:spPr>
        <p:txBody>
          <a:bodyPr/>
          <a:lstStyle/>
          <a:p>
            <a:endParaRPr lang="zh-CN" altLang="en-US"/>
          </a:p>
        </p:txBody>
      </p:sp>
      <p:sp>
        <p:nvSpPr>
          <p:cNvPr id="111044" name="Text Box 452"/>
          <p:cNvSpPr txBox="1"/>
          <p:nvPr/>
        </p:nvSpPr>
        <p:spPr>
          <a:xfrm>
            <a:off x="5646738" y="4540250"/>
            <a:ext cx="1778000" cy="36671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800">
                <a:solidFill>
                  <a:srgbClr val="FF0000"/>
                </a:solidFill>
              </a:rPr>
              <a:t>2. incoming call</a:t>
            </a:r>
            <a:endParaRPr lang="en-US" altLang="zh-CN" sz="2400">
              <a:latin typeface="Times New Roman" panose="02020503050405090304" charset="0"/>
            </a:endParaRPr>
          </a:p>
        </p:txBody>
      </p:sp>
      <p:sp>
        <p:nvSpPr>
          <p:cNvPr id="111045" name="Text Box 453"/>
          <p:cNvSpPr txBox="1"/>
          <p:nvPr/>
        </p:nvSpPr>
        <p:spPr>
          <a:xfrm>
            <a:off x="5768975" y="4206875"/>
            <a:ext cx="1633538" cy="36671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800">
                <a:solidFill>
                  <a:srgbClr val="FF0000"/>
                </a:solidFill>
              </a:rPr>
              <a:t>3. Accept call</a:t>
            </a:r>
            <a:endParaRPr lang="en-US" altLang="zh-CN" sz="2400">
              <a:latin typeface="Times New Roman" panose="02020503050405090304" charset="0"/>
            </a:endParaRPr>
          </a:p>
        </p:txBody>
      </p:sp>
      <p:sp>
        <p:nvSpPr>
          <p:cNvPr id="111046" name="Freeform 454"/>
          <p:cNvSpPr/>
          <p:nvPr/>
        </p:nvSpPr>
        <p:spPr>
          <a:xfrm>
            <a:off x="2162175" y="4470400"/>
            <a:ext cx="5057775" cy="1123950"/>
          </a:xfrm>
          <a:custGeom>
            <a:avLst/>
            <a:gdLst>
              <a:gd name="txL" fmla="*/ 0 w 3186"/>
              <a:gd name="txT" fmla="*/ 0 h 708"/>
              <a:gd name="txR" fmla="*/ 3186 w 3186"/>
              <a:gd name="txB" fmla="*/ 708 h 708"/>
            </a:gdLst>
            <a:ahLst/>
            <a:cxnLst>
              <a:cxn ang="0">
                <a:pos x="0" y="2147483646"/>
              </a:cxn>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rect l="txL" t="txT" r="txR" b="txB"/>
            <a:pathLst>
              <a:path w="3186" h="708">
                <a:moveTo>
                  <a:pt x="0" y="12"/>
                </a:moveTo>
                <a:lnTo>
                  <a:pt x="0" y="381"/>
                </a:lnTo>
                <a:lnTo>
                  <a:pt x="882" y="384"/>
                </a:lnTo>
                <a:lnTo>
                  <a:pt x="1551" y="708"/>
                </a:lnTo>
                <a:lnTo>
                  <a:pt x="1742" y="708"/>
                </a:lnTo>
                <a:lnTo>
                  <a:pt x="2273" y="476"/>
                </a:lnTo>
                <a:lnTo>
                  <a:pt x="3186" y="470"/>
                </a:lnTo>
                <a:lnTo>
                  <a:pt x="3180" y="0"/>
                </a:lnTo>
              </a:path>
            </a:pathLst>
          </a:custGeom>
          <a:noFill/>
          <a:ln w="28575" cap="flat" cmpd="sng">
            <a:solidFill>
              <a:srgbClr val="FF0000">
                <a:alpha val="100000"/>
              </a:srgbClr>
            </a:solidFill>
            <a:prstDash val="solid"/>
            <a:round/>
            <a:headEnd type="triangle" w="med" len="med"/>
            <a:tailEnd type="none" w="med" len="med"/>
          </a:ln>
        </p:spPr>
        <p:txBody>
          <a:bodyPr/>
          <a:lstStyle/>
          <a:p>
            <a:endParaRPr lang="zh-CN" altLang="en-US"/>
          </a:p>
        </p:txBody>
      </p:sp>
      <p:sp>
        <p:nvSpPr>
          <p:cNvPr id="111047" name="Text Box 455"/>
          <p:cNvSpPr txBox="1"/>
          <p:nvPr/>
        </p:nvSpPr>
        <p:spPr>
          <a:xfrm>
            <a:off x="1892300" y="4187825"/>
            <a:ext cx="1984375" cy="36671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800">
                <a:solidFill>
                  <a:srgbClr val="FF0000"/>
                </a:solidFill>
              </a:rPr>
              <a:t>4. Call connected</a:t>
            </a:r>
            <a:endParaRPr lang="en-US" altLang="zh-CN" sz="2400">
              <a:latin typeface="Times New Roman" panose="02020503050405090304" charset="0"/>
            </a:endParaRPr>
          </a:p>
        </p:txBody>
      </p:sp>
      <p:sp>
        <p:nvSpPr>
          <p:cNvPr id="111048" name="Text Box 456"/>
          <p:cNvSpPr txBox="1"/>
          <p:nvPr/>
        </p:nvSpPr>
        <p:spPr>
          <a:xfrm>
            <a:off x="1922463" y="3883025"/>
            <a:ext cx="2224087" cy="36671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800">
                <a:solidFill>
                  <a:schemeClr val="accent2"/>
                </a:solidFill>
              </a:rPr>
              <a:t>5. Data flow begins</a:t>
            </a:r>
            <a:endParaRPr lang="en-US" altLang="zh-CN" sz="2400">
              <a:latin typeface="Times New Roman" panose="02020503050405090304" charset="0"/>
            </a:endParaRPr>
          </a:p>
        </p:txBody>
      </p:sp>
      <p:sp>
        <p:nvSpPr>
          <p:cNvPr id="111049" name="Text Box 457"/>
          <p:cNvSpPr txBox="1"/>
          <p:nvPr/>
        </p:nvSpPr>
        <p:spPr>
          <a:xfrm>
            <a:off x="5603875" y="3835400"/>
            <a:ext cx="1806575" cy="36671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800">
                <a:solidFill>
                  <a:schemeClr val="accent2"/>
                </a:solidFill>
              </a:rPr>
              <a:t>6. Receive data</a:t>
            </a:r>
            <a:endParaRPr lang="en-US" altLang="zh-CN" sz="2400">
              <a:latin typeface="Times New Roman" panose="02020503050405090304" charset="0"/>
            </a:endParaRPr>
          </a:p>
        </p:txBody>
      </p:sp>
      <p:sp>
        <p:nvSpPr>
          <p:cNvPr id="111050" name="Freeform 458"/>
          <p:cNvSpPr/>
          <p:nvPr/>
        </p:nvSpPr>
        <p:spPr>
          <a:xfrm>
            <a:off x="2228850" y="4146550"/>
            <a:ext cx="4895850" cy="1343025"/>
          </a:xfrm>
          <a:custGeom>
            <a:avLst/>
            <a:gdLst>
              <a:gd name="txL" fmla="*/ 0 w 3084"/>
              <a:gd name="txT" fmla="*/ 0 h 846"/>
              <a:gd name="txR" fmla="*/ 3084 w 3084"/>
              <a:gd name="txB" fmla="*/ 846 h 846"/>
            </a:gdLst>
            <a:ahLst/>
            <a:cxnLst>
              <a:cxn ang="0">
                <a:pos x="0" y="2147483646"/>
              </a:cxn>
              <a:cxn ang="0">
                <a:pos x="0" y="2147483646"/>
              </a:cxn>
              <a:cxn ang="0">
                <a:pos x="2147483646" y="2147483646"/>
              </a:cxn>
              <a:cxn ang="0">
                <a:pos x="2147483646" y="2147483646"/>
              </a:cxn>
              <a:cxn ang="0">
                <a:pos x="2147483646" y="2147483646"/>
              </a:cxn>
              <a:cxn ang="0">
                <a:pos x="2147483646" y="2147483646"/>
              </a:cxn>
              <a:cxn ang="0">
                <a:pos x="2147483646" y="2147483646"/>
              </a:cxn>
              <a:cxn ang="0">
                <a:pos x="2147483646" y="0"/>
              </a:cxn>
            </a:cxnLst>
            <a:rect l="txL" t="txT" r="txR" b="txB"/>
            <a:pathLst>
              <a:path w="3084" h="846">
                <a:moveTo>
                  <a:pt x="0" y="18"/>
                </a:moveTo>
                <a:lnTo>
                  <a:pt x="0" y="531"/>
                </a:lnTo>
                <a:lnTo>
                  <a:pt x="846" y="534"/>
                </a:lnTo>
                <a:lnTo>
                  <a:pt x="1485" y="846"/>
                </a:lnTo>
                <a:lnTo>
                  <a:pt x="1698" y="843"/>
                </a:lnTo>
                <a:lnTo>
                  <a:pt x="2238" y="633"/>
                </a:lnTo>
                <a:lnTo>
                  <a:pt x="3084" y="633"/>
                </a:lnTo>
                <a:lnTo>
                  <a:pt x="3081" y="0"/>
                </a:lnTo>
              </a:path>
            </a:pathLst>
          </a:custGeom>
          <a:noFill/>
          <a:ln w="57150" cap="flat" cmpd="sng">
            <a:solidFill>
              <a:schemeClr val="accent2">
                <a:alpha val="100000"/>
              </a:schemeClr>
            </a:solidFill>
            <a:prstDash val="solid"/>
            <a:round/>
            <a:headEnd type="none" w="med" len="med"/>
            <a:tailEnd type="triangle" w="med" len="med"/>
          </a:ln>
        </p:spPr>
        <p:txBody>
          <a:bodyPr/>
          <a:lstStyle/>
          <a:p>
            <a:endParaRPr lang="zh-CN" altLang="en-US"/>
          </a:p>
        </p:txBody>
      </p:sp>
      <p:grpSp>
        <p:nvGrpSpPr>
          <p:cNvPr id="24" name="Group 530"/>
          <p:cNvGrpSpPr/>
          <p:nvPr/>
        </p:nvGrpSpPr>
        <p:grpSpPr>
          <a:xfrm>
            <a:off x="3514725" y="5064125"/>
            <a:ext cx="2530475" cy="600075"/>
            <a:chOff x="2214" y="3302"/>
            <a:chExt cx="1594" cy="378"/>
          </a:xfrm>
        </p:grpSpPr>
        <p:grpSp>
          <p:nvGrpSpPr>
            <p:cNvPr id="142369" name="Group 501"/>
            <p:cNvGrpSpPr/>
            <p:nvPr/>
          </p:nvGrpSpPr>
          <p:grpSpPr>
            <a:xfrm>
              <a:off x="2214" y="3302"/>
              <a:ext cx="316" cy="147"/>
              <a:chOff x="3120" y="2318"/>
              <a:chExt cx="316" cy="147"/>
            </a:xfrm>
          </p:grpSpPr>
          <p:sp>
            <p:nvSpPr>
              <p:cNvPr id="142398" name="Oval 488"/>
              <p:cNvSpPr/>
              <p:nvPr/>
            </p:nvSpPr>
            <p:spPr>
              <a:xfrm>
                <a:off x="3123" y="2384"/>
                <a:ext cx="313" cy="81"/>
              </a:xfrm>
              <a:prstGeom prst="ellipse">
                <a:avLst/>
              </a:prstGeom>
              <a:solidFill>
                <a:srgbClr val="FF0000"/>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399" name="Line 489"/>
              <p:cNvSpPr/>
              <p:nvPr/>
            </p:nvSpPr>
            <p:spPr>
              <a:xfrm>
                <a:off x="3123" y="2377"/>
                <a:ext cx="0" cy="50"/>
              </a:xfrm>
              <a:prstGeom prst="line">
                <a:avLst/>
              </a:prstGeom>
              <a:ln w="12700" cap="flat" cmpd="sng">
                <a:solidFill>
                  <a:schemeClr val="tx1"/>
                </a:solidFill>
                <a:prstDash val="solid"/>
                <a:headEnd type="none" w="med" len="med"/>
                <a:tailEnd type="none" w="med" len="med"/>
              </a:ln>
            </p:spPr>
          </p:sp>
          <p:sp>
            <p:nvSpPr>
              <p:cNvPr id="142400" name="Line 490"/>
              <p:cNvSpPr/>
              <p:nvPr/>
            </p:nvSpPr>
            <p:spPr>
              <a:xfrm>
                <a:off x="3436" y="2377"/>
                <a:ext cx="0" cy="50"/>
              </a:xfrm>
              <a:prstGeom prst="line">
                <a:avLst/>
              </a:prstGeom>
              <a:ln w="12700" cap="flat" cmpd="sng">
                <a:solidFill>
                  <a:schemeClr val="tx1"/>
                </a:solidFill>
                <a:prstDash val="solid"/>
                <a:headEnd type="none" w="med" len="med"/>
                <a:tailEnd type="none" w="med" len="med"/>
              </a:ln>
            </p:spPr>
          </p:sp>
          <p:sp>
            <p:nvSpPr>
              <p:cNvPr id="142401" name="Rectangle 491"/>
              <p:cNvSpPr/>
              <p:nvPr/>
            </p:nvSpPr>
            <p:spPr>
              <a:xfrm>
                <a:off x="3123" y="2377"/>
                <a:ext cx="310" cy="49"/>
              </a:xfrm>
              <a:prstGeom prst="rect">
                <a:avLst/>
              </a:prstGeom>
              <a:solidFill>
                <a:srgbClr val="FF0000"/>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402" name="Oval 492"/>
              <p:cNvSpPr/>
              <p:nvPr/>
            </p:nvSpPr>
            <p:spPr>
              <a:xfrm>
                <a:off x="3120" y="2318"/>
                <a:ext cx="313" cy="95"/>
              </a:xfrm>
              <a:prstGeom prst="ellipse">
                <a:avLst/>
              </a:prstGeom>
              <a:solidFill>
                <a:srgbClr val="FF0000"/>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403" name="Group 493"/>
              <p:cNvGrpSpPr/>
              <p:nvPr/>
            </p:nvGrpSpPr>
            <p:grpSpPr>
              <a:xfrm>
                <a:off x="3195" y="2339"/>
                <a:ext cx="156" cy="55"/>
                <a:chOff x="2848" y="848"/>
                <a:chExt cx="140" cy="98"/>
              </a:xfrm>
            </p:grpSpPr>
            <p:sp>
              <p:nvSpPr>
                <p:cNvPr id="142408" name="Line 49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09" name="Line 49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10" name="Line 49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404" name="Group 497"/>
              <p:cNvGrpSpPr/>
              <p:nvPr/>
            </p:nvGrpSpPr>
            <p:grpSpPr>
              <a:xfrm flipV="1">
                <a:off x="3195" y="2338"/>
                <a:ext cx="156" cy="56"/>
                <a:chOff x="2848" y="848"/>
                <a:chExt cx="140" cy="98"/>
              </a:xfrm>
            </p:grpSpPr>
            <p:sp>
              <p:nvSpPr>
                <p:cNvPr id="142405" name="Line 49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406" name="Line 49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407" name="Line 50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2370" name="Group 502"/>
            <p:cNvGrpSpPr/>
            <p:nvPr/>
          </p:nvGrpSpPr>
          <p:grpSpPr>
            <a:xfrm>
              <a:off x="2808" y="3533"/>
              <a:ext cx="316" cy="147"/>
              <a:chOff x="3120" y="2318"/>
              <a:chExt cx="316" cy="147"/>
            </a:xfrm>
          </p:grpSpPr>
          <p:sp>
            <p:nvSpPr>
              <p:cNvPr id="142385" name="Oval 503"/>
              <p:cNvSpPr/>
              <p:nvPr/>
            </p:nvSpPr>
            <p:spPr>
              <a:xfrm>
                <a:off x="3123" y="2384"/>
                <a:ext cx="313" cy="81"/>
              </a:xfrm>
              <a:prstGeom prst="ellipse">
                <a:avLst/>
              </a:prstGeom>
              <a:solidFill>
                <a:srgbClr val="FF0000"/>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386" name="Line 504"/>
              <p:cNvSpPr/>
              <p:nvPr/>
            </p:nvSpPr>
            <p:spPr>
              <a:xfrm>
                <a:off x="3123" y="2377"/>
                <a:ext cx="0" cy="50"/>
              </a:xfrm>
              <a:prstGeom prst="line">
                <a:avLst/>
              </a:prstGeom>
              <a:ln w="12700" cap="flat" cmpd="sng">
                <a:solidFill>
                  <a:schemeClr val="tx1"/>
                </a:solidFill>
                <a:prstDash val="solid"/>
                <a:headEnd type="none" w="med" len="med"/>
                <a:tailEnd type="none" w="med" len="med"/>
              </a:ln>
            </p:spPr>
          </p:sp>
          <p:sp>
            <p:nvSpPr>
              <p:cNvPr id="142387" name="Line 505"/>
              <p:cNvSpPr/>
              <p:nvPr/>
            </p:nvSpPr>
            <p:spPr>
              <a:xfrm>
                <a:off x="3436" y="2377"/>
                <a:ext cx="0" cy="50"/>
              </a:xfrm>
              <a:prstGeom prst="line">
                <a:avLst/>
              </a:prstGeom>
              <a:ln w="12700" cap="flat" cmpd="sng">
                <a:solidFill>
                  <a:schemeClr val="tx1"/>
                </a:solidFill>
                <a:prstDash val="solid"/>
                <a:headEnd type="none" w="med" len="med"/>
                <a:tailEnd type="none" w="med" len="med"/>
              </a:ln>
            </p:spPr>
          </p:sp>
          <p:sp>
            <p:nvSpPr>
              <p:cNvPr id="142388" name="Rectangle 506"/>
              <p:cNvSpPr/>
              <p:nvPr/>
            </p:nvSpPr>
            <p:spPr>
              <a:xfrm>
                <a:off x="3123" y="2377"/>
                <a:ext cx="310" cy="49"/>
              </a:xfrm>
              <a:prstGeom prst="rect">
                <a:avLst/>
              </a:prstGeom>
              <a:solidFill>
                <a:srgbClr val="FF0000"/>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389" name="Oval 507"/>
              <p:cNvSpPr/>
              <p:nvPr/>
            </p:nvSpPr>
            <p:spPr>
              <a:xfrm>
                <a:off x="3120" y="2318"/>
                <a:ext cx="313" cy="95"/>
              </a:xfrm>
              <a:prstGeom prst="ellipse">
                <a:avLst/>
              </a:prstGeom>
              <a:solidFill>
                <a:srgbClr val="FF0000"/>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390" name="Group 508"/>
              <p:cNvGrpSpPr/>
              <p:nvPr/>
            </p:nvGrpSpPr>
            <p:grpSpPr>
              <a:xfrm>
                <a:off x="3195" y="2339"/>
                <a:ext cx="156" cy="55"/>
                <a:chOff x="2848" y="848"/>
                <a:chExt cx="140" cy="98"/>
              </a:xfrm>
            </p:grpSpPr>
            <p:sp>
              <p:nvSpPr>
                <p:cNvPr id="142395" name="Line 509"/>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396" name="Line 510"/>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397" name="Line 511"/>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391" name="Group 512"/>
              <p:cNvGrpSpPr/>
              <p:nvPr/>
            </p:nvGrpSpPr>
            <p:grpSpPr>
              <a:xfrm flipV="1">
                <a:off x="3195" y="2338"/>
                <a:ext cx="156" cy="56"/>
                <a:chOff x="2848" y="848"/>
                <a:chExt cx="140" cy="98"/>
              </a:xfrm>
            </p:grpSpPr>
            <p:sp>
              <p:nvSpPr>
                <p:cNvPr id="142392" name="Line 51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393" name="Line 51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394" name="Line 515"/>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2371" name="Group 516"/>
            <p:cNvGrpSpPr/>
            <p:nvPr/>
          </p:nvGrpSpPr>
          <p:grpSpPr>
            <a:xfrm>
              <a:off x="3492" y="3302"/>
              <a:ext cx="316" cy="147"/>
              <a:chOff x="3120" y="2318"/>
              <a:chExt cx="316" cy="147"/>
            </a:xfrm>
          </p:grpSpPr>
          <p:sp>
            <p:nvSpPr>
              <p:cNvPr id="142372" name="Oval 517"/>
              <p:cNvSpPr/>
              <p:nvPr/>
            </p:nvSpPr>
            <p:spPr>
              <a:xfrm>
                <a:off x="3123" y="2384"/>
                <a:ext cx="313" cy="81"/>
              </a:xfrm>
              <a:prstGeom prst="ellipse">
                <a:avLst/>
              </a:prstGeom>
              <a:solidFill>
                <a:srgbClr val="FF0000"/>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2373" name="Line 518"/>
              <p:cNvSpPr/>
              <p:nvPr/>
            </p:nvSpPr>
            <p:spPr>
              <a:xfrm>
                <a:off x="3123" y="2377"/>
                <a:ext cx="0" cy="50"/>
              </a:xfrm>
              <a:prstGeom prst="line">
                <a:avLst/>
              </a:prstGeom>
              <a:ln w="12700" cap="flat" cmpd="sng">
                <a:solidFill>
                  <a:schemeClr val="tx1"/>
                </a:solidFill>
                <a:prstDash val="solid"/>
                <a:headEnd type="none" w="med" len="med"/>
                <a:tailEnd type="none" w="med" len="med"/>
              </a:ln>
            </p:spPr>
          </p:sp>
          <p:sp>
            <p:nvSpPr>
              <p:cNvPr id="142374" name="Line 519"/>
              <p:cNvSpPr/>
              <p:nvPr/>
            </p:nvSpPr>
            <p:spPr>
              <a:xfrm>
                <a:off x="3436" y="2377"/>
                <a:ext cx="0" cy="50"/>
              </a:xfrm>
              <a:prstGeom prst="line">
                <a:avLst/>
              </a:prstGeom>
              <a:ln w="12700" cap="flat" cmpd="sng">
                <a:solidFill>
                  <a:schemeClr val="tx1"/>
                </a:solidFill>
                <a:prstDash val="solid"/>
                <a:headEnd type="none" w="med" len="med"/>
                <a:tailEnd type="none" w="med" len="med"/>
              </a:ln>
            </p:spPr>
          </p:sp>
          <p:sp>
            <p:nvSpPr>
              <p:cNvPr id="142375" name="Rectangle 520"/>
              <p:cNvSpPr/>
              <p:nvPr/>
            </p:nvSpPr>
            <p:spPr>
              <a:xfrm>
                <a:off x="3123" y="2377"/>
                <a:ext cx="310" cy="49"/>
              </a:xfrm>
              <a:prstGeom prst="rect">
                <a:avLst/>
              </a:prstGeom>
              <a:solidFill>
                <a:srgbClr val="FF0000"/>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2376" name="Oval 521"/>
              <p:cNvSpPr/>
              <p:nvPr/>
            </p:nvSpPr>
            <p:spPr>
              <a:xfrm>
                <a:off x="3120" y="2318"/>
                <a:ext cx="313" cy="95"/>
              </a:xfrm>
              <a:prstGeom prst="ellipse">
                <a:avLst/>
              </a:prstGeom>
              <a:solidFill>
                <a:srgbClr val="FF0000"/>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2377" name="Group 522"/>
              <p:cNvGrpSpPr/>
              <p:nvPr/>
            </p:nvGrpSpPr>
            <p:grpSpPr>
              <a:xfrm>
                <a:off x="3195" y="2339"/>
                <a:ext cx="156" cy="55"/>
                <a:chOff x="2848" y="848"/>
                <a:chExt cx="140" cy="98"/>
              </a:xfrm>
            </p:grpSpPr>
            <p:sp>
              <p:nvSpPr>
                <p:cNvPr id="142382" name="Line 523"/>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383" name="Line 524"/>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384" name="Line 525"/>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2378" name="Group 526"/>
              <p:cNvGrpSpPr/>
              <p:nvPr/>
            </p:nvGrpSpPr>
            <p:grpSpPr>
              <a:xfrm flipV="1">
                <a:off x="3195" y="2338"/>
                <a:ext cx="156" cy="56"/>
                <a:chOff x="2848" y="848"/>
                <a:chExt cx="140" cy="98"/>
              </a:xfrm>
            </p:grpSpPr>
            <p:sp>
              <p:nvSpPr>
                <p:cNvPr id="142379" name="Line 527"/>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2380" name="Line 528"/>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2381" name="Line 529"/>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1041"/>
                                        </p:tgtEl>
                                        <p:attrNameLst>
                                          <p:attrName>style.visibility</p:attrName>
                                        </p:attrNameLst>
                                      </p:cBhvr>
                                      <p:to>
                                        <p:strVal val="visible"/>
                                      </p:to>
                                    </p:set>
                                    <p:animEffect transition="in" filter="dissolve">
                                      <p:cBhvr>
                                        <p:cTn id="7" dur="500"/>
                                        <p:tgtEl>
                                          <p:spTgt spid="111041"/>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11043"/>
                                        </p:tgtEl>
                                        <p:attrNameLst>
                                          <p:attrName>style.visibility</p:attrName>
                                        </p:attrNameLst>
                                      </p:cBhvr>
                                      <p:to>
                                        <p:strVal val="visible"/>
                                      </p:to>
                                    </p:set>
                                    <p:animEffect transition="in" filter="wipe(left)">
                                      <p:cBhvr>
                                        <p:cTn id="11" dur="500"/>
                                        <p:tgtEl>
                                          <p:spTgt spid="11104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dissolve">
                                      <p:cBhvr>
                                        <p:cTn id="15" dur="500"/>
                                        <p:tgtEl>
                                          <p:spTgt spid="24"/>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11044"/>
                                        </p:tgtEl>
                                        <p:attrNameLst>
                                          <p:attrName>style.visibility</p:attrName>
                                        </p:attrNameLst>
                                      </p:cBhvr>
                                      <p:to>
                                        <p:strVal val="visible"/>
                                      </p:to>
                                    </p:set>
                                    <p:animEffect transition="in" filter="dissolve">
                                      <p:cBhvr>
                                        <p:cTn id="19" dur="500"/>
                                        <p:tgtEl>
                                          <p:spTgt spid="111044"/>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1045"/>
                                        </p:tgtEl>
                                        <p:attrNameLst>
                                          <p:attrName>style.visibility</p:attrName>
                                        </p:attrNameLst>
                                      </p:cBhvr>
                                      <p:to>
                                        <p:strVal val="visible"/>
                                      </p:to>
                                    </p:set>
                                    <p:animEffect transition="in" filter="dissolve">
                                      <p:cBhvr>
                                        <p:cTn id="24" dur="500"/>
                                        <p:tgtEl>
                                          <p:spTgt spid="111045"/>
                                        </p:tgtEl>
                                      </p:cBhvr>
                                    </p:animEffect>
                                  </p:childTnLst>
                                </p:cTn>
                              </p:par>
                            </p:childTnLst>
                          </p:cTn>
                        </p:par>
                        <p:par>
                          <p:cTn id="25" fill="hold">
                            <p:stCondLst>
                              <p:cond delay="500"/>
                            </p:stCondLst>
                            <p:childTnLst>
                              <p:par>
                                <p:cTn id="26" presetID="22" presetClass="entr" presetSubtype="2" fill="hold" nodeType="afterEffect">
                                  <p:stCondLst>
                                    <p:cond delay="0"/>
                                  </p:stCondLst>
                                  <p:childTnLst>
                                    <p:set>
                                      <p:cBhvr>
                                        <p:cTn id="27" dur="1" fill="hold">
                                          <p:stCondLst>
                                            <p:cond delay="0"/>
                                          </p:stCondLst>
                                        </p:cTn>
                                        <p:tgtEl>
                                          <p:spTgt spid="111046"/>
                                        </p:tgtEl>
                                        <p:attrNameLst>
                                          <p:attrName>style.visibility</p:attrName>
                                        </p:attrNameLst>
                                      </p:cBhvr>
                                      <p:to>
                                        <p:strVal val="visible"/>
                                      </p:to>
                                    </p:set>
                                    <p:animEffect transition="in" filter="wipe(right)">
                                      <p:cBhvr>
                                        <p:cTn id="28" dur="500"/>
                                        <p:tgtEl>
                                          <p:spTgt spid="111046"/>
                                        </p:tgtEl>
                                      </p:cBhvr>
                                    </p:animEffect>
                                  </p:childTnLst>
                                </p:cTn>
                              </p:par>
                            </p:childTnLst>
                          </p:cTn>
                        </p:par>
                        <p:par>
                          <p:cTn id="29" fill="hold">
                            <p:stCondLst>
                              <p:cond delay="1000"/>
                            </p:stCondLst>
                            <p:childTnLst>
                              <p:par>
                                <p:cTn id="30" presetID="9" presetClass="entr" presetSubtype="0" fill="hold" nodeType="afterEffect">
                                  <p:stCondLst>
                                    <p:cond delay="0"/>
                                  </p:stCondLst>
                                  <p:childTnLst>
                                    <p:set>
                                      <p:cBhvr>
                                        <p:cTn id="31" dur="1" fill="hold">
                                          <p:stCondLst>
                                            <p:cond delay="0"/>
                                          </p:stCondLst>
                                        </p:cTn>
                                        <p:tgtEl>
                                          <p:spTgt spid="111047"/>
                                        </p:tgtEl>
                                        <p:attrNameLst>
                                          <p:attrName>style.visibility</p:attrName>
                                        </p:attrNameLst>
                                      </p:cBhvr>
                                      <p:to>
                                        <p:strVal val="visible"/>
                                      </p:to>
                                    </p:set>
                                    <p:animEffect transition="in" filter="dissolve">
                                      <p:cBhvr>
                                        <p:cTn id="32" dur="500"/>
                                        <p:tgtEl>
                                          <p:spTgt spid="11104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111048"/>
                                        </p:tgtEl>
                                        <p:attrNameLst>
                                          <p:attrName>style.visibility</p:attrName>
                                        </p:attrNameLst>
                                      </p:cBhvr>
                                      <p:to>
                                        <p:strVal val="visible"/>
                                      </p:to>
                                    </p:set>
                                    <p:animEffect transition="in" filter="dissolve">
                                      <p:cBhvr>
                                        <p:cTn id="37" dur="500"/>
                                        <p:tgtEl>
                                          <p:spTgt spid="111048"/>
                                        </p:tgtEl>
                                      </p:cBhvr>
                                    </p:animEffect>
                                  </p:childTnLst>
                                </p:cTn>
                              </p:par>
                            </p:childTnLst>
                          </p:cTn>
                        </p:par>
                        <p:par>
                          <p:cTn id="38" fill="hold">
                            <p:stCondLst>
                              <p:cond delay="500"/>
                            </p:stCondLst>
                            <p:childTnLst>
                              <p:par>
                                <p:cTn id="39" presetID="22" presetClass="entr" presetSubtype="8" fill="hold" nodeType="afterEffect">
                                  <p:stCondLst>
                                    <p:cond delay="0"/>
                                  </p:stCondLst>
                                  <p:childTnLst>
                                    <p:set>
                                      <p:cBhvr>
                                        <p:cTn id="40" dur="1" fill="hold">
                                          <p:stCondLst>
                                            <p:cond delay="0"/>
                                          </p:stCondLst>
                                        </p:cTn>
                                        <p:tgtEl>
                                          <p:spTgt spid="111050"/>
                                        </p:tgtEl>
                                        <p:attrNameLst>
                                          <p:attrName>style.visibility</p:attrName>
                                        </p:attrNameLst>
                                      </p:cBhvr>
                                      <p:to>
                                        <p:strVal val="visible"/>
                                      </p:to>
                                    </p:set>
                                    <p:animEffect transition="in" filter="wipe(left)">
                                      <p:cBhvr>
                                        <p:cTn id="41" dur="500"/>
                                        <p:tgtEl>
                                          <p:spTgt spid="111050"/>
                                        </p:tgtEl>
                                      </p:cBhvr>
                                    </p:animEffect>
                                  </p:childTnLst>
                                </p:cTn>
                              </p:par>
                            </p:childTnLst>
                          </p:cTn>
                        </p:par>
                        <p:par>
                          <p:cTn id="42" fill="hold">
                            <p:stCondLst>
                              <p:cond delay="1000"/>
                            </p:stCondLst>
                            <p:childTnLst>
                              <p:par>
                                <p:cTn id="43" presetID="9" presetClass="entr" presetSubtype="0" fill="hold" nodeType="afterEffect">
                                  <p:stCondLst>
                                    <p:cond delay="0"/>
                                  </p:stCondLst>
                                  <p:childTnLst>
                                    <p:set>
                                      <p:cBhvr>
                                        <p:cTn id="44" dur="1" fill="hold">
                                          <p:stCondLst>
                                            <p:cond delay="0"/>
                                          </p:stCondLst>
                                        </p:cTn>
                                        <p:tgtEl>
                                          <p:spTgt spid="111049"/>
                                        </p:tgtEl>
                                        <p:attrNameLst>
                                          <p:attrName>style.visibility</p:attrName>
                                        </p:attrNameLst>
                                      </p:cBhvr>
                                      <p:to>
                                        <p:strVal val="visible"/>
                                      </p:to>
                                    </p:set>
                                    <p:animEffect transition="in" filter="dissolve">
                                      <p:cBhvr>
                                        <p:cTn id="45" dur="500"/>
                                        <p:tgtEl>
                                          <p:spTgt spid="1110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041" grpId="0"/>
      <p:bldP spid="111044" grpId="0"/>
      <p:bldP spid="111045" grpId="0"/>
      <p:bldP spid="111047" grpId="0"/>
      <p:bldP spid="111048" grpId="0"/>
      <p:bldP spid="111049"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1" name="页脚占位符 5"/>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43362" name="灯片编号占位符 6"/>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32</a:t>
            </a:fld>
            <a:endParaRPr lang="en-US" altLang="zh-CN" sz="1200">
              <a:latin typeface="Arial" panose="020B0604020202090204" pitchFamily="34" charset="0"/>
            </a:endParaRPr>
          </a:p>
        </p:txBody>
      </p:sp>
      <p:sp>
        <p:nvSpPr>
          <p:cNvPr id="143363" name="Rectangle 2"/>
          <p:cNvSpPr>
            <a:spLocks noGrp="1"/>
          </p:cNvSpPr>
          <p:nvPr>
            <p:ph type="title"/>
          </p:nvPr>
        </p:nvSpPr>
        <p:spPr>
          <a:xfrm>
            <a:off x="519113" y="0"/>
            <a:ext cx="7772400" cy="1143000"/>
          </a:xfrm>
        </p:spPr>
        <p:txBody>
          <a:bodyPr vert="horz" wrap="square" lIns="91440" tIns="45720" rIns="91440" bIns="45720" anchor="ctr" anchorCtr="0"/>
          <a:lstStyle/>
          <a:p>
            <a:r>
              <a:rPr lang="en-US" altLang="zh-CN" sz="3600"/>
              <a:t>Datagram networks</a:t>
            </a:r>
            <a:endParaRPr lang="en-US" altLang="zh-CN"/>
          </a:p>
        </p:txBody>
      </p:sp>
      <p:sp>
        <p:nvSpPr>
          <p:cNvPr id="143364" name="Rectangle 3"/>
          <p:cNvSpPr>
            <a:spLocks noGrp="1"/>
          </p:cNvSpPr>
          <p:nvPr>
            <p:ph sz="half" idx="1"/>
          </p:nvPr>
        </p:nvSpPr>
        <p:spPr>
          <a:xfrm>
            <a:off x="568325" y="1038225"/>
            <a:ext cx="7781925" cy="2276475"/>
          </a:xfrm>
        </p:spPr>
        <p:txBody>
          <a:bodyPr vert="horz" wrap="square" lIns="91440" tIns="45720" rIns="91440" bIns="45720" anchor="t" anchorCtr="0"/>
          <a:lstStyle/>
          <a:p>
            <a:pPr>
              <a:buClr>
                <a:srgbClr val="000099"/>
              </a:buClr>
              <a:buSzPct val="75000"/>
            </a:pPr>
            <a:r>
              <a:rPr kumimoji="1" lang="en-US" altLang="zh-CN" sz="2400">
                <a:latin typeface="+mn-lt"/>
                <a:ea typeface="宋体" charset="0"/>
                <a:cs typeface="宋体" charset="0"/>
              </a:rPr>
              <a:t>no call setup at network layer</a:t>
            </a:r>
          </a:p>
          <a:p>
            <a:pPr>
              <a:buClr>
                <a:srgbClr val="000099"/>
              </a:buClr>
              <a:buSzPct val="75000"/>
            </a:pPr>
            <a:r>
              <a:rPr kumimoji="1" lang="en-US" altLang="zh-CN" sz="2400">
                <a:latin typeface="+mn-lt"/>
                <a:ea typeface="宋体" charset="0"/>
                <a:cs typeface="宋体" charset="0"/>
              </a:rPr>
              <a:t>routers: no state about end-to-end connections</a:t>
            </a:r>
          </a:p>
          <a:p>
            <a:pPr lvl="1">
              <a:buClr>
                <a:srgbClr val="000099"/>
              </a:buClr>
              <a:buSzTx/>
            </a:pPr>
            <a:r>
              <a:rPr kumimoji="1" lang="en-US" altLang="zh-CN" sz="2000">
                <a:latin typeface="+mn-lt"/>
                <a:ea typeface="宋体" charset="0"/>
              </a:rPr>
              <a:t>no network-level concept of “connection”</a:t>
            </a:r>
          </a:p>
          <a:p>
            <a:pPr>
              <a:buClr>
                <a:srgbClr val="000099"/>
              </a:buClr>
              <a:buSzPct val="75000"/>
            </a:pPr>
            <a:r>
              <a:rPr kumimoji="1" lang="en-US" altLang="zh-CN" sz="2400">
                <a:latin typeface="+mn-lt"/>
                <a:ea typeface="宋体" charset="0"/>
                <a:cs typeface="宋体" charset="0"/>
              </a:rPr>
              <a:t>packets forwarded using destination host address</a:t>
            </a:r>
          </a:p>
          <a:p>
            <a:pPr lvl="1">
              <a:buClr>
                <a:srgbClr val="000099"/>
              </a:buClr>
              <a:buSzTx/>
            </a:pPr>
            <a:r>
              <a:rPr kumimoji="1" lang="en-US" altLang="zh-CN" sz="2000">
                <a:latin typeface="+mn-lt"/>
                <a:ea typeface="宋体" charset="0"/>
              </a:rPr>
              <a:t>packets between same source-dest pair may take different paths</a:t>
            </a:r>
          </a:p>
        </p:txBody>
      </p:sp>
      <p:sp>
        <p:nvSpPr>
          <p:cNvPr id="143365" name="Line 5"/>
          <p:cNvSpPr/>
          <p:nvPr/>
        </p:nvSpPr>
        <p:spPr>
          <a:xfrm rot="5400000" flipV="1">
            <a:off x="2684463" y="4654550"/>
            <a:ext cx="6350" cy="1577975"/>
          </a:xfrm>
          <a:prstGeom prst="line">
            <a:avLst/>
          </a:prstGeom>
          <a:ln w="12700" cap="flat" cmpd="sng">
            <a:solidFill>
              <a:schemeClr val="tx1"/>
            </a:solidFill>
            <a:prstDash val="solid"/>
            <a:headEnd type="none" w="med" len="med"/>
            <a:tailEnd type="none" w="med" len="med"/>
          </a:ln>
        </p:spPr>
      </p:sp>
      <p:grpSp>
        <p:nvGrpSpPr>
          <p:cNvPr id="143366" name="Group 91"/>
          <p:cNvGrpSpPr/>
          <p:nvPr/>
        </p:nvGrpSpPr>
        <p:grpSpPr>
          <a:xfrm>
            <a:off x="457200" y="3575050"/>
            <a:ext cx="1566863" cy="1987550"/>
            <a:chOff x="2366" y="929"/>
            <a:chExt cx="987" cy="1252"/>
          </a:xfrm>
        </p:grpSpPr>
        <p:graphicFrame>
          <p:nvGraphicFramePr>
            <p:cNvPr id="143500" name="Object 92"/>
            <p:cNvGraphicFramePr>
              <a:graphicFrameLocks noChangeAspect="1"/>
            </p:cNvGraphicFramePr>
            <p:nvPr/>
          </p:nvGraphicFramePr>
          <p:xfrm>
            <a:off x="2741" y="929"/>
            <a:ext cx="333" cy="264"/>
          </p:xfrm>
          <a:graphic>
            <a:graphicData uri="http://schemas.openxmlformats.org/presentationml/2006/ole">
              <mc:AlternateContent xmlns:mc="http://schemas.openxmlformats.org/markup-compatibility/2006">
                <mc:Choice xmlns:v="urn:schemas-microsoft-com:vml" Requires="v">
                  <p:oleObj r:id="rId2" imgW="13096875" imgH="10858500" progId="MS_ClipArt_Gallery.2">
                    <p:embed/>
                  </p:oleObj>
                </mc:Choice>
                <mc:Fallback>
                  <p:oleObj r:id="rId2" imgW="13096875" imgH="10858500" progId="MS_ClipArt_Gallery.2">
                    <p:embed/>
                    <p:pic>
                      <p:nvPicPr>
                        <p:cNvPr id="0" name="图片 3087"/>
                        <p:cNvPicPr/>
                        <p:nvPr/>
                      </p:nvPicPr>
                      <p:blipFill>
                        <a:blip r:embed="rId3"/>
                        <a:stretch>
                          <a:fillRect/>
                        </a:stretch>
                      </p:blipFill>
                      <p:spPr>
                        <a:xfrm>
                          <a:off x="2741" y="929"/>
                          <a:ext cx="333" cy="264"/>
                        </a:xfrm>
                        <a:prstGeom prst="rect">
                          <a:avLst/>
                        </a:prstGeom>
                        <a:noFill/>
                        <a:ln w="38100">
                          <a:noFill/>
                          <a:miter/>
                        </a:ln>
                      </p:spPr>
                    </p:pic>
                  </p:oleObj>
                </mc:Fallback>
              </mc:AlternateContent>
            </a:graphicData>
          </a:graphic>
        </p:graphicFrame>
        <p:grpSp>
          <p:nvGrpSpPr>
            <p:cNvPr id="143501" name="Group 93"/>
            <p:cNvGrpSpPr/>
            <p:nvPr/>
          </p:nvGrpSpPr>
          <p:grpSpPr>
            <a:xfrm>
              <a:off x="2366" y="1145"/>
              <a:ext cx="987" cy="1036"/>
              <a:chOff x="2956" y="969"/>
              <a:chExt cx="513" cy="529"/>
            </a:xfrm>
          </p:grpSpPr>
          <p:sp>
            <p:nvSpPr>
              <p:cNvPr id="143502" name="Rectangle 94"/>
              <p:cNvSpPr/>
              <p:nvPr/>
            </p:nvSpPr>
            <p:spPr>
              <a:xfrm>
                <a:off x="3018" y="969"/>
                <a:ext cx="426" cy="489"/>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503" name="Rectangle 95"/>
              <p:cNvSpPr/>
              <p:nvPr/>
            </p:nvSpPr>
            <p:spPr>
              <a:xfrm>
                <a:off x="2997" y="984"/>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504" name="Rectangle 96"/>
              <p:cNvSpPr/>
              <p:nvPr/>
            </p:nvSpPr>
            <p:spPr>
              <a:xfrm>
                <a:off x="3000" y="1185"/>
                <a:ext cx="432" cy="108"/>
              </a:xfrm>
              <a:prstGeom prst="rect">
                <a:avLst/>
              </a:prstGeom>
              <a:solidFill>
                <a:srgbClr val="FF0000"/>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505" name="Text Box 97"/>
              <p:cNvSpPr txBox="1"/>
              <p:nvPr/>
            </p:nvSpPr>
            <p:spPr>
              <a:xfrm>
                <a:off x="2956" y="978"/>
                <a:ext cx="513" cy="520"/>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2000"/>
                  <a:t>application</a:t>
                </a:r>
              </a:p>
              <a:p>
                <a:pPr marL="0" lvl="0" indent="0" algn="ctr">
                  <a:spcBef>
                    <a:spcPct val="0"/>
                  </a:spcBef>
                  <a:buClrTx/>
                  <a:buSzTx/>
                  <a:buFontTx/>
                  <a:buNone/>
                </a:pPr>
                <a:r>
                  <a:rPr lang="en-US" altLang="zh-CN" sz="2000"/>
                  <a:t>transport</a:t>
                </a:r>
              </a:p>
              <a:p>
                <a:pPr marL="0" lvl="0" indent="0" algn="ctr">
                  <a:spcBef>
                    <a:spcPct val="0"/>
                  </a:spcBef>
                  <a:buClrTx/>
                  <a:buSzTx/>
                  <a:buFontTx/>
                  <a:buNone/>
                </a:pPr>
                <a:r>
                  <a:rPr lang="en-US" altLang="zh-CN" sz="2000">
                    <a:solidFill>
                      <a:schemeClr val="bg1"/>
                    </a:solidFill>
                  </a:rPr>
                  <a:t>network</a:t>
                </a:r>
                <a:endParaRPr lang="en-US" altLang="zh-CN" sz="2000"/>
              </a:p>
              <a:p>
                <a:pPr marL="0" lvl="0" indent="0" algn="ctr">
                  <a:spcBef>
                    <a:spcPct val="0"/>
                  </a:spcBef>
                  <a:buClrTx/>
                  <a:buSzTx/>
                  <a:buFontTx/>
                  <a:buNone/>
                </a:pPr>
                <a:r>
                  <a:rPr lang="en-US" altLang="zh-CN" sz="2000"/>
                  <a:t>data link</a:t>
                </a:r>
              </a:p>
              <a:p>
                <a:pPr marL="0" lvl="0" indent="0" algn="ctr">
                  <a:spcBef>
                    <a:spcPct val="0"/>
                  </a:spcBef>
                  <a:buClrTx/>
                  <a:buSzTx/>
                  <a:buFontTx/>
                  <a:buNone/>
                </a:pPr>
                <a:r>
                  <a:rPr lang="en-US" altLang="zh-CN" sz="2000"/>
                  <a:t>physical</a:t>
                </a:r>
                <a:endParaRPr lang="en-US" altLang="zh-CN" sz="2000">
                  <a:latin typeface="Times New Roman" panose="02020503050405090304" charset="0"/>
                </a:endParaRPr>
              </a:p>
            </p:txBody>
          </p:sp>
          <p:sp>
            <p:nvSpPr>
              <p:cNvPr id="143506" name="Line 98"/>
              <p:cNvSpPr/>
              <p:nvPr/>
            </p:nvSpPr>
            <p:spPr>
              <a:xfrm>
                <a:off x="2997" y="1194"/>
                <a:ext cx="435" cy="3"/>
              </a:xfrm>
              <a:prstGeom prst="line">
                <a:avLst/>
              </a:prstGeom>
              <a:ln w="12700" cap="flat" cmpd="sng">
                <a:solidFill>
                  <a:schemeClr val="tx1"/>
                </a:solidFill>
                <a:prstDash val="solid"/>
                <a:headEnd type="none" w="med" len="med"/>
                <a:tailEnd type="none" w="med" len="med"/>
              </a:ln>
            </p:spPr>
          </p:sp>
          <p:sp>
            <p:nvSpPr>
              <p:cNvPr id="143507" name="Line 99"/>
              <p:cNvSpPr/>
              <p:nvPr/>
            </p:nvSpPr>
            <p:spPr>
              <a:xfrm>
                <a:off x="3003" y="1290"/>
                <a:ext cx="435" cy="3"/>
              </a:xfrm>
              <a:prstGeom prst="line">
                <a:avLst/>
              </a:prstGeom>
              <a:ln w="12700" cap="flat" cmpd="sng">
                <a:solidFill>
                  <a:schemeClr val="tx1"/>
                </a:solidFill>
                <a:prstDash val="solid"/>
                <a:headEnd type="none" w="med" len="med"/>
                <a:tailEnd type="none" w="med" len="med"/>
              </a:ln>
            </p:spPr>
          </p:sp>
          <p:sp>
            <p:nvSpPr>
              <p:cNvPr id="143508" name="Line 100"/>
              <p:cNvSpPr/>
              <p:nvPr/>
            </p:nvSpPr>
            <p:spPr>
              <a:xfrm>
                <a:off x="3003" y="1374"/>
                <a:ext cx="435" cy="3"/>
              </a:xfrm>
              <a:prstGeom prst="line">
                <a:avLst/>
              </a:prstGeom>
              <a:ln w="12700" cap="flat" cmpd="sng">
                <a:solidFill>
                  <a:schemeClr val="tx1"/>
                </a:solidFill>
                <a:prstDash val="solid"/>
                <a:headEnd type="none" w="med" len="med"/>
                <a:tailEnd type="none" w="med" len="med"/>
              </a:ln>
            </p:spPr>
          </p:sp>
          <p:sp>
            <p:nvSpPr>
              <p:cNvPr id="143509" name="Line 101"/>
              <p:cNvSpPr/>
              <p:nvPr/>
            </p:nvSpPr>
            <p:spPr>
              <a:xfrm>
                <a:off x="3003" y="1092"/>
                <a:ext cx="435" cy="3"/>
              </a:xfrm>
              <a:prstGeom prst="line">
                <a:avLst/>
              </a:prstGeom>
              <a:ln w="12700" cap="flat" cmpd="sng">
                <a:solidFill>
                  <a:schemeClr val="tx1"/>
                </a:solidFill>
                <a:prstDash val="solid"/>
                <a:headEnd type="none" w="med" len="med"/>
                <a:tailEnd type="none" w="med" len="med"/>
              </a:ln>
            </p:spPr>
          </p:sp>
        </p:grpSp>
      </p:grpSp>
      <p:graphicFrame>
        <p:nvGraphicFramePr>
          <p:cNvPr id="143367" name="Object 109"/>
          <p:cNvGraphicFramePr>
            <a:graphicFrameLocks noChangeAspect="1"/>
          </p:cNvGraphicFramePr>
          <p:nvPr/>
        </p:nvGraphicFramePr>
        <p:xfrm>
          <a:off x="7834313" y="3746500"/>
          <a:ext cx="528637" cy="419100"/>
        </p:xfrm>
        <a:graphic>
          <a:graphicData uri="http://schemas.openxmlformats.org/presentationml/2006/ole">
            <mc:AlternateContent xmlns:mc="http://schemas.openxmlformats.org/markup-compatibility/2006">
              <mc:Choice xmlns:v="urn:schemas-microsoft-com:vml" Requires="v">
                <p:oleObj r:id="rId2" imgW="13096875" imgH="10858500" progId="MS_ClipArt_Gallery.2">
                  <p:embed/>
                </p:oleObj>
              </mc:Choice>
              <mc:Fallback>
                <p:oleObj r:id="rId2" imgW="13096875" imgH="10858500" progId="MS_ClipArt_Gallery.2">
                  <p:embed/>
                  <p:pic>
                    <p:nvPicPr>
                      <p:cNvPr id="0" name="图片 3088"/>
                      <p:cNvPicPr/>
                      <p:nvPr/>
                    </p:nvPicPr>
                    <p:blipFill>
                      <a:blip r:embed="rId3"/>
                      <a:stretch>
                        <a:fillRect/>
                      </a:stretch>
                    </p:blipFill>
                    <p:spPr>
                      <a:xfrm>
                        <a:off x="7834313" y="3746500"/>
                        <a:ext cx="528637" cy="419100"/>
                      </a:xfrm>
                      <a:prstGeom prst="rect">
                        <a:avLst/>
                      </a:prstGeom>
                      <a:noFill/>
                      <a:ln w="38100">
                        <a:noFill/>
                        <a:miter/>
                      </a:ln>
                    </p:spPr>
                  </p:pic>
                </p:oleObj>
              </mc:Fallback>
            </mc:AlternateContent>
          </a:graphicData>
        </a:graphic>
      </p:graphicFrame>
      <p:grpSp>
        <p:nvGrpSpPr>
          <p:cNvPr id="143368" name="Group 110"/>
          <p:cNvGrpSpPr/>
          <p:nvPr/>
        </p:nvGrpSpPr>
        <p:grpSpPr>
          <a:xfrm>
            <a:off x="7239000" y="4089400"/>
            <a:ext cx="1566863" cy="1644650"/>
            <a:chOff x="2956" y="969"/>
            <a:chExt cx="513" cy="529"/>
          </a:xfrm>
        </p:grpSpPr>
        <p:sp>
          <p:nvSpPr>
            <p:cNvPr id="143492" name="Rectangle 111"/>
            <p:cNvSpPr/>
            <p:nvPr/>
          </p:nvSpPr>
          <p:spPr>
            <a:xfrm>
              <a:off x="3018" y="969"/>
              <a:ext cx="426" cy="489"/>
            </a:xfrm>
            <a:prstGeom prst="rect">
              <a:avLst/>
            </a:prstGeom>
            <a:solidFill>
              <a:schemeClr val="accent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93" name="Rectangle 112"/>
            <p:cNvSpPr/>
            <p:nvPr/>
          </p:nvSpPr>
          <p:spPr>
            <a:xfrm>
              <a:off x="2997" y="984"/>
              <a:ext cx="435" cy="504"/>
            </a:xfrm>
            <a:prstGeom prst="rect">
              <a:avLst/>
            </a:prstGeom>
            <a:solidFill>
              <a:schemeClr val="bg1"/>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94" name="Rectangle 113"/>
            <p:cNvSpPr/>
            <p:nvPr/>
          </p:nvSpPr>
          <p:spPr>
            <a:xfrm>
              <a:off x="3000" y="1185"/>
              <a:ext cx="432" cy="108"/>
            </a:xfrm>
            <a:prstGeom prst="rect">
              <a:avLst/>
            </a:prstGeom>
            <a:solidFill>
              <a:srgbClr val="FF0000"/>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95" name="Text Box 114"/>
            <p:cNvSpPr txBox="1"/>
            <p:nvPr/>
          </p:nvSpPr>
          <p:spPr>
            <a:xfrm>
              <a:off x="2956" y="978"/>
              <a:ext cx="513" cy="520"/>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2000"/>
                <a:t>application</a:t>
              </a:r>
            </a:p>
            <a:p>
              <a:pPr marL="0" lvl="0" indent="0" algn="ctr">
                <a:spcBef>
                  <a:spcPct val="0"/>
                </a:spcBef>
                <a:buClrTx/>
                <a:buSzTx/>
                <a:buFontTx/>
                <a:buNone/>
              </a:pPr>
              <a:r>
                <a:rPr lang="en-US" altLang="zh-CN" sz="2000"/>
                <a:t>transport</a:t>
              </a:r>
            </a:p>
            <a:p>
              <a:pPr marL="0" lvl="0" indent="0" algn="ctr">
                <a:spcBef>
                  <a:spcPct val="0"/>
                </a:spcBef>
                <a:buClrTx/>
                <a:buSzTx/>
                <a:buFontTx/>
                <a:buNone/>
              </a:pPr>
              <a:r>
                <a:rPr lang="en-US" altLang="zh-CN" sz="2000">
                  <a:solidFill>
                    <a:schemeClr val="bg1"/>
                  </a:solidFill>
                </a:rPr>
                <a:t>network</a:t>
              </a:r>
              <a:endParaRPr lang="en-US" altLang="zh-CN" sz="2000"/>
            </a:p>
            <a:p>
              <a:pPr marL="0" lvl="0" indent="0" algn="ctr">
                <a:spcBef>
                  <a:spcPct val="0"/>
                </a:spcBef>
                <a:buClrTx/>
                <a:buSzTx/>
                <a:buFontTx/>
                <a:buNone/>
              </a:pPr>
              <a:r>
                <a:rPr lang="en-US" altLang="zh-CN" sz="2000"/>
                <a:t>data link</a:t>
              </a:r>
            </a:p>
            <a:p>
              <a:pPr marL="0" lvl="0" indent="0" algn="ctr">
                <a:spcBef>
                  <a:spcPct val="0"/>
                </a:spcBef>
                <a:buClrTx/>
                <a:buSzTx/>
                <a:buFontTx/>
                <a:buNone/>
              </a:pPr>
              <a:r>
                <a:rPr lang="en-US" altLang="zh-CN" sz="2000"/>
                <a:t>physical</a:t>
              </a:r>
              <a:endParaRPr lang="en-US" altLang="zh-CN" sz="2000">
                <a:latin typeface="Times New Roman" panose="02020503050405090304" charset="0"/>
              </a:endParaRPr>
            </a:p>
          </p:txBody>
        </p:sp>
        <p:sp>
          <p:nvSpPr>
            <p:cNvPr id="143496" name="Line 115"/>
            <p:cNvSpPr/>
            <p:nvPr/>
          </p:nvSpPr>
          <p:spPr>
            <a:xfrm>
              <a:off x="2997" y="1194"/>
              <a:ext cx="435" cy="3"/>
            </a:xfrm>
            <a:prstGeom prst="line">
              <a:avLst/>
            </a:prstGeom>
            <a:ln w="12700" cap="flat" cmpd="sng">
              <a:solidFill>
                <a:schemeClr val="tx1"/>
              </a:solidFill>
              <a:prstDash val="solid"/>
              <a:headEnd type="none" w="med" len="med"/>
              <a:tailEnd type="none" w="med" len="med"/>
            </a:ln>
          </p:spPr>
        </p:sp>
        <p:sp>
          <p:nvSpPr>
            <p:cNvPr id="143497" name="Line 116"/>
            <p:cNvSpPr/>
            <p:nvPr/>
          </p:nvSpPr>
          <p:spPr>
            <a:xfrm>
              <a:off x="3003" y="1290"/>
              <a:ext cx="435" cy="3"/>
            </a:xfrm>
            <a:prstGeom prst="line">
              <a:avLst/>
            </a:prstGeom>
            <a:ln w="12700" cap="flat" cmpd="sng">
              <a:solidFill>
                <a:schemeClr val="tx1"/>
              </a:solidFill>
              <a:prstDash val="solid"/>
              <a:headEnd type="none" w="med" len="med"/>
              <a:tailEnd type="none" w="med" len="med"/>
            </a:ln>
          </p:spPr>
        </p:sp>
        <p:sp>
          <p:nvSpPr>
            <p:cNvPr id="143498" name="Line 117"/>
            <p:cNvSpPr/>
            <p:nvPr/>
          </p:nvSpPr>
          <p:spPr>
            <a:xfrm>
              <a:off x="3003" y="1374"/>
              <a:ext cx="435" cy="3"/>
            </a:xfrm>
            <a:prstGeom prst="line">
              <a:avLst/>
            </a:prstGeom>
            <a:ln w="12700" cap="flat" cmpd="sng">
              <a:solidFill>
                <a:schemeClr val="tx1"/>
              </a:solidFill>
              <a:prstDash val="solid"/>
              <a:headEnd type="none" w="med" len="med"/>
              <a:tailEnd type="none" w="med" len="med"/>
            </a:ln>
          </p:spPr>
        </p:sp>
        <p:sp>
          <p:nvSpPr>
            <p:cNvPr id="143499" name="Line 118"/>
            <p:cNvSpPr/>
            <p:nvPr/>
          </p:nvSpPr>
          <p:spPr>
            <a:xfrm>
              <a:off x="3003" y="1092"/>
              <a:ext cx="435" cy="3"/>
            </a:xfrm>
            <a:prstGeom prst="line">
              <a:avLst/>
            </a:prstGeom>
            <a:ln w="12700" cap="flat" cmpd="sng">
              <a:solidFill>
                <a:schemeClr val="tx1"/>
              </a:solidFill>
              <a:prstDash val="solid"/>
              <a:headEnd type="none" w="med" len="med"/>
              <a:tailEnd type="none" w="med" len="med"/>
            </a:ln>
          </p:spPr>
        </p:sp>
      </p:grpSp>
      <p:sp>
        <p:nvSpPr>
          <p:cNvPr id="143369" name="Line 119"/>
          <p:cNvSpPr/>
          <p:nvPr/>
        </p:nvSpPr>
        <p:spPr>
          <a:xfrm rot="-5400000" flipH="1" flipV="1">
            <a:off x="6680200" y="4837113"/>
            <a:ext cx="6350" cy="1403350"/>
          </a:xfrm>
          <a:prstGeom prst="line">
            <a:avLst/>
          </a:prstGeom>
          <a:ln w="12700" cap="flat" cmpd="sng">
            <a:solidFill>
              <a:schemeClr val="tx1"/>
            </a:solidFill>
            <a:prstDash val="solid"/>
            <a:headEnd type="none" w="med" len="med"/>
            <a:tailEnd type="none" w="med" len="med"/>
          </a:ln>
        </p:spPr>
      </p:sp>
      <p:sp>
        <p:nvSpPr>
          <p:cNvPr id="111736" name="Text Box 120"/>
          <p:cNvSpPr txBox="1"/>
          <p:nvPr/>
        </p:nvSpPr>
        <p:spPr>
          <a:xfrm>
            <a:off x="1976438" y="4779963"/>
            <a:ext cx="1497012" cy="3667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800">
                <a:solidFill>
                  <a:srgbClr val="FF0000"/>
                </a:solidFill>
              </a:rPr>
              <a:t>1. Send data</a:t>
            </a:r>
            <a:endParaRPr lang="en-US" altLang="zh-CN" sz="2400">
              <a:latin typeface="Times New Roman" panose="02020503050405090304" charset="0"/>
            </a:endParaRPr>
          </a:p>
        </p:txBody>
      </p:sp>
      <p:sp>
        <p:nvSpPr>
          <p:cNvPr id="111738" name="Text Box 122"/>
          <p:cNvSpPr txBox="1"/>
          <p:nvPr/>
        </p:nvSpPr>
        <p:spPr>
          <a:xfrm>
            <a:off x="5595938" y="4846638"/>
            <a:ext cx="1806575" cy="3667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r>
              <a:rPr lang="en-US" altLang="zh-CN" sz="1800">
                <a:solidFill>
                  <a:srgbClr val="FF0000"/>
                </a:solidFill>
              </a:rPr>
              <a:t>2. Receive data</a:t>
            </a:r>
            <a:endParaRPr lang="en-US" altLang="zh-CN" sz="2400">
              <a:latin typeface="Times New Roman" panose="02020503050405090304" charset="0"/>
            </a:endParaRPr>
          </a:p>
        </p:txBody>
      </p:sp>
      <p:sp>
        <p:nvSpPr>
          <p:cNvPr id="143372" name="Freeform 172"/>
          <p:cNvSpPr/>
          <p:nvPr/>
        </p:nvSpPr>
        <p:spPr>
          <a:xfrm>
            <a:off x="2006600" y="4748213"/>
            <a:ext cx="304800" cy="657225"/>
          </a:xfrm>
          <a:custGeom>
            <a:avLst/>
            <a:gdLst>
              <a:gd name="txL" fmla="*/ 0 w 192"/>
              <a:gd name="txT" fmla="*/ 0 h 414"/>
              <a:gd name="txR" fmla="*/ 192 w 192"/>
              <a:gd name="txB" fmla="*/ 414 h 414"/>
            </a:gdLst>
            <a:ahLst/>
            <a:cxnLst>
              <a:cxn ang="0">
                <a:pos x="0" y="0"/>
              </a:cxn>
              <a:cxn ang="0">
                <a:pos x="0" y="2147483646"/>
              </a:cxn>
              <a:cxn ang="0">
                <a:pos x="2147483646" y="2147483646"/>
              </a:cxn>
            </a:cxnLst>
            <a:rect l="txL" t="txT" r="txR" b="txB"/>
            <a:pathLst>
              <a:path w="192" h="414">
                <a:moveTo>
                  <a:pt x="0" y="0"/>
                </a:moveTo>
                <a:lnTo>
                  <a:pt x="0" y="414"/>
                </a:lnTo>
                <a:lnTo>
                  <a:pt x="192" y="408"/>
                </a:lnTo>
              </a:path>
            </a:pathLst>
          </a:custGeom>
          <a:noFill/>
          <a:ln w="19050" cap="flat" cmpd="sng">
            <a:solidFill>
              <a:srgbClr val="FF0000">
                <a:alpha val="100000"/>
              </a:srgbClr>
            </a:solidFill>
            <a:prstDash val="solid"/>
            <a:round/>
            <a:headEnd type="none" w="med" len="med"/>
            <a:tailEnd type="triangle" w="med" len="med"/>
          </a:ln>
        </p:spPr>
        <p:txBody>
          <a:bodyPr/>
          <a:lstStyle/>
          <a:p>
            <a:endParaRPr lang="zh-CN" altLang="en-US"/>
          </a:p>
        </p:txBody>
      </p:sp>
      <p:sp>
        <p:nvSpPr>
          <p:cNvPr id="143373" name="Freeform 173"/>
          <p:cNvSpPr/>
          <p:nvPr/>
        </p:nvSpPr>
        <p:spPr>
          <a:xfrm>
            <a:off x="6640513" y="5191125"/>
            <a:ext cx="609600" cy="295275"/>
          </a:xfrm>
          <a:custGeom>
            <a:avLst/>
            <a:gdLst>
              <a:gd name="txL" fmla="*/ 0 w 384"/>
              <a:gd name="txT" fmla="*/ 0 h 186"/>
              <a:gd name="txR" fmla="*/ 384 w 384"/>
              <a:gd name="txB" fmla="*/ 186 h 186"/>
            </a:gdLst>
            <a:ahLst/>
            <a:cxnLst>
              <a:cxn ang="0">
                <a:pos x="0" y="2147483646"/>
              </a:cxn>
              <a:cxn ang="0">
                <a:pos x="2147483646" y="2147483646"/>
              </a:cxn>
              <a:cxn ang="0">
                <a:pos x="2147483646" y="0"/>
              </a:cxn>
            </a:cxnLst>
            <a:rect l="txL" t="txT" r="txR" b="txB"/>
            <a:pathLst>
              <a:path w="384" h="186">
                <a:moveTo>
                  <a:pt x="0" y="186"/>
                </a:moveTo>
                <a:lnTo>
                  <a:pt x="384" y="186"/>
                </a:lnTo>
                <a:lnTo>
                  <a:pt x="384" y="0"/>
                </a:lnTo>
              </a:path>
            </a:pathLst>
          </a:custGeom>
          <a:noFill/>
          <a:ln w="19050" cap="flat" cmpd="sng">
            <a:solidFill>
              <a:srgbClr val="FF0000">
                <a:alpha val="100000"/>
              </a:srgbClr>
            </a:solidFill>
            <a:prstDash val="solid"/>
            <a:round/>
            <a:headEnd type="none" w="med" len="med"/>
            <a:tailEnd type="triangle" w="med" len="med"/>
          </a:ln>
        </p:spPr>
        <p:txBody>
          <a:bodyPr/>
          <a:lstStyle/>
          <a:p>
            <a:endParaRPr lang="zh-CN" altLang="en-US"/>
          </a:p>
        </p:txBody>
      </p:sp>
      <p:grpSp>
        <p:nvGrpSpPr>
          <p:cNvPr id="143374" name="Group 177"/>
          <p:cNvGrpSpPr/>
          <p:nvPr/>
        </p:nvGrpSpPr>
        <p:grpSpPr>
          <a:xfrm>
            <a:off x="2363788" y="5186363"/>
            <a:ext cx="361950" cy="261937"/>
            <a:chOff x="1548" y="3723"/>
            <a:chExt cx="228" cy="165"/>
          </a:xfrm>
        </p:grpSpPr>
        <p:sp>
          <p:nvSpPr>
            <p:cNvPr id="143489" name="Rectangle 175"/>
            <p:cNvSpPr/>
            <p:nvPr/>
          </p:nvSpPr>
          <p:spPr>
            <a:xfrm>
              <a:off x="1563" y="3723"/>
              <a:ext cx="102" cy="150"/>
            </a:xfrm>
            <a:prstGeom prst="rect">
              <a:avLst/>
            </a:prstGeom>
            <a:solidFill>
              <a:schemeClr val="bg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90" name="Rectangle 174"/>
            <p:cNvSpPr/>
            <p:nvPr/>
          </p:nvSpPr>
          <p:spPr>
            <a:xfrm>
              <a:off x="1548" y="3738"/>
              <a:ext cx="102" cy="1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91" name="Line 176"/>
            <p:cNvSpPr/>
            <p:nvPr/>
          </p:nvSpPr>
          <p:spPr>
            <a:xfrm>
              <a:off x="1650" y="3816"/>
              <a:ext cx="126" cy="0"/>
            </a:xfrm>
            <a:prstGeom prst="line">
              <a:avLst/>
            </a:prstGeom>
            <a:ln w="9525" cap="flat" cmpd="sng">
              <a:solidFill>
                <a:schemeClr val="accent2"/>
              </a:solidFill>
              <a:prstDash val="solid"/>
              <a:headEnd type="none" w="med" len="med"/>
              <a:tailEnd type="triangle" w="med" len="med"/>
            </a:ln>
          </p:spPr>
        </p:sp>
      </p:grpSp>
      <p:grpSp>
        <p:nvGrpSpPr>
          <p:cNvPr id="143375" name="Group 198"/>
          <p:cNvGrpSpPr/>
          <p:nvPr/>
        </p:nvGrpSpPr>
        <p:grpSpPr>
          <a:xfrm>
            <a:off x="3154363" y="4911725"/>
            <a:ext cx="3024187" cy="1481138"/>
            <a:chOff x="2001" y="3199"/>
            <a:chExt cx="1905" cy="933"/>
          </a:xfrm>
        </p:grpSpPr>
        <p:sp>
          <p:nvSpPr>
            <p:cNvPr id="143381" name="Freeform 4"/>
            <p:cNvSpPr/>
            <p:nvPr/>
          </p:nvSpPr>
          <p:spPr>
            <a:xfrm>
              <a:off x="2112" y="3199"/>
              <a:ext cx="1794" cy="933"/>
            </a:xfrm>
            <a:custGeom>
              <a:avLst/>
              <a:gdLst>
                <a:gd name="txL" fmla="*/ 0 w 1794"/>
                <a:gd name="txT" fmla="*/ 0 h 933"/>
                <a:gd name="txR" fmla="*/ 1794 w 1794"/>
                <a:gd name="txB" fmla="*/ 933 h 933"/>
              </a:gdLst>
              <a:ahLst/>
              <a:cxnLst>
                <a:cxn ang="0">
                  <a:pos x="6" y="483"/>
                </a:cxn>
                <a:cxn ang="0">
                  <a:pos x="108" y="125"/>
                </a:cxn>
                <a:cxn ang="0">
                  <a:pos x="559" y="100"/>
                </a:cxn>
                <a:cxn ang="0">
                  <a:pos x="1128" y="29"/>
                </a:cxn>
                <a:cxn ang="0">
                  <a:pos x="1716" y="275"/>
                </a:cxn>
                <a:cxn ang="0">
                  <a:pos x="1596" y="827"/>
                </a:cxn>
                <a:cxn ang="0">
                  <a:pos x="1380" y="911"/>
                </a:cxn>
                <a:cxn ang="0">
                  <a:pos x="840" y="929"/>
                </a:cxn>
                <a:cxn ang="0">
                  <a:pos x="414" y="911"/>
                </a:cxn>
                <a:cxn ang="0">
                  <a:pos x="143" y="832"/>
                </a:cxn>
                <a:cxn ang="0">
                  <a:pos x="6" y="483"/>
                </a:cxn>
              </a:cxnLst>
              <a:rect l="txL" t="txT" r="txR" b="txB"/>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alpha val="100000"/>
              </a:srgbClr>
            </a:solidFill>
            <a:ln w="9525">
              <a:noFill/>
            </a:ln>
          </p:spPr>
          <p:txBody>
            <a:bodyPr/>
            <a:lstStyle/>
            <a:p>
              <a:endParaRPr lang="zh-CN" altLang="en-US"/>
            </a:p>
          </p:txBody>
        </p:sp>
        <p:sp>
          <p:nvSpPr>
            <p:cNvPr id="143382" name="Freeform 6"/>
            <p:cNvSpPr/>
            <p:nvPr/>
          </p:nvSpPr>
          <p:spPr>
            <a:xfrm>
              <a:off x="2514" y="3384"/>
              <a:ext cx="342" cy="186"/>
            </a:xfrm>
            <a:custGeom>
              <a:avLst/>
              <a:gdLst>
                <a:gd name="txL" fmla="*/ 0 w 342"/>
                <a:gd name="txT" fmla="*/ 0 h 186"/>
                <a:gd name="txR" fmla="*/ 342 w 342"/>
                <a:gd name="txB" fmla="*/ 186 h 186"/>
              </a:gdLst>
              <a:ahLst/>
              <a:cxnLst>
                <a:cxn ang="0">
                  <a:pos x="0" y="186"/>
                </a:cxn>
                <a:cxn ang="0">
                  <a:pos x="342" y="0"/>
                </a:cxn>
              </a:cxnLst>
              <a:rect l="txL" t="txT" r="txR" b="txB"/>
              <a:pathLst>
                <a:path w="342" h="186">
                  <a:moveTo>
                    <a:pt x="0" y="186"/>
                  </a:moveTo>
                  <a:lnTo>
                    <a:pt x="342"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nvGrpSpPr>
            <p:cNvPr id="143383" name="Group 7"/>
            <p:cNvGrpSpPr/>
            <p:nvPr/>
          </p:nvGrpSpPr>
          <p:grpSpPr>
            <a:xfrm>
              <a:off x="2203" y="3494"/>
              <a:ext cx="316" cy="147"/>
              <a:chOff x="3600" y="219"/>
              <a:chExt cx="360" cy="175"/>
            </a:xfrm>
          </p:grpSpPr>
          <p:sp>
            <p:nvSpPr>
              <p:cNvPr id="143476" name="Oval 8"/>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77" name="Line 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3478" name="Line 1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3479" name="Rectangle 11"/>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3480" name="Oval 1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3481" name="Group 13"/>
              <p:cNvGrpSpPr/>
              <p:nvPr/>
            </p:nvGrpSpPr>
            <p:grpSpPr>
              <a:xfrm>
                <a:off x="3686" y="244"/>
                <a:ext cx="177" cy="66"/>
                <a:chOff x="2848" y="848"/>
                <a:chExt cx="140" cy="98"/>
              </a:xfrm>
            </p:grpSpPr>
            <p:sp>
              <p:nvSpPr>
                <p:cNvPr id="143486" name="Line 1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87" name="Line 1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88" name="Line 1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3482" name="Group 17"/>
              <p:cNvGrpSpPr/>
              <p:nvPr/>
            </p:nvGrpSpPr>
            <p:grpSpPr>
              <a:xfrm flipV="1">
                <a:off x="3686" y="243"/>
                <a:ext cx="177" cy="66"/>
                <a:chOff x="2848" y="848"/>
                <a:chExt cx="140" cy="98"/>
              </a:xfrm>
            </p:grpSpPr>
            <p:sp>
              <p:nvSpPr>
                <p:cNvPr id="143483" name="Line 1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84" name="Line 1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85" name="Line 2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3384" name="Group 21"/>
            <p:cNvGrpSpPr/>
            <p:nvPr/>
          </p:nvGrpSpPr>
          <p:grpSpPr>
            <a:xfrm>
              <a:off x="2425" y="3896"/>
              <a:ext cx="316" cy="147"/>
              <a:chOff x="3600" y="219"/>
              <a:chExt cx="360" cy="175"/>
            </a:xfrm>
          </p:grpSpPr>
          <p:sp>
            <p:nvSpPr>
              <p:cNvPr id="143463" name="Oval 22"/>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64" name="Line 23"/>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3465" name="Line 24"/>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3466" name="Rectangle 25"/>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3467" name="Oval 26"/>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3468" name="Group 27"/>
              <p:cNvGrpSpPr/>
              <p:nvPr/>
            </p:nvGrpSpPr>
            <p:grpSpPr>
              <a:xfrm>
                <a:off x="3686" y="244"/>
                <a:ext cx="177" cy="66"/>
                <a:chOff x="2848" y="848"/>
                <a:chExt cx="140" cy="98"/>
              </a:xfrm>
            </p:grpSpPr>
            <p:sp>
              <p:nvSpPr>
                <p:cNvPr id="143473" name="Line 2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74" name="Line 2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75" name="Line 3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3469" name="Group 31"/>
              <p:cNvGrpSpPr/>
              <p:nvPr/>
            </p:nvGrpSpPr>
            <p:grpSpPr>
              <a:xfrm flipV="1">
                <a:off x="3686" y="243"/>
                <a:ext cx="177" cy="66"/>
                <a:chOff x="2848" y="848"/>
                <a:chExt cx="140" cy="98"/>
              </a:xfrm>
            </p:grpSpPr>
            <p:sp>
              <p:nvSpPr>
                <p:cNvPr id="143470" name="Line 3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71" name="Line 3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72" name="Line 3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3385" name="Group 35"/>
            <p:cNvGrpSpPr/>
            <p:nvPr/>
          </p:nvGrpSpPr>
          <p:grpSpPr>
            <a:xfrm>
              <a:off x="2850" y="3302"/>
              <a:ext cx="316" cy="147"/>
              <a:chOff x="3600" y="219"/>
              <a:chExt cx="360" cy="175"/>
            </a:xfrm>
          </p:grpSpPr>
          <p:sp>
            <p:nvSpPr>
              <p:cNvPr id="143450" name="Oval 36"/>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51" name="Line 37"/>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3452" name="Line 38"/>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3453" name="Rectangle 39"/>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3454" name="Oval 40"/>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3455" name="Group 41"/>
              <p:cNvGrpSpPr/>
              <p:nvPr/>
            </p:nvGrpSpPr>
            <p:grpSpPr>
              <a:xfrm>
                <a:off x="3686" y="244"/>
                <a:ext cx="177" cy="66"/>
                <a:chOff x="2848" y="848"/>
                <a:chExt cx="140" cy="98"/>
              </a:xfrm>
            </p:grpSpPr>
            <p:sp>
              <p:nvSpPr>
                <p:cNvPr id="143460" name="Line 4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61" name="Line 4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62" name="Line 4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3456" name="Group 45"/>
              <p:cNvGrpSpPr/>
              <p:nvPr/>
            </p:nvGrpSpPr>
            <p:grpSpPr>
              <a:xfrm flipV="1">
                <a:off x="3686" y="243"/>
                <a:ext cx="177" cy="66"/>
                <a:chOff x="2848" y="848"/>
                <a:chExt cx="140" cy="98"/>
              </a:xfrm>
            </p:grpSpPr>
            <p:sp>
              <p:nvSpPr>
                <p:cNvPr id="143457" name="Line 4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58" name="Line 4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59" name="Line 4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3386" name="Group 49"/>
            <p:cNvGrpSpPr/>
            <p:nvPr/>
          </p:nvGrpSpPr>
          <p:grpSpPr>
            <a:xfrm>
              <a:off x="2801" y="3721"/>
              <a:ext cx="315" cy="147"/>
              <a:chOff x="3600" y="219"/>
              <a:chExt cx="360" cy="175"/>
            </a:xfrm>
          </p:grpSpPr>
          <p:sp>
            <p:nvSpPr>
              <p:cNvPr id="143437" name="Oval 50"/>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38" name="Line 51"/>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3439" name="Line 52"/>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3440" name="Rectangle 53"/>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3441" name="Oval 54"/>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3442" name="Group 55"/>
              <p:cNvGrpSpPr/>
              <p:nvPr/>
            </p:nvGrpSpPr>
            <p:grpSpPr>
              <a:xfrm>
                <a:off x="3686" y="244"/>
                <a:ext cx="177" cy="66"/>
                <a:chOff x="2848" y="848"/>
                <a:chExt cx="140" cy="98"/>
              </a:xfrm>
            </p:grpSpPr>
            <p:sp>
              <p:nvSpPr>
                <p:cNvPr id="143447" name="Line 5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48" name="Line 5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49" name="Line 5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3443" name="Group 59"/>
              <p:cNvGrpSpPr/>
              <p:nvPr/>
            </p:nvGrpSpPr>
            <p:grpSpPr>
              <a:xfrm flipV="1">
                <a:off x="3686" y="243"/>
                <a:ext cx="177" cy="66"/>
                <a:chOff x="2848" y="848"/>
                <a:chExt cx="140" cy="98"/>
              </a:xfrm>
            </p:grpSpPr>
            <p:sp>
              <p:nvSpPr>
                <p:cNvPr id="143444" name="Line 6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45" name="Line 6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46" name="Line 6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3387" name="Group 63"/>
            <p:cNvGrpSpPr/>
            <p:nvPr/>
          </p:nvGrpSpPr>
          <p:grpSpPr>
            <a:xfrm>
              <a:off x="3201" y="3908"/>
              <a:ext cx="316" cy="147"/>
              <a:chOff x="3600" y="219"/>
              <a:chExt cx="360" cy="175"/>
            </a:xfrm>
          </p:grpSpPr>
          <p:sp>
            <p:nvSpPr>
              <p:cNvPr id="143424" name="Oval 64"/>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25" name="Line 65"/>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3426" name="Line 66"/>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3427" name="Rectangle 67"/>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3428" name="Oval 68"/>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3429" name="Group 69"/>
              <p:cNvGrpSpPr/>
              <p:nvPr/>
            </p:nvGrpSpPr>
            <p:grpSpPr>
              <a:xfrm>
                <a:off x="3686" y="244"/>
                <a:ext cx="177" cy="66"/>
                <a:chOff x="2848" y="848"/>
                <a:chExt cx="140" cy="98"/>
              </a:xfrm>
            </p:grpSpPr>
            <p:sp>
              <p:nvSpPr>
                <p:cNvPr id="143434" name="Line 7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35" name="Line 7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36" name="Line 7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3430" name="Group 73"/>
              <p:cNvGrpSpPr/>
              <p:nvPr/>
            </p:nvGrpSpPr>
            <p:grpSpPr>
              <a:xfrm flipV="1">
                <a:off x="3686" y="243"/>
                <a:ext cx="177" cy="66"/>
                <a:chOff x="2848" y="848"/>
                <a:chExt cx="140" cy="98"/>
              </a:xfrm>
            </p:grpSpPr>
            <p:sp>
              <p:nvSpPr>
                <p:cNvPr id="143431" name="Line 7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32" name="Line 7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33" name="Line 7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3388" name="Group 77"/>
            <p:cNvGrpSpPr/>
            <p:nvPr/>
          </p:nvGrpSpPr>
          <p:grpSpPr>
            <a:xfrm>
              <a:off x="3481" y="3495"/>
              <a:ext cx="316" cy="147"/>
              <a:chOff x="3600" y="219"/>
              <a:chExt cx="360" cy="175"/>
            </a:xfrm>
          </p:grpSpPr>
          <p:sp>
            <p:nvSpPr>
              <p:cNvPr id="143411" name="Oval 78"/>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12" name="Line 7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3413" name="Line 8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3414" name="Rectangle 81"/>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3415" name="Oval 8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3416" name="Group 83"/>
              <p:cNvGrpSpPr/>
              <p:nvPr/>
            </p:nvGrpSpPr>
            <p:grpSpPr>
              <a:xfrm>
                <a:off x="3686" y="244"/>
                <a:ext cx="177" cy="66"/>
                <a:chOff x="2848" y="848"/>
                <a:chExt cx="140" cy="98"/>
              </a:xfrm>
            </p:grpSpPr>
            <p:sp>
              <p:nvSpPr>
                <p:cNvPr id="143421" name="Line 8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22" name="Line 8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23" name="Line 8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3417" name="Group 87"/>
              <p:cNvGrpSpPr/>
              <p:nvPr/>
            </p:nvGrpSpPr>
            <p:grpSpPr>
              <a:xfrm flipV="1">
                <a:off x="3686" y="243"/>
                <a:ext cx="177" cy="66"/>
                <a:chOff x="2848" y="848"/>
                <a:chExt cx="140" cy="98"/>
              </a:xfrm>
            </p:grpSpPr>
            <p:sp>
              <p:nvSpPr>
                <p:cNvPr id="143418" name="Line 8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3419" name="Line 8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3420" name="Line 9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sp>
          <p:nvSpPr>
            <p:cNvPr id="143389" name="Freeform 102"/>
            <p:cNvSpPr/>
            <p:nvPr/>
          </p:nvSpPr>
          <p:spPr>
            <a:xfrm>
              <a:off x="3170" y="3380"/>
              <a:ext cx="318" cy="194"/>
            </a:xfrm>
            <a:custGeom>
              <a:avLst/>
              <a:gdLst>
                <a:gd name="txL" fmla="*/ 0 w 318"/>
                <a:gd name="txT" fmla="*/ 0 h 194"/>
                <a:gd name="txR" fmla="*/ 318 w 318"/>
                <a:gd name="txB" fmla="*/ 194 h 194"/>
              </a:gdLst>
              <a:ahLst/>
              <a:cxnLst>
                <a:cxn ang="0">
                  <a:pos x="0" y="0"/>
                </a:cxn>
                <a:cxn ang="0">
                  <a:pos x="318" y="194"/>
                </a:cxn>
              </a:cxnLst>
              <a:rect l="txL" t="txT" r="txR" b="txB"/>
              <a:pathLst>
                <a:path w="318" h="194">
                  <a:moveTo>
                    <a:pt x="0" y="0"/>
                  </a:moveTo>
                  <a:lnTo>
                    <a:pt x="318" y="19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3390" name="Freeform 103"/>
            <p:cNvSpPr/>
            <p:nvPr/>
          </p:nvSpPr>
          <p:spPr>
            <a:xfrm>
              <a:off x="2499" y="3627"/>
              <a:ext cx="303" cy="150"/>
            </a:xfrm>
            <a:custGeom>
              <a:avLst/>
              <a:gdLst>
                <a:gd name="txL" fmla="*/ 0 w 294"/>
                <a:gd name="txT" fmla="*/ 0 h 174"/>
                <a:gd name="txR" fmla="*/ 294 w 294"/>
                <a:gd name="txB" fmla="*/ 174 h 174"/>
              </a:gdLst>
              <a:ahLst/>
              <a:cxnLst>
                <a:cxn ang="0">
                  <a:pos x="0" y="0"/>
                </a:cxn>
                <a:cxn ang="0">
                  <a:pos x="553" y="8"/>
                </a:cxn>
              </a:cxnLst>
              <a:rect l="txL" t="txT" r="txR" b="txB"/>
              <a:pathLst>
                <a:path w="294" h="174">
                  <a:moveTo>
                    <a:pt x="0" y="0"/>
                  </a:moveTo>
                  <a:lnTo>
                    <a:pt x="294" y="17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3391" name="Freeform 104"/>
            <p:cNvSpPr/>
            <p:nvPr/>
          </p:nvSpPr>
          <p:spPr>
            <a:xfrm>
              <a:off x="3096" y="3612"/>
              <a:ext cx="396" cy="156"/>
            </a:xfrm>
            <a:custGeom>
              <a:avLst/>
              <a:gdLst>
                <a:gd name="txL" fmla="*/ 0 w 378"/>
                <a:gd name="txT" fmla="*/ 0 h 174"/>
                <a:gd name="txR" fmla="*/ 378 w 378"/>
                <a:gd name="txB" fmla="*/ 174 h 174"/>
              </a:gdLst>
              <a:ahLst/>
              <a:cxnLst>
                <a:cxn ang="0">
                  <a:pos x="0" y="18"/>
                </a:cxn>
                <a:cxn ang="0">
                  <a:pos x="1008" y="0"/>
                </a:cxn>
              </a:cxnLst>
              <a:rect l="txL" t="txT" r="txR" b="txB"/>
              <a:pathLst>
                <a:path w="378" h="174">
                  <a:moveTo>
                    <a:pt x="0" y="174"/>
                  </a:moveTo>
                  <a:lnTo>
                    <a:pt x="37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3392" name="Freeform 105"/>
            <p:cNvSpPr/>
            <p:nvPr/>
          </p:nvSpPr>
          <p:spPr>
            <a:xfrm>
              <a:off x="3516" y="3646"/>
              <a:ext cx="130" cy="320"/>
            </a:xfrm>
            <a:custGeom>
              <a:avLst/>
              <a:gdLst>
                <a:gd name="txL" fmla="*/ 0 w 118"/>
                <a:gd name="txT" fmla="*/ 0 h 500"/>
                <a:gd name="txR" fmla="*/ 118 w 118"/>
                <a:gd name="txB" fmla="*/ 500 h 500"/>
              </a:gdLst>
              <a:ahLst/>
              <a:cxnLst>
                <a:cxn ang="0">
                  <a:pos x="0" y="1"/>
                </a:cxn>
                <a:cxn ang="0">
                  <a:pos x="910" y="0"/>
                </a:cxn>
              </a:cxnLst>
              <a:rect l="txL" t="txT" r="txR" b="txB"/>
              <a:pathLst>
                <a:path w="118" h="500">
                  <a:moveTo>
                    <a:pt x="0" y="500"/>
                  </a:moveTo>
                  <a:lnTo>
                    <a:pt x="11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3393" name="Freeform 106"/>
            <p:cNvSpPr/>
            <p:nvPr/>
          </p:nvSpPr>
          <p:spPr>
            <a:xfrm>
              <a:off x="2738" y="3982"/>
              <a:ext cx="464" cy="47"/>
            </a:xfrm>
            <a:custGeom>
              <a:avLst/>
              <a:gdLst>
                <a:gd name="txL" fmla="*/ 0 w 370"/>
                <a:gd name="txT" fmla="*/ 0 h 32"/>
                <a:gd name="txR" fmla="*/ 370 w 370"/>
                <a:gd name="txB" fmla="*/ 32 h 32"/>
              </a:gdLst>
              <a:ahLst/>
              <a:cxnLst>
                <a:cxn ang="0">
                  <a:pos x="42885" y="101978"/>
                </a:cxn>
                <a:cxn ang="0">
                  <a:pos x="0" y="0"/>
                </a:cxn>
              </a:cxnLst>
              <a:rect l="txL" t="txT" r="txR" b="txB"/>
              <a:pathLst>
                <a:path w="370" h="32">
                  <a:moveTo>
                    <a:pt x="370" y="32"/>
                  </a:move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3394" name="Freeform 107"/>
            <p:cNvSpPr/>
            <p:nvPr/>
          </p:nvSpPr>
          <p:spPr>
            <a:xfrm>
              <a:off x="2400" y="3642"/>
              <a:ext cx="122" cy="268"/>
            </a:xfrm>
            <a:custGeom>
              <a:avLst/>
              <a:gdLst>
                <a:gd name="txL" fmla="*/ 0 w 176"/>
                <a:gd name="txT" fmla="*/ 0 h 412"/>
                <a:gd name="txR" fmla="*/ 176 w 176"/>
                <a:gd name="txB" fmla="*/ 412 h 412"/>
              </a:gdLst>
              <a:ahLst/>
              <a:cxnLst>
                <a:cxn ang="0">
                  <a:pos x="1" y="1"/>
                </a:cxn>
                <a:cxn ang="0">
                  <a:pos x="1" y="1"/>
                </a:cxn>
                <a:cxn ang="0">
                  <a:pos x="0" y="0"/>
                </a:cxn>
              </a:cxnLst>
              <a:rect l="txL" t="txT" r="txR" b="txB"/>
              <a:pathLst>
                <a:path w="176" h="412">
                  <a:moveTo>
                    <a:pt x="162" y="408"/>
                  </a:moveTo>
                  <a:lnTo>
                    <a:pt x="176" y="412"/>
                  </a:ln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nvGrpSpPr>
            <p:cNvPr id="143395" name="Group 178"/>
            <p:cNvGrpSpPr/>
            <p:nvPr/>
          </p:nvGrpSpPr>
          <p:grpSpPr>
            <a:xfrm>
              <a:off x="2001" y="3375"/>
              <a:ext cx="228" cy="165"/>
              <a:chOff x="1548" y="3723"/>
              <a:chExt cx="228" cy="165"/>
            </a:xfrm>
          </p:grpSpPr>
          <p:sp>
            <p:nvSpPr>
              <p:cNvPr id="143408" name="Rectangle 179"/>
              <p:cNvSpPr/>
              <p:nvPr/>
            </p:nvSpPr>
            <p:spPr>
              <a:xfrm>
                <a:off x="1563" y="3723"/>
                <a:ext cx="102" cy="150"/>
              </a:xfrm>
              <a:prstGeom prst="rect">
                <a:avLst/>
              </a:prstGeom>
              <a:solidFill>
                <a:schemeClr val="bg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09" name="Rectangle 180"/>
              <p:cNvSpPr/>
              <p:nvPr/>
            </p:nvSpPr>
            <p:spPr>
              <a:xfrm>
                <a:off x="1548" y="3738"/>
                <a:ext cx="102" cy="1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10" name="Line 181"/>
              <p:cNvSpPr/>
              <p:nvPr/>
            </p:nvSpPr>
            <p:spPr>
              <a:xfrm>
                <a:off x="1650" y="3816"/>
                <a:ext cx="126" cy="0"/>
              </a:xfrm>
              <a:prstGeom prst="line">
                <a:avLst/>
              </a:prstGeom>
              <a:ln w="9525" cap="flat" cmpd="sng">
                <a:solidFill>
                  <a:schemeClr val="accent2"/>
                </a:solidFill>
                <a:prstDash val="solid"/>
                <a:headEnd type="none" w="med" len="med"/>
                <a:tailEnd type="triangle" w="med" len="med"/>
              </a:ln>
            </p:spPr>
          </p:sp>
        </p:grpSp>
        <p:grpSp>
          <p:nvGrpSpPr>
            <p:cNvPr id="143396" name="Group 182"/>
            <p:cNvGrpSpPr/>
            <p:nvPr/>
          </p:nvGrpSpPr>
          <p:grpSpPr>
            <a:xfrm>
              <a:off x="3180" y="3306"/>
              <a:ext cx="228" cy="165"/>
              <a:chOff x="1548" y="3723"/>
              <a:chExt cx="228" cy="165"/>
            </a:xfrm>
          </p:grpSpPr>
          <p:sp>
            <p:nvSpPr>
              <p:cNvPr id="143405" name="Rectangle 183"/>
              <p:cNvSpPr/>
              <p:nvPr/>
            </p:nvSpPr>
            <p:spPr>
              <a:xfrm>
                <a:off x="1563" y="3723"/>
                <a:ext cx="102" cy="150"/>
              </a:xfrm>
              <a:prstGeom prst="rect">
                <a:avLst/>
              </a:prstGeom>
              <a:solidFill>
                <a:schemeClr val="bg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06" name="Rectangle 184"/>
              <p:cNvSpPr/>
              <p:nvPr/>
            </p:nvSpPr>
            <p:spPr>
              <a:xfrm>
                <a:off x="1548" y="3738"/>
                <a:ext cx="102" cy="1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07" name="Line 185"/>
              <p:cNvSpPr/>
              <p:nvPr/>
            </p:nvSpPr>
            <p:spPr>
              <a:xfrm>
                <a:off x="1650" y="3816"/>
                <a:ext cx="126" cy="0"/>
              </a:xfrm>
              <a:prstGeom prst="line">
                <a:avLst/>
              </a:prstGeom>
              <a:ln w="9525" cap="flat" cmpd="sng">
                <a:solidFill>
                  <a:schemeClr val="accent2"/>
                </a:solidFill>
                <a:prstDash val="solid"/>
                <a:headEnd type="none" w="med" len="med"/>
                <a:tailEnd type="triangle" w="med" len="med"/>
              </a:ln>
            </p:spPr>
          </p:sp>
        </p:grpSp>
        <p:grpSp>
          <p:nvGrpSpPr>
            <p:cNvPr id="143397" name="Group 186"/>
            <p:cNvGrpSpPr/>
            <p:nvPr/>
          </p:nvGrpSpPr>
          <p:grpSpPr>
            <a:xfrm>
              <a:off x="2850" y="3897"/>
              <a:ext cx="228" cy="165"/>
              <a:chOff x="1548" y="3723"/>
              <a:chExt cx="228" cy="165"/>
            </a:xfrm>
          </p:grpSpPr>
          <p:sp>
            <p:nvSpPr>
              <p:cNvPr id="143402" name="Rectangle 187"/>
              <p:cNvSpPr/>
              <p:nvPr/>
            </p:nvSpPr>
            <p:spPr>
              <a:xfrm>
                <a:off x="1563" y="3723"/>
                <a:ext cx="102" cy="150"/>
              </a:xfrm>
              <a:prstGeom prst="rect">
                <a:avLst/>
              </a:prstGeom>
              <a:solidFill>
                <a:schemeClr val="bg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03" name="Rectangle 188"/>
              <p:cNvSpPr/>
              <p:nvPr/>
            </p:nvSpPr>
            <p:spPr>
              <a:xfrm>
                <a:off x="1548" y="3738"/>
                <a:ext cx="102" cy="1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04" name="Line 189"/>
              <p:cNvSpPr/>
              <p:nvPr/>
            </p:nvSpPr>
            <p:spPr>
              <a:xfrm>
                <a:off x="1650" y="3816"/>
                <a:ext cx="126" cy="0"/>
              </a:xfrm>
              <a:prstGeom prst="line">
                <a:avLst/>
              </a:prstGeom>
              <a:ln w="9525" cap="flat" cmpd="sng">
                <a:solidFill>
                  <a:schemeClr val="accent2"/>
                </a:solidFill>
                <a:prstDash val="solid"/>
                <a:headEnd type="none" w="med" len="med"/>
                <a:tailEnd type="triangle" w="med" len="med"/>
              </a:ln>
            </p:spPr>
          </p:sp>
        </p:grpSp>
        <p:grpSp>
          <p:nvGrpSpPr>
            <p:cNvPr id="143398" name="Group 190"/>
            <p:cNvGrpSpPr/>
            <p:nvPr/>
          </p:nvGrpSpPr>
          <p:grpSpPr>
            <a:xfrm>
              <a:off x="2586" y="3597"/>
              <a:ext cx="228" cy="165"/>
              <a:chOff x="1548" y="3723"/>
              <a:chExt cx="228" cy="165"/>
            </a:xfrm>
          </p:grpSpPr>
          <p:sp>
            <p:nvSpPr>
              <p:cNvPr id="143399" name="Rectangle 191"/>
              <p:cNvSpPr/>
              <p:nvPr/>
            </p:nvSpPr>
            <p:spPr>
              <a:xfrm>
                <a:off x="1563" y="3723"/>
                <a:ext cx="102" cy="150"/>
              </a:xfrm>
              <a:prstGeom prst="rect">
                <a:avLst/>
              </a:prstGeom>
              <a:solidFill>
                <a:schemeClr val="bg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00" name="Rectangle 192"/>
              <p:cNvSpPr/>
              <p:nvPr/>
            </p:nvSpPr>
            <p:spPr>
              <a:xfrm>
                <a:off x="1548" y="3738"/>
                <a:ext cx="102" cy="1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401" name="Line 193"/>
              <p:cNvSpPr/>
              <p:nvPr/>
            </p:nvSpPr>
            <p:spPr>
              <a:xfrm>
                <a:off x="1650" y="3816"/>
                <a:ext cx="126" cy="0"/>
              </a:xfrm>
              <a:prstGeom prst="line">
                <a:avLst/>
              </a:prstGeom>
              <a:ln w="9525" cap="flat" cmpd="sng">
                <a:solidFill>
                  <a:schemeClr val="accent2"/>
                </a:solidFill>
                <a:prstDash val="solid"/>
                <a:headEnd type="none" w="med" len="med"/>
                <a:tailEnd type="triangle" w="med" len="med"/>
              </a:ln>
            </p:spPr>
          </p:sp>
        </p:grpSp>
      </p:grpSp>
      <p:grpSp>
        <p:nvGrpSpPr>
          <p:cNvPr id="143376" name="Group 194"/>
          <p:cNvGrpSpPr/>
          <p:nvPr/>
        </p:nvGrpSpPr>
        <p:grpSpPr>
          <a:xfrm>
            <a:off x="6435725" y="5267325"/>
            <a:ext cx="361950" cy="261938"/>
            <a:chOff x="1548" y="3723"/>
            <a:chExt cx="228" cy="165"/>
          </a:xfrm>
        </p:grpSpPr>
        <p:sp>
          <p:nvSpPr>
            <p:cNvPr id="143378" name="Rectangle 195"/>
            <p:cNvSpPr/>
            <p:nvPr/>
          </p:nvSpPr>
          <p:spPr>
            <a:xfrm>
              <a:off x="1563" y="3723"/>
              <a:ext cx="102" cy="150"/>
            </a:xfrm>
            <a:prstGeom prst="rect">
              <a:avLst/>
            </a:prstGeom>
            <a:solidFill>
              <a:schemeClr val="bg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379" name="Rectangle 196"/>
            <p:cNvSpPr/>
            <p:nvPr/>
          </p:nvSpPr>
          <p:spPr>
            <a:xfrm>
              <a:off x="1548" y="3738"/>
              <a:ext cx="102" cy="1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3380" name="Line 197"/>
            <p:cNvSpPr/>
            <p:nvPr/>
          </p:nvSpPr>
          <p:spPr>
            <a:xfrm>
              <a:off x="1650" y="3816"/>
              <a:ext cx="126" cy="0"/>
            </a:xfrm>
            <a:prstGeom prst="line">
              <a:avLst/>
            </a:prstGeom>
            <a:ln w="9525" cap="flat" cmpd="sng">
              <a:solidFill>
                <a:schemeClr val="accent2"/>
              </a:solidFill>
              <a:prstDash val="solid"/>
              <a:headEnd type="none" w="med" len="med"/>
              <a:tailEnd type="triangle" w="med" len="med"/>
            </a:ln>
          </p:spPr>
        </p:sp>
      </p:grpSp>
      <p:sp>
        <p:nvSpPr>
          <p:cNvPr id="150" name="Rectangle 14"/>
          <p:cNvSpPr>
            <a:spLocks noChangeArrowheads="1"/>
          </p:cNvSpPr>
          <p:nvPr/>
        </p:nvSpPr>
        <p:spPr bwMode="auto">
          <a:xfrm>
            <a:off x="121444" y="6097134"/>
            <a:ext cx="3004152"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MOOC-4.2.2</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   </a:t>
            </a: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3:00-17:10</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1736"/>
                                        </p:tgtEl>
                                        <p:attrNameLst>
                                          <p:attrName>style.visibility</p:attrName>
                                        </p:attrNameLst>
                                      </p:cBhvr>
                                      <p:to>
                                        <p:strVal val="visible"/>
                                      </p:to>
                                    </p:set>
                                    <p:animEffect transition="in" filter="dissolve">
                                      <p:cBhvr>
                                        <p:cTn id="7" dur="500"/>
                                        <p:tgtEl>
                                          <p:spTgt spid="11173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11738"/>
                                        </p:tgtEl>
                                        <p:attrNameLst>
                                          <p:attrName>style.visibility</p:attrName>
                                        </p:attrNameLst>
                                      </p:cBhvr>
                                      <p:to>
                                        <p:strVal val="visible"/>
                                      </p:to>
                                    </p:set>
                                    <p:animEffect transition="in" filter="dissolve">
                                      <p:cBhvr>
                                        <p:cTn id="11" dur="500"/>
                                        <p:tgtEl>
                                          <p:spTgt spid="1117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736" grpId="0"/>
      <p:bldP spid="11173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7" name="页脚占位符 5"/>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47458" name="灯片编号占位符 6"/>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33</a:t>
            </a:fld>
            <a:endParaRPr lang="en-US" altLang="zh-CN" sz="1200">
              <a:latin typeface="Arial" panose="020B0604020202090204" pitchFamily="34" charset="0"/>
            </a:endParaRPr>
          </a:p>
        </p:txBody>
      </p:sp>
      <p:sp>
        <p:nvSpPr>
          <p:cNvPr id="147459" name="Rectangle 2"/>
          <p:cNvSpPr>
            <a:spLocks noGrp="1"/>
          </p:cNvSpPr>
          <p:nvPr>
            <p:ph type="title"/>
          </p:nvPr>
        </p:nvSpPr>
        <p:spPr>
          <a:xfrm>
            <a:off x="276225" y="139700"/>
            <a:ext cx="8324850" cy="1143000"/>
          </a:xfrm>
        </p:spPr>
        <p:txBody>
          <a:bodyPr vert="horz" wrap="square" lIns="91440" tIns="45720" rIns="91440" bIns="45720" anchor="ctr" anchorCtr="0"/>
          <a:lstStyle/>
          <a:p>
            <a:r>
              <a:rPr lang="en-US" altLang="zh-CN"/>
              <a:t>Datagram or VC network: why?</a:t>
            </a:r>
          </a:p>
        </p:txBody>
      </p:sp>
      <p:sp>
        <p:nvSpPr>
          <p:cNvPr id="147460" name="Rectangle 3"/>
          <p:cNvSpPr>
            <a:spLocks noGrp="1"/>
          </p:cNvSpPr>
          <p:nvPr>
            <p:ph sz="half" idx="1"/>
          </p:nvPr>
        </p:nvSpPr>
        <p:spPr>
          <a:xfrm>
            <a:off x="733425" y="1298575"/>
            <a:ext cx="4029075" cy="4648200"/>
          </a:xfrm>
        </p:spPr>
        <p:txBody>
          <a:bodyPr vert="horz" wrap="square" lIns="91440" tIns="45720" rIns="91440" bIns="45720" anchor="t" anchorCtr="0"/>
          <a:lstStyle/>
          <a:p>
            <a:pPr>
              <a:buClr>
                <a:srgbClr val="000099"/>
              </a:buClr>
              <a:buSzPct val="75000"/>
              <a:buFont typeface="Wingdings" panose="05000000000000000000" pitchFamily="2" charset="2"/>
              <a:buNone/>
            </a:pPr>
            <a:r>
              <a:rPr kumimoji="1" lang="en-US" altLang="zh-CN" sz="2400">
                <a:solidFill>
                  <a:srgbClr val="FF0000"/>
                </a:solidFill>
                <a:latin typeface="+mn-lt"/>
                <a:ea typeface="宋体" charset="0"/>
                <a:cs typeface="宋体" charset="0"/>
              </a:rPr>
              <a:t>Internet (datagram)</a:t>
            </a:r>
            <a:endParaRPr kumimoji="1" lang="en-US" altLang="zh-CN" sz="2400">
              <a:latin typeface="+mn-lt"/>
              <a:ea typeface="宋体" charset="0"/>
              <a:cs typeface="宋体" charset="0"/>
            </a:endParaRPr>
          </a:p>
          <a:p>
            <a:pPr>
              <a:buClr>
                <a:srgbClr val="000099"/>
              </a:buClr>
              <a:buSzPct val="75000"/>
            </a:pPr>
            <a:r>
              <a:rPr kumimoji="1" lang="en-US" altLang="zh-CN" sz="2000">
                <a:latin typeface="+mn-lt"/>
                <a:ea typeface="宋体" charset="0"/>
                <a:cs typeface="宋体" charset="0"/>
              </a:rPr>
              <a:t>data exchange among computers</a:t>
            </a:r>
          </a:p>
          <a:p>
            <a:pPr lvl="1">
              <a:buClr>
                <a:srgbClr val="000099"/>
              </a:buClr>
              <a:buSzTx/>
            </a:pPr>
            <a:r>
              <a:rPr kumimoji="1" lang="en-US" altLang="zh-CN" sz="2000">
                <a:latin typeface="+mn-lt"/>
                <a:ea typeface="宋体" charset="0"/>
              </a:rPr>
              <a:t>“elastic” service, no strict timing req. </a:t>
            </a:r>
          </a:p>
          <a:p>
            <a:pPr>
              <a:buClr>
                <a:srgbClr val="000099"/>
              </a:buClr>
              <a:buSzPct val="75000"/>
            </a:pPr>
            <a:r>
              <a:rPr kumimoji="1" lang="en-US" altLang="zh-CN" sz="2000">
                <a:latin typeface="+mn-lt"/>
                <a:ea typeface="宋体" charset="0"/>
                <a:cs typeface="宋体" charset="0"/>
              </a:rPr>
              <a:t>“smart” end systems (computers)</a:t>
            </a:r>
          </a:p>
          <a:p>
            <a:pPr lvl="1">
              <a:buClr>
                <a:srgbClr val="000099"/>
              </a:buClr>
              <a:buSzTx/>
            </a:pPr>
            <a:r>
              <a:rPr kumimoji="1" lang="en-US" altLang="zh-CN" sz="2000">
                <a:latin typeface="+mn-lt"/>
                <a:ea typeface="宋体" charset="0"/>
              </a:rPr>
              <a:t>can adapt, perform control, error recovery</a:t>
            </a:r>
          </a:p>
          <a:p>
            <a:pPr lvl="1">
              <a:buClr>
                <a:srgbClr val="000099"/>
              </a:buClr>
              <a:buSzTx/>
            </a:pPr>
            <a:r>
              <a:rPr kumimoji="1" lang="en-US" altLang="zh-CN" sz="2000">
                <a:latin typeface="+mn-lt"/>
                <a:ea typeface="宋体" charset="0"/>
              </a:rPr>
              <a:t>simple inside network, complexity at “edge”</a:t>
            </a:r>
          </a:p>
          <a:p>
            <a:pPr>
              <a:buClr>
                <a:srgbClr val="000099"/>
              </a:buClr>
              <a:buSzPct val="75000"/>
            </a:pPr>
            <a:r>
              <a:rPr kumimoji="1" lang="en-US" altLang="zh-CN" sz="2000">
                <a:latin typeface="+mn-lt"/>
                <a:ea typeface="宋体" charset="0"/>
                <a:cs typeface="宋体" charset="0"/>
              </a:rPr>
              <a:t>many link types </a:t>
            </a:r>
          </a:p>
          <a:p>
            <a:pPr lvl="1">
              <a:buClr>
                <a:srgbClr val="000099"/>
              </a:buClr>
              <a:buSzTx/>
            </a:pPr>
            <a:r>
              <a:rPr kumimoji="1" lang="en-US" altLang="zh-CN" sz="2000">
                <a:latin typeface="+mn-lt"/>
                <a:ea typeface="宋体" charset="0"/>
              </a:rPr>
              <a:t>different characteristics</a:t>
            </a:r>
          </a:p>
          <a:p>
            <a:pPr lvl="1">
              <a:buClr>
                <a:srgbClr val="000099"/>
              </a:buClr>
              <a:buSzTx/>
            </a:pPr>
            <a:r>
              <a:rPr kumimoji="1" lang="en-US" altLang="zh-CN" sz="2000">
                <a:latin typeface="+mn-lt"/>
                <a:ea typeface="宋体" charset="0"/>
              </a:rPr>
              <a:t>uniform service difficult</a:t>
            </a:r>
          </a:p>
        </p:txBody>
      </p:sp>
      <p:sp>
        <p:nvSpPr>
          <p:cNvPr id="147461" name="Rectangle 4"/>
          <p:cNvSpPr>
            <a:spLocks noGrp="1"/>
          </p:cNvSpPr>
          <p:nvPr>
            <p:ph sz="half" idx="2"/>
          </p:nvPr>
        </p:nvSpPr>
        <p:spPr>
          <a:xfrm>
            <a:off x="4862513" y="1330325"/>
            <a:ext cx="3810000" cy="4648200"/>
          </a:xfrm>
        </p:spPr>
        <p:txBody>
          <a:bodyPr vert="horz" wrap="square" lIns="91440" tIns="45720" rIns="91440" bIns="45720" anchor="t" anchorCtr="0"/>
          <a:lstStyle/>
          <a:p>
            <a:pPr>
              <a:buClr>
                <a:srgbClr val="000099"/>
              </a:buClr>
              <a:buSzPct val="75000"/>
              <a:buFont typeface="Wingdings" panose="05000000000000000000" pitchFamily="2" charset="2"/>
              <a:buNone/>
            </a:pPr>
            <a:r>
              <a:rPr kumimoji="1" lang="en-US" altLang="zh-CN" sz="2400">
                <a:solidFill>
                  <a:srgbClr val="FF0000"/>
                </a:solidFill>
                <a:latin typeface="+mn-lt"/>
                <a:ea typeface="宋体" charset="0"/>
                <a:cs typeface="宋体" charset="0"/>
              </a:rPr>
              <a:t>ATM (VC)</a:t>
            </a:r>
            <a:endParaRPr kumimoji="1" lang="en-US" altLang="zh-CN" sz="2400">
              <a:latin typeface="+mn-lt"/>
              <a:ea typeface="宋体" charset="0"/>
              <a:cs typeface="宋体" charset="0"/>
            </a:endParaRPr>
          </a:p>
          <a:p>
            <a:pPr>
              <a:buClr>
                <a:srgbClr val="000099"/>
              </a:buClr>
              <a:buSzPct val="75000"/>
            </a:pPr>
            <a:r>
              <a:rPr kumimoji="1" lang="en-US" altLang="zh-CN" sz="2000">
                <a:latin typeface="+mn-lt"/>
                <a:ea typeface="宋体" charset="0"/>
                <a:cs typeface="宋体" charset="0"/>
              </a:rPr>
              <a:t>evolved from telephony</a:t>
            </a:r>
          </a:p>
          <a:p>
            <a:pPr>
              <a:buClr>
                <a:srgbClr val="000099"/>
              </a:buClr>
              <a:buSzPct val="75000"/>
            </a:pPr>
            <a:r>
              <a:rPr kumimoji="1" lang="en-US" altLang="zh-CN" sz="2000">
                <a:latin typeface="+mn-lt"/>
                <a:ea typeface="宋体" charset="0"/>
                <a:cs typeface="宋体" charset="0"/>
              </a:rPr>
              <a:t>human conversation: </a:t>
            </a:r>
          </a:p>
          <a:p>
            <a:pPr lvl="1">
              <a:buClr>
                <a:srgbClr val="000099"/>
              </a:buClr>
              <a:buSzTx/>
            </a:pPr>
            <a:r>
              <a:rPr kumimoji="1" lang="en-US" altLang="zh-CN" sz="2000">
                <a:latin typeface="+mn-lt"/>
                <a:ea typeface="宋体" charset="0"/>
              </a:rPr>
              <a:t>strict timing, reliability requirements</a:t>
            </a:r>
          </a:p>
          <a:p>
            <a:pPr lvl="1">
              <a:buClr>
                <a:srgbClr val="000099"/>
              </a:buClr>
              <a:buSzTx/>
            </a:pPr>
            <a:r>
              <a:rPr kumimoji="1" lang="en-US" altLang="zh-CN" sz="2000">
                <a:latin typeface="+mn-lt"/>
                <a:ea typeface="宋体" charset="0"/>
              </a:rPr>
              <a:t>need for guaranteed service</a:t>
            </a:r>
            <a:endParaRPr kumimoji="1" lang="en-US" altLang="zh-CN" sz="1800">
              <a:latin typeface="+mn-lt"/>
              <a:ea typeface="宋体" charset="0"/>
            </a:endParaRPr>
          </a:p>
          <a:p>
            <a:pPr>
              <a:buClr>
                <a:srgbClr val="000099"/>
              </a:buClr>
              <a:buSzPct val="75000"/>
            </a:pPr>
            <a:r>
              <a:rPr kumimoji="1" lang="en-US" altLang="zh-CN" sz="2000">
                <a:latin typeface="+mn-lt"/>
                <a:ea typeface="宋体" charset="0"/>
                <a:cs typeface="宋体" charset="0"/>
              </a:rPr>
              <a:t>“dumb” end systems</a:t>
            </a:r>
          </a:p>
          <a:p>
            <a:pPr lvl="1">
              <a:buClr>
                <a:srgbClr val="000099"/>
              </a:buClr>
              <a:buSzTx/>
            </a:pPr>
            <a:r>
              <a:rPr kumimoji="1" lang="en-US" altLang="zh-CN" sz="2000">
                <a:latin typeface="+mn-lt"/>
                <a:ea typeface="宋体" charset="0"/>
              </a:rPr>
              <a:t>telephones</a:t>
            </a:r>
          </a:p>
          <a:p>
            <a:pPr lvl="1">
              <a:buClr>
                <a:srgbClr val="000099"/>
              </a:buClr>
              <a:buSzTx/>
            </a:pPr>
            <a:r>
              <a:rPr kumimoji="1" lang="en-US" altLang="zh-CN" sz="2000">
                <a:latin typeface="+mn-lt"/>
                <a:ea typeface="宋体" charset="0"/>
              </a:rPr>
              <a:t>complexity inside network</a:t>
            </a:r>
          </a:p>
        </p:txBody>
      </p:sp>
      <p:sp>
        <p:nvSpPr>
          <p:cNvPr id="7" name="Rectangle 14"/>
          <p:cNvSpPr>
            <a:spLocks noChangeArrowheads="1"/>
          </p:cNvSpPr>
          <p:nvPr/>
        </p:nvSpPr>
        <p:spPr bwMode="auto">
          <a:xfrm>
            <a:off x="5401661" y="5841941"/>
            <a:ext cx="3004152" cy="400110"/>
          </a:xfrm>
          <a:prstGeom prst="rect">
            <a:avLst/>
          </a:prstGeom>
          <a:solidFill>
            <a:srgbClr val="002060"/>
          </a:solidFill>
          <a:ln>
            <a:noFill/>
          </a:ln>
          <a:scene3d>
            <a:camera prst="orthographicFront"/>
            <a:lightRig rig="threePt" dir="t"/>
          </a:scene3d>
          <a:sp3d>
            <a:bevelT/>
          </a:sp3d>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MOOC-4.2.2</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   </a:t>
            </a: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17:28</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起</a:t>
            </a:r>
            <a:endPar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endParaRPr>
          </a:p>
        </p:txBody>
      </p:sp>
    </p:spTree>
  </p:cSld>
  <p:clrMapOvr>
    <a:masterClrMapping/>
  </p:clrMapOvr>
  <p:transition spd="slow"/>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5"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44386"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34</a:t>
            </a:fld>
            <a:endParaRPr lang="en-US" altLang="zh-CN" sz="1200">
              <a:latin typeface="Arial" panose="020B0604020202090204" pitchFamily="34" charset="0"/>
            </a:endParaRPr>
          </a:p>
        </p:txBody>
      </p:sp>
      <p:sp>
        <p:nvSpPr>
          <p:cNvPr id="144387" name="Rectangle 2"/>
          <p:cNvSpPr>
            <a:spLocks noGrp="1"/>
          </p:cNvSpPr>
          <p:nvPr>
            <p:ph type="title"/>
          </p:nvPr>
        </p:nvSpPr>
        <p:spPr/>
        <p:txBody>
          <a:bodyPr vert="horz" wrap="square" lIns="91440" tIns="45720" rIns="91440" bIns="45720" anchor="ctr" anchorCtr="0"/>
          <a:lstStyle/>
          <a:p>
            <a:r>
              <a:rPr lang="en-US" altLang="zh-CN" sz="3600"/>
              <a:t>Datagram Forwarding </a:t>
            </a:r>
            <a:br>
              <a:rPr lang="en-US" altLang="zh-CN" sz="3600"/>
            </a:br>
            <a:r>
              <a:rPr lang="en-US" altLang="zh-CN" sz="3600"/>
              <a:t>table</a:t>
            </a:r>
          </a:p>
        </p:txBody>
      </p:sp>
      <p:sp>
        <p:nvSpPr>
          <p:cNvPr id="144388" name="Freeform 10"/>
          <p:cNvSpPr/>
          <p:nvPr/>
        </p:nvSpPr>
        <p:spPr>
          <a:xfrm>
            <a:off x="3890963" y="4257675"/>
            <a:ext cx="2847975" cy="1481138"/>
          </a:xfrm>
          <a:custGeom>
            <a:avLst/>
            <a:gdLst>
              <a:gd name="txL" fmla="*/ 0 w 1794"/>
              <a:gd name="txT" fmla="*/ 0 h 933"/>
              <a:gd name="txR" fmla="*/ 1794 w 1794"/>
              <a:gd name="txB" fmla="*/ 933 h 933"/>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alpha val="100000"/>
            </a:srgbClr>
          </a:solidFill>
          <a:ln w="9525">
            <a:noFill/>
          </a:ln>
        </p:spPr>
        <p:txBody>
          <a:bodyPr/>
          <a:lstStyle/>
          <a:p>
            <a:endParaRPr lang="zh-CN" altLang="en-US"/>
          </a:p>
        </p:txBody>
      </p:sp>
      <p:sp>
        <p:nvSpPr>
          <p:cNvPr id="144389" name="Freeform 11"/>
          <p:cNvSpPr/>
          <p:nvPr/>
        </p:nvSpPr>
        <p:spPr>
          <a:xfrm>
            <a:off x="2397125" y="3521075"/>
            <a:ext cx="2290763" cy="1295400"/>
          </a:xfrm>
          <a:custGeom>
            <a:avLst/>
            <a:gdLst>
              <a:gd name="txL" fmla="*/ 0 w 1443"/>
              <a:gd name="txT" fmla="*/ 0 h 816"/>
              <a:gd name="txR" fmla="*/ 1443 w 1443"/>
              <a:gd name="txB" fmla="*/ 816 h 816"/>
            </a:gdLst>
            <a:ahLst/>
            <a:cxnLst>
              <a:cxn ang="0">
                <a:pos x="0" y="0"/>
              </a:cxn>
              <a:cxn ang="0">
                <a:pos x="2147483646" y="2147483646"/>
              </a:cxn>
              <a:cxn ang="0">
                <a:pos x="2147483646" y="2147483646"/>
              </a:cxn>
              <a:cxn ang="0">
                <a:pos x="2147483646" y="2147483646"/>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44390" name="Rectangle 12"/>
          <p:cNvSpPr/>
          <p:nvPr/>
        </p:nvSpPr>
        <p:spPr>
          <a:xfrm>
            <a:off x="2176463" y="1195388"/>
            <a:ext cx="2528887" cy="2333625"/>
          </a:xfrm>
          <a:prstGeom prst="rect">
            <a:avLst/>
          </a:prstGeom>
          <a:solidFill>
            <a:schemeClr val="accent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391" name="Oval 13"/>
          <p:cNvSpPr/>
          <p:nvPr/>
        </p:nvSpPr>
        <p:spPr>
          <a:xfrm>
            <a:off x="2513013" y="1247775"/>
            <a:ext cx="2095500" cy="60483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392" name="Freeform 14"/>
          <p:cNvSpPr/>
          <p:nvPr/>
        </p:nvSpPr>
        <p:spPr>
          <a:xfrm>
            <a:off x="4529138" y="4560888"/>
            <a:ext cx="542925" cy="295275"/>
          </a:xfrm>
          <a:custGeom>
            <a:avLst/>
            <a:gdLst>
              <a:gd name="txL" fmla="*/ 0 w 342"/>
              <a:gd name="txT" fmla="*/ 0 h 186"/>
              <a:gd name="txR" fmla="*/ 342 w 342"/>
              <a:gd name="txB" fmla="*/ 186 h 186"/>
            </a:gdLst>
            <a:ahLst/>
            <a:cxnLst>
              <a:cxn ang="0">
                <a:pos x="0" y="2147483646"/>
              </a:cxn>
              <a:cxn ang="0">
                <a:pos x="2147483646" y="0"/>
              </a:cxn>
            </a:cxnLst>
            <a:rect l="txL" t="txT" r="txR" b="txB"/>
            <a:pathLst>
              <a:path w="342" h="186">
                <a:moveTo>
                  <a:pt x="0" y="186"/>
                </a:moveTo>
                <a:lnTo>
                  <a:pt x="342"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nvGrpSpPr>
          <p:cNvPr id="144393" name="Group 15"/>
          <p:cNvGrpSpPr/>
          <p:nvPr/>
        </p:nvGrpSpPr>
        <p:grpSpPr>
          <a:xfrm>
            <a:off x="4035425" y="4735513"/>
            <a:ext cx="501650" cy="233362"/>
            <a:chOff x="3600" y="219"/>
            <a:chExt cx="360" cy="175"/>
          </a:xfrm>
        </p:grpSpPr>
        <p:sp>
          <p:nvSpPr>
            <p:cNvPr id="144542" name="Oval 16"/>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543" name="Line 17"/>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4544" name="Line 18"/>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4545" name="Rectangle 19"/>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4546" name="Oval 20"/>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4547" name="Group 21"/>
            <p:cNvGrpSpPr/>
            <p:nvPr/>
          </p:nvGrpSpPr>
          <p:grpSpPr>
            <a:xfrm>
              <a:off x="3686" y="244"/>
              <a:ext cx="177" cy="66"/>
              <a:chOff x="2848" y="848"/>
              <a:chExt cx="140" cy="98"/>
            </a:xfrm>
          </p:grpSpPr>
          <p:sp>
            <p:nvSpPr>
              <p:cNvPr id="144552" name="Line 2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53" name="Line 2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54" name="Line 2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4548" name="Group 25"/>
            <p:cNvGrpSpPr/>
            <p:nvPr/>
          </p:nvGrpSpPr>
          <p:grpSpPr>
            <a:xfrm flipV="1">
              <a:off x="3686" y="243"/>
              <a:ext cx="177" cy="66"/>
              <a:chOff x="2848" y="848"/>
              <a:chExt cx="140" cy="98"/>
            </a:xfrm>
          </p:grpSpPr>
          <p:sp>
            <p:nvSpPr>
              <p:cNvPr id="144549" name="Line 2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50" name="Line 2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51" name="Line 2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4394" name="Group 29"/>
          <p:cNvGrpSpPr/>
          <p:nvPr/>
        </p:nvGrpSpPr>
        <p:grpSpPr>
          <a:xfrm>
            <a:off x="4387850" y="5373688"/>
            <a:ext cx="501650" cy="233362"/>
            <a:chOff x="3600" y="219"/>
            <a:chExt cx="360" cy="175"/>
          </a:xfrm>
        </p:grpSpPr>
        <p:sp>
          <p:nvSpPr>
            <p:cNvPr id="144529" name="Oval 30"/>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530" name="Line 31"/>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4531" name="Line 32"/>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4532" name="Rectangle 33"/>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4533" name="Oval 34"/>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4534" name="Group 35"/>
            <p:cNvGrpSpPr/>
            <p:nvPr/>
          </p:nvGrpSpPr>
          <p:grpSpPr>
            <a:xfrm>
              <a:off x="3686" y="244"/>
              <a:ext cx="177" cy="66"/>
              <a:chOff x="2848" y="848"/>
              <a:chExt cx="140" cy="98"/>
            </a:xfrm>
          </p:grpSpPr>
          <p:sp>
            <p:nvSpPr>
              <p:cNvPr id="144539" name="Line 3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40" name="Line 3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41" name="Line 3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4535" name="Group 39"/>
            <p:cNvGrpSpPr/>
            <p:nvPr/>
          </p:nvGrpSpPr>
          <p:grpSpPr>
            <a:xfrm flipV="1">
              <a:off x="3686" y="243"/>
              <a:ext cx="177" cy="66"/>
              <a:chOff x="2848" y="848"/>
              <a:chExt cx="140" cy="98"/>
            </a:xfrm>
          </p:grpSpPr>
          <p:sp>
            <p:nvSpPr>
              <p:cNvPr id="144536" name="Line 4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37" name="Line 4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38" name="Line 4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4395" name="Group 43"/>
          <p:cNvGrpSpPr/>
          <p:nvPr/>
        </p:nvGrpSpPr>
        <p:grpSpPr>
          <a:xfrm>
            <a:off x="5062538" y="4430713"/>
            <a:ext cx="501650" cy="233362"/>
            <a:chOff x="3600" y="219"/>
            <a:chExt cx="360" cy="175"/>
          </a:xfrm>
        </p:grpSpPr>
        <p:sp>
          <p:nvSpPr>
            <p:cNvPr id="144516" name="Oval 44"/>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517" name="Line 45"/>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4518" name="Line 46"/>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4519" name="Rectangle 47"/>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4520" name="Oval 48"/>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4521" name="Group 49"/>
            <p:cNvGrpSpPr/>
            <p:nvPr/>
          </p:nvGrpSpPr>
          <p:grpSpPr>
            <a:xfrm>
              <a:off x="3686" y="244"/>
              <a:ext cx="177" cy="66"/>
              <a:chOff x="2848" y="848"/>
              <a:chExt cx="140" cy="98"/>
            </a:xfrm>
          </p:grpSpPr>
          <p:sp>
            <p:nvSpPr>
              <p:cNvPr id="144526" name="Line 5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27" name="Line 51"/>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28" name="Line 52"/>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4522" name="Group 53"/>
            <p:cNvGrpSpPr/>
            <p:nvPr/>
          </p:nvGrpSpPr>
          <p:grpSpPr>
            <a:xfrm flipV="1">
              <a:off x="3686" y="243"/>
              <a:ext cx="177" cy="66"/>
              <a:chOff x="2848" y="848"/>
              <a:chExt cx="140" cy="98"/>
            </a:xfrm>
          </p:grpSpPr>
          <p:sp>
            <p:nvSpPr>
              <p:cNvPr id="144523" name="Line 5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24" name="Line 5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25" name="Line 5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4396" name="Group 57"/>
          <p:cNvGrpSpPr/>
          <p:nvPr/>
        </p:nvGrpSpPr>
        <p:grpSpPr>
          <a:xfrm>
            <a:off x="4984750" y="5095875"/>
            <a:ext cx="500063" cy="233363"/>
            <a:chOff x="3600" y="219"/>
            <a:chExt cx="360" cy="175"/>
          </a:xfrm>
        </p:grpSpPr>
        <p:sp>
          <p:nvSpPr>
            <p:cNvPr id="144503" name="Oval 58"/>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504" name="Line 5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4505" name="Line 6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4506" name="Rectangle 61"/>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4507" name="Oval 6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4508" name="Group 63"/>
            <p:cNvGrpSpPr/>
            <p:nvPr/>
          </p:nvGrpSpPr>
          <p:grpSpPr>
            <a:xfrm>
              <a:off x="3686" y="244"/>
              <a:ext cx="177" cy="66"/>
              <a:chOff x="2848" y="848"/>
              <a:chExt cx="140" cy="98"/>
            </a:xfrm>
          </p:grpSpPr>
          <p:sp>
            <p:nvSpPr>
              <p:cNvPr id="144513" name="Line 6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14" name="Line 6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15" name="Line 66"/>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4509" name="Group 67"/>
            <p:cNvGrpSpPr/>
            <p:nvPr/>
          </p:nvGrpSpPr>
          <p:grpSpPr>
            <a:xfrm flipV="1">
              <a:off x="3686" y="243"/>
              <a:ext cx="177" cy="66"/>
              <a:chOff x="2848" y="848"/>
              <a:chExt cx="140" cy="98"/>
            </a:xfrm>
          </p:grpSpPr>
          <p:sp>
            <p:nvSpPr>
              <p:cNvPr id="144510" name="Line 6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11" name="Line 6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12" name="Line 7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4397" name="Group 71"/>
          <p:cNvGrpSpPr/>
          <p:nvPr/>
        </p:nvGrpSpPr>
        <p:grpSpPr>
          <a:xfrm>
            <a:off x="5619750" y="5392738"/>
            <a:ext cx="501650" cy="233362"/>
            <a:chOff x="3600" y="219"/>
            <a:chExt cx="360" cy="175"/>
          </a:xfrm>
        </p:grpSpPr>
        <p:sp>
          <p:nvSpPr>
            <p:cNvPr id="144490" name="Oval 72"/>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91" name="Line 73"/>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4492" name="Line 74"/>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4493" name="Rectangle 75"/>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4494" name="Oval 76"/>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4495" name="Group 77"/>
            <p:cNvGrpSpPr/>
            <p:nvPr/>
          </p:nvGrpSpPr>
          <p:grpSpPr>
            <a:xfrm>
              <a:off x="3686" y="244"/>
              <a:ext cx="177" cy="66"/>
              <a:chOff x="2848" y="848"/>
              <a:chExt cx="140" cy="98"/>
            </a:xfrm>
          </p:grpSpPr>
          <p:sp>
            <p:nvSpPr>
              <p:cNvPr id="144500" name="Line 7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501" name="Line 7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502" name="Line 80"/>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4496" name="Group 81"/>
            <p:cNvGrpSpPr/>
            <p:nvPr/>
          </p:nvGrpSpPr>
          <p:grpSpPr>
            <a:xfrm flipV="1">
              <a:off x="3686" y="243"/>
              <a:ext cx="177" cy="66"/>
              <a:chOff x="2848" y="848"/>
              <a:chExt cx="140" cy="98"/>
            </a:xfrm>
          </p:grpSpPr>
          <p:sp>
            <p:nvSpPr>
              <p:cNvPr id="144497" name="Line 8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498" name="Line 8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499" name="Line 8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grpSp>
        <p:nvGrpSpPr>
          <p:cNvPr id="144398" name="Group 85"/>
          <p:cNvGrpSpPr/>
          <p:nvPr/>
        </p:nvGrpSpPr>
        <p:grpSpPr>
          <a:xfrm>
            <a:off x="6064250" y="4737100"/>
            <a:ext cx="501650" cy="233363"/>
            <a:chOff x="3600" y="219"/>
            <a:chExt cx="360" cy="175"/>
          </a:xfrm>
        </p:grpSpPr>
        <p:sp>
          <p:nvSpPr>
            <p:cNvPr id="144477" name="Oval 86"/>
            <p:cNvSpPr/>
            <p:nvPr/>
          </p:nvSpPr>
          <p:spPr>
            <a:xfrm>
              <a:off x="3603" y="297"/>
              <a:ext cx="357" cy="97"/>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78" name="Line 87"/>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44479" name="Line 88"/>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44480" name="Rectangle 89"/>
            <p:cNvSpPr/>
            <p:nvPr/>
          </p:nvSpPr>
          <p:spPr>
            <a:xfrm>
              <a:off x="3603" y="289"/>
              <a:ext cx="354" cy="59"/>
            </a:xfrm>
            <a:prstGeom prst="rect">
              <a:avLst/>
            </a:prstGeom>
            <a:solidFill>
              <a:schemeClr val="hlink"/>
            </a:solidFill>
            <a:ln w="12700">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a:spcBef>
                  <a:spcPct val="0"/>
                </a:spcBef>
                <a:buClrTx/>
                <a:buSzTx/>
                <a:buFontTx/>
                <a:buNone/>
              </a:pPr>
              <a:endParaRPr lang="zh-CN" altLang="en-US" sz="2400">
                <a:latin typeface="Times New Roman" panose="02020503050405090304" charset="0"/>
              </a:endParaRPr>
            </a:p>
          </p:txBody>
        </p:sp>
        <p:sp>
          <p:nvSpPr>
            <p:cNvPr id="144481" name="Oval 90"/>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nvGrpSpPr>
            <p:cNvPr id="144482" name="Group 91"/>
            <p:cNvGrpSpPr/>
            <p:nvPr/>
          </p:nvGrpSpPr>
          <p:grpSpPr>
            <a:xfrm>
              <a:off x="3686" y="244"/>
              <a:ext cx="177" cy="66"/>
              <a:chOff x="2848" y="848"/>
              <a:chExt cx="140" cy="98"/>
            </a:xfrm>
          </p:grpSpPr>
          <p:sp>
            <p:nvSpPr>
              <p:cNvPr id="144487" name="Line 9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488" name="Line 9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489" name="Line 94"/>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nvGrpSpPr>
            <p:cNvPr id="144483" name="Group 95"/>
            <p:cNvGrpSpPr/>
            <p:nvPr/>
          </p:nvGrpSpPr>
          <p:grpSpPr>
            <a:xfrm flipV="1">
              <a:off x="3686" y="243"/>
              <a:ext cx="177" cy="66"/>
              <a:chOff x="2848" y="848"/>
              <a:chExt cx="140" cy="98"/>
            </a:xfrm>
          </p:grpSpPr>
          <p:sp>
            <p:nvSpPr>
              <p:cNvPr id="144484" name="Line 96"/>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44485" name="Line 9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44486" name="Line 98"/>
              <p:cNvSpPr/>
              <p:nvPr/>
            </p:nvSpPr>
            <p:spPr>
              <a:xfrm>
                <a:off x="2894" y="850"/>
                <a:ext cx="52" cy="96"/>
              </a:xfrm>
              <a:prstGeom prst="line">
                <a:avLst/>
              </a:prstGeom>
              <a:ln w="28575" cap="flat" cmpd="sng">
                <a:solidFill>
                  <a:schemeClr val="tx1"/>
                </a:solidFill>
                <a:prstDash val="solid"/>
                <a:headEnd type="none" w="med" len="med"/>
                <a:tailEnd type="none" w="med" len="med"/>
              </a:ln>
            </p:spPr>
          </p:sp>
        </p:grpSp>
      </p:grpSp>
      <p:sp>
        <p:nvSpPr>
          <p:cNvPr id="144399" name="Freeform 99"/>
          <p:cNvSpPr/>
          <p:nvPr/>
        </p:nvSpPr>
        <p:spPr>
          <a:xfrm>
            <a:off x="5570538" y="4554538"/>
            <a:ext cx="504825" cy="307975"/>
          </a:xfrm>
          <a:custGeom>
            <a:avLst/>
            <a:gdLst>
              <a:gd name="txL" fmla="*/ 0 w 318"/>
              <a:gd name="txT" fmla="*/ 0 h 194"/>
              <a:gd name="txR" fmla="*/ 318 w 318"/>
              <a:gd name="txB" fmla="*/ 194 h 194"/>
            </a:gdLst>
            <a:ahLst/>
            <a:cxnLst>
              <a:cxn ang="0">
                <a:pos x="0" y="0"/>
              </a:cxn>
              <a:cxn ang="0">
                <a:pos x="2147483646" y="2147483646"/>
              </a:cxn>
            </a:cxnLst>
            <a:rect l="txL" t="txT" r="txR" b="txB"/>
            <a:pathLst>
              <a:path w="318" h="194">
                <a:moveTo>
                  <a:pt x="0" y="0"/>
                </a:moveTo>
                <a:lnTo>
                  <a:pt x="318" y="19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4400" name="Freeform 100"/>
          <p:cNvSpPr/>
          <p:nvPr/>
        </p:nvSpPr>
        <p:spPr>
          <a:xfrm>
            <a:off x="4505325" y="4946650"/>
            <a:ext cx="481013" cy="238125"/>
          </a:xfrm>
          <a:custGeom>
            <a:avLst/>
            <a:gdLst>
              <a:gd name="txL" fmla="*/ 0 w 294"/>
              <a:gd name="txT" fmla="*/ 0 h 174"/>
              <a:gd name="txR" fmla="*/ 294 w 294"/>
              <a:gd name="txB" fmla="*/ 174 h 174"/>
            </a:gdLst>
            <a:ahLst/>
            <a:cxnLst>
              <a:cxn ang="0">
                <a:pos x="0" y="0"/>
              </a:cxn>
              <a:cxn ang="0">
                <a:pos x="2147483646" y="2147483646"/>
              </a:cxn>
            </a:cxnLst>
            <a:rect l="txL" t="txT" r="txR" b="txB"/>
            <a:pathLst>
              <a:path w="294" h="174">
                <a:moveTo>
                  <a:pt x="0" y="0"/>
                </a:moveTo>
                <a:lnTo>
                  <a:pt x="294" y="17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4401" name="Freeform 101"/>
          <p:cNvSpPr/>
          <p:nvPr/>
        </p:nvSpPr>
        <p:spPr>
          <a:xfrm>
            <a:off x="5453063" y="4922838"/>
            <a:ext cx="628650" cy="247650"/>
          </a:xfrm>
          <a:custGeom>
            <a:avLst/>
            <a:gdLst>
              <a:gd name="txL" fmla="*/ 0 w 378"/>
              <a:gd name="txT" fmla="*/ 0 h 174"/>
              <a:gd name="txR" fmla="*/ 378 w 378"/>
              <a:gd name="txB" fmla="*/ 174 h 174"/>
            </a:gdLst>
            <a:ahLst/>
            <a:cxnLst>
              <a:cxn ang="0">
                <a:pos x="0" y="2147483646"/>
              </a:cxn>
              <a:cxn ang="0">
                <a:pos x="2147483646" y="0"/>
              </a:cxn>
            </a:cxnLst>
            <a:rect l="txL" t="txT" r="txR" b="txB"/>
            <a:pathLst>
              <a:path w="378" h="174">
                <a:moveTo>
                  <a:pt x="0" y="174"/>
                </a:moveTo>
                <a:lnTo>
                  <a:pt x="37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4402" name="Freeform 102"/>
          <p:cNvSpPr/>
          <p:nvPr/>
        </p:nvSpPr>
        <p:spPr>
          <a:xfrm>
            <a:off x="6119813" y="4976813"/>
            <a:ext cx="206375" cy="508000"/>
          </a:xfrm>
          <a:custGeom>
            <a:avLst/>
            <a:gdLst>
              <a:gd name="txL" fmla="*/ 0 w 118"/>
              <a:gd name="txT" fmla="*/ 0 h 500"/>
              <a:gd name="txR" fmla="*/ 118 w 118"/>
              <a:gd name="txB" fmla="*/ 500 h 500"/>
            </a:gdLst>
            <a:ahLst/>
            <a:cxnLst>
              <a:cxn ang="0">
                <a:pos x="0" y="2147483646"/>
              </a:cxn>
              <a:cxn ang="0">
                <a:pos x="2147483646" y="0"/>
              </a:cxn>
            </a:cxnLst>
            <a:rect l="txL" t="txT" r="txR" b="txB"/>
            <a:pathLst>
              <a:path w="118" h="500">
                <a:moveTo>
                  <a:pt x="0" y="500"/>
                </a:moveTo>
                <a:lnTo>
                  <a:pt x="11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4403" name="Freeform 103"/>
          <p:cNvSpPr/>
          <p:nvPr/>
        </p:nvSpPr>
        <p:spPr>
          <a:xfrm>
            <a:off x="4884738" y="5510213"/>
            <a:ext cx="736600" cy="74612"/>
          </a:xfrm>
          <a:custGeom>
            <a:avLst/>
            <a:gdLst>
              <a:gd name="txL" fmla="*/ 0 w 370"/>
              <a:gd name="txT" fmla="*/ 0 h 32"/>
              <a:gd name="txR" fmla="*/ 370 w 370"/>
              <a:gd name="txB" fmla="*/ 32 h 32"/>
            </a:gdLst>
            <a:ahLst/>
            <a:cxnLst>
              <a:cxn ang="0">
                <a:pos x="2147483646" y="2147483646"/>
              </a:cxn>
              <a:cxn ang="0">
                <a:pos x="0" y="0"/>
              </a:cxn>
            </a:cxnLst>
            <a:rect l="txL" t="txT" r="txR" b="txB"/>
            <a:pathLst>
              <a:path w="370" h="32">
                <a:moveTo>
                  <a:pt x="370" y="32"/>
                </a:move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4404" name="Freeform 104"/>
          <p:cNvSpPr/>
          <p:nvPr/>
        </p:nvSpPr>
        <p:spPr>
          <a:xfrm>
            <a:off x="4348163" y="4970463"/>
            <a:ext cx="193675" cy="425450"/>
          </a:xfrm>
          <a:custGeom>
            <a:avLst/>
            <a:gdLst>
              <a:gd name="txL" fmla="*/ 0 w 176"/>
              <a:gd name="txT" fmla="*/ 0 h 412"/>
              <a:gd name="txR" fmla="*/ 176 w 176"/>
              <a:gd name="txB" fmla="*/ 412 h 412"/>
            </a:gdLst>
            <a:ahLst/>
            <a:cxnLst>
              <a:cxn ang="0">
                <a:pos x="2147483646" y="2147483646"/>
              </a:cxn>
              <a:cxn ang="0">
                <a:pos x="2147483646" y="2147483646"/>
              </a:cxn>
              <a:cxn ang="0">
                <a:pos x="0" y="0"/>
              </a:cxn>
            </a:cxnLst>
            <a:rect l="txL" t="txT" r="txR" b="txB"/>
            <a:pathLst>
              <a:path w="176" h="412">
                <a:moveTo>
                  <a:pt x="162" y="408"/>
                </a:moveTo>
                <a:lnTo>
                  <a:pt x="176" y="412"/>
                </a:ln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44405" name="Rectangle 105"/>
          <p:cNvSpPr/>
          <p:nvPr/>
        </p:nvSpPr>
        <p:spPr>
          <a:xfrm>
            <a:off x="2457450" y="4584700"/>
            <a:ext cx="1155700" cy="238125"/>
          </a:xfrm>
          <a:prstGeom prst="rect">
            <a:avLst/>
          </a:prstGeom>
          <a:solidFill>
            <a:schemeClr val="bg2"/>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06" name="Rectangle 106"/>
          <p:cNvSpPr/>
          <p:nvPr/>
        </p:nvSpPr>
        <p:spPr>
          <a:xfrm>
            <a:off x="2433638" y="4608513"/>
            <a:ext cx="1147762" cy="238125"/>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07" name="Line 107"/>
          <p:cNvSpPr/>
          <p:nvPr/>
        </p:nvSpPr>
        <p:spPr>
          <a:xfrm>
            <a:off x="3459163" y="4740275"/>
            <a:ext cx="422275" cy="0"/>
          </a:xfrm>
          <a:prstGeom prst="line">
            <a:avLst/>
          </a:prstGeom>
          <a:ln w="9525" cap="flat" cmpd="sng">
            <a:solidFill>
              <a:schemeClr val="accent2"/>
            </a:solidFill>
            <a:prstDash val="solid"/>
            <a:headEnd type="none" w="med" len="med"/>
            <a:tailEnd type="triangle" w="med" len="med"/>
          </a:ln>
        </p:spPr>
      </p:sp>
      <p:sp>
        <p:nvSpPr>
          <p:cNvPr id="144408" name="Text Box 108"/>
          <p:cNvSpPr txBox="1"/>
          <p:nvPr/>
        </p:nvSpPr>
        <p:spPr>
          <a:xfrm>
            <a:off x="4460875" y="4456113"/>
            <a:ext cx="311150" cy="3667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800">
                <a:latin typeface="Arial" panose="020B0604020202090204" pitchFamily="34" charset="0"/>
              </a:rPr>
              <a:t>1</a:t>
            </a:r>
          </a:p>
        </p:txBody>
      </p:sp>
      <p:sp>
        <p:nvSpPr>
          <p:cNvPr id="144409" name="Text Box 109"/>
          <p:cNvSpPr txBox="1"/>
          <p:nvPr/>
        </p:nvSpPr>
        <p:spPr>
          <a:xfrm>
            <a:off x="4375150" y="4894263"/>
            <a:ext cx="296863"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600">
                <a:latin typeface="Arial" panose="020B0604020202090204" pitchFamily="34" charset="0"/>
              </a:rPr>
              <a:t>2</a:t>
            </a:r>
          </a:p>
        </p:txBody>
      </p:sp>
      <p:sp>
        <p:nvSpPr>
          <p:cNvPr id="144410" name="Text Box 110"/>
          <p:cNvSpPr txBox="1"/>
          <p:nvPr/>
        </p:nvSpPr>
        <p:spPr>
          <a:xfrm>
            <a:off x="4124325" y="4967288"/>
            <a:ext cx="296863"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600">
                <a:latin typeface="Arial" panose="020B0604020202090204" pitchFamily="34" charset="0"/>
              </a:rPr>
              <a:t>3</a:t>
            </a:r>
          </a:p>
        </p:txBody>
      </p:sp>
      <p:sp>
        <p:nvSpPr>
          <p:cNvPr id="144411" name="Rectangle 111"/>
          <p:cNvSpPr/>
          <p:nvPr/>
        </p:nvSpPr>
        <p:spPr>
          <a:xfrm>
            <a:off x="3062288" y="4611688"/>
            <a:ext cx="427037" cy="23971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12" name="Text Box 112"/>
          <p:cNvSpPr txBox="1"/>
          <p:nvPr/>
        </p:nvSpPr>
        <p:spPr>
          <a:xfrm>
            <a:off x="3014663" y="4584700"/>
            <a:ext cx="184150" cy="274638"/>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endParaRPr lang="zh-CN" altLang="en-US" sz="1200">
              <a:latin typeface="Arial" panose="020B0604020202090204" pitchFamily="34" charset="0"/>
            </a:endParaRPr>
          </a:p>
        </p:txBody>
      </p:sp>
      <p:sp>
        <p:nvSpPr>
          <p:cNvPr id="144413" name="Text Box 113"/>
          <p:cNvSpPr txBox="1"/>
          <p:nvPr/>
        </p:nvSpPr>
        <p:spPr>
          <a:xfrm>
            <a:off x="1298575" y="3913188"/>
            <a:ext cx="2465388" cy="58102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600">
                <a:latin typeface="Arial" panose="020B0604020202090204" pitchFamily="34" charset="0"/>
              </a:rPr>
              <a:t>IP destination address in </a:t>
            </a:r>
          </a:p>
          <a:p>
            <a:pPr marL="0" lvl="0" indent="0" eaLnBrk="1" hangingPunct="1">
              <a:spcBef>
                <a:spcPct val="0"/>
              </a:spcBef>
              <a:buClrTx/>
              <a:buSzTx/>
              <a:buFontTx/>
              <a:buNone/>
            </a:pPr>
            <a:r>
              <a:rPr lang="en-US" altLang="zh-CN" sz="1600">
                <a:latin typeface="Arial" panose="020B0604020202090204" pitchFamily="34" charset="0"/>
              </a:rPr>
              <a:t>arriving packet’s header</a:t>
            </a:r>
          </a:p>
        </p:txBody>
      </p:sp>
      <p:sp>
        <p:nvSpPr>
          <p:cNvPr id="144414" name="Line 114"/>
          <p:cNvSpPr/>
          <p:nvPr/>
        </p:nvSpPr>
        <p:spPr>
          <a:xfrm flipH="1">
            <a:off x="2681288" y="4870450"/>
            <a:ext cx="1349375" cy="0"/>
          </a:xfrm>
          <a:prstGeom prst="line">
            <a:avLst/>
          </a:prstGeom>
          <a:ln w="9525" cap="flat" cmpd="sng">
            <a:solidFill>
              <a:schemeClr val="tx1"/>
            </a:solidFill>
            <a:prstDash val="solid"/>
            <a:headEnd type="none" w="med" len="med"/>
            <a:tailEnd type="none" w="med" len="med"/>
          </a:ln>
        </p:spPr>
      </p:sp>
      <p:sp>
        <p:nvSpPr>
          <p:cNvPr id="144415" name="Text Box 115"/>
          <p:cNvSpPr txBox="1"/>
          <p:nvPr/>
        </p:nvSpPr>
        <p:spPr>
          <a:xfrm>
            <a:off x="2641600" y="1404938"/>
            <a:ext cx="1863725" cy="304800"/>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eaLnBrk="1" hangingPunct="1">
              <a:spcBef>
                <a:spcPct val="0"/>
              </a:spcBef>
              <a:buClrTx/>
              <a:buSzTx/>
              <a:buFontTx/>
              <a:buNone/>
            </a:pPr>
            <a:r>
              <a:rPr lang="en-US" altLang="zh-CN" sz="1400">
                <a:latin typeface="Arial" panose="020B0604020202090204" pitchFamily="34" charset="0"/>
              </a:rPr>
              <a:t>routing algorithm</a:t>
            </a:r>
          </a:p>
        </p:txBody>
      </p:sp>
      <p:sp>
        <p:nvSpPr>
          <p:cNvPr id="144416" name="Rectangle 116"/>
          <p:cNvSpPr/>
          <p:nvPr/>
        </p:nvSpPr>
        <p:spPr>
          <a:xfrm>
            <a:off x="2387600" y="2141538"/>
            <a:ext cx="2184400" cy="1298575"/>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17" name="Text Box 117"/>
          <p:cNvSpPr txBox="1"/>
          <p:nvPr/>
        </p:nvSpPr>
        <p:spPr>
          <a:xfrm>
            <a:off x="2647950" y="2105025"/>
            <a:ext cx="1858963" cy="30480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eaLnBrk="1" hangingPunct="1">
              <a:spcBef>
                <a:spcPct val="0"/>
              </a:spcBef>
              <a:buClrTx/>
              <a:buSzTx/>
              <a:buFontTx/>
              <a:buNone/>
            </a:pPr>
            <a:r>
              <a:rPr lang="en-US" altLang="zh-CN" sz="1400">
                <a:latin typeface="Arial" panose="020B0604020202090204" pitchFamily="34" charset="0"/>
              </a:rPr>
              <a:t>local forwarding table</a:t>
            </a:r>
          </a:p>
        </p:txBody>
      </p:sp>
      <p:sp>
        <p:nvSpPr>
          <p:cNvPr id="144418" name="Text Box 118"/>
          <p:cNvSpPr txBox="1"/>
          <p:nvPr/>
        </p:nvSpPr>
        <p:spPr>
          <a:xfrm>
            <a:off x="2430463" y="2352675"/>
            <a:ext cx="1312862" cy="304800"/>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eaLnBrk="1" hangingPunct="1">
              <a:spcBef>
                <a:spcPct val="0"/>
              </a:spcBef>
              <a:buClrTx/>
              <a:buSzTx/>
              <a:buFontTx/>
              <a:buNone/>
            </a:pPr>
            <a:r>
              <a:rPr lang="en-US" altLang="zh-CN" sz="1400">
                <a:latin typeface="Arial" panose="020B0604020202090204" pitchFamily="34" charset="0"/>
              </a:rPr>
              <a:t>dest address</a:t>
            </a:r>
          </a:p>
        </p:txBody>
      </p:sp>
      <p:sp>
        <p:nvSpPr>
          <p:cNvPr id="144419" name="Text Box 119"/>
          <p:cNvSpPr txBox="1"/>
          <p:nvPr/>
        </p:nvSpPr>
        <p:spPr>
          <a:xfrm>
            <a:off x="3597275" y="2354263"/>
            <a:ext cx="1041400" cy="304800"/>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eaLnBrk="1" hangingPunct="1">
              <a:spcBef>
                <a:spcPct val="0"/>
              </a:spcBef>
              <a:buClrTx/>
              <a:buSzTx/>
              <a:buFontTx/>
              <a:buNone/>
            </a:pPr>
            <a:r>
              <a:rPr lang="en-US" altLang="zh-CN" sz="1400">
                <a:latin typeface="Arial" panose="020B0604020202090204" pitchFamily="34" charset="0"/>
              </a:rPr>
              <a:t>output  link</a:t>
            </a:r>
          </a:p>
        </p:txBody>
      </p:sp>
      <p:sp>
        <p:nvSpPr>
          <p:cNvPr id="144420" name="Line 120"/>
          <p:cNvSpPr/>
          <p:nvPr/>
        </p:nvSpPr>
        <p:spPr>
          <a:xfrm>
            <a:off x="3695700" y="2365375"/>
            <a:ext cx="7938" cy="1066800"/>
          </a:xfrm>
          <a:prstGeom prst="line">
            <a:avLst/>
          </a:prstGeom>
          <a:ln w="9525" cap="flat" cmpd="sng">
            <a:solidFill>
              <a:schemeClr val="tx1"/>
            </a:solidFill>
            <a:prstDash val="solid"/>
            <a:headEnd type="none" w="med" len="med"/>
            <a:tailEnd type="none" w="med" len="med"/>
          </a:ln>
        </p:spPr>
      </p:sp>
      <p:sp>
        <p:nvSpPr>
          <p:cNvPr id="144421" name="Text Box 121"/>
          <p:cNvSpPr txBox="1"/>
          <p:nvPr/>
        </p:nvSpPr>
        <p:spPr>
          <a:xfrm>
            <a:off x="2417763" y="2636838"/>
            <a:ext cx="1289050" cy="82232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r" eaLnBrk="1" hangingPunct="1">
              <a:spcBef>
                <a:spcPct val="0"/>
              </a:spcBef>
              <a:buClrTx/>
              <a:buSzTx/>
              <a:buFontTx/>
              <a:buNone/>
            </a:pPr>
            <a:r>
              <a:rPr lang="en-US" altLang="zh-CN" sz="1200">
                <a:latin typeface="Arial" panose="020B0604020202090204" pitchFamily="34" charset="0"/>
              </a:rPr>
              <a:t>address-range 1</a:t>
            </a:r>
          </a:p>
          <a:p>
            <a:pPr marL="0" lvl="0" indent="0" algn="r" eaLnBrk="1" hangingPunct="1">
              <a:spcBef>
                <a:spcPct val="0"/>
              </a:spcBef>
              <a:buClrTx/>
              <a:buSzTx/>
              <a:buFontTx/>
              <a:buNone/>
            </a:pPr>
            <a:r>
              <a:rPr lang="en-US" altLang="zh-CN" sz="1200">
                <a:latin typeface="Arial" panose="020B0604020202090204" pitchFamily="34" charset="0"/>
              </a:rPr>
              <a:t>address-range 2</a:t>
            </a:r>
          </a:p>
          <a:p>
            <a:pPr marL="0" lvl="0" indent="0" algn="r" eaLnBrk="1" hangingPunct="1">
              <a:spcBef>
                <a:spcPct val="0"/>
              </a:spcBef>
              <a:buClrTx/>
              <a:buSzTx/>
              <a:buFontTx/>
              <a:buNone/>
            </a:pPr>
            <a:r>
              <a:rPr lang="en-US" altLang="zh-CN" sz="1200">
                <a:latin typeface="Arial" panose="020B0604020202090204" pitchFamily="34" charset="0"/>
              </a:rPr>
              <a:t>address-range 3</a:t>
            </a:r>
          </a:p>
          <a:p>
            <a:pPr marL="0" lvl="0" indent="0" algn="r" eaLnBrk="1" hangingPunct="1">
              <a:spcBef>
                <a:spcPct val="0"/>
              </a:spcBef>
              <a:buClrTx/>
              <a:buSzTx/>
              <a:buFontTx/>
              <a:buNone/>
            </a:pPr>
            <a:r>
              <a:rPr lang="en-US" altLang="zh-CN" sz="1200">
                <a:latin typeface="Arial" panose="020B0604020202090204" pitchFamily="34" charset="0"/>
              </a:rPr>
              <a:t>address-range 4</a:t>
            </a:r>
          </a:p>
        </p:txBody>
      </p:sp>
      <p:sp>
        <p:nvSpPr>
          <p:cNvPr id="144422" name="Text Box 122"/>
          <p:cNvSpPr txBox="1"/>
          <p:nvPr/>
        </p:nvSpPr>
        <p:spPr>
          <a:xfrm>
            <a:off x="3711575" y="2636838"/>
            <a:ext cx="268288" cy="82232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ctr" eaLnBrk="1" hangingPunct="1">
              <a:spcBef>
                <a:spcPct val="0"/>
              </a:spcBef>
              <a:buClrTx/>
              <a:buSzTx/>
              <a:buFontTx/>
              <a:buNone/>
            </a:pPr>
            <a:r>
              <a:rPr lang="en-US" altLang="zh-CN" sz="1200">
                <a:latin typeface="Arial" panose="020B0604020202090204" pitchFamily="34" charset="0"/>
              </a:rPr>
              <a:t>3</a:t>
            </a:r>
          </a:p>
          <a:p>
            <a:pPr marL="0" lvl="0" indent="0" algn="ctr" eaLnBrk="1" hangingPunct="1">
              <a:spcBef>
                <a:spcPct val="0"/>
              </a:spcBef>
              <a:buClrTx/>
              <a:buSzTx/>
              <a:buFontTx/>
              <a:buNone/>
            </a:pPr>
            <a:r>
              <a:rPr lang="en-US" altLang="zh-CN" sz="1200">
                <a:latin typeface="Arial" panose="020B0604020202090204" pitchFamily="34" charset="0"/>
              </a:rPr>
              <a:t>2</a:t>
            </a:r>
          </a:p>
          <a:p>
            <a:pPr marL="0" lvl="0" indent="0" algn="ctr" eaLnBrk="1" hangingPunct="1">
              <a:spcBef>
                <a:spcPct val="0"/>
              </a:spcBef>
              <a:buClrTx/>
              <a:buSzTx/>
              <a:buFontTx/>
              <a:buNone/>
            </a:pPr>
            <a:r>
              <a:rPr lang="en-US" altLang="zh-CN" sz="1200">
                <a:latin typeface="Arial" panose="020B0604020202090204" pitchFamily="34" charset="0"/>
              </a:rPr>
              <a:t>2</a:t>
            </a:r>
          </a:p>
          <a:p>
            <a:pPr marL="0" lvl="0" indent="0" algn="ctr" eaLnBrk="1" hangingPunct="1">
              <a:spcBef>
                <a:spcPct val="0"/>
              </a:spcBef>
              <a:buClrTx/>
              <a:buSzTx/>
              <a:buFontTx/>
              <a:buNone/>
            </a:pPr>
            <a:r>
              <a:rPr lang="en-US" altLang="zh-CN" sz="1200">
                <a:latin typeface="Arial" panose="020B0604020202090204" pitchFamily="34" charset="0"/>
              </a:rPr>
              <a:t>1</a:t>
            </a:r>
          </a:p>
        </p:txBody>
      </p:sp>
      <p:sp>
        <p:nvSpPr>
          <p:cNvPr id="144423" name="Line 123"/>
          <p:cNvSpPr/>
          <p:nvPr/>
        </p:nvSpPr>
        <p:spPr>
          <a:xfrm>
            <a:off x="2409825" y="2617788"/>
            <a:ext cx="2163763" cy="4762"/>
          </a:xfrm>
          <a:prstGeom prst="line">
            <a:avLst/>
          </a:prstGeom>
          <a:ln w="9525" cap="flat" cmpd="sng">
            <a:solidFill>
              <a:schemeClr val="tx1"/>
            </a:solidFill>
            <a:prstDash val="solid"/>
            <a:headEnd type="none" w="med" len="med"/>
            <a:tailEnd type="none" w="med" len="med"/>
          </a:ln>
        </p:spPr>
      </p:sp>
      <p:sp>
        <p:nvSpPr>
          <p:cNvPr id="144424" name="Line 124"/>
          <p:cNvSpPr/>
          <p:nvPr/>
        </p:nvSpPr>
        <p:spPr>
          <a:xfrm>
            <a:off x="2392363" y="2370138"/>
            <a:ext cx="2173287" cy="4762"/>
          </a:xfrm>
          <a:prstGeom prst="line">
            <a:avLst/>
          </a:prstGeom>
          <a:ln w="9525" cap="flat" cmpd="sng">
            <a:solidFill>
              <a:schemeClr val="tx1"/>
            </a:solidFill>
            <a:prstDash val="solid"/>
            <a:headEnd type="none" w="med" len="med"/>
            <a:tailEnd type="none" w="med" len="med"/>
          </a:ln>
        </p:spPr>
      </p:sp>
      <p:sp>
        <p:nvSpPr>
          <p:cNvPr id="144425" name="AutoShape 125"/>
          <p:cNvSpPr/>
          <p:nvPr/>
        </p:nvSpPr>
        <p:spPr>
          <a:xfrm rot="5400000">
            <a:off x="3465513" y="1858963"/>
            <a:ext cx="239712" cy="273050"/>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26" name="Line 126"/>
          <p:cNvSpPr/>
          <p:nvPr/>
        </p:nvSpPr>
        <p:spPr>
          <a:xfrm>
            <a:off x="2843213" y="4302125"/>
            <a:ext cx="363537" cy="342900"/>
          </a:xfrm>
          <a:prstGeom prst="line">
            <a:avLst/>
          </a:prstGeom>
          <a:ln w="9525" cap="flat" cmpd="sng">
            <a:solidFill>
              <a:schemeClr val="tx1"/>
            </a:solidFill>
            <a:prstDash val="solid"/>
            <a:headEnd type="none" w="med" len="med"/>
            <a:tailEnd type="triangle" w="med" len="med"/>
          </a:ln>
        </p:spPr>
      </p:sp>
      <p:sp>
        <p:nvSpPr>
          <p:cNvPr id="144427" name="Freeform 127"/>
          <p:cNvSpPr/>
          <p:nvPr/>
        </p:nvSpPr>
        <p:spPr>
          <a:xfrm>
            <a:off x="3916363" y="4792663"/>
            <a:ext cx="879475" cy="265112"/>
          </a:xfrm>
          <a:custGeom>
            <a:avLst/>
            <a:gdLst>
              <a:gd name="txL" fmla="*/ 0 w 554"/>
              <a:gd name="txT" fmla="*/ 0 h 167"/>
              <a:gd name="txR" fmla="*/ 554 w 554"/>
              <a:gd name="txB" fmla="*/ 167 h 167"/>
            </a:gdLst>
            <a:ahLst/>
            <a:cxnLst>
              <a:cxn ang="0">
                <a:pos x="0" y="2147483646"/>
              </a:cxn>
              <a:cxn ang="0">
                <a:pos x="2147483646" y="2147483646"/>
              </a:cxn>
              <a:cxn ang="0">
                <a:pos x="2147483646" y="2147483646"/>
              </a:cxn>
            </a:cxnLst>
            <a:rect l="txL" t="txT" r="txR" b="txB"/>
            <a:pathLst>
              <a:path w="554" h="167">
                <a:moveTo>
                  <a:pt x="0" y="10"/>
                </a:moveTo>
                <a:cubicBezTo>
                  <a:pt x="102" y="0"/>
                  <a:pt x="240" y="5"/>
                  <a:pt x="324" y="26"/>
                </a:cubicBezTo>
                <a:cubicBezTo>
                  <a:pt x="416" y="52"/>
                  <a:pt x="502" y="120"/>
                  <a:pt x="554" y="167"/>
                </a:cubicBezTo>
              </a:path>
            </a:pathLst>
          </a:custGeom>
          <a:noFill/>
          <a:ln w="57150" cap="flat" cmpd="sng">
            <a:solidFill>
              <a:srgbClr val="FF3300">
                <a:alpha val="100000"/>
              </a:srgbClr>
            </a:solidFill>
            <a:prstDash val="solid"/>
            <a:round/>
            <a:headEnd type="none" w="med" len="med"/>
            <a:tailEnd type="triangle" w="med" len="med"/>
          </a:ln>
        </p:spPr>
        <p:txBody>
          <a:bodyPr/>
          <a:lstStyle/>
          <a:p>
            <a:endParaRPr lang="zh-CN" altLang="en-US"/>
          </a:p>
        </p:txBody>
      </p:sp>
      <p:sp>
        <p:nvSpPr>
          <p:cNvPr id="144428" name="Freeform 128"/>
          <p:cNvSpPr/>
          <p:nvPr/>
        </p:nvSpPr>
        <p:spPr>
          <a:xfrm flipH="1">
            <a:off x="6251575" y="4367213"/>
            <a:ext cx="577850" cy="371475"/>
          </a:xfrm>
          <a:custGeom>
            <a:avLst/>
            <a:gdLst>
              <a:gd name="txL" fmla="*/ 0 w 1443"/>
              <a:gd name="txT" fmla="*/ 0 h 816"/>
              <a:gd name="txR" fmla="*/ 1443 w 1443"/>
              <a:gd name="txB" fmla="*/ 816 h 816"/>
            </a:gdLst>
            <a:ahLst/>
            <a:cxnLst>
              <a:cxn ang="0">
                <a:pos x="0" y="0"/>
              </a:cxn>
              <a:cxn ang="0">
                <a:pos x="2147483646" y="2147483646"/>
              </a:cxn>
              <a:cxn ang="0">
                <a:pos x="2147483646" y="2147483646"/>
              </a:cxn>
              <a:cxn ang="0">
                <a:pos x="2147483646" y="2147483646"/>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44429" name="Freeform 129"/>
          <p:cNvSpPr/>
          <p:nvPr/>
        </p:nvSpPr>
        <p:spPr>
          <a:xfrm flipH="1">
            <a:off x="5240338" y="4083050"/>
            <a:ext cx="577850" cy="371475"/>
          </a:xfrm>
          <a:custGeom>
            <a:avLst/>
            <a:gdLst>
              <a:gd name="txL" fmla="*/ 0 w 1443"/>
              <a:gd name="txT" fmla="*/ 0 h 816"/>
              <a:gd name="txR" fmla="*/ 1443 w 1443"/>
              <a:gd name="txB" fmla="*/ 816 h 816"/>
            </a:gdLst>
            <a:ahLst/>
            <a:cxnLst>
              <a:cxn ang="0">
                <a:pos x="0" y="0"/>
              </a:cxn>
              <a:cxn ang="0">
                <a:pos x="2147483646" y="2147483646"/>
              </a:cxn>
              <a:cxn ang="0">
                <a:pos x="2147483646" y="2147483646"/>
              </a:cxn>
              <a:cxn ang="0">
                <a:pos x="2147483646" y="2147483646"/>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44430" name="Freeform 130"/>
          <p:cNvSpPr/>
          <p:nvPr/>
        </p:nvSpPr>
        <p:spPr>
          <a:xfrm flipH="1" flipV="1">
            <a:off x="5908675" y="5629275"/>
            <a:ext cx="542925" cy="371475"/>
          </a:xfrm>
          <a:custGeom>
            <a:avLst/>
            <a:gdLst>
              <a:gd name="txL" fmla="*/ 0 w 1443"/>
              <a:gd name="txT" fmla="*/ 0 h 816"/>
              <a:gd name="txR" fmla="*/ 1443 w 1443"/>
              <a:gd name="txB" fmla="*/ 816 h 816"/>
            </a:gdLst>
            <a:ahLst/>
            <a:cxnLst>
              <a:cxn ang="0">
                <a:pos x="0" y="0"/>
              </a:cxn>
              <a:cxn ang="0">
                <a:pos x="2147483646" y="2147483646"/>
              </a:cxn>
              <a:cxn ang="0">
                <a:pos x="2147483646" y="2147483646"/>
              </a:cxn>
              <a:cxn ang="0">
                <a:pos x="2147483646" y="2147483646"/>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44431" name="Freeform 131"/>
          <p:cNvSpPr/>
          <p:nvPr/>
        </p:nvSpPr>
        <p:spPr>
          <a:xfrm flipH="1" flipV="1">
            <a:off x="4559300" y="5613400"/>
            <a:ext cx="542925" cy="371475"/>
          </a:xfrm>
          <a:custGeom>
            <a:avLst/>
            <a:gdLst>
              <a:gd name="txL" fmla="*/ 0 w 1443"/>
              <a:gd name="txT" fmla="*/ 0 h 816"/>
              <a:gd name="txR" fmla="*/ 1443 w 1443"/>
              <a:gd name="txB" fmla="*/ 816 h 816"/>
            </a:gdLst>
            <a:ahLst/>
            <a:cxnLst>
              <a:cxn ang="0">
                <a:pos x="0" y="0"/>
              </a:cxn>
              <a:cxn ang="0">
                <a:pos x="2147483646" y="2147483646"/>
              </a:cxn>
              <a:cxn ang="0">
                <a:pos x="2147483646" y="2147483646"/>
              </a:cxn>
              <a:cxn ang="0">
                <a:pos x="2147483646" y="2147483646"/>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sp>
        <p:nvSpPr>
          <p:cNvPr id="144432" name="Freeform 132"/>
          <p:cNvSpPr/>
          <p:nvPr/>
        </p:nvSpPr>
        <p:spPr>
          <a:xfrm flipH="1" flipV="1">
            <a:off x="5199063" y="5321300"/>
            <a:ext cx="542925" cy="452438"/>
          </a:xfrm>
          <a:custGeom>
            <a:avLst/>
            <a:gdLst>
              <a:gd name="txL" fmla="*/ 0 w 1443"/>
              <a:gd name="txT" fmla="*/ 0 h 816"/>
              <a:gd name="txR" fmla="*/ 1443 w 1443"/>
              <a:gd name="txB" fmla="*/ 816 h 816"/>
            </a:gdLst>
            <a:ahLst/>
            <a:cxnLst>
              <a:cxn ang="0">
                <a:pos x="0" y="0"/>
              </a:cxn>
              <a:cxn ang="0">
                <a:pos x="2147483646" y="2147483646"/>
              </a:cxn>
              <a:cxn ang="0">
                <a:pos x="2147483646" y="2147483646"/>
              </a:cxn>
              <a:cxn ang="0">
                <a:pos x="2147483646" y="2147483646"/>
              </a:cxn>
              <a:cxn ang="0">
                <a:pos x="0" y="0"/>
              </a:cxn>
            </a:cxnLst>
            <a:rect l="txL" t="txT" r="txR" b="txB"/>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1">
                  <a:alpha val="100000"/>
                </a:schemeClr>
              </a:gs>
              <a:gs pos="100000">
                <a:schemeClr val="bg1">
                  <a:alpha val="100000"/>
                </a:schemeClr>
              </a:gs>
            </a:gsLst>
            <a:lin ang="5400000" scaled="1"/>
            <a:tileRect/>
          </a:gradFill>
          <a:ln w="9525">
            <a:noFill/>
          </a:ln>
        </p:spPr>
        <p:txBody>
          <a:bodyPr/>
          <a:lstStyle/>
          <a:p>
            <a:endParaRPr lang="zh-CN" altLang="en-US"/>
          </a:p>
        </p:txBody>
      </p:sp>
      <p:grpSp>
        <p:nvGrpSpPr>
          <p:cNvPr id="144433" name="Group 133"/>
          <p:cNvGrpSpPr/>
          <p:nvPr/>
        </p:nvGrpSpPr>
        <p:grpSpPr>
          <a:xfrm>
            <a:off x="5248275" y="3638550"/>
            <a:ext cx="550863" cy="452438"/>
            <a:chOff x="2886" y="1668"/>
            <a:chExt cx="347" cy="285"/>
          </a:xfrm>
        </p:grpSpPr>
        <p:sp>
          <p:nvSpPr>
            <p:cNvPr id="144470" name="Rectangle 134"/>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71" name="Oval 135"/>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72" name="Rectangle 136"/>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73" name="Line 137"/>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44474" name="Line 138"/>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44475" name="Line 139"/>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44476" name="AutoShape 140"/>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144434" name="Group 141"/>
          <p:cNvGrpSpPr/>
          <p:nvPr/>
        </p:nvGrpSpPr>
        <p:grpSpPr>
          <a:xfrm>
            <a:off x="6261100" y="3911600"/>
            <a:ext cx="550863" cy="452438"/>
            <a:chOff x="2886" y="1668"/>
            <a:chExt cx="347" cy="285"/>
          </a:xfrm>
        </p:grpSpPr>
        <p:sp>
          <p:nvSpPr>
            <p:cNvPr id="144463" name="Rectangle 142"/>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64" name="Oval 143"/>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65" name="Rectangle 144"/>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66" name="Line 145"/>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44467" name="Line 146"/>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44468" name="Line 147"/>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44469" name="AutoShape 148"/>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144435" name="Group 149"/>
          <p:cNvGrpSpPr/>
          <p:nvPr/>
        </p:nvGrpSpPr>
        <p:grpSpPr>
          <a:xfrm>
            <a:off x="5891213" y="5988050"/>
            <a:ext cx="550862" cy="452438"/>
            <a:chOff x="2886" y="1668"/>
            <a:chExt cx="347" cy="285"/>
          </a:xfrm>
        </p:grpSpPr>
        <p:sp>
          <p:nvSpPr>
            <p:cNvPr id="144456" name="Rectangle 150"/>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57" name="Oval 151"/>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58" name="Rectangle 152"/>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59" name="Line 153"/>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44460" name="Line 154"/>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44461" name="Line 155"/>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44462" name="AutoShape 156"/>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144436" name="Group 157"/>
          <p:cNvGrpSpPr/>
          <p:nvPr/>
        </p:nvGrpSpPr>
        <p:grpSpPr>
          <a:xfrm>
            <a:off x="5195888" y="5768975"/>
            <a:ext cx="550862" cy="452438"/>
            <a:chOff x="2886" y="1668"/>
            <a:chExt cx="347" cy="285"/>
          </a:xfrm>
        </p:grpSpPr>
        <p:sp>
          <p:nvSpPr>
            <p:cNvPr id="144449" name="Rectangle 158"/>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50" name="Oval 159"/>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51" name="Rectangle 160"/>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52" name="Line 161"/>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44453" name="Line 162"/>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44454" name="Line 163"/>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44455" name="AutoShape 164"/>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144437" name="Group 165"/>
          <p:cNvGrpSpPr/>
          <p:nvPr/>
        </p:nvGrpSpPr>
        <p:grpSpPr>
          <a:xfrm>
            <a:off x="4540250" y="5961063"/>
            <a:ext cx="550863" cy="452437"/>
            <a:chOff x="2886" y="1668"/>
            <a:chExt cx="347" cy="285"/>
          </a:xfrm>
        </p:grpSpPr>
        <p:sp>
          <p:nvSpPr>
            <p:cNvPr id="144442" name="Rectangle 166"/>
            <p:cNvSpPr/>
            <p:nvPr/>
          </p:nvSpPr>
          <p:spPr>
            <a:xfrm>
              <a:off x="2886" y="1668"/>
              <a:ext cx="347" cy="28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43" name="Oval 167"/>
            <p:cNvSpPr/>
            <p:nvPr/>
          </p:nvSpPr>
          <p:spPr>
            <a:xfrm>
              <a:off x="2905" y="1674"/>
              <a:ext cx="314" cy="74"/>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44" name="Rectangle 168"/>
            <p:cNvSpPr/>
            <p:nvPr/>
          </p:nvSpPr>
          <p:spPr>
            <a:xfrm>
              <a:off x="2913" y="1785"/>
              <a:ext cx="300" cy="1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4445" name="Line 169"/>
            <p:cNvSpPr/>
            <p:nvPr/>
          </p:nvSpPr>
          <p:spPr>
            <a:xfrm>
              <a:off x="3082" y="1811"/>
              <a:ext cx="1" cy="130"/>
            </a:xfrm>
            <a:prstGeom prst="line">
              <a:avLst/>
            </a:prstGeom>
            <a:ln w="9525" cap="flat" cmpd="sng">
              <a:solidFill>
                <a:schemeClr val="tx1"/>
              </a:solidFill>
              <a:prstDash val="solid"/>
              <a:headEnd type="none" w="med" len="med"/>
              <a:tailEnd type="none" w="med" len="med"/>
            </a:ln>
          </p:spPr>
        </p:sp>
        <p:sp>
          <p:nvSpPr>
            <p:cNvPr id="144446" name="Line 170"/>
            <p:cNvSpPr/>
            <p:nvPr/>
          </p:nvSpPr>
          <p:spPr>
            <a:xfrm>
              <a:off x="2913" y="1842"/>
              <a:ext cx="300" cy="0"/>
            </a:xfrm>
            <a:prstGeom prst="line">
              <a:avLst/>
            </a:prstGeom>
            <a:ln w="9525" cap="flat" cmpd="sng">
              <a:solidFill>
                <a:schemeClr val="tx1"/>
              </a:solidFill>
              <a:prstDash val="solid"/>
              <a:headEnd type="none" w="med" len="med"/>
              <a:tailEnd type="none" w="med" len="med"/>
            </a:ln>
          </p:spPr>
        </p:sp>
        <p:sp>
          <p:nvSpPr>
            <p:cNvPr id="144447" name="Line 171"/>
            <p:cNvSpPr/>
            <p:nvPr/>
          </p:nvSpPr>
          <p:spPr>
            <a:xfrm>
              <a:off x="2912" y="1812"/>
              <a:ext cx="300" cy="0"/>
            </a:xfrm>
            <a:prstGeom prst="line">
              <a:avLst/>
            </a:prstGeom>
            <a:ln w="9525" cap="flat" cmpd="sng">
              <a:solidFill>
                <a:schemeClr val="tx1"/>
              </a:solidFill>
              <a:prstDash val="solid"/>
              <a:headEnd type="none" w="med" len="med"/>
              <a:tailEnd type="none" w="med" len="med"/>
            </a:ln>
          </p:spPr>
        </p:sp>
        <p:sp>
          <p:nvSpPr>
            <p:cNvPr id="144448" name="AutoShape 172"/>
            <p:cNvSpPr/>
            <p:nvPr/>
          </p:nvSpPr>
          <p:spPr>
            <a:xfrm rot="5400000">
              <a:off x="3051" y="1745"/>
              <a:ext cx="29" cy="41"/>
            </a:xfrm>
            <a:prstGeom prst="rightArrow">
              <a:avLst>
                <a:gd name="adj1" fmla="val 51166"/>
                <a:gd name="adj2" fmla="val 39736"/>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grpSp>
      <p:grpSp>
        <p:nvGrpSpPr>
          <p:cNvPr id="25" name="Group 176"/>
          <p:cNvGrpSpPr/>
          <p:nvPr/>
        </p:nvGrpSpPr>
        <p:grpSpPr>
          <a:xfrm>
            <a:off x="3000375" y="1279525"/>
            <a:ext cx="5510213" cy="1887538"/>
            <a:chOff x="2037" y="708"/>
            <a:chExt cx="3471" cy="1189"/>
          </a:xfrm>
        </p:grpSpPr>
        <p:sp>
          <p:nvSpPr>
            <p:cNvPr id="144440" name="Text Box 174"/>
            <p:cNvSpPr txBox="1"/>
            <p:nvPr/>
          </p:nvSpPr>
          <p:spPr>
            <a:xfrm>
              <a:off x="3474" y="708"/>
              <a:ext cx="2034" cy="1024"/>
            </a:xfrm>
            <a:prstGeom prst="rect">
              <a:avLst/>
            </a:prstGeom>
            <a:noFill/>
            <a:ln w="9525" cap="flat" cmpd="sng">
              <a:solidFill>
                <a:srgbClr val="FF6600"/>
              </a:solidFill>
              <a:prstDash val="solid"/>
              <a:miter/>
              <a:headEnd type="none" w="med" len="med"/>
              <a:tailEnd type="none" w="med" len="med"/>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solidFill>
                    <a:srgbClr val="FF0000"/>
                  </a:solidFill>
                </a:rPr>
                <a:t>4 billion IP addresses, so rather than list individual destination address</a:t>
              </a:r>
            </a:p>
            <a:p>
              <a:pPr marL="0" lvl="0" indent="0">
                <a:spcBef>
                  <a:spcPct val="0"/>
                </a:spcBef>
                <a:buClrTx/>
                <a:buSzTx/>
                <a:buFontTx/>
                <a:buNone/>
              </a:pPr>
              <a:r>
                <a:rPr lang="en-US" altLang="zh-CN" sz="2000">
                  <a:solidFill>
                    <a:srgbClr val="FF0000"/>
                  </a:solidFill>
                </a:rPr>
                <a:t>list </a:t>
              </a:r>
              <a:r>
                <a:rPr lang="en-US" altLang="zh-CN" sz="2000" i="1">
                  <a:solidFill>
                    <a:srgbClr val="FF0000"/>
                  </a:solidFill>
                </a:rPr>
                <a:t>range</a:t>
              </a:r>
              <a:r>
                <a:rPr lang="en-US" altLang="zh-CN" sz="2000">
                  <a:solidFill>
                    <a:srgbClr val="FF0000"/>
                  </a:solidFill>
                </a:rPr>
                <a:t> of addresses</a:t>
              </a:r>
            </a:p>
            <a:p>
              <a:pPr marL="0" lvl="0" indent="0">
                <a:spcBef>
                  <a:spcPct val="0"/>
                </a:spcBef>
                <a:buClrTx/>
                <a:buSzTx/>
                <a:buFontTx/>
                <a:buNone/>
              </a:pPr>
              <a:r>
                <a:rPr lang="en-US" altLang="zh-CN" sz="2000">
                  <a:solidFill>
                    <a:srgbClr val="FF0000"/>
                  </a:solidFill>
                </a:rPr>
                <a:t>(aggregate table entries)</a:t>
              </a:r>
            </a:p>
          </p:txBody>
        </p:sp>
        <p:sp>
          <p:nvSpPr>
            <p:cNvPr id="144441" name="Line 175"/>
            <p:cNvSpPr/>
            <p:nvPr/>
          </p:nvSpPr>
          <p:spPr>
            <a:xfrm flipH="1">
              <a:off x="2037" y="1229"/>
              <a:ext cx="1433" cy="668"/>
            </a:xfrm>
            <a:prstGeom prst="line">
              <a:avLst/>
            </a:prstGeom>
            <a:ln w="9525" cap="flat" cmpd="sng">
              <a:solidFill>
                <a:srgbClr val="FF0000"/>
              </a:solidFill>
              <a:prstDash val="solid"/>
              <a:headEnd type="none" w="med" len="med"/>
              <a:tailEnd type="triangle" w="med" len="med"/>
            </a:ln>
          </p:spPr>
        </p:sp>
      </p:grpSp>
      <p:sp>
        <p:nvSpPr>
          <p:cNvPr id="144439" name="Text Box 135"/>
          <p:cNvSpPr txBox="1"/>
          <p:nvPr/>
        </p:nvSpPr>
        <p:spPr>
          <a:xfrm>
            <a:off x="7637463" y="0"/>
            <a:ext cx="1395412" cy="369888"/>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zh-CN" altLang="en-US" sz="1800">
                <a:solidFill>
                  <a:srgbClr val="FF0000"/>
                </a:solidFill>
              </a:rPr>
              <a:t>视频：</a:t>
            </a:r>
            <a:r>
              <a:rPr lang="en-US" altLang="zh-CN" sz="1800">
                <a:solidFill>
                  <a:srgbClr val="FF0000"/>
                </a:solidFill>
              </a:rPr>
              <a:t>6’10”</a:t>
            </a:r>
          </a:p>
        </p:txBody>
      </p:sp>
      <p:sp>
        <p:nvSpPr>
          <p:cNvPr id="2" name="Text Box 135"/>
          <p:cNvSpPr txBox="1"/>
          <p:nvPr/>
        </p:nvSpPr>
        <p:spPr>
          <a:xfrm>
            <a:off x="533083" y="5718175"/>
            <a:ext cx="2218690" cy="36830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sz="1800">
                <a:solidFill>
                  <a:srgbClr val="FF0000"/>
                </a:solidFill>
                <a:highlight>
                  <a:srgbClr val="FFFF00"/>
                </a:highlight>
              </a:rPr>
              <a:t>2025.11.12</a:t>
            </a:r>
            <a:r>
              <a:rPr lang="zh-CN" altLang="en-US" sz="1800">
                <a:solidFill>
                  <a:srgbClr val="FF0000"/>
                </a:solidFill>
                <a:highlight>
                  <a:srgbClr val="FFFF00"/>
                </a:highlight>
              </a:rPr>
              <a:t>讲到此页</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9"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45410"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35</a:t>
            </a:fld>
            <a:endParaRPr lang="en-US" altLang="zh-CN" sz="1200">
              <a:latin typeface="Arial" panose="020B0604020202090204" pitchFamily="34" charset="0"/>
            </a:endParaRPr>
          </a:p>
        </p:txBody>
      </p:sp>
      <p:sp>
        <p:nvSpPr>
          <p:cNvPr id="145411" name="Rectangle 2"/>
          <p:cNvSpPr>
            <a:spLocks noGrp="1"/>
          </p:cNvSpPr>
          <p:nvPr>
            <p:ph type="title"/>
          </p:nvPr>
        </p:nvSpPr>
        <p:spPr>
          <a:xfrm>
            <a:off x="430213" y="0"/>
            <a:ext cx="7772400" cy="1143000"/>
          </a:xfrm>
        </p:spPr>
        <p:txBody>
          <a:bodyPr vert="horz" wrap="square" lIns="91440" tIns="45720" rIns="91440" bIns="45720" anchor="ctr" anchorCtr="0"/>
          <a:lstStyle/>
          <a:p>
            <a:r>
              <a:rPr lang="en-US" altLang="zh-CN"/>
              <a:t>Datagram Forwarding table</a:t>
            </a:r>
          </a:p>
        </p:txBody>
      </p:sp>
      <p:sp>
        <p:nvSpPr>
          <p:cNvPr id="145412" name="Rectangle 3"/>
          <p:cNvSpPr/>
          <p:nvPr/>
        </p:nvSpPr>
        <p:spPr>
          <a:xfrm>
            <a:off x="628650" y="1281113"/>
            <a:ext cx="5235575" cy="4241800"/>
          </a:xfrm>
          <a:prstGeom prst="rect">
            <a:avLst/>
          </a:prstGeom>
          <a:noFill/>
          <a:ln w="9525">
            <a:noFill/>
          </a:ln>
        </p:spPr>
        <p:txBody>
          <a:bodyPr wrap="none" anchor="ctr" anchorCtr="0">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just">
              <a:spcBef>
                <a:spcPct val="0"/>
              </a:spcBef>
              <a:buClrTx/>
              <a:buSzTx/>
              <a:buFontTx/>
              <a:buNone/>
            </a:pPr>
            <a:r>
              <a:rPr lang="en-US" altLang="zh-CN" sz="1800" b="1"/>
              <a:t>Destination Address Range</a:t>
            </a:r>
          </a:p>
          <a:p>
            <a:pPr marL="0" lvl="0" indent="0" algn="just">
              <a:spcBef>
                <a:spcPct val="0"/>
              </a:spcBef>
              <a:buClrTx/>
              <a:buSzTx/>
              <a:buFontTx/>
              <a:buNone/>
            </a:pPr>
            <a:endParaRPr lang="en-US" altLang="zh-CN" sz="1800" b="1"/>
          </a:p>
          <a:p>
            <a:pPr marL="0" lvl="0" indent="0" algn="just">
              <a:spcBef>
                <a:spcPct val="0"/>
              </a:spcBef>
              <a:buClrTx/>
              <a:buSzTx/>
              <a:buFontTx/>
              <a:buNone/>
            </a:pPr>
            <a:r>
              <a:rPr lang="en-US" altLang="zh-CN" sz="1800" b="1">
                <a:latin typeface="Courier New" panose="02070409020205090404" charset="0"/>
              </a:rPr>
              <a:t>11001000 00010111 00010000 00000000</a:t>
            </a:r>
            <a:endParaRPr lang="en-US" altLang="zh-CN" sz="2000" b="1">
              <a:latin typeface="Courier New" panose="02070409020205090404" charset="0"/>
            </a:endParaRPr>
          </a:p>
          <a:p>
            <a:pPr marL="0" lvl="0" indent="0" algn="just">
              <a:spcBef>
                <a:spcPct val="0"/>
              </a:spcBef>
              <a:buClrTx/>
              <a:buSzTx/>
              <a:buFontTx/>
              <a:buNone/>
            </a:pPr>
            <a:r>
              <a:rPr lang="en-US" altLang="zh-CN" sz="1800"/>
              <a:t>through                                 </a:t>
            </a:r>
            <a:endParaRPr lang="en-US" altLang="zh-CN" sz="2000"/>
          </a:p>
          <a:p>
            <a:pPr marL="0" lvl="0" indent="0" algn="just">
              <a:spcBef>
                <a:spcPct val="0"/>
              </a:spcBef>
              <a:buClrTx/>
              <a:buSzTx/>
              <a:buFontTx/>
              <a:buNone/>
            </a:pPr>
            <a:r>
              <a:rPr lang="en-US" altLang="zh-CN" sz="1800" b="1">
                <a:latin typeface="Courier New" panose="02070409020205090404" charset="0"/>
              </a:rPr>
              <a:t>11001000 00010111 00010111 11111111</a:t>
            </a:r>
          </a:p>
          <a:p>
            <a:pPr marL="0" lvl="0" indent="0" algn="just">
              <a:spcBef>
                <a:spcPct val="0"/>
              </a:spcBef>
              <a:buClrTx/>
              <a:buSzTx/>
              <a:buFontTx/>
              <a:buNone/>
            </a:pPr>
            <a:endParaRPr lang="en-US" altLang="zh-CN" sz="1800" b="1">
              <a:latin typeface="Courier New" panose="02070409020205090404" charset="0"/>
            </a:endParaRPr>
          </a:p>
          <a:p>
            <a:pPr marL="0" lvl="0" indent="0" algn="just">
              <a:spcBef>
                <a:spcPct val="0"/>
              </a:spcBef>
              <a:buClrTx/>
              <a:buSzTx/>
              <a:buFontTx/>
              <a:buNone/>
            </a:pPr>
            <a:r>
              <a:rPr lang="en-US" altLang="zh-CN" sz="1800" b="1">
                <a:latin typeface="Courier New" panose="02070409020205090404" charset="0"/>
              </a:rPr>
              <a:t>11001000 00010111 00011000 00000000</a:t>
            </a:r>
            <a:endParaRPr lang="en-US" altLang="zh-CN" sz="2000" b="1">
              <a:latin typeface="Courier New" panose="02070409020205090404" charset="0"/>
            </a:endParaRPr>
          </a:p>
          <a:p>
            <a:pPr marL="0" lvl="0" indent="0" algn="just">
              <a:spcBef>
                <a:spcPct val="0"/>
              </a:spcBef>
              <a:buClrTx/>
              <a:buSzTx/>
              <a:buFontTx/>
              <a:buNone/>
            </a:pPr>
            <a:r>
              <a:rPr lang="en-US" altLang="zh-CN" sz="1800"/>
              <a:t>through</a:t>
            </a:r>
            <a:endParaRPr lang="en-US" altLang="zh-CN" sz="2000"/>
          </a:p>
          <a:p>
            <a:pPr marL="0" lvl="0" indent="0" algn="just">
              <a:spcBef>
                <a:spcPct val="0"/>
              </a:spcBef>
              <a:buClrTx/>
              <a:buSzTx/>
              <a:buFontTx/>
              <a:buNone/>
            </a:pPr>
            <a:r>
              <a:rPr lang="en-US" altLang="zh-CN" sz="1800" b="1">
                <a:latin typeface="Courier New" panose="02070409020205090404" charset="0"/>
              </a:rPr>
              <a:t>11001000 00010111 00011000 11111111  </a:t>
            </a:r>
          </a:p>
          <a:p>
            <a:pPr marL="0" lvl="0" indent="0" algn="just">
              <a:spcBef>
                <a:spcPct val="0"/>
              </a:spcBef>
              <a:buClrTx/>
              <a:buSzTx/>
              <a:buFontTx/>
              <a:buNone/>
            </a:pPr>
            <a:endParaRPr lang="en-US" altLang="zh-CN" sz="2000" b="1">
              <a:latin typeface="Courier New" panose="02070409020205090404" charset="0"/>
            </a:endParaRPr>
          </a:p>
          <a:p>
            <a:pPr marL="0" lvl="0" indent="0" algn="just">
              <a:spcBef>
                <a:spcPct val="0"/>
              </a:spcBef>
              <a:buClrTx/>
              <a:buSzTx/>
              <a:buFontTx/>
              <a:buNone/>
            </a:pPr>
            <a:r>
              <a:rPr lang="en-US" altLang="zh-CN" sz="1800" b="1">
                <a:latin typeface="Courier New" panose="02070409020205090404" charset="0"/>
              </a:rPr>
              <a:t>11001000 00010111 00011001 00000000</a:t>
            </a:r>
            <a:endParaRPr lang="en-US" altLang="zh-CN" sz="2000" b="1">
              <a:latin typeface="Courier New" panose="02070409020205090404" charset="0"/>
            </a:endParaRPr>
          </a:p>
          <a:p>
            <a:pPr marL="0" lvl="0" indent="0" algn="just">
              <a:spcBef>
                <a:spcPct val="0"/>
              </a:spcBef>
              <a:buClrTx/>
              <a:buSzTx/>
              <a:buFontTx/>
              <a:buNone/>
            </a:pPr>
            <a:r>
              <a:rPr lang="en-US" altLang="zh-CN" sz="1800"/>
              <a:t>through</a:t>
            </a:r>
            <a:endParaRPr lang="en-US" altLang="zh-CN" sz="2000"/>
          </a:p>
          <a:p>
            <a:pPr marL="0" lvl="0" indent="0" algn="just">
              <a:spcBef>
                <a:spcPct val="0"/>
              </a:spcBef>
              <a:buClrTx/>
              <a:buSzTx/>
              <a:buFontTx/>
              <a:buNone/>
            </a:pPr>
            <a:r>
              <a:rPr lang="en-US" altLang="zh-CN" sz="1800" b="1">
                <a:latin typeface="Courier New" panose="02070409020205090404" charset="0"/>
              </a:rPr>
              <a:t>11001000 00010111 00011111 11111111  </a:t>
            </a:r>
          </a:p>
          <a:p>
            <a:pPr marL="0" lvl="0" indent="0" algn="just">
              <a:spcBef>
                <a:spcPct val="0"/>
              </a:spcBef>
              <a:buClrTx/>
              <a:buSzTx/>
              <a:buFontTx/>
              <a:buNone/>
            </a:pPr>
            <a:endParaRPr lang="en-US" altLang="zh-CN" sz="1800"/>
          </a:p>
          <a:p>
            <a:pPr marL="0" lvl="0" indent="0" algn="just">
              <a:spcBef>
                <a:spcPct val="0"/>
              </a:spcBef>
              <a:buClrTx/>
              <a:buSzTx/>
              <a:buFontTx/>
              <a:buNone/>
            </a:pPr>
            <a:r>
              <a:rPr lang="en-US" altLang="zh-CN" sz="1800"/>
              <a:t>otherwise</a:t>
            </a:r>
            <a:endParaRPr lang="en-US" altLang="zh-CN" sz="1800">
              <a:latin typeface="Times" charset="0"/>
            </a:endParaRPr>
          </a:p>
        </p:txBody>
      </p:sp>
      <p:sp>
        <p:nvSpPr>
          <p:cNvPr id="145413" name="Rectangle 5"/>
          <p:cNvSpPr/>
          <p:nvPr/>
        </p:nvSpPr>
        <p:spPr>
          <a:xfrm>
            <a:off x="6053138" y="1319213"/>
            <a:ext cx="1747837" cy="4486275"/>
          </a:xfrm>
          <a:prstGeom prst="rect">
            <a:avLst/>
          </a:prstGeom>
          <a:noFill/>
          <a:ln w="9525">
            <a:noFill/>
          </a:ln>
        </p:spPr>
        <p:txBody>
          <a:bodyPr wrap="none" anchor="ctr" anchorCtr="0">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just">
              <a:spcBef>
                <a:spcPct val="0"/>
              </a:spcBef>
              <a:buClrTx/>
              <a:buSzTx/>
              <a:buFontTx/>
              <a:buNone/>
            </a:pPr>
            <a:r>
              <a:rPr lang="en-US" altLang="zh-CN" sz="1800"/>
              <a:t>Link Interface</a:t>
            </a:r>
          </a:p>
          <a:p>
            <a:pPr marL="0" lvl="0" indent="0" algn="just">
              <a:spcBef>
                <a:spcPct val="0"/>
              </a:spcBef>
              <a:buClrTx/>
              <a:buSzTx/>
              <a:buFontTx/>
              <a:buNone/>
            </a:pPr>
            <a:endParaRPr lang="en-US" altLang="zh-CN" sz="1800"/>
          </a:p>
          <a:p>
            <a:pPr marL="0" lvl="0" indent="0" algn="just">
              <a:spcBef>
                <a:spcPct val="0"/>
              </a:spcBef>
              <a:buClrTx/>
              <a:buSzTx/>
              <a:buFontTx/>
              <a:buNone/>
            </a:pPr>
            <a:endParaRPr lang="en-US" altLang="zh-CN" sz="1800" u="sng"/>
          </a:p>
          <a:p>
            <a:pPr marL="0" lvl="0" indent="0" algn="just">
              <a:spcBef>
                <a:spcPct val="0"/>
              </a:spcBef>
              <a:buClrTx/>
              <a:buSzTx/>
              <a:buFontTx/>
              <a:buNone/>
            </a:pPr>
            <a:r>
              <a:rPr lang="en-US" altLang="zh-CN" sz="1800"/>
              <a:t>0</a:t>
            </a:r>
          </a:p>
          <a:p>
            <a:pPr marL="0" lvl="0" indent="0" algn="just">
              <a:spcBef>
                <a:spcPct val="0"/>
              </a:spcBef>
              <a:buClrTx/>
              <a:buSzTx/>
              <a:buFontTx/>
              <a:buNone/>
            </a:pPr>
            <a:endParaRPr lang="en-US" altLang="zh-CN" sz="1800"/>
          </a:p>
          <a:p>
            <a:pPr marL="0" lvl="0" indent="0" algn="just">
              <a:spcBef>
                <a:spcPct val="0"/>
              </a:spcBef>
              <a:buClrTx/>
              <a:buSzTx/>
              <a:buFontTx/>
              <a:buNone/>
            </a:pPr>
            <a:endParaRPr lang="en-US" altLang="zh-CN" sz="1800"/>
          </a:p>
          <a:p>
            <a:pPr marL="0" lvl="0" indent="0" algn="just">
              <a:spcBef>
                <a:spcPct val="0"/>
              </a:spcBef>
              <a:buClrTx/>
              <a:buSzTx/>
              <a:buFontTx/>
              <a:buNone/>
            </a:pPr>
            <a:endParaRPr lang="en-US" altLang="zh-CN" sz="1800"/>
          </a:p>
          <a:p>
            <a:pPr marL="0" lvl="0" indent="0" algn="just">
              <a:spcBef>
                <a:spcPct val="0"/>
              </a:spcBef>
              <a:buClrTx/>
              <a:buSzTx/>
              <a:buFontTx/>
              <a:buNone/>
            </a:pPr>
            <a:r>
              <a:rPr lang="en-US" altLang="zh-CN" sz="1800"/>
              <a:t>1</a:t>
            </a:r>
          </a:p>
          <a:p>
            <a:pPr marL="0" lvl="0" indent="0" algn="just">
              <a:spcBef>
                <a:spcPct val="0"/>
              </a:spcBef>
              <a:buClrTx/>
              <a:buSzTx/>
              <a:buFontTx/>
              <a:buNone/>
            </a:pPr>
            <a:endParaRPr lang="en-US" altLang="zh-CN" sz="1800"/>
          </a:p>
          <a:p>
            <a:pPr marL="0" lvl="0" indent="0" algn="just">
              <a:spcBef>
                <a:spcPct val="0"/>
              </a:spcBef>
              <a:buClrTx/>
              <a:buSzTx/>
              <a:buFontTx/>
              <a:buNone/>
            </a:pPr>
            <a:endParaRPr lang="en-US" altLang="zh-CN" sz="1800"/>
          </a:p>
          <a:p>
            <a:pPr marL="0" lvl="0" indent="0" algn="just">
              <a:spcBef>
                <a:spcPct val="0"/>
              </a:spcBef>
              <a:buClrTx/>
              <a:buSzTx/>
              <a:buFontTx/>
              <a:buNone/>
            </a:pPr>
            <a:endParaRPr lang="en-US" altLang="zh-CN" sz="1800"/>
          </a:p>
          <a:p>
            <a:pPr marL="0" lvl="0" indent="0" algn="just">
              <a:spcBef>
                <a:spcPct val="0"/>
              </a:spcBef>
              <a:buClrTx/>
              <a:buSzTx/>
              <a:buFontTx/>
              <a:buNone/>
            </a:pPr>
            <a:r>
              <a:rPr lang="en-US" altLang="zh-CN" sz="1800"/>
              <a:t>2</a:t>
            </a:r>
          </a:p>
          <a:p>
            <a:pPr marL="0" lvl="0" indent="0" algn="just">
              <a:spcBef>
                <a:spcPct val="0"/>
              </a:spcBef>
              <a:buClrTx/>
              <a:buSzTx/>
              <a:buFontTx/>
              <a:buNone/>
            </a:pPr>
            <a:endParaRPr lang="en-US" altLang="zh-CN" sz="1800"/>
          </a:p>
          <a:p>
            <a:pPr marL="0" lvl="0" indent="0" algn="just">
              <a:spcBef>
                <a:spcPct val="0"/>
              </a:spcBef>
              <a:buClrTx/>
              <a:buSzTx/>
              <a:buFontTx/>
              <a:buNone/>
            </a:pPr>
            <a:endParaRPr lang="en-US" altLang="zh-CN" sz="1800"/>
          </a:p>
          <a:p>
            <a:pPr marL="0" lvl="0" indent="0" algn="just">
              <a:spcBef>
                <a:spcPct val="0"/>
              </a:spcBef>
              <a:buClrTx/>
              <a:buSzTx/>
              <a:buFontTx/>
              <a:buNone/>
            </a:pPr>
            <a:r>
              <a:rPr lang="en-US" altLang="zh-CN" sz="1800"/>
              <a:t>3  </a:t>
            </a:r>
            <a:endParaRPr lang="en-US" altLang="zh-CN" sz="2000"/>
          </a:p>
          <a:p>
            <a:pPr marL="0" lvl="0" indent="0" algn="just">
              <a:spcBef>
                <a:spcPct val="0"/>
              </a:spcBef>
              <a:buClrTx/>
              <a:buSzTx/>
              <a:buFontTx/>
              <a:buNone/>
            </a:pPr>
            <a:endParaRPr lang="en-US" altLang="zh-CN" sz="1800" b="1">
              <a:latin typeface="Courier New" panose="02070409020205090404" charset="0"/>
            </a:endParaRPr>
          </a:p>
        </p:txBody>
      </p:sp>
      <p:sp>
        <p:nvSpPr>
          <p:cNvPr id="145414" name="Rectangle 6"/>
          <p:cNvSpPr/>
          <p:nvPr/>
        </p:nvSpPr>
        <p:spPr>
          <a:xfrm>
            <a:off x="636588" y="1155700"/>
            <a:ext cx="7223125" cy="4525963"/>
          </a:xfrm>
          <a:prstGeom prst="rect">
            <a:avLst/>
          </a:prstGeom>
          <a:noFill/>
          <a:ln w="19050" cap="flat" cmpd="sng">
            <a:solidFill>
              <a:srgbClr val="000099"/>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5415" name="Line 7"/>
          <p:cNvSpPr/>
          <p:nvPr/>
        </p:nvSpPr>
        <p:spPr>
          <a:xfrm>
            <a:off x="625475" y="1762125"/>
            <a:ext cx="7223125" cy="0"/>
          </a:xfrm>
          <a:prstGeom prst="line">
            <a:avLst/>
          </a:prstGeom>
          <a:ln w="19050" cap="flat" cmpd="sng">
            <a:solidFill>
              <a:srgbClr val="000099"/>
            </a:solidFill>
            <a:prstDash val="solid"/>
            <a:headEnd type="none" w="med" len="med"/>
            <a:tailEnd type="none" w="med" len="med"/>
          </a:ln>
        </p:spPr>
      </p:sp>
      <p:sp>
        <p:nvSpPr>
          <p:cNvPr id="145416" name="Line 8"/>
          <p:cNvSpPr/>
          <p:nvPr/>
        </p:nvSpPr>
        <p:spPr>
          <a:xfrm>
            <a:off x="652463" y="2817813"/>
            <a:ext cx="7223125" cy="0"/>
          </a:xfrm>
          <a:prstGeom prst="line">
            <a:avLst/>
          </a:prstGeom>
          <a:ln w="19050" cap="flat" cmpd="sng">
            <a:solidFill>
              <a:srgbClr val="000099"/>
            </a:solidFill>
            <a:prstDash val="solid"/>
            <a:headEnd type="none" w="med" len="med"/>
            <a:tailEnd type="none" w="med" len="med"/>
          </a:ln>
        </p:spPr>
      </p:sp>
      <p:sp>
        <p:nvSpPr>
          <p:cNvPr id="145417" name="Line 9"/>
          <p:cNvSpPr/>
          <p:nvPr/>
        </p:nvSpPr>
        <p:spPr>
          <a:xfrm>
            <a:off x="646113" y="3940175"/>
            <a:ext cx="7223125" cy="0"/>
          </a:xfrm>
          <a:prstGeom prst="line">
            <a:avLst/>
          </a:prstGeom>
          <a:ln w="19050" cap="flat" cmpd="sng">
            <a:solidFill>
              <a:srgbClr val="000099"/>
            </a:solidFill>
            <a:prstDash val="solid"/>
            <a:headEnd type="none" w="med" len="med"/>
            <a:tailEnd type="none" w="med" len="med"/>
          </a:ln>
        </p:spPr>
      </p:sp>
      <p:sp>
        <p:nvSpPr>
          <p:cNvPr id="145418" name="Line 10"/>
          <p:cNvSpPr/>
          <p:nvPr/>
        </p:nvSpPr>
        <p:spPr>
          <a:xfrm>
            <a:off x="639763" y="5062538"/>
            <a:ext cx="7223125" cy="0"/>
          </a:xfrm>
          <a:prstGeom prst="line">
            <a:avLst/>
          </a:prstGeom>
          <a:ln w="19050" cap="flat" cmpd="sng">
            <a:solidFill>
              <a:srgbClr val="000099"/>
            </a:solidFill>
            <a:prstDash val="solid"/>
            <a:headEnd type="none" w="med" len="med"/>
            <a:tailEnd type="none" w="med" len="med"/>
          </a:ln>
        </p:spPr>
      </p:sp>
      <p:sp>
        <p:nvSpPr>
          <p:cNvPr id="145419" name="Line 11"/>
          <p:cNvSpPr/>
          <p:nvPr/>
        </p:nvSpPr>
        <p:spPr>
          <a:xfrm>
            <a:off x="5929313" y="1166813"/>
            <a:ext cx="0" cy="4514850"/>
          </a:xfrm>
          <a:prstGeom prst="line">
            <a:avLst/>
          </a:prstGeom>
          <a:ln w="12700" cap="flat" cmpd="sng">
            <a:solidFill>
              <a:srgbClr val="000099"/>
            </a:solidFill>
            <a:prstDash val="solid"/>
            <a:headEnd type="none" w="med" len="med"/>
            <a:tailEnd type="none" w="med" len="med"/>
          </a:ln>
        </p:spPr>
      </p:sp>
      <p:sp>
        <p:nvSpPr>
          <p:cNvPr id="145420" name="Text Box 12"/>
          <p:cNvSpPr txBox="1"/>
          <p:nvPr/>
        </p:nvSpPr>
        <p:spPr>
          <a:xfrm>
            <a:off x="565150" y="6057900"/>
            <a:ext cx="6842125" cy="39687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i="1" u="sng">
                <a:solidFill>
                  <a:srgbClr val="000099"/>
                </a:solidFill>
              </a:rPr>
              <a:t>Q:</a:t>
            </a:r>
            <a:r>
              <a:rPr lang="en-US" altLang="zh-CN" sz="2000"/>
              <a:t> but what happens if ranges don’t divide up so nicely? </a:t>
            </a:r>
          </a:p>
        </p:txBody>
      </p:sp>
    </p:spTree>
  </p:cSld>
  <p:clrMapOvr>
    <a:masterClrMapping/>
  </p:clrMapOvr>
  <p:transition spd="slow"/>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3" name="页脚占位符 4"/>
          <p:cNvSpPr txBox="1">
            <a:spLocks noGrp="1"/>
          </p:cNvSpPr>
          <p:nvPr>
            <p:ph type="ftr" sz="quarter" idx="11"/>
          </p:nvPr>
        </p:nvSpPr>
        <p:spPr/>
        <p:txBody>
          <a:bodyPr/>
          <a:lstStyle/>
          <a:p>
            <a:pPr marL="0" indent="0" algn="r">
              <a:spcBef>
                <a:spcPct val="0"/>
              </a:spcBef>
              <a:buClrTx/>
              <a:buSzTx/>
              <a:buFontTx/>
              <a:buNone/>
            </a:pPr>
            <a:r>
              <a:rPr lang="en-US" altLang="zh-CN" sz="1200">
                <a:latin typeface="Arial" panose="020B0604020202090204" pitchFamily="34" charset="0"/>
              </a:rPr>
              <a:t>Network Layer</a:t>
            </a:r>
          </a:p>
        </p:txBody>
      </p:sp>
      <p:sp>
        <p:nvSpPr>
          <p:cNvPr id="146434" name="灯片编号占位符 5"/>
          <p:cNvSpPr txBox="1">
            <a:spLocks noGrp="1"/>
          </p:cNvSpPr>
          <p:nvPr>
            <p:ph type="sldNum" sz="quarter" idx="12"/>
          </p:nvPr>
        </p:nvSpPr>
        <p:spPr>
          <a:xfrm>
            <a:off x="8162925" y="6507163"/>
            <a:ext cx="676275" cy="350837"/>
          </a:xfrm>
        </p:spPr>
        <p:txBody>
          <a:bodyPr/>
          <a:lstStyle/>
          <a:p>
            <a:pPr marL="0" indent="0" algn="r">
              <a:spcBef>
                <a:spcPct val="0"/>
              </a:spcBef>
              <a:buClrTx/>
              <a:buSzTx/>
              <a:buFontTx/>
              <a:buNone/>
            </a:pPr>
            <a:r>
              <a:rPr lang="en-US" altLang="zh-CN" sz="1200">
                <a:latin typeface="Arial" panose="020B0604020202090204" pitchFamily="34" charset="0"/>
              </a:rPr>
              <a:t>4-</a:t>
            </a:r>
            <a:fld id="{9A0DB2DC-4C9A-4742-B13C-FB6460FD3503}" type="slidenum">
              <a:rPr lang="en-US" altLang="zh-CN" sz="1200">
                <a:latin typeface="Arial" panose="020B0604020202090204" pitchFamily="34" charset="0"/>
              </a:rPr>
              <a:t>36</a:t>
            </a:fld>
            <a:endParaRPr lang="en-US" altLang="zh-CN" sz="1200">
              <a:latin typeface="Arial" panose="020B0604020202090204" pitchFamily="34" charset="0"/>
            </a:endParaRPr>
          </a:p>
        </p:txBody>
      </p:sp>
      <p:sp>
        <p:nvSpPr>
          <p:cNvPr id="146435" name="Rectangle 20"/>
          <p:cNvSpPr/>
          <p:nvPr/>
        </p:nvSpPr>
        <p:spPr>
          <a:xfrm>
            <a:off x="434975" y="1368425"/>
            <a:ext cx="8001000" cy="1371600"/>
          </a:xfrm>
          <a:prstGeom prst="rect">
            <a:avLst/>
          </a:prstGeom>
          <a:solidFill>
            <a:schemeClr val="bg1"/>
          </a:solidFill>
          <a:ln w="1270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6436" name="Rectangle 18"/>
          <p:cNvSpPr/>
          <p:nvPr/>
        </p:nvSpPr>
        <p:spPr>
          <a:xfrm>
            <a:off x="4276725" y="5673725"/>
            <a:ext cx="1636713" cy="269875"/>
          </a:xfrm>
          <a:prstGeom prst="rect">
            <a:avLst/>
          </a:prstGeom>
          <a:solidFill>
            <a:srgbClr val="33CCFF"/>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6437" name="Rectangle 17"/>
          <p:cNvSpPr/>
          <p:nvPr/>
        </p:nvSpPr>
        <p:spPr>
          <a:xfrm>
            <a:off x="4283075" y="6069013"/>
            <a:ext cx="1636713" cy="269875"/>
          </a:xfrm>
          <a:prstGeom prst="rect">
            <a:avLst/>
          </a:prstGeom>
          <a:solidFill>
            <a:srgbClr val="33CCFF"/>
          </a:solidFill>
          <a:ln w="9525">
            <a:noFill/>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6438" name="Rectangle 2"/>
          <p:cNvSpPr>
            <a:spLocks noGrp="1"/>
          </p:cNvSpPr>
          <p:nvPr>
            <p:ph type="title"/>
          </p:nvPr>
        </p:nvSpPr>
        <p:spPr>
          <a:xfrm>
            <a:off x="355600" y="50800"/>
            <a:ext cx="7772400" cy="1143000"/>
          </a:xfrm>
        </p:spPr>
        <p:txBody>
          <a:bodyPr vert="horz" wrap="square" lIns="91440" tIns="45720" rIns="91440" bIns="45720" anchor="ctr" anchorCtr="0"/>
          <a:lstStyle/>
          <a:p>
            <a:r>
              <a:rPr lang="en-US" altLang="zh-CN"/>
              <a:t>Longest prefix matching (lpm)</a:t>
            </a:r>
          </a:p>
        </p:txBody>
      </p:sp>
      <p:sp>
        <p:nvSpPr>
          <p:cNvPr id="146439" name="Rectangle 5"/>
          <p:cNvSpPr/>
          <p:nvPr/>
        </p:nvSpPr>
        <p:spPr>
          <a:xfrm>
            <a:off x="1065213" y="2989263"/>
            <a:ext cx="5235575" cy="2155825"/>
          </a:xfrm>
          <a:prstGeom prst="rect">
            <a:avLst/>
          </a:prstGeom>
          <a:noFill/>
          <a:ln w="9525">
            <a:noFill/>
          </a:ln>
        </p:spPr>
        <p:txBody>
          <a:bodyPr wrap="none" anchor="ctr" anchorCtr="0">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gn="just">
              <a:lnSpc>
                <a:spcPct val="150000"/>
              </a:lnSpc>
              <a:spcBef>
                <a:spcPct val="0"/>
              </a:spcBef>
              <a:buClrTx/>
              <a:buSzTx/>
              <a:buFontTx/>
              <a:buNone/>
            </a:pPr>
            <a:r>
              <a:rPr lang="en-US" altLang="zh-CN" sz="1800"/>
              <a:t>Destination Address Range                        </a:t>
            </a:r>
          </a:p>
          <a:p>
            <a:pPr marL="0" lvl="0" indent="0" algn="just">
              <a:lnSpc>
                <a:spcPct val="150000"/>
              </a:lnSpc>
              <a:spcBef>
                <a:spcPct val="0"/>
              </a:spcBef>
              <a:buClrTx/>
              <a:buSzTx/>
              <a:buFontTx/>
              <a:buNone/>
            </a:pPr>
            <a:r>
              <a:rPr lang="en-US" altLang="zh-CN" sz="1800">
                <a:latin typeface="Courier New" panose="02070409020205090404" charset="0"/>
              </a:rPr>
              <a:t>11001000 00010111 00010*** ********* </a:t>
            </a:r>
            <a:endParaRPr lang="en-US" altLang="zh-CN" sz="2000">
              <a:latin typeface="Courier New" panose="02070409020205090404" charset="0"/>
            </a:endParaRPr>
          </a:p>
          <a:p>
            <a:pPr marL="0" lvl="0" indent="0" algn="just">
              <a:lnSpc>
                <a:spcPct val="150000"/>
              </a:lnSpc>
              <a:spcBef>
                <a:spcPct val="0"/>
              </a:spcBef>
              <a:buClrTx/>
              <a:buSzTx/>
              <a:buFontTx/>
              <a:buNone/>
            </a:pPr>
            <a:r>
              <a:rPr lang="en-US" altLang="zh-CN" sz="1800">
                <a:latin typeface="Courier New" panose="02070409020205090404" charset="0"/>
              </a:rPr>
              <a:t>11001000 00010111 00011000 *********</a:t>
            </a:r>
            <a:endParaRPr lang="en-US" altLang="zh-CN" sz="2000">
              <a:latin typeface="Courier New" panose="02070409020205090404" charset="0"/>
            </a:endParaRPr>
          </a:p>
          <a:p>
            <a:pPr marL="0" lvl="0" indent="0" algn="just">
              <a:lnSpc>
                <a:spcPct val="150000"/>
              </a:lnSpc>
              <a:spcBef>
                <a:spcPct val="0"/>
              </a:spcBef>
              <a:buClrTx/>
              <a:buSzTx/>
              <a:buFontTx/>
              <a:buNone/>
            </a:pPr>
            <a:r>
              <a:rPr lang="en-US" altLang="zh-CN" sz="1800">
                <a:latin typeface="Courier New" panose="02070409020205090404" charset="0"/>
              </a:rPr>
              <a:t>11001000 00010111 00011*** *********</a:t>
            </a:r>
            <a:endParaRPr lang="en-US" altLang="zh-CN" sz="2000"/>
          </a:p>
          <a:p>
            <a:pPr marL="0" lvl="0" indent="0" algn="just">
              <a:lnSpc>
                <a:spcPct val="150000"/>
              </a:lnSpc>
              <a:spcBef>
                <a:spcPct val="0"/>
              </a:spcBef>
              <a:buClrTx/>
              <a:buSzTx/>
              <a:buFontTx/>
              <a:buNone/>
            </a:pPr>
            <a:r>
              <a:rPr lang="en-US" altLang="zh-CN" sz="1800"/>
              <a:t>otherwise</a:t>
            </a:r>
            <a:r>
              <a:rPr lang="en-US" altLang="zh-CN" sz="1800">
                <a:latin typeface="Times" charset="0"/>
              </a:rPr>
              <a:t>             </a:t>
            </a:r>
          </a:p>
        </p:txBody>
      </p:sp>
      <p:sp>
        <p:nvSpPr>
          <p:cNvPr id="146440" name="Rectangle 7"/>
          <p:cNvSpPr/>
          <p:nvPr/>
        </p:nvSpPr>
        <p:spPr>
          <a:xfrm>
            <a:off x="823913" y="6026150"/>
            <a:ext cx="5126037" cy="366713"/>
          </a:xfrm>
          <a:prstGeom prst="rect">
            <a:avLst/>
          </a:prstGeom>
          <a:noFill/>
          <a:ln w="9525">
            <a:noFill/>
          </a:ln>
        </p:spPr>
        <p:txBody>
          <a:bodyPr wrap="none" anchor="ctr" anchorCtr="0">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800"/>
              <a:t>DA: 11001000  00010111  00011000  10101010 </a:t>
            </a:r>
          </a:p>
        </p:txBody>
      </p:sp>
      <p:sp>
        <p:nvSpPr>
          <p:cNvPr id="146441" name="Text Box 8"/>
          <p:cNvSpPr txBox="1"/>
          <p:nvPr/>
        </p:nvSpPr>
        <p:spPr>
          <a:xfrm>
            <a:off x="280988" y="5302250"/>
            <a:ext cx="1246187" cy="36671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800">
                <a:solidFill>
                  <a:srgbClr val="FF0000"/>
                </a:solidFill>
              </a:rPr>
              <a:t>Examples:</a:t>
            </a:r>
          </a:p>
        </p:txBody>
      </p:sp>
      <p:sp>
        <p:nvSpPr>
          <p:cNvPr id="146442" name="Text Box 9"/>
          <p:cNvSpPr txBox="1"/>
          <p:nvPr/>
        </p:nvSpPr>
        <p:spPr>
          <a:xfrm>
            <a:off x="809625" y="5646738"/>
            <a:ext cx="5126038" cy="3667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800"/>
              <a:t>DA: 11001000  00010111  00010110  10100001 </a:t>
            </a:r>
          </a:p>
        </p:txBody>
      </p:sp>
      <p:sp>
        <p:nvSpPr>
          <p:cNvPr id="146443" name="Text Box 15"/>
          <p:cNvSpPr txBox="1"/>
          <p:nvPr/>
        </p:nvSpPr>
        <p:spPr>
          <a:xfrm>
            <a:off x="6251575" y="5667375"/>
            <a:ext cx="2055813" cy="366713"/>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800">
                <a:solidFill>
                  <a:srgbClr val="FF0000"/>
                </a:solidFill>
              </a:rPr>
              <a:t>Which interface?</a:t>
            </a:r>
          </a:p>
        </p:txBody>
      </p:sp>
      <p:sp>
        <p:nvSpPr>
          <p:cNvPr id="146444" name="Text Box 16"/>
          <p:cNvSpPr txBox="1"/>
          <p:nvPr/>
        </p:nvSpPr>
        <p:spPr>
          <a:xfrm>
            <a:off x="6310313" y="6018213"/>
            <a:ext cx="2055812" cy="36671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1800">
                <a:solidFill>
                  <a:srgbClr val="FF0000"/>
                </a:solidFill>
              </a:rPr>
              <a:t>Which interface?</a:t>
            </a:r>
          </a:p>
        </p:txBody>
      </p:sp>
      <p:sp>
        <p:nvSpPr>
          <p:cNvPr id="146445" name="Text Box 19"/>
          <p:cNvSpPr txBox="1"/>
          <p:nvPr/>
        </p:nvSpPr>
        <p:spPr>
          <a:xfrm>
            <a:off x="571500" y="1479550"/>
            <a:ext cx="7799388" cy="1187450"/>
          </a:xfrm>
          <a:prstGeom prst="rect">
            <a:avLst/>
          </a:prstGeom>
          <a:noFill/>
          <a:ln w="9525">
            <a:noFill/>
          </a:ln>
        </p:spPr>
        <p:txBody>
          <a:bodyPr>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400"/>
              <a:t>when looking for forwarding table entry for given destination address, use </a:t>
            </a:r>
            <a:r>
              <a:rPr lang="en-US" altLang="zh-CN" sz="2400" i="1">
                <a:solidFill>
                  <a:srgbClr val="000099"/>
                </a:solidFill>
              </a:rPr>
              <a:t>longest</a:t>
            </a:r>
            <a:r>
              <a:rPr lang="en-US" altLang="zh-CN" sz="2400"/>
              <a:t> address prefix that matches destination address.</a:t>
            </a:r>
          </a:p>
        </p:txBody>
      </p:sp>
      <p:sp>
        <p:nvSpPr>
          <p:cNvPr id="146446" name="Text Box 22"/>
          <p:cNvSpPr txBox="1"/>
          <p:nvPr/>
        </p:nvSpPr>
        <p:spPr>
          <a:xfrm>
            <a:off x="558800" y="1092200"/>
            <a:ext cx="3070225" cy="396875"/>
          </a:xfrm>
          <a:prstGeom prst="rect">
            <a:avLst/>
          </a:prstGeom>
          <a:solidFill>
            <a:schemeClr val="bg1"/>
          </a:solid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a:solidFill>
                  <a:srgbClr val="FF0000"/>
                </a:solidFill>
              </a:rPr>
              <a:t>Longest prefix matching</a:t>
            </a:r>
          </a:p>
        </p:txBody>
      </p:sp>
      <p:sp>
        <p:nvSpPr>
          <p:cNvPr id="146447" name="Rectangle 24"/>
          <p:cNvSpPr/>
          <p:nvPr/>
        </p:nvSpPr>
        <p:spPr>
          <a:xfrm>
            <a:off x="992188" y="3022600"/>
            <a:ext cx="7459662" cy="2106613"/>
          </a:xfrm>
          <a:prstGeom prst="rect">
            <a:avLst/>
          </a:prstGeom>
          <a:noFill/>
          <a:ln w="19050" cap="flat" cmpd="sng">
            <a:solidFill>
              <a:srgbClr val="000099"/>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endParaRPr lang="zh-CN" altLang="en-US" sz="1800"/>
          </a:p>
        </p:txBody>
      </p:sp>
      <p:sp>
        <p:nvSpPr>
          <p:cNvPr id="146448" name="Line 25"/>
          <p:cNvSpPr/>
          <p:nvPr/>
        </p:nvSpPr>
        <p:spPr>
          <a:xfrm>
            <a:off x="992188" y="3457575"/>
            <a:ext cx="7448550" cy="0"/>
          </a:xfrm>
          <a:prstGeom prst="line">
            <a:avLst/>
          </a:prstGeom>
          <a:ln w="19050" cap="flat" cmpd="sng">
            <a:solidFill>
              <a:srgbClr val="000099"/>
            </a:solidFill>
            <a:prstDash val="solid"/>
            <a:headEnd type="none" w="med" len="med"/>
            <a:tailEnd type="none" w="med" len="med"/>
          </a:ln>
        </p:spPr>
      </p:sp>
      <p:sp>
        <p:nvSpPr>
          <p:cNvPr id="146449" name="Line 26"/>
          <p:cNvSpPr/>
          <p:nvPr/>
        </p:nvSpPr>
        <p:spPr>
          <a:xfrm>
            <a:off x="1022350" y="3887788"/>
            <a:ext cx="7448550" cy="0"/>
          </a:xfrm>
          <a:prstGeom prst="line">
            <a:avLst/>
          </a:prstGeom>
          <a:ln w="19050" cap="flat" cmpd="sng">
            <a:solidFill>
              <a:srgbClr val="000099"/>
            </a:solidFill>
            <a:prstDash val="solid"/>
            <a:headEnd type="none" w="med" len="med"/>
            <a:tailEnd type="none" w="med" len="med"/>
          </a:ln>
        </p:spPr>
      </p:sp>
      <p:sp>
        <p:nvSpPr>
          <p:cNvPr id="146450" name="Line 27"/>
          <p:cNvSpPr/>
          <p:nvPr/>
        </p:nvSpPr>
        <p:spPr>
          <a:xfrm>
            <a:off x="996950" y="4306888"/>
            <a:ext cx="7448550" cy="0"/>
          </a:xfrm>
          <a:prstGeom prst="line">
            <a:avLst/>
          </a:prstGeom>
          <a:ln w="19050" cap="flat" cmpd="sng">
            <a:solidFill>
              <a:srgbClr val="000099"/>
            </a:solidFill>
            <a:prstDash val="solid"/>
            <a:headEnd type="none" w="med" len="med"/>
            <a:tailEnd type="none" w="med" len="med"/>
          </a:ln>
        </p:spPr>
      </p:sp>
      <p:sp>
        <p:nvSpPr>
          <p:cNvPr id="146451" name="Line 28"/>
          <p:cNvSpPr/>
          <p:nvPr/>
        </p:nvSpPr>
        <p:spPr>
          <a:xfrm>
            <a:off x="993775" y="4737100"/>
            <a:ext cx="7448550" cy="0"/>
          </a:xfrm>
          <a:prstGeom prst="line">
            <a:avLst/>
          </a:prstGeom>
          <a:ln w="19050" cap="flat" cmpd="sng">
            <a:solidFill>
              <a:srgbClr val="000099"/>
            </a:solidFill>
            <a:prstDash val="solid"/>
            <a:headEnd type="none" w="med" len="med"/>
            <a:tailEnd type="none" w="med" len="med"/>
          </a:ln>
        </p:spPr>
      </p:sp>
      <p:sp>
        <p:nvSpPr>
          <p:cNvPr id="146452" name="Line 29"/>
          <p:cNvSpPr/>
          <p:nvPr/>
        </p:nvSpPr>
        <p:spPr>
          <a:xfrm>
            <a:off x="6176963" y="3022600"/>
            <a:ext cx="0" cy="2117725"/>
          </a:xfrm>
          <a:prstGeom prst="line">
            <a:avLst/>
          </a:prstGeom>
          <a:ln w="19050" cap="flat" cmpd="sng">
            <a:solidFill>
              <a:srgbClr val="000099"/>
            </a:solidFill>
            <a:prstDash val="solid"/>
            <a:headEnd type="none" w="med" len="med"/>
            <a:tailEnd type="none" w="med" len="med"/>
          </a:ln>
        </p:spPr>
      </p:sp>
      <p:sp>
        <p:nvSpPr>
          <p:cNvPr id="146453" name="Text Box 30"/>
          <p:cNvSpPr txBox="1"/>
          <p:nvPr/>
        </p:nvSpPr>
        <p:spPr>
          <a:xfrm>
            <a:off x="6475413" y="2971800"/>
            <a:ext cx="1685925" cy="215582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lnSpc>
                <a:spcPct val="150000"/>
              </a:lnSpc>
              <a:spcBef>
                <a:spcPct val="0"/>
              </a:spcBef>
              <a:buClrTx/>
              <a:buSzTx/>
              <a:buFontTx/>
              <a:buNone/>
            </a:pPr>
            <a:r>
              <a:rPr lang="en-US" altLang="zh-CN" sz="1800"/>
              <a:t>Link interface</a:t>
            </a:r>
          </a:p>
          <a:p>
            <a:pPr marL="0" lvl="0" indent="0">
              <a:lnSpc>
                <a:spcPct val="150000"/>
              </a:lnSpc>
              <a:spcBef>
                <a:spcPct val="0"/>
              </a:spcBef>
              <a:buClrTx/>
              <a:buSzTx/>
              <a:buFontTx/>
              <a:buNone/>
            </a:pPr>
            <a:r>
              <a:rPr lang="en-US" altLang="zh-CN" sz="1800"/>
              <a:t>0</a:t>
            </a:r>
          </a:p>
          <a:p>
            <a:pPr marL="0" lvl="0" indent="0">
              <a:lnSpc>
                <a:spcPct val="150000"/>
              </a:lnSpc>
              <a:spcBef>
                <a:spcPct val="0"/>
              </a:spcBef>
              <a:buClrTx/>
              <a:buSzTx/>
              <a:buFontTx/>
              <a:buNone/>
            </a:pPr>
            <a:r>
              <a:rPr lang="en-US" altLang="zh-CN" sz="1800"/>
              <a:t>1</a:t>
            </a:r>
          </a:p>
          <a:p>
            <a:pPr marL="0" lvl="0" indent="0">
              <a:lnSpc>
                <a:spcPct val="150000"/>
              </a:lnSpc>
              <a:spcBef>
                <a:spcPct val="0"/>
              </a:spcBef>
              <a:buClrTx/>
              <a:buSzTx/>
              <a:buFontTx/>
              <a:buNone/>
            </a:pPr>
            <a:r>
              <a:rPr lang="en-US" altLang="zh-CN" sz="1800"/>
              <a:t>2</a:t>
            </a:r>
          </a:p>
          <a:p>
            <a:pPr marL="0" lvl="0" indent="0">
              <a:lnSpc>
                <a:spcPct val="150000"/>
              </a:lnSpc>
              <a:spcBef>
                <a:spcPct val="0"/>
              </a:spcBef>
              <a:buClrTx/>
              <a:buSzTx/>
              <a:buFontTx/>
              <a:buNone/>
            </a:pPr>
            <a:r>
              <a:rPr lang="en-US" altLang="zh-CN" sz="1800"/>
              <a:t>3</a:t>
            </a:r>
          </a:p>
        </p:txBody>
      </p:sp>
      <p:sp>
        <p:nvSpPr>
          <p:cNvPr id="23" name="Text Box 15"/>
          <p:cNvSpPr txBox="1"/>
          <p:nvPr/>
        </p:nvSpPr>
        <p:spPr>
          <a:xfrm>
            <a:off x="8366125" y="5646738"/>
            <a:ext cx="338138" cy="4000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b="1">
                <a:solidFill>
                  <a:srgbClr val="0000FF"/>
                </a:solidFill>
                <a:latin typeface="微软雅黑" panose="020B0503020204020204" charset="-122"/>
              </a:rPr>
              <a:t>0</a:t>
            </a:r>
          </a:p>
        </p:txBody>
      </p:sp>
      <p:sp>
        <p:nvSpPr>
          <p:cNvPr id="24" name="Text Box 15"/>
          <p:cNvSpPr txBox="1"/>
          <p:nvPr/>
        </p:nvSpPr>
        <p:spPr>
          <a:xfrm>
            <a:off x="8383588" y="6010275"/>
            <a:ext cx="595312" cy="4000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stStyle>
          <a:p>
            <a:pPr marL="0" lvl="0" indent="0">
              <a:spcBef>
                <a:spcPct val="0"/>
              </a:spcBef>
              <a:buClrTx/>
              <a:buSzTx/>
              <a:buFontTx/>
              <a:buNone/>
            </a:pPr>
            <a:r>
              <a:rPr lang="en-US" altLang="zh-CN" sz="2000" b="1">
                <a:solidFill>
                  <a:srgbClr val="0000FF"/>
                </a:solidFill>
                <a:latin typeface="微软雅黑" panose="020B0503020204020204" charset="-122"/>
              </a:rPr>
              <a:t>1</a:t>
            </a:r>
            <a:r>
              <a:rPr lang="zh-CN" altLang="en-US" sz="2000" b="1">
                <a:solidFill>
                  <a:srgbClr val="0000FF"/>
                </a:solidFill>
                <a:latin typeface="微软雅黑" panose="020B0503020204020204" charset="-122"/>
              </a:rPr>
              <a:t>/</a:t>
            </a:r>
            <a:r>
              <a:rPr lang="en-US" altLang="zh-CN" sz="2000" b="1">
                <a:solidFill>
                  <a:srgbClr val="0000FF"/>
                </a:solidFill>
                <a:latin typeface="微软雅黑" panose="020B0503020204020204" charset="-122"/>
              </a:rPr>
              <a:t>2</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ssolve">
                                      <p:cBhvr>
                                        <p:cTn id="1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1" name="Picture 2" descr="underline_base"/>
          <p:cNvPicPr/>
          <p:nvPr/>
        </p:nvPicPr>
        <p:blipFill>
          <a:blip r:embed="rId2"/>
          <a:stretch>
            <a:fillRect/>
          </a:stretch>
        </p:blipFill>
        <p:spPr>
          <a:xfrm>
            <a:off x="601663" y="1025525"/>
            <a:ext cx="4113212" cy="173038"/>
          </a:xfrm>
          <a:prstGeom prst="rect">
            <a:avLst/>
          </a:prstGeom>
          <a:noFill/>
          <a:ln w="9525">
            <a:noFill/>
          </a:ln>
        </p:spPr>
      </p:pic>
      <p:sp>
        <p:nvSpPr>
          <p:cNvPr id="51202" name="Rectangle 3"/>
          <p:cNvSpPr>
            <a:spLocks noGrp="1"/>
          </p:cNvSpPr>
          <p:nvPr>
            <p:ph sz="half" idx="1"/>
          </p:nvPr>
        </p:nvSpPr>
        <p:spPr>
          <a:xfrm>
            <a:off x="533400" y="1600200"/>
            <a:ext cx="3879850"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4.1 Overview of Network layer</a:t>
            </a:r>
          </a:p>
          <a:p>
            <a:pPr lvl="1">
              <a:buClr>
                <a:srgbClr val="000099"/>
              </a:buClr>
              <a:buSzTx/>
            </a:pPr>
            <a:r>
              <a:rPr lang="en-US" altLang="zh-CN">
                <a:latin typeface="Gill Sans MT"/>
                <a:ea typeface="MS PGothic" charset="0"/>
                <a:cs typeface="Gill Sans MT"/>
              </a:rPr>
              <a:t>data plane</a:t>
            </a:r>
          </a:p>
          <a:p>
            <a:pPr lvl="1">
              <a:buClr>
                <a:srgbClr val="000099"/>
              </a:buClr>
              <a:buSzTx/>
            </a:pPr>
            <a:r>
              <a:rPr lang="en-US" altLang="zh-CN">
                <a:latin typeface="Gill Sans MT"/>
                <a:ea typeface="MS PGothic" charset="0"/>
                <a:cs typeface="Gill Sans MT"/>
              </a:rPr>
              <a:t>control plane</a:t>
            </a:r>
          </a:p>
          <a:p>
            <a:pPr>
              <a:buClr>
                <a:srgbClr val="000099"/>
              </a:buClr>
              <a:buSzPct val="100000"/>
              <a:buFont typeface="Wingdings" panose="05000000000000000000" pitchFamily="2" charset="2"/>
              <a:buNone/>
            </a:pPr>
            <a:r>
              <a:rPr lang="en-US" altLang="zh-CN" sz="2400">
                <a:solidFill>
                  <a:srgbClr val="CC0000"/>
                </a:solidFill>
                <a:latin typeface="+mn-lt"/>
                <a:ea typeface="MS PGothic" charset="0"/>
                <a:cs typeface="MS PGothic" charset="0"/>
              </a:rPr>
              <a:t>4.2 What</a:t>
            </a:r>
            <a:r>
              <a:rPr lang="ja-JP" altLang="en-US" sz="2400">
                <a:solidFill>
                  <a:srgbClr val="CC0000"/>
                </a:solidFill>
                <a:latin typeface="+mn-lt"/>
                <a:ea typeface="MS PGothic" charset="0"/>
                <a:cs typeface="MS PGothic" charset="0"/>
              </a:rPr>
              <a:t>’</a:t>
            </a:r>
            <a:r>
              <a:rPr lang="en-US" altLang="ja-JP" sz="2400">
                <a:solidFill>
                  <a:srgbClr val="CC0000"/>
                </a:solidFill>
                <a:latin typeface="+mn-lt"/>
                <a:ea typeface="MS PGothic" charset="0"/>
                <a:cs typeface="MS PGothic" charset="0"/>
              </a:rPr>
              <a:t>s inside a router</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4.3 IP: Internet Protocol</a:t>
            </a:r>
          </a:p>
          <a:p>
            <a:pPr lvl="1">
              <a:buClr>
                <a:srgbClr val="000099"/>
              </a:buClr>
              <a:buSzTx/>
            </a:pPr>
            <a:r>
              <a:rPr lang="en-US" altLang="zh-CN">
                <a:latin typeface="Gill Sans MT"/>
                <a:ea typeface="MS PGothic" charset="0"/>
                <a:cs typeface="Gill Sans MT"/>
              </a:rPr>
              <a:t>datagram format</a:t>
            </a:r>
          </a:p>
          <a:p>
            <a:pPr lvl="1">
              <a:buClr>
                <a:srgbClr val="000099"/>
              </a:buClr>
              <a:buSzTx/>
            </a:pPr>
            <a:r>
              <a:rPr lang="en-US" altLang="zh-CN">
                <a:latin typeface="Gill Sans MT"/>
                <a:ea typeface="MS PGothic" charset="0"/>
                <a:cs typeface="Gill Sans MT"/>
              </a:rPr>
              <a:t>fragmentation</a:t>
            </a:r>
          </a:p>
          <a:p>
            <a:pPr lvl="1">
              <a:buClr>
                <a:srgbClr val="000099"/>
              </a:buClr>
              <a:buSzTx/>
            </a:pPr>
            <a:r>
              <a:rPr lang="en-US" altLang="zh-CN">
                <a:latin typeface="Gill Sans MT"/>
                <a:ea typeface="MS PGothic" charset="0"/>
                <a:cs typeface="Gill Sans MT"/>
              </a:rPr>
              <a:t>IPv4 addressing</a:t>
            </a:r>
          </a:p>
          <a:p>
            <a:pPr lvl="1">
              <a:buClr>
                <a:srgbClr val="000099"/>
              </a:buClr>
              <a:buSzTx/>
            </a:pPr>
            <a:r>
              <a:rPr lang="en-US" altLang="zh-CN">
                <a:latin typeface="Gill Sans MT"/>
                <a:ea typeface="MS PGothic" charset="0"/>
                <a:cs typeface="Gill Sans MT"/>
              </a:rPr>
              <a:t>network address translation</a:t>
            </a:r>
          </a:p>
          <a:p>
            <a:pPr lvl="1">
              <a:buClr>
                <a:srgbClr val="000099"/>
              </a:buClr>
              <a:buSzTx/>
            </a:pPr>
            <a:r>
              <a:rPr lang="en-US" altLang="zh-CN">
                <a:latin typeface="Gill Sans MT"/>
                <a:ea typeface="MS PGothic" charset="0"/>
                <a:cs typeface="Gill Sans MT"/>
              </a:rPr>
              <a:t>IPv6</a:t>
            </a:r>
          </a:p>
        </p:txBody>
      </p:sp>
      <p:sp>
        <p:nvSpPr>
          <p:cNvPr id="51203" name="Rectangle 4"/>
          <p:cNvSpPr>
            <a:spLocks noGrp="1"/>
          </p:cNvSpPr>
          <p:nvPr>
            <p:ph sz="half" idx="2"/>
          </p:nvPr>
        </p:nvSpPr>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4.4 Generalized Forward and SDN</a:t>
            </a:r>
          </a:p>
          <a:p>
            <a:pPr lvl="1">
              <a:buClr>
                <a:srgbClr val="000099"/>
              </a:buClr>
              <a:buSzTx/>
            </a:pPr>
            <a:r>
              <a:rPr lang="en-US" altLang="zh-CN">
                <a:latin typeface="Gill Sans MT"/>
                <a:ea typeface="MS PGothic" charset="0"/>
                <a:cs typeface="Gill Sans MT"/>
              </a:rPr>
              <a:t>match</a:t>
            </a:r>
          </a:p>
          <a:p>
            <a:pPr lvl="1">
              <a:buClr>
                <a:srgbClr val="000099"/>
              </a:buClr>
              <a:buSzTx/>
            </a:pPr>
            <a:r>
              <a:rPr lang="en-US" altLang="zh-CN">
                <a:latin typeface="Gill Sans MT"/>
                <a:ea typeface="MS PGothic" charset="0"/>
                <a:cs typeface="Gill Sans MT"/>
              </a:rPr>
              <a:t>action</a:t>
            </a:r>
          </a:p>
          <a:p>
            <a:pPr lvl="1">
              <a:buClr>
                <a:srgbClr val="000099"/>
              </a:buClr>
              <a:buSzTx/>
            </a:pPr>
            <a:r>
              <a:rPr lang="en-US" altLang="zh-CN">
                <a:latin typeface="Gill Sans MT"/>
                <a:ea typeface="MS PGothic" charset="0"/>
                <a:cs typeface="Gill Sans MT"/>
              </a:rPr>
              <a:t>OpenFlow  examples of match-plus-action in action</a:t>
            </a:r>
          </a:p>
          <a:p>
            <a:pPr>
              <a:buClr>
                <a:srgbClr val="000099"/>
              </a:buClr>
              <a:buSzPct val="100000"/>
            </a:pPr>
            <a:endParaRPr lang="en-US" altLang="zh-CN" sz="2400">
              <a:latin typeface="+mn-lt"/>
              <a:ea typeface="MS PGothic" charset="0"/>
              <a:cs typeface="MS PGothic" charset="0"/>
            </a:endParaRPr>
          </a:p>
        </p:txBody>
      </p:sp>
      <p:sp>
        <p:nvSpPr>
          <p:cNvPr id="51204" name="Rectangle 2"/>
          <p:cNvSpPr/>
          <p:nvPr/>
        </p:nvSpPr>
        <p:spPr>
          <a:xfrm>
            <a:off x="533400" y="228600"/>
            <a:ext cx="7772400"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Chapter 4: outline</a:t>
            </a:r>
          </a:p>
        </p:txBody>
      </p:sp>
      <p:sp>
        <p:nvSpPr>
          <p:cNvPr id="51205"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37</a:t>
            </a:fld>
            <a:endParaRPr lang="en-US" altLang="zh-CN" sz="1200">
              <a:latin typeface="Tahoma" panose="020B0604030504040204" charset="0"/>
            </a:endParaRPr>
          </a:p>
        </p:txBody>
      </p:sp>
      <p:sp>
        <p:nvSpPr>
          <p:cNvPr id="51206"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Rectangle 2"/>
          <p:cNvSpPr>
            <a:spLocks noGrp="1"/>
          </p:cNvSpPr>
          <p:nvPr>
            <p:ph type="title"/>
          </p:nvPr>
        </p:nvSpPr>
        <p:spPr>
          <a:xfrm>
            <a:off x="685800" y="304800"/>
            <a:ext cx="7772400" cy="609600"/>
          </a:xfrm>
        </p:spPr>
        <p:txBody>
          <a:bodyPr vert="horz" wrap="square" lIns="91440" tIns="45720" rIns="91440" bIns="45720" anchor="ctr" anchorCtr="0"/>
          <a:lstStyle/>
          <a:p>
            <a:r>
              <a:rPr lang="en-US" altLang="zh-CN" sz="4000"/>
              <a:t>Router architecture overview</a:t>
            </a:r>
            <a:endParaRPr lang="en-US" altLang="zh-CN"/>
          </a:p>
        </p:txBody>
      </p:sp>
      <p:grpSp>
        <p:nvGrpSpPr>
          <p:cNvPr id="52226" name="Group 60"/>
          <p:cNvGrpSpPr/>
          <p:nvPr/>
        </p:nvGrpSpPr>
        <p:grpSpPr>
          <a:xfrm>
            <a:off x="2787650" y="3333750"/>
            <a:ext cx="1609725" cy="2343150"/>
            <a:chOff x="2418" y="1882"/>
            <a:chExt cx="1014" cy="1476"/>
          </a:xfrm>
        </p:grpSpPr>
        <p:sp>
          <p:nvSpPr>
            <p:cNvPr id="52278" name="Rectangle 45"/>
            <p:cNvSpPr/>
            <p:nvPr/>
          </p:nvSpPr>
          <p:spPr>
            <a:xfrm>
              <a:off x="2418" y="1882"/>
              <a:ext cx="1014" cy="1476"/>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79" name="Text Box 48"/>
            <p:cNvSpPr txBox="1"/>
            <p:nvPr/>
          </p:nvSpPr>
          <p:spPr>
            <a:xfrm>
              <a:off x="2533" y="2418"/>
              <a:ext cx="779" cy="50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800">
                  <a:latin typeface="Arial" panose="020B0604020202090204" pitchFamily="34" charset="0"/>
                </a:rPr>
                <a:t>high-seed </a:t>
              </a:r>
            </a:p>
            <a:p>
              <a:pPr marL="0" lvl="0" indent="0" algn="ctr">
                <a:spcBef>
                  <a:spcPct val="0"/>
                </a:spcBef>
                <a:buClrTx/>
                <a:buSzTx/>
                <a:buFontTx/>
                <a:buNone/>
              </a:pPr>
              <a:r>
                <a:rPr lang="en-US" altLang="zh-CN" sz="1800">
                  <a:latin typeface="Arial" panose="020B0604020202090204" pitchFamily="34" charset="0"/>
                </a:rPr>
                <a:t>switching</a:t>
              </a:r>
            </a:p>
            <a:p>
              <a:pPr marL="0" lvl="0" indent="0" algn="ctr">
                <a:spcBef>
                  <a:spcPct val="0"/>
                </a:spcBef>
                <a:buClrTx/>
                <a:buSzTx/>
                <a:buFontTx/>
                <a:buNone/>
              </a:pPr>
              <a:r>
                <a:rPr lang="en-US" altLang="zh-CN" sz="1800">
                  <a:latin typeface="Arial" panose="020B0604020202090204" pitchFamily="34" charset="0"/>
                </a:rPr>
                <a:t>fabric</a:t>
              </a:r>
            </a:p>
          </p:txBody>
        </p:sp>
      </p:grpSp>
      <p:sp>
        <p:nvSpPr>
          <p:cNvPr id="52227" name="Rectangle 46"/>
          <p:cNvSpPr/>
          <p:nvPr/>
        </p:nvSpPr>
        <p:spPr>
          <a:xfrm>
            <a:off x="2805113" y="2371725"/>
            <a:ext cx="1590675" cy="647700"/>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28" name="Text Box 47"/>
          <p:cNvSpPr txBox="1"/>
          <p:nvPr/>
        </p:nvSpPr>
        <p:spPr>
          <a:xfrm>
            <a:off x="2982913" y="2413000"/>
            <a:ext cx="1187450" cy="558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800">
                <a:latin typeface="Arial" panose="020B0604020202090204" pitchFamily="34" charset="0"/>
              </a:rPr>
              <a:t>routing </a:t>
            </a:r>
          </a:p>
          <a:p>
            <a:pPr marL="0" lvl="0" indent="0" algn="ctr">
              <a:spcBef>
                <a:spcPct val="0"/>
              </a:spcBef>
              <a:buClrTx/>
              <a:buSzTx/>
              <a:buFontTx/>
              <a:buNone/>
            </a:pPr>
            <a:r>
              <a:rPr lang="en-US" altLang="zh-CN" sz="1800">
                <a:latin typeface="Arial" panose="020B0604020202090204" pitchFamily="34" charset="0"/>
              </a:rPr>
              <a:t>processor</a:t>
            </a:r>
          </a:p>
        </p:txBody>
      </p:sp>
      <p:sp>
        <p:nvSpPr>
          <p:cNvPr id="52229" name="Line 50"/>
          <p:cNvSpPr/>
          <p:nvPr/>
        </p:nvSpPr>
        <p:spPr>
          <a:xfrm>
            <a:off x="3533775" y="2890838"/>
            <a:ext cx="19050" cy="571500"/>
          </a:xfrm>
          <a:prstGeom prst="line">
            <a:avLst/>
          </a:prstGeom>
          <a:ln w="38100" cap="flat" cmpd="sng">
            <a:solidFill>
              <a:srgbClr val="FF0000"/>
            </a:solidFill>
            <a:prstDash val="solid"/>
            <a:headEnd type="triangle" w="med" len="med"/>
            <a:tailEnd type="triangle" w="med" len="med"/>
          </a:ln>
        </p:spPr>
      </p:sp>
      <p:grpSp>
        <p:nvGrpSpPr>
          <p:cNvPr id="52230" name="Group 17"/>
          <p:cNvGrpSpPr/>
          <p:nvPr/>
        </p:nvGrpSpPr>
        <p:grpSpPr>
          <a:xfrm>
            <a:off x="744538" y="3348038"/>
            <a:ext cx="2033587" cy="566737"/>
            <a:chOff x="930" y="1989"/>
            <a:chExt cx="1482" cy="357"/>
          </a:xfrm>
        </p:grpSpPr>
        <p:sp>
          <p:nvSpPr>
            <p:cNvPr id="52273" name="Rectangle 9"/>
            <p:cNvSpPr/>
            <p:nvPr/>
          </p:nvSpPr>
          <p:spPr>
            <a:xfrm>
              <a:off x="1152" y="1989"/>
              <a:ext cx="1086" cy="357"/>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74" name="Rectangle 5"/>
            <p:cNvSpPr/>
            <p:nvPr/>
          </p:nvSpPr>
          <p:spPr>
            <a:xfrm>
              <a:off x="1197" y="2089"/>
              <a:ext cx="337" cy="161"/>
            </a:xfrm>
            <a:prstGeom prst="rect">
              <a:avLst/>
            </a:prstGeom>
            <a:solidFill>
              <a:schemeClr val="bg1"/>
            </a:solidFill>
            <a:ln w="28575"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75" name="Rectangle 6"/>
            <p:cNvSpPr/>
            <p:nvPr/>
          </p:nvSpPr>
          <p:spPr>
            <a:xfrm>
              <a:off x="1582" y="2025"/>
              <a:ext cx="273" cy="274"/>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76" name="Rectangle 8"/>
            <p:cNvSpPr/>
            <p:nvPr/>
          </p:nvSpPr>
          <p:spPr>
            <a:xfrm>
              <a:off x="1904" y="2023"/>
              <a:ext cx="274" cy="274"/>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77" name="Line 16"/>
            <p:cNvSpPr/>
            <p:nvPr/>
          </p:nvSpPr>
          <p:spPr>
            <a:xfrm>
              <a:off x="930" y="2169"/>
              <a:ext cx="1482" cy="0"/>
            </a:xfrm>
            <a:prstGeom prst="line">
              <a:avLst/>
            </a:prstGeom>
            <a:ln w="28575" cap="flat" cmpd="sng">
              <a:solidFill>
                <a:schemeClr val="tx1"/>
              </a:solidFill>
              <a:prstDash val="solid"/>
              <a:headEnd type="none" w="med" len="med"/>
              <a:tailEnd type="triangle" w="med" len="med"/>
            </a:ln>
          </p:spPr>
        </p:sp>
      </p:grpSp>
      <p:grpSp>
        <p:nvGrpSpPr>
          <p:cNvPr id="52231" name="Group 18"/>
          <p:cNvGrpSpPr/>
          <p:nvPr/>
        </p:nvGrpSpPr>
        <p:grpSpPr>
          <a:xfrm>
            <a:off x="733425" y="5086350"/>
            <a:ext cx="2058988" cy="566738"/>
            <a:chOff x="930" y="1989"/>
            <a:chExt cx="1482" cy="357"/>
          </a:xfrm>
        </p:grpSpPr>
        <p:sp>
          <p:nvSpPr>
            <p:cNvPr id="52268" name="Rectangle 19"/>
            <p:cNvSpPr/>
            <p:nvPr/>
          </p:nvSpPr>
          <p:spPr>
            <a:xfrm>
              <a:off x="1152" y="1989"/>
              <a:ext cx="1088" cy="357"/>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69" name="Rectangle 20"/>
            <p:cNvSpPr/>
            <p:nvPr/>
          </p:nvSpPr>
          <p:spPr>
            <a:xfrm>
              <a:off x="1197" y="2089"/>
              <a:ext cx="337" cy="161"/>
            </a:xfrm>
            <a:prstGeom prst="rect">
              <a:avLst/>
            </a:prstGeom>
            <a:solidFill>
              <a:schemeClr val="bg1"/>
            </a:solidFill>
            <a:ln w="28575"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70" name="Rectangle 21"/>
            <p:cNvSpPr/>
            <p:nvPr/>
          </p:nvSpPr>
          <p:spPr>
            <a:xfrm>
              <a:off x="1582" y="2025"/>
              <a:ext cx="273" cy="274"/>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71" name="Rectangle 22"/>
            <p:cNvSpPr/>
            <p:nvPr/>
          </p:nvSpPr>
          <p:spPr>
            <a:xfrm>
              <a:off x="1904" y="2023"/>
              <a:ext cx="274" cy="274"/>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72" name="Line 23"/>
            <p:cNvSpPr/>
            <p:nvPr/>
          </p:nvSpPr>
          <p:spPr>
            <a:xfrm>
              <a:off x="930" y="2169"/>
              <a:ext cx="1482" cy="0"/>
            </a:xfrm>
            <a:prstGeom prst="line">
              <a:avLst/>
            </a:prstGeom>
            <a:ln w="28575" cap="flat" cmpd="sng">
              <a:solidFill>
                <a:schemeClr val="tx1"/>
              </a:solidFill>
              <a:prstDash val="solid"/>
              <a:headEnd type="none" w="med" len="med"/>
              <a:tailEnd type="triangle" w="med" len="med"/>
            </a:ln>
          </p:spPr>
        </p:sp>
      </p:grpSp>
      <p:grpSp>
        <p:nvGrpSpPr>
          <p:cNvPr id="52232" name="Group 29"/>
          <p:cNvGrpSpPr/>
          <p:nvPr/>
        </p:nvGrpSpPr>
        <p:grpSpPr>
          <a:xfrm rot="2656396">
            <a:off x="1363663" y="4238625"/>
            <a:ext cx="546100" cy="546100"/>
            <a:chOff x="354" y="2715"/>
            <a:chExt cx="344" cy="344"/>
          </a:xfrm>
        </p:grpSpPr>
        <p:sp>
          <p:nvSpPr>
            <p:cNvPr id="52264" name="Oval 25"/>
            <p:cNvSpPr/>
            <p:nvPr/>
          </p:nvSpPr>
          <p:spPr>
            <a:xfrm>
              <a:off x="352" y="2715"/>
              <a:ext cx="56" cy="56"/>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65" name="Oval 26"/>
            <p:cNvSpPr/>
            <p:nvPr/>
          </p:nvSpPr>
          <p:spPr>
            <a:xfrm>
              <a:off x="450" y="2811"/>
              <a:ext cx="56" cy="56"/>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66" name="Oval 27"/>
            <p:cNvSpPr/>
            <p:nvPr/>
          </p:nvSpPr>
          <p:spPr>
            <a:xfrm>
              <a:off x="545" y="2907"/>
              <a:ext cx="56" cy="56"/>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67" name="Oval 28"/>
            <p:cNvSpPr/>
            <p:nvPr/>
          </p:nvSpPr>
          <p:spPr>
            <a:xfrm>
              <a:off x="640" y="3003"/>
              <a:ext cx="56" cy="56"/>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52233" name="Text Box 57"/>
          <p:cNvSpPr txBox="1"/>
          <p:nvPr/>
        </p:nvSpPr>
        <p:spPr>
          <a:xfrm>
            <a:off x="639763" y="5732463"/>
            <a:ext cx="19113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router input ports</a:t>
            </a:r>
          </a:p>
        </p:txBody>
      </p:sp>
      <p:grpSp>
        <p:nvGrpSpPr>
          <p:cNvPr id="52234" name="Group 37"/>
          <p:cNvGrpSpPr/>
          <p:nvPr/>
        </p:nvGrpSpPr>
        <p:grpSpPr>
          <a:xfrm>
            <a:off x="4344988" y="3352800"/>
            <a:ext cx="1957387" cy="566738"/>
            <a:chOff x="-51" y="2454"/>
            <a:chExt cx="1482" cy="357"/>
          </a:xfrm>
        </p:grpSpPr>
        <p:grpSp>
          <p:nvGrpSpPr>
            <p:cNvPr id="52258" name="Group 36"/>
            <p:cNvGrpSpPr/>
            <p:nvPr/>
          </p:nvGrpSpPr>
          <p:grpSpPr>
            <a:xfrm flipH="1">
              <a:off x="171" y="2454"/>
              <a:ext cx="1086" cy="357"/>
              <a:chOff x="171" y="2454"/>
              <a:chExt cx="1086" cy="357"/>
            </a:xfrm>
          </p:grpSpPr>
          <p:sp>
            <p:nvSpPr>
              <p:cNvPr id="52260" name="Rectangle 31"/>
              <p:cNvSpPr/>
              <p:nvPr/>
            </p:nvSpPr>
            <p:spPr>
              <a:xfrm>
                <a:off x="171" y="2454"/>
                <a:ext cx="1084" cy="357"/>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61" name="Rectangle 32"/>
              <p:cNvSpPr/>
              <p:nvPr/>
            </p:nvSpPr>
            <p:spPr>
              <a:xfrm>
                <a:off x="216" y="2554"/>
                <a:ext cx="338" cy="161"/>
              </a:xfrm>
              <a:prstGeom prst="rect">
                <a:avLst/>
              </a:prstGeom>
              <a:solidFill>
                <a:schemeClr val="bg1"/>
              </a:solidFill>
              <a:ln w="28575"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62" name="Rectangle 33"/>
              <p:cNvSpPr/>
              <p:nvPr/>
            </p:nvSpPr>
            <p:spPr>
              <a:xfrm>
                <a:off x="602" y="2490"/>
                <a:ext cx="274" cy="274"/>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63" name="Rectangle 34"/>
              <p:cNvSpPr/>
              <p:nvPr/>
            </p:nvSpPr>
            <p:spPr>
              <a:xfrm>
                <a:off x="921" y="2488"/>
                <a:ext cx="274" cy="274"/>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52259" name="Line 35"/>
            <p:cNvSpPr/>
            <p:nvPr/>
          </p:nvSpPr>
          <p:spPr>
            <a:xfrm>
              <a:off x="-51" y="2634"/>
              <a:ext cx="1482" cy="0"/>
            </a:xfrm>
            <a:prstGeom prst="line">
              <a:avLst/>
            </a:prstGeom>
            <a:ln w="28575" cap="flat" cmpd="sng">
              <a:solidFill>
                <a:schemeClr val="tx1"/>
              </a:solidFill>
              <a:prstDash val="solid"/>
              <a:headEnd type="none" w="med" len="med"/>
              <a:tailEnd type="triangle" w="med" len="med"/>
            </a:ln>
          </p:spPr>
        </p:sp>
      </p:grpSp>
      <p:grpSp>
        <p:nvGrpSpPr>
          <p:cNvPr id="52235" name="Group 38"/>
          <p:cNvGrpSpPr/>
          <p:nvPr/>
        </p:nvGrpSpPr>
        <p:grpSpPr>
          <a:xfrm>
            <a:off x="4364038" y="5086350"/>
            <a:ext cx="2011362" cy="566738"/>
            <a:chOff x="-51" y="2454"/>
            <a:chExt cx="1482" cy="357"/>
          </a:xfrm>
        </p:grpSpPr>
        <p:grpSp>
          <p:nvGrpSpPr>
            <p:cNvPr id="52252" name="Group 39"/>
            <p:cNvGrpSpPr/>
            <p:nvPr/>
          </p:nvGrpSpPr>
          <p:grpSpPr>
            <a:xfrm flipH="1">
              <a:off x="171" y="2454"/>
              <a:ext cx="1086" cy="357"/>
              <a:chOff x="171" y="2454"/>
              <a:chExt cx="1086" cy="357"/>
            </a:xfrm>
          </p:grpSpPr>
          <p:sp>
            <p:nvSpPr>
              <p:cNvPr id="52254" name="Rectangle 40"/>
              <p:cNvSpPr/>
              <p:nvPr/>
            </p:nvSpPr>
            <p:spPr>
              <a:xfrm>
                <a:off x="171" y="2454"/>
                <a:ext cx="1084" cy="357"/>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55" name="Rectangle 41"/>
              <p:cNvSpPr/>
              <p:nvPr/>
            </p:nvSpPr>
            <p:spPr>
              <a:xfrm>
                <a:off x="216" y="2554"/>
                <a:ext cx="337" cy="161"/>
              </a:xfrm>
              <a:prstGeom prst="rect">
                <a:avLst/>
              </a:prstGeom>
              <a:solidFill>
                <a:schemeClr val="bg1"/>
              </a:solidFill>
              <a:ln w="28575"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56" name="Rectangle 42"/>
              <p:cNvSpPr/>
              <p:nvPr/>
            </p:nvSpPr>
            <p:spPr>
              <a:xfrm>
                <a:off x="602" y="2490"/>
                <a:ext cx="274" cy="274"/>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57" name="Rectangle 43"/>
              <p:cNvSpPr/>
              <p:nvPr/>
            </p:nvSpPr>
            <p:spPr>
              <a:xfrm>
                <a:off x="923" y="2488"/>
                <a:ext cx="274" cy="274"/>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52253" name="Line 44"/>
            <p:cNvSpPr/>
            <p:nvPr/>
          </p:nvSpPr>
          <p:spPr>
            <a:xfrm>
              <a:off x="-51" y="2634"/>
              <a:ext cx="1482" cy="0"/>
            </a:xfrm>
            <a:prstGeom prst="line">
              <a:avLst/>
            </a:prstGeom>
            <a:ln w="28575" cap="flat" cmpd="sng">
              <a:solidFill>
                <a:schemeClr val="tx1"/>
              </a:solidFill>
              <a:prstDash val="solid"/>
              <a:headEnd type="none" w="med" len="med"/>
              <a:tailEnd type="triangle" w="med" len="med"/>
            </a:ln>
          </p:spPr>
        </p:sp>
      </p:grpSp>
      <p:grpSp>
        <p:nvGrpSpPr>
          <p:cNvPr id="52236" name="Group 51"/>
          <p:cNvGrpSpPr/>
          <p:nvPr/>
        </p:nvGrpSpPr>
        <p:grpSpPr>
          <a:xfrm rot="2656396">
            <a:off x="5230813" y="4229100"/>
            <a:ext cx="546100" cy="546100"/>
            <a:chOff x="354" y="2715"/>
            <a:chExt cx="344" cy="344"/>
          </a:xfrm>
        </p:grpSpPr>
        <p:sp>
          <p:nvSpPr>
            <p:cNvPr id="52248" name="Oval 52"/>
            <p:cNvSpPr/>
            <p:nvPr/>
          </p:nvSpPr>
          <p:spPr>
            <a:xfrm>
              <a:off x="352" y="2715"/>
              <a:ext cx="56" cy="56"/>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49" name="Oval 53"/>
            <p:cNvSpPr/>
            <p:nvPr/>
          </p:nvSpPr>
          <p:spPr>
            <a:xfrm>
              <a:off x="450" y="2811"/>
              <a:ext cx="56" cy="56"/>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50" name="Oval 54"/>
            <p:cNvSpPr/>
            <p:nvPr/>
          </p:nvSpPr>
          <p:spPr>
            <a:xfrm>
              <a:off x="545" y="2907"/>
              <a:ext cx="56" cy="56"/>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2251" name="Oval 55"/>
            <p:cNvSpPr/>
            <p:nvPr/>
          </p:nvSpPr>
          <p:spPr>
            <a:xfrm>
              <a:off x="640" y="3003"/>
              <a:ext cx="56" cy="56"/>
            </a:xfrm>
            <a:prstGeom prst="ellipse">
              <a:avLst/>
            </a:prstGeom>
            <a:solidFill>
              <a:schemeClr val="tx2"/>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52237" name="Text Box 58"/>
          <p:cNvSpPr txBox="1"/>
          <p:nvPr/>
        </p:nvSpPr>
        <p:spPr>
          <a:xfrm>
            <a:off x="4664075" y="5773738"/>
            <a:ext cx="20510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router output ports</a:t>
            </a:r>
          </a:p>
        </p:txBody>
      </p:sp>
      <p:pic>
        <p:nvPicPr>
          <p:cNvPr id="52238" name="Picture 63" descr="underline_base"/>
          <p:cNvPicPr/>
          <p:nvPr/>
        </p:nvPicPr>
        <p:blipFill>
          <a:blip r:embed="rId2"/>
          <a:stretch>
            <a:fillRect/>
          </a:stretch>
        </p:blipFill>
        <p:spPr>
          <a:xfrm>
            <a:off x="735013" y="842963"/>
            <a:ext cx="6353175" cy="173037"/>
          </a:xfrm>
          <a:prstGeom prst="rect">
            <a:avLst/>
          </a:prstGeom>
          <a:noFill/>
          <a:ln w="9525">
            <a:noFill/>
          </a:ln>
        </p:spPr>
      </p:pic>
      <p:cxnSp>
        <p:nvCxnSpPr>
          <p:cNvPr id="3" name="Straight Connector 2"/>
          <p:cNvCxnSpPr/>
          <p:nvPr/>
        </p:nvCxnSpPr>
        <p:spPr>
          <a:xfrm>
            <a:off x="733425" y="3143250"/>
            <a:ext cx="7802563" cy="12700"/>
          </a:xfrm>
          <a:prstGeom prst="line">
            <a:avLst/>
          </a:prstGeom>
          <a:ln w="9525" cap="flat" cmpd="sng">
            <a:solidFill>
              <a:schemeClr val="tx1"/>
            </a:solidFill>
            <a:prstDash val="dash"/>
            <a:headEnd type="none" w="med" len="med"/>
            <a:tailEnd type="none" w="med" len="med"/>
          </a:ln>
        </p:spPr>
      </p:cxnSp>
      <p:sp>
        <p:nvSpPr>
          <p:cNvPr id="5" name="TextBox 4"/>
          <p:cNvSpPr txBox="1"/>
          <p:nvPr/>
        </p:nvSpPr>
        <p:spPr>
          <a:xfrm>
            <a:off x="6640513" y="3179763"/>
            <a:ext cx="2185987" cy="107791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1600" i="1">
                <a:solidFill>
                  <a:srgbClr val="CC0000"/>
                </a:solidFill>
                <a:latin typeface="Arial" panose="020B0604020202090204" pitchFamily="34" charset="0"/>
              </a:rPr>
              <a:t>forwarding data plane  </a:t>
            </a:r>
            <a:r>
              <a:rPr lang="en-US" altLang="zh-CN" sz="1600">
                <a:latin typeface="Arial" panose="020B0604020202090204" pitchFamily="34" charset="0"/>
              </a:rPr>
              <a:t>(hardware) operttes in nanosecond timeframe</a:t>
            </a:r>
          </a:p>
        </p:txBody>
      </p:sp>
      <p:sp>
        <p:nvSpPr>
          <p:cNvPr id="6" name="Rectangle 5"/>
          <p:cNvSpPr/>
          <p:nvPr/>
        </p:nvSpPr>
        <p:spPr>
          <a:xfrm>
            <a:off x="5953125" y="2076450"/>
            <a:ext cx="2879725" cy="107632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1600" i="1">
                <a:solidFill>
                  <a:srgbClr val="CC0000"/>
                </a:solidFill>
                <a:latin typeface="Arial" panose="020B0604020202090204" pitchFamily="34" charset="0"/>
              </a:rPr>
              <a:t>routing, management</a:t>
            </a:r>
          </a:p>
          <a:p>
            <a:pPr marL="0" lvl="0" indent="0" algn="r">
              <a:lnSpc>
                <a:spcPct val="100000"/>
              </a:lnSpc>
              <a:spcBef>
                <a:spcPct val="0"/>
              </a:spcBef>
              <a:buClrTx/>
              <a:buSzTx/>
              <a:buFontTx/>
              <a:buNone/>
            </a:pPr>
            <a:r>
              <a:rPr lang="en-US" altLang="zh-CN" sz="1600" i="1">
                <a:solidFill>
                  <a:srgbClr val="CC0000"/>
                </a:solidFill>
                <a:latin typeface="Arial" panose="020B0604020202090204" pitchFamily="34" charset="0"/>
              </a:rPr>
              <a:t>control plane </a:t>
            </a:r>
            <a:r>
              <a:rPr lang="en-US" altLang="zh-CN" sz="1600">
                <a:latin typeface="Arial" panose="020B0604020202090204" pitchFamily="34" charset="0"/>
              </a:rPr>
              <a:t>(software)</a:t>
            </a:r>
          </a:p>
          <a:p>
            <a:pPr marL="0" lvl="0" indent="0" algn="r">
              <a:lnSpc>
                <a:spcPct val="100000"/>
              </a:lnSpc>
              <a:spcBef>
                <a:spcPct val="0"/>
              </a:spcBef>
              <a:buClrTx/>
              <a:buSzTx/>
              <a:buFontTx/>
              <a:buNone/>
            </a:pPr>
            <a:r>
              <a:rPr lang="en-US" altLang="zh-CN" sz="1600">
                <a:latin typeface="Arial" panose="020B0604020202090204" pitchFamily="34" charset="0"/>
              </a:rPr>
              <a:t>operates in millisecond </a:t>
            </a:r>
          </a:p>
          <a:p>
            <a:pPr marL="0" lvl="0" indent="0" algn="r">
              <a:lnSpc>
                <a:spcPct val="100000"/>
              </a:lnSpc>
              <a:spcBef>
                <a:spcPct val="0"/>
              </a:spcBef>
              <a:buClrTx/>
              <a:buSzTx/>
              <a:buFontTx/>
              <a:buNone/>
            </a:pPr>
            <a:r>
              <a:rPr lang="en-US" altLang="zh-CN" sz="1600">
                <a:latin typeface="Arial" panose="020B0604020202090204" pitchFamily="34" charset="0"/>
              </a:rPr>
              <a:t>time frame</a:t>
            </a:r>
          </a:p>
        </p:txBody>
      </p:sp>
      <p:sp>
        <p:nvSpPr>
          <p:cNvPr id="52242" name="Freeform 10"/>
          <p:cNvSpPr/>
          <p:nvPr/>
        </p:nvSpPr>
        <p:spPr>
          <a:xfrm>
            <a:off x="2198688" y="2667000"/>
            <a:ext cx="512762" cy="73025"/>
          </a:xfrm>
          <a:custGeom>
            <a:avLst/>
            <a:gdLst>
              <a:gd name="txL" fmla="*/ 0 w 512919"/>
              <a:gd name="txT" fmla="*/ 0 h 73266"/>
              <a:gd name="txR" fmla="*/ 512919 w 512919"/>
              <a:gd name="txB" fmla="*/ 73266 h 73266"/>
            </a:gdLst>
            <a:ahLst/>
            <a:cxnLst>
              <a:cxn ang="0">
                <a:pos x="486705" y="70426"/>
              </a:cxn>
              <a:cxn ang="0">
                <a:pos x="511036" y="0"/>
              </a:cxn>
              <a:cxn ang="0">
                <a:pos x="146008" y="11737"/>
              </a:cxn>
              <a:cxn ang="0">
                <a:pos x="97339" y="23475"/>
              </a:cxn>
              <a:cxn ang="0">
                <a:pos x="0" y="11737"/>
              </a:cxn>
              <a:cxn ang="0">
                <a:pos x="0" y="11737"/>
              </a:cxn>
              <a:cxn ang="0">
                <a:pos x="511036" y="11737"/>
              </a:cxn>
            </a:cxnLst>
            <a:rect l="txL" t="txT" r="txR" b="txB"/>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w="9525">
            <a:noFill/>
          </a:ln>
        </p:spPr>
        <p:txBody>
          <a:bodyPr/>
          <a:lstStyle/>
          <a:p>
            <a:endParaRPr lang="zh-CN" altLang="en-US"/>
          </a:p>
        </p:txBody>
      </p:sp>
      <p:sp>
        <p:nvSpPr>
          <p:cNvPr id="52243" name="Freeform 11"/>
          <p:cNvSpPr/>
          <p:nvPr/>
        </p:nvSpPr>
        <p:spPr>
          <a:xfrm>
            <a:off x="-144462" y="647700"/>
            <a:ext cx="8802687" cy="2197100"/>
          </a:xfrm>
          <a:custGeom>
            <a:avLst/>
            <a:gdLst>
              <a:gd name="txL" fmla="*/ 0 w 8802811"/>
              <a:gd name="txT" fmla="*/ 0 h 2197979"/>
              <a:gd name="txR" fmla="*/ 8802811 w 8802811"/>
              <a:gd name="txB" fmla="*/ 2197979 h 2197979"/>
            </a:gdLst>
            <a:ahLst/>
            <a:cxnLst>
              <a:cxn ang="0">
                <a:pos x="8251876" y="0"/>
              </a:cxn>
              <a:cxn ang="0">
                <a:pos x="8288501" y="352425"/>
              </a:cxn>
              <a:cxn ang="0">
                <a:pos x="8300713" y="984354"/>
              </a:cxn>
              <a:cxn ang="0">
                <a:pos x="8312925" y="1203100"/>
              </a:cxn>
              <a:cxn ang="0">
                <a:pos x="8337341" y="1373236"/>
              </a:cxn>
              <a:cxn ang="0">
                <a:pos x="8312925" y="1300320"/>
              </a:cxn>
              <a:cxn ang="0">
                <a:pos x="8300713" y="1215252"/>
              </a:cxn>
              <a:cxn ang="0">
                <a:pos x="8288501" y="1166643"/>
              </a:cxn>
              <a:cxn ang="0">
                <a:pos x="8251876" y="984354"/>
              </a:cxn>
              <a:cxn ang="0">
                <a:pos x="8239664" y="850677"/>
              </a:cxn>
              <a:cxn ang="0">
                <a:pos x="8215236" y="680542"/>
              </a:cxn>
              <a:cxn ang="0">
                <a:pos x="8203024" y="546864"/>
              </a:cxn>
              <a:cxn ang="0">
                <a:pos x="8178611" y="546864"/>
              </a:cxn>
              <a:cxn ang="0">
                <a:pos x="8178611" y="546864"/>
              </a:cxn>
              <a:cxn ang="0">
                <a:pos x="8410602" y="619778"/>
              </a:cxn>
              <a:cxn ang="0">
                <a:pos x="8471657" y="680542"/>
              </a:cxn>
              <a:cxn ang="0">
                <a:pos x="8557123" y="789914"/>
              </a:cxn>
              <a:cxn ang="0">
                <a:pos x="8581547" y="862830"/>
              </a:cxn>
              <a:cxn ang="0">
                <a:pos x="8618187" y="947897"/>
              </a:cxn>
              <a:cxn ang="0">
                <a:pos x="8691448" y="1178794"/>
              </a:cxn>
              <a:cxn ang="0">
                <a:pos x="8703645" y="1251710"/>
              </a:cxn>
              <a:cxn ang="0">
                <a:pos x="8715861" y="1336778"/>
              </a:cxn>
              <a:cxn ang="0">
                <a:pos x="8740285" y="1397540"/>
              </a:cxn>
              <a:cxn ang="0">
                <a:pos x="8801338" y="1397540"/>
              </a:cxn>
              <a:cxn ang="0">
                <a:pos x="8801338" y="1397540"/>
              </a:cxn>
              <a:cxn ang="0">
                <a:pos x="8789122" y="1664897"/>
              </a:cxn>
              <a:cxn ang="0">
                <a:pos x="8789122" y="1664897"/>
              </a:cxn>
              <a:cxn ang="0">
                <a:pos x="8703645" y="1567677"/>
              </a:cxn>
              <a:cxn ang="0">
                <a:pos x="8642600" y="1506912"/>
              </a:cxn>
              <a:cxn ang="0">
                <a:pos x="8581547" y="1409693"/>
              </a:cxn>
              <a:cxn ang="0">
                <a:pos x="8508286" y="1324625"/>
              </a:cxn>
              <a:cxn ang="0">
                <a:pos x="8435025" y="1227405"/>
              </a:cxn>
              <a:cxn ang="0">
                <a:pos x="8300713" y="1032964"/>
              </a:cxn>
              <a:cxn ang="0">
                <a:pos x="8227448" y="911438"/>
              </a:cxn>
              <a:cxn ang="0">
                <a:pos x="8215236" y="874982"/>
              </a:cxn>
              <a:cxn ang="0">
                <a:pos x="8190823" y="838523"/>
              </a:cxn>
              <a:cxn ang="0">
                <a:pos x="8178611" y="789914"/>
              </a:cxn>
              <a:cxn ang="0">
                <a:pos x="8129763" y="716998"/>
              </a:cxn>
              <a:cxn ang="0">
                <a:pos x="8117562" y="704846"/>
              </a:cxn>
              <a:cxn ang="0">
                <a:pos x="8215236" y="777761"/>
              </a:cxn>
              <a:cxn ang="0">
                <a:pos x="8251876" y="814218"/>
              </a:cxn>
              <a:cxn ang="0">
                <a:pos x="8361762" y="911438"/>
              </a:cxn>
              <a:cxn ang="0">
                <a:pos x="8435025" y="1008658"/>
              </a:cxn>
              <a:cxn ang="0">
                <a:pos x="8471657" y="1045118"/>
              </a:cxn>
              <a:cxn ang="0">
                <a:pos x="8459449" y="1032964"/>
              </a:cxn>
              <a:cxn ang="0">
                <a:pos x="632638" y="2150997"/>
              </a:cxn>
              <a:cxn ang="0">
                <a:pos x="1523996" y="2187455"/>
              </a:cxn>
              <a:cxn ang="0">
                <a:pos x="1035586" y="2150997"/>
              </a:cxn>
              <a:cxn ang="0">
                <a:pos x="547165" y="2102388"/>
              </a:cxn>
              <a:cxn ang="0">
                <a:pos x="70966" y="2078083"/>
              </a:cxn>
            </a:cxnLst>
            <a:rect l="txL" t="txT" r="txR" b="txB"/>
            <a:pathLst>
              <a:path w="8802811" h="2197979">
                <a:moveTo>
                  <a:pt x="8253255" y="0"/>
                </a:moveTo>
                <a:lnTo>
                  <a:pt x="8289892" y="354119"/>
                </a:lnTo>
                <a:cubicBezTo>
                  <a:pt x="8293963" y="565776"/>
                  <a:pt x="8296057" y="777480"/>
                  <a:pt x="8302104" y="989090"/>
                </a:cubicBezTo>
                <a:cubicBezTo>
                  <a:pt x="8304200" y="1062439"/>
                  <a:pt x="8308222" y="1135763"/>
                  <a:pt x="8314317" y="1208888"/>
                </a:cubicBezTo>
                <a:cubicBezTo>
                  <a:pt x="8316142" y="1230787"/>
                  <a:pt x="8344376" y="1368573"/>
                  <a:pt x="8338741" y="1379842"/>
                </a:cubicBezTo>
                <a:cubicBezTo>
                  <a:pt x="8327228" y="1402867"/>
                  <a:pt x="8314317" y="1306576"/>
                  <a:pt x="8314317" y="1306576"/>
                </a:cubicBezTo>
                <a:cubicBezTo>
                  <a:pt x="8310246" y="1278084"/>
                  <a:pt x="8307253" y="1249416"/>
                  <a:pt x="8302104" y="1221099"/>
                </a:cubicBezTo>
                <a:cubicBezTo>
                  <a:pt x="8299101" y="1204587"/>
                  <a:pt x="8292894" y="1188767"/>
                  <a:pt x="8289892" y="1172255"/>
                </a:cubicBezTo>
                <a:cubicBezTo>
                  <a:pt x="8255975" y="985729"/>
                  <a:pt x="8304437" y="1193793"/>
                  <a:pt x="8253255" y="989090"/>
                </a:cubicBezTo>
                <a:cubicBezTo>
                  <a:pt x="8249184" y="944316"/>
                  <a:pt x="8246400" y="899407"/>
                  <a:pt x="8241043" y="854769"/>
                </a:cubicBezTo>
                <a:cubicBezTo>
                  <a:pt x="8234184" y="797616"/>
                  <a:pt x="8221830" y="741142"/>
                  <a:pt x="8216618" y="683815"/>
                </a:cubicBezTo>
                <a:cubicBezTo>
                  <a:pt x="8212547" y="639041"/>
                  <a:pt x="8216237" y="592868"/>
                  <a:pt x="8204406" y="549494"/>
                </a:cubicBezTo>
                <a:cubicBezTo>
                  <a:pt x="8202264" y="541639"/>
                  <a:pt x="8188123" y="549494"/>
                  <a:pt x="8179981" y="549494"/>
                </a:cubicBezTo>
                <a:cubicBezTo>
                  <a:pt x="8254412" y="566668"/>
                  <a:pt x="8345942" y="574712"/>
                  <a:pt x="8412016" y="622760"/>
                </a:cubicBezTo>
                <a:cubicBezTo>
                  <a:pt x="8435295" y="639688"/>
                  <a:pt x="8454344" y="661962"/>
                  <a:pt x="8473077" y="683815"/>
                </a:cubicBezTo>
                <a:cubicBezTo>
                  <a:pt x="8503283" y="719051"/>
                  <a:pt x="8558564" y="793714"/>
                  <a:pt x="8558564" y="793714"/>
                </a:cubicBezTo>
                <a:cubicBezTo>
                  <a:pt x="8566706" y="818136"/>
                  <a:pt x="8573747" y="842953"/>
                  <a:pt x="8582989" y="866980"/>
                </a:cubicBezTo>
                <a:cubicBezTo>
                  <a:pt x="8594118" y="895913"/>
                  <a:pt x="8610878" y="922718"/>
                  <a:pt x="8619626" y="952457"/>
                </a:cubicBezTo>
                <a:cubicBezTo>
                  <a:pt x="8696833" y="1214937"/>
                  <a:pt x="8583806" y="939035"/>
                  <a:pt x="8692900" y="1184466"/>
                </a:cubicBezTo>
                <a:cubicBezTo>
                  <a:pt x="8696971" y="1208888"/>
                  <a:pt x="8701347" y="1233261"/>
                  <a:pt x="8705112" y="1257732"/>
                </a:cubicBezTo>
                <a:cubicBezTo>
                  <a:pt x="8709489" y="1286179"/>
                  <a:pt x="8710343" y="1315287"/>
                  <a:pt x="8717324" y="1343209"/>
                </a:cubicBezTo>
                <a:cubicBezTo>
                  <a:pt x="8722641" y="1364474"/>
                  <a:pt x="8723911" y="1391524"/>
                  <a:pt x="8741749" y="1404264"/>
                </a:cubicBezTo>
                <a:cubicBezTo>
                  <a:pt x="8758312" y="1416094"/>
                  <a:pt x="8782457" y="1404264"/>
                  <a:pt x="8802811" y="1404264"/>
                </a:cubicBezTo>
                <a:lnTo>
                  <a:pt x="8790599" y="1672906"/>
                </a:lnTo>
                <a:cubicBezTo>
                  <a:pt x="8762103" y="1640343"/>
                  <a:pt x="8734463" y="1607012"/>
                  <a:pt x="8705112" y="1575218"/>
                </a:cubicBezTo>
                <a:cubicBezTo>
                  <a:pt x="8685588" y="1554069"/>
                  <a:pt x="8661601" y="1536976"/>
                  <a:pt x="8644050" y="1514163"/>
                </a:cubicBezTo>
                <a:cubicBezTo>
                  <a:pt x="8620635" y="1483727"/>
                  <a:pt x="8605699" y="1447440"/>
                  <a:pt x="8582989" y="1416475"/>
                </a:cubicBezTo>
                <a:cubicBezTo>
                  <a:pt x="8560794" y="1386213"/>
                  <a:pt x="8533160" y="1360302"/>
                  <a:pt x="8509714" y="1330998"/>
                </a:cubicBezTo>
                <a:cubicBezTo>
                  <a:pt x="8484284" y="1299214"/>
                  <a:pt x="8459970" y="1266525"/>
                  <a:pt x="8436440" y="1233310"/>
                </a:cubicBezTo>
                <a:cubicBezTo>
                  <a:pt x="8390753" y="1168818"/>
                  <a:pt x="8331459" y="1111315"/>
                  <a:pt x="8302104" y="1037934"/>
                </a:cubicBezTo>
                <a:cubicBezTo>
                  <a:pt x="8267999" y="952679"/>
                  <a:pt x="8291374" y="993995"/>
                  <a:pt x="8228830" y="915824"/>
                </a:cubicBezTo>
                <a:cubicBezTo>
                  <a:pt x="8224759" y="903613"/>
                  <a:pt x="8222375" y="890703"/>
                  <a:pt x="8216618" y="879191"/>
                </a:cubicBezTo>
                <a:cubicBezTo>
                  <a:pt x="8210054" y="866064"/>
                  <a:pt x="8197975" y="856047"/>
                  <a:pt x="8192193" y="842558"/>
                </a:cubicBezTo>
                <a:cubicBezTo>
                  <a:pt x="8185581" y="827133"/>
                  <a:pt x="8185874" y="809428"/>
                  <a:pt x="8179981" y="793714"/>
                </a:cubicBezTo>
                <a:cubicBezTo>
                  <a:pt x="8162237" y="746401"/>
                  <a:pt x="8160946" y="750260"/>
                  <a:pt x="8131131" y="720448"/>
                </a:cubicBezTo>
                <a:lnTo>
                  <a:pt x="8118919" y="708237"/>
                </a:lnTo>
                <a:cubicBezTo>
                  <a:pt x="8151485" y="732659"/>
                  <a:pt x="8185112" y="755728"/>
                  <a:pt x="8216618" y="781503"/>
                </a:cubicBezTo>
                <a:cubicBezTo>
                  <a:pt x="8229985" y="792438"/>
                  <a:pt x="8240257" y="806764"/>
                  <a:pt x="8253255" y="818136"/>
                </a:cubicBezTo>
                <a:cubicBezTo>
                  <a:pt x="8303675" y="862248"/>
                  <a:pt x="8321173" y="865438"/>
                  <a:pt x="8363166" y="915824"/>
                </a:cubicBezTo>
                <a:cubicBezTo>
                  <a:pt x="8389226" y="947093"/>
                  <a:pt x="8407656" y="984731"/>
                  <a:pt x="8436440" y="1013512"/>
                </a:cubicBezTo>
                <a:lnTo>
                  <a:pt x="8473077" y="1050145"/>
                </a:lnTo>
                <a:lnTo>
                  <a:pt x="8460865" y="1037934"/>
                </a:lnTo>
                <a:lnTo>
                  <a:pt x="632746" y="2161346"/>
                </a:lnTo>
                <a:lnTo>
                  <a:pt x="1524248" y="2197979"/>
                </a:lnTo>
                <a:lnTo>
                  <a:pt x="1035754" y="2161346"/>
                </a:lnTo>
                <a:cubicBezTo>
                  <a:pt x="712856" y="2131451"/>
                  <a:pt x="1008547" y="2123752"/>
                  <a:pt x="547260" y="2112502"/>
                </a:cubicBezTo>
                <a:cubicBezTo>
                  <a:pt x="37453" y="2100069"/>
                  <a:pt x="-102777" y="2174947"/>
                  <a:pt x="70978" y="2088080"/>
                </a:cubicBezTo>
              </a:path>
            </a:pathLst>
          </a:custGeom>
          <a:noFill/>
          <a:ln w="9525">
            <a:noFill/>
          </a:ln>
        </p:spPr>
        <p:txBody>
          <a:bodyPr/>
          <a:lstStyle/>
          <a:p>
            <a:endParaRPr lang="zh-CN" altLang="en-US"/>
          </a:p>
        </p:txBody>
      </p:sp>
      <p:cxnSp>
        <p:nvCxnSpPr>
          <p:cNvPr id="14" name="Elbow Connector 13"/>
          <p:cNvCxnSpPr>
            <a:endCxn id="52271" idx="0"/>
          </p:cNvCxnSpPr>
          <p:nvPr/>
        </p:nvCxnSpPr>
        <p:spPr>
          <a:xfrm rot="5400000">
            <a:off x="1214438" y="3729038"/>
            <a:ext cx="2473325" cy="347662"/>
          </a:xfrm>
          <a:prstGeom prst="bentConnector3">
            <a:avLst>
              <a:gd name="adj1" fmla="val -60"/>
            </a:avLst>
          </a:prstGeom>
          <a:ln w="19050" cap="flat" cmpd="sng">
            <a:solidFill>
              <a:schemeClr val="tx1"/>
            </a:solidFill>
            <a:prstDash val="solid"/>
            <a:round/>
            <a:headEnd type="none" w="med" len="med"/>
            <a:tailEnd type="arrow" w="med" len="med"/>
          </a:ln>
        </p:spPr>
      </p:cxnSp>
      <p:sp>
        <p:nvSpPr>
          <p:cNvPr id="52245" name="Content Placeholder 1"/>
          <p:cNvSpPr>
            <a:spLocks noGrp="1"/>
          </p:cNvSpPr>
          <p:nvPr>
            <p:ph idx="1"/>
          </p:nvPr>
        </p:nvSpPr>
        <p:spPr>
          <a:xfrm>
            <a:off x="459740" y="1287780"/>
            <a:ext cx="8559165" cy="585470"/>
          </a:xfrm>
        </p:spPr>
        <p:txBody>
          <a:bodyPr vert="horz" wrap="square" lIns="91440" tIns="45720" rIns="91440" bIns="45720" anchor="t" anchorCtr="0"/>
          <a:lstStyle/>
          <a:p>
            <a:r>
              <a:rPr lang="en-US" altLang="zh-CN" sz="2400" b="1"/>
              <a:t>high-level view of generic</a:t>
            </a:r>
            <a:r>
              <a:rPr lang="en-US" altLang="zh-CN" sz="1800" b="1">
                <a:latin typeface="华文楷体" panose="02010600040101010101" charset="-122"/>
                <a:ea typeface="华文楷体" panose="02010600040101010101" charset="-122"/>
                <a:cs typeface="华文楷体" panose="02010600040101010101" charset="-122"/>
              </a:rPr>
              <a:t>(</a:t>
            </a:r>
            <a:r>
              <a:rPr lang="zh-CN" altLang="en-US" sz="1800" b="1">
                <a:latin typeface="华文楷体" panose="02010600040101010101" charset="-122"/>
                <a:ea typeface="华文楷体" panose="02010600040101010101" charset="-122"/>
                <a:cs typeface="华文楷体" panose="02010600040101010101" charset="-122"/>
              </a:rPr>
              <a:t>通用</a:t>
            </a:r>
            <a:r>
              <a:rPr lang="en-US" altLang="zh-CN" sz="1800" b="1">
                <a:latin typeface="华文楷体" panose="02010600040101010101" charset="-122"/>
                <a:ea typeface="华文楷体" panose="02010600040101010101" charset="-122"/>
                <a:cs typeface="华文楷体" panose="02010600040101010101" charset="-122"/>
              </a:rPr>
              <a:t>)</a:t>
            </a:r>
            <a:r>
              <a:rPr lang="en-US" altLang="zh-CN" sz="2400" b="1"/>
              <a:t> router architecture:</a:t>
            </a:r>
          </a:p>
        </p:txBody>
      </p:sp>
      <p:sp>
        <p:nvSpPr>
          <p:cNvPr id="52246"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38</a:t>
            </a:fld>
            <a:endParaRPr lang="en-US" altLang="zh-CN" sz="1200">
              <a:latin typeface="Tahoma" panose="020B0604030504040204" charset="0"/>
            </a:endParaRPr>
          </a:p>
        </p:txBody>
      </p:sp>
      <p:sp>
        <p:nvSpPr>
          <p:cNvPr id="52247"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par>
                                <p:cTn id="11" presetID="9" presetClass="entr" presetSubtype="0" fill="hold"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dissolve">
                                      <p:cBhvr>
                                        <p:cTn id="18"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49" name="Picture 57" descr="underline_base"/>
          <p:cNvPicPr/>
          <p:nvPr/>
        </p:nvPicPr>
        <p:blipFill>
          <a:blip r:embed="rId2"/>
          <a:stretch>
            <a:fillRect/>
          </a:stretch>
        </p:blipFill>
        <p:spPr>
          <a:xfrm>
            <a:off x="487363" y="814388"/>
            <a:ext cx="4570412" cy="173037"/>
          </a:xfrm>
          <a:prstGeom prst="rect">
            <a:avLst/>
          </a:prstGeom>
          <a:noFill/>
          <a:ln w="9525">
            <a:noFill/>
          </a:ln>
        </p:spPr>
      </p:pic>
      <p:sp>
        <p:nvSpPr>
          <p:cNvPr id="53250" name="Rectangle 12"/>
          <p:cNvSpPr/>
          <p:nvPr/>
        </p:nvSpPr>
        <p:spPr>
          <a:xfrm>
            <a:off x="1917700" y="1306513"/>
            <a:ext cx="4568825" cy="1836737"/>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3251" name="Rectangle 13"/>
          <p:cNvSpPr/>
          <p:nvPr/>
        </p:nvSpPr>
        <p:spPr>
          <a:xfrm>
            <a:off x="2073275" y="1820863"/>
            <a:ext cx="1417638" cy="828675"/>
          </a:xfrm>
          <a:prstGeom prst="rect">
            <a:avLst/>
          </a:prstGeom>
          <a:solidFill>
            <a:schemeClr val="bg1"/>
          </a:solidFill>
          <a:ln w="28575"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line</a:t>
            </a:r>
          </a:p>
          <a:p>
            <a:pPr marL="0" lvl="0" indent="0" algn="ctr">
              <a:lnSpc>
                <a:spcPct val="100000"/>
              </a:lnSpc>
              <a:spcBef>
                <a:spcPct val="0"/>
              </a:spcBef>
              <a:buClrTx/>
              <a:buSzTx/>
              <a:buFontTx/>
              <a:buNone/>
            </a:pPr>
            <a:r>
              <a:rPr lang="en-US" altLang="zh-CN" sz="1800">
                <a:latin typeface="Arial" panose="020B0604020202090204" pitchFamily="34" charset="0"/>
              </a:rPr>
              <a:t>termination</a:t>
            </a:r>
          </a:p>
        </p:txBody>
      </p:sp>
      <p:sp>
        <p:nvSpPr>
          <p:cNvPr id="53252" name="Rectangle 14"/>
          <p:cNvSpPr/>
          <p:nvPr/>
        </p:nvSpPr>
        <p:spPr>
          <a:xfrm>
            <a:off x="3697288" y="1492250"/>
            <a:ext cx="1152525" cy="1409700"/>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3253" name="Rectangle 15"/>
          <p:cNvSpPr/>
          <p:nvPr/>
        </p:nvSpPr>
        <p:spPr>
          <a:xfrm>
            <a:off x="5048250" y="1443038"/>
            <a:ext cx="1247775" cy="1504950"/>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3254" name="Line 16"/>
          <p:cNvSpPr/>
          <p:nvPr/>
        </p:nvSpPr>
        <p:spPr>
          <a:xfrm>
            <a:off x="1641475" y="2232025"/>
            <a:ext cx="423863" cy="0"/>
          </a:xfrm>
          <a:prstGeom prst="line">
            <a:avLst/>
          </a:prstGeom>
          <a:ln w="28575" cap="flat" cmpd="sng">
            <a:solidFill>
              <a:schemeClr val="tx1"/>
            </a:solidFill>
            <a:prstDash val="solid"/>
            <a:headEnd type="none" w="med" len="med"/>
            <a:tailEnd type="triangle" w="med" len="med"/>
          </a:ln>
        </p:spPr>
      </p:sp>
      <p:sp>
        <p:nvSpPr>
          <p:cNvPr id="53255" name="Line 30"/>
          <p:cNvSpPr/>
          <p:nvPr/>
        </p:nvSpPr>
        <p:spPr>
          <a:xfrm>
            <a:off x="3509963" y="2211388"/>
            <a:ext cx="190500" cy="1587"/>
          </a:xfrm>
          <a:prstGeom prst="line">
            <a:avLst/>
          </a:prstGeom>
          <a:ln w="28575" cap="flat" cmpd="sng">
            <a:solidFill>
              <a:schemeClr val="tx1"/>
            </a:solidFill>
            <a:prstDash val="solid"/>
            <a:headEnd type="none" w="med" len="med"/>
            <a:tailEnd type="triangle" w="med" len="med"/>
          </a:ln>
        </p:spPr>
      </p:sp>
      <p:sp>
        <p:nvSpPr>
          <p:cNvPr id="53256" name="Line 31"/>
          <p:cNvSpPr/>
          <p:nvPr/>
        </p:nvSpPr>
        <p:spPr>
          <a:xfrm>
            <a:off x="4852988" y="2168525"/>
            <a:ext cx="190500" cy="1588"/>
          </a:xfrm>
          <a:prstGeom prst="line">
            <a:avLst/>
          </a:prstGeom>
          <a:ln w="28575" cap="flat" cmpd="sng">
            <a:solidFill>
              <a:schemeClr val="tx1"/>
            </a:solidFill>
            <a:prstDash val="solid"/>
            <a:headEnd type="none" w="med" len="med"/>
            <a:tailEnd type="triangle" w="med" len="med"/>
          </a:ln>
        </p:spPr>
      </p:sp>
      <p:sp>
        <p:nvSpPr>
          <p:cNvPr id="53257" name="Line 32"/>
          <p:cNvSpPr/>
          <p:nvPr/>
        </p:nvSpPr>
        <p:spPr>
          <a:xfrm flipV="1">
            <a:off x="6243638" y="2209800"/>
            <a:ext cx="736600" cy="1588"/>
          </a:xfrm>
          <a:prstGeom prst="line">
            <a:avLst/>
          </a:prstGeom>
          <a:ln w="28575" cap="flat" cmpd="sng">
            <a:solidFill>
              <a:schemeClr val="tx1"/>
            </a:solidFill>
            <a:prstDash val="solid"/>
            <a:headEnd type="none" w="med" len="med"/>
            <a:tailEnd type="triangle" w="med" len="med"/>
          </a:ln>
        </p:spPr>
      </p:sp>
      <p:sp>
        <p:nvSpPr>
          <p:cNvPr id="53258" name="Rectangle 33"/>
          <p:cNvSpPr/>
          <p:nvPr/>
        </p:nvSpPr>
        <p:spPr>
          <a:xfrm>
            <a:off x="3730625" y="1801813"/>
            <a:ext cx="1055688" cy="828675"/>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90000"/>
              </a:lnSpc>
              <a:spcBef>
                <a:spcPct val="0"/>
              </a:spcBef>
              <a:buClrTx/>
              <a:buSzTx/>
              <a:buFontTx/>
              <a:buNone/>
            </a:pPr>
            <a:r>
              <a:rPr lang="en-US" altLang="zh-CN" sz="1800">
                <a:latin typeface="Arial" panose="020B0604020202090204" pitchFamily="34" charset="0"/>
              </a:rPr>
              <a:t>link </a:t>
            </a:r>
          </a:p>
          <a:p>
            <a:pPr marL="0" lvl="0" indent="0" algn="ctr">
              <a:lnSpc>
                <a:spcPct val="90000"/>
              </a:lnSpc>
              <a:spcBef>
                <a:spcPct val="0"/>
              </a:spcBef>
              <a:buClrTx/>
              <a:buSzTx/>
              <a:buFontTx/>
              <a:buNone/>
            </a:pPr>
            <a:r>
              <a:rPr lang="en-US" altLang="zh-CN" sz="1800">
                <a:latin typeface="Arial" panose="020B0604020202090204" pitchFamily="34" charset="0"/>
              </a:rPr>
              <a:t>layer </a:t>
            </a:r>
          </a:p>
          <a:p>
            <a:pPr marL="0" lvl="0" indent="0" algn="ctr">
              <a:lnSpc>
                <a:spcPct val="90000"/>
              </a:lnSpc>
              <a:spcBef>
                <a:spcPct val="0"/>
              </a:spcBef>
              <a:buClrTx/>
              <a:buSzTx/>
              <a:buFontTx/>
              <a:buNone/>
            </a:pPr>
            <a:r>
              <a:rPr lang="en-US" altLang="zh-CN" sz="1800">
                <a:latin typeface="Arial" panose="020B0604020202090204" pitchFamily="34" charset="0"/>
              </a:rPr>
              <a:t>protocol</a:t>
            </a:r>
          </a:p>
          <a:p>
            <a:pPr marL="0" lvl="0" indent="0" algn="ctr">
              <a:lnSpc>
                <a:spcPct val="90000"/>
              </a:lnSpc>
              <a:spcBef>
                <a:spcPct val="0"/>
              </a:spcBef>
              <a:buClrTx/>
              <a:buSzTx/>
              <a:buFontTx/>
              <a:buNone/>
            </a:pPr>
            <a:r>
              <a:rPr lang="en-US" altLang="zh-CN" sz="1800">
                <a:latin typeface="Arial" panose="020B0604020202090204" pitchFamily="34" charset="0"/>
              </a:rPr>
              <a:t>(receive)</a:t>
            </a:r>
          </a:p>
        </p:txBody>
      </p:sp>
      <p:sp>
        <p:nvSpPr>
          <p:cNvPr id="53259" name="Text Box 35"/>
          <p:cNvSpPr txBox="1"/>
          <p:nvPr/>
        </p:nvSpPr>
        <p:spPr>
          <a:xfrm>
            <a:off x="5080000" y="1455738"/>
            <a:ext cx="1250950" cy="14652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lookup,</a:t>
            </a:r>
          </a:p>
          <a:p>
            <a:pPr marL="0" lvl="0" indent="0" algn="ctr">
              <a:lnSpc>
                <a:spcPct val="100000"/>
              </a:lnSpc>
              <a:spcBef>
                <a:spcPct val="0"/>
              </a:spcBef>
              <a:buClrTx/>
              <a:buSzTx/>
              <a:buFontTx/>
              <a:buNone/>
            </a:pPr>
            <a:r>
              <a:rPr lang="en-US" altLang="zh-CN" sz="1800">
                <a:latin typeface="Arial" panose="020B0604020202090204" pitchFamily="34" charset="0"/>
              </a:rPr>
              <a:t>forwarding</a:t>
            </a:r>
          </a:p>
          <a:p>
            <a:pPr marL="0" lvl="0" indent="0" algn="ctr">
              <a:lnSpc>
                <a:spcPct val="100000"/>
              </a:lnSpc>
              <a:spcBef>
                <a:spcPct val="0"/>
              </a:spcBef>
              <a:buClrTx/>
              <a:buSzTx/>
              <a:buFontTx/>
              <a:buNone/>
            </a:pPr>
            <a:endParaRPr lang="en-US" altLang="zh-CN" sz="1800">
              <a:latin typeface="Arial" panose="020B0604020202090204" pitchFamily="34" charset="0"/>
            </a:endParaRPr>
          </a:p>
          <a:p>
            <a:pPr marL="0" lvl="0" indent="0" algn="ctr">
              <a:lnSpc>
                <a:spcPct val="100000"/>
              </a:lnSpc>
              <a:spcBef>
                <a:spcPct val="0"/>
              </a:spcBef>
              <a:buClrTx/>
              <a:buSzTx/>
              <a:buFontTx/>
              <a:buNone/>
            </a:pPr>
            <a:endParaRPr lang="en-US" altLang="zh-CN" sz="1800">
              <a:latin typeface="Arial" panose="020B0604020202090204" pitchFamily="34" charset="0"/>
            </a:endParaRPr>
          </a:p>
          <a:p>
            <a:pPr marL="0" lvl="0" indent="0" algn="ctr">
              <a:lnSpc>
                <a:spcPct val="100000"/>
              </a:lnSpc>
              <a:spcBef>
                <a:spcPct val="0"/>
              </a:spcBef>
              <a:buClrTx/>
              <a:buSzTx/>
              <a:buFontTx/>
              <a:buNone/>
            </a:pPr>
            <a:r>
              <a:rPr lang="en-US" altLang="zh-CN" sz="1800">
                <a:latin typeface="Arial" panose="020B0604020202090204" pitchFamily="34" charset="0"/>
              </a:rPr>
              <a:t>queueing</a:t>
            </a:r>
          </a:p>
        </p:txBody>
      </p:sp>
      <p:sp>
        <p:nvSpPr>
          <p:cNvPr id="53260" name="Rectangle 3"/>
          <p:cNvSpPr>
            <a:spLocks noGrp="1"/>
          </p:cNvSpPr>
          <p:nvPr>
            <p:ph type="title"/>
          </p:nvPr>
        </p:nvSpPr>
        <p:spPr>
          <a:xfrm>
            <a:off x="422275" y="293688"/>
            <a:ext cx="7772400" cy="609600"/>
          </a:xfrm>
        </p:spPr>
        <p:txBody>
          <a:bodyPr vert="horz" wrap="square" lIns="91440" tIns="45720" rIns="91440" bIns="45720" anchor="ctr" anchorCtr="0"/>
          <a:lstStyle/>
          <a:p>
            <a:r>
              <a:rPr lang="en-US" altLang="zh-CN" sz="4000"/>
              <a:t>Input port functions</a:t>
            </a:r>
            <a:endParaRPr lang="en-US" altLang="zh-CN"/>
          </a:p>
        </p:txBody>
      </p:sp>
      <p:sp>
        <p:nvSpPr>
          <p:cNvPr id="53261" name="Rectangle 4"/>
          <p:cNvSpPr>
            <a:spLocks noGrp="1"/>
          </p:cNvSpPr>
          <p:nvPr>
            <p:ph idx="1"/>
          </p:nvPr>
        </p:nvSpPr>
        <p:spPr>
          <a:xfrm>
            <a:off x="3098165" y="3808730"/>
            <a:ext cx="5752465" cy="2667000"/>
          </a:xfrm>
        </p:spPr>
        <p:txBody>
          <a:bodyPr vert="horz" wrap="square" lIns="91440" tIns="45720" rIns="91440" bIns="45720" anchor="t" anchorCtr="0"/>
          <a:lstStyle/>
          <a:p>
            <a:pPr>
              <a:lnSpc>
                <a:spcPct val="90000"/>
              </a:lnSpc>
              <a:buNone/>
            </a:pPr>
            <a:r>
              <a:rPr lang="en-US" altLang="zh-CN" sz="2400">
                <a:solidFill>
                  <a:srgbClr val="000099"/>
                </a:solidFill>
              </a:rPr>
              <a:t>decentralized switching</a:t>
            </a:r>
            <a:r>
              <a:rPr lang="en-US" altLang="zh-CN" sz="2400" i="1">
                <a:solidFill>
                  <a:srgbClr val="000099"/>
                </a:solidFill>
              </a:rPr>
              <a:t>:</a:t>
            </a:r>
            <a:r>
              <a:rPr lang="en-US" altLang="zh-CN" sz="2400">
                <a:solidFill>
                  <a:srgbClr val="000099"/>
                </a:solidFill>
              </a:rPr>
              <a:t> </a:t>
            </a:r>
          </a:p>
          <a:p>
            <a:pPr>
              <a:lnSpc>
                <a:spcPct val="90000"/>
              </a:lnSpc>
            </a:pPr>
            <a:r>
              <a:rPr lang="en-US" altLang="zh-CN" sz="2200"/>
              <a:t>using </a:t>
            </a:r>
            <a:r>
              <a:rPr lang="en-US" altLang="zh-CN" sz="2200">
                <a:solidFill>
                  <a:srgbClr val="C00000"/>
                </a:solidFill>
              </a:rPr>
              <a:t>header field</a:t>
            </a:r>
            <a:r>
              <a:rPr lang="en-US" altLang="zh-CN" sz="2200"/>
              <a:t> values, lookup output port using forwarding table in input port memory </a:t>
            </a:r>
            <a:r>
              <a:rPr lang="en-US" altLang="zh-CN" sz="2200" i="1"/>
              <a:t>(</a:t>
            </a:r>
            <a:r>
              <a:rPr lang="en-US" altLang="en-US" sz="2200" i="1"/>
              <a:t>“</a:t>
            </a:r>
            <a:r>
              <a:rPr lang="en-US" altLang="zh-CN" sz="2200" i="1"/>
              <a:t>match plus action</a:t>
            </a:r>
            <a:r>
              <a:rPr lang="en-US" altLang="en-US" sz="2200" i="1"/>
              <a:t>”</a:t>
            </a:r>
            <a:r>
              <a:rPr lang="en-US" altLang="zh-CN" sz="2200" i="1"/>
              <a:t>)</a:t>
            </a:r>
          </a:p>
          <a:p>
            <a:pPr>
              <a:lnSpc>
                <a:spcPct val="90000"/>
              </a:lnSpc>
            </a:pPr>
            <a:r>
              <a:rPr lang="en-US" altLang="zh-CN" sz="2200"/>
              <a:t>goal: complete input port processing at </a:t>
            </a:r>
            <a:r>
              <a:rPr lang="ja-JP" altLang="en-US" sz="2200"/>
              <a:t>‘</a:t>
            </a:r>
            <a:r>
              <a:rPr lang="en-US" altLang="ja-JP" sz="2200"/>
              <a:t>line speed</a:t>
            </a:r>
            <a:r>
              <a:rPr lang="ja-JP" altLang="en-US" sz="2200"/>
              <a:t>’</a:t>
            </a:r>
            <a:endParaRPr lang="en-US" altLang="ja-JP" sz="2200"/>
          </a:p>
          <a:p>
            <a:pPr>
              <a:lnSpc>
                <a:spcPct val="90000"/>
              </a:lnSpc>
            </a:pPr>
            <a:r>
              <a:rPr lang="en-US" altLang="zh-CN" sz="2200"/>
              <a:t>queuing: if datagrams arrive faster than forwarding rate into switch fabric</a:t>
            </a:r>
          </a:p>
        </p:txBody>
      </p:sp>
      <p:sp>
        <p:nvSpPr>
          <p:cNvPr id="53262" name="Text Box 5"/>
          <p:cNvSpPr txBox="1"/>
          <p:nvPr/>
        </p:nvSpPr>
        <p:spPr>
          <a:xfrm>
            <a:off x="201613" y="3054350"/>
            <a:ext cx="2174875" cy="7016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2000">
                <a:solidFill>
                  <a:srgbClr val="000099"/>
                </a:solidFill>
                <a:latin typeface="Arial" panose="020B0604020202090204" pitchFamily="34" charset="0"/>
              </a:rPr>
              <a:t>physical layer:</a:t>
            </a:r>
          </a:p>
          <a:p>
            <a:pPr marL="0" lvl="0" indent="0" algn="r">
              <a:lnSpc>
                <a:spcPct val="100000"/>
              </a:lnSpc>
              <a:spcBef>
                <a:spcPct val="0"/>
              </a:spcBef>
              <a:buClrTx/>
              <a:buSzTx/>
              <a:buFontTx/>
              <a:buNone/>
            </a:pPr>
            <a:r>
              <a:rPr lang="en-US" altLang="zh-CN" sz="2000">
                <a:latin typeface="Arial" panose="020B0604020202090204" pitchFamily="34" charset="0"/>
              </a:rPr>
              <a:t>bit-level reception</a:t>
            </a:r>
            <a:endParaRPr lang="en-US" altLang="zh-CN" sz="1800">
              <a:latin typeface="Arial" panose="020B0604020202090204" pitchFamily="34" charset="0"/>
            </a:endParaRPr>
          </a:p>
        </p:txBody>
      </p:sp>
      <p:sp>
        <p:nvSpPr>
          <p:cNvPr id="53263" name="Text Box 6"/>
          <p:cNvSpPr txBox="1"/>
          <p:nvPr/>
        </p:nvSpPr>
        <p:spPr>
          <a:xfrm>
            <a:off x="569913" y="3783013"/>
            <a:ext cx="1820862" cy="10064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2000">
                <a:solidFill>
                  <a:srgbClr val="000099"/>
                </a:solidFill>
                <a:latin typeface="Arial" panose="020B0604020202090204" pitchFamily="34" charset="0"/>
              </a:rPr>
              <a:t>data link layer:</a:t>
            </a:r>
          </a:p>
          <a:p>
            <a:pPr marL="0" lvl="0" indent="0" algn="r">
              <a:lnSpc>
                <a:spcPct val="100000"/>
              </a:lnSpc>
              <a:spcBef>
                <a:spcPct val="0"/>
              </a:spcBef>
              <a:buClrTx/>
              <a:buSzTx/>
              <a:buFontTx/>
              <a:buNone/>
            </a:pPr>
            <a:r>
              <a:rPr lang="en-US" altLang="zh-CN" sz="2000">
                <a:latin typeface="Arial" panose="020B0604020202090204" pitchFamily="34" charset="0"/>
              </a:rPr>
              <a:t>e.g., Ethernet</a:t>
            </a:r>
          </a:p>
          <a:p>
            <a:pPr marL="0" lvl="0" indent="0" algn="r">
              <a:lnSpc>
                <a:spcPct val="100000"/>
              </a:lnSpc>
              <a:spcBef>
                <a:spcPct val="0"/>
              </a:spcBef>
              <a:buClrTx/>
              <a:buSzTx/>
              <a:buFontTx/>
              <a:buNone/>
            </a:pPr>
            <a:r>
              <a:rPr lang="en-US" altLang="zh-CN" sz="2000">
                <a:latin typeface="Arial" panose="020B0604020202090204" pitchFamily="34" charset="0"/>
              </a:rPr>
              <a:t>see chapter 5</a:t>
            </a:r>
            <a:endParaRPr lang="en-US" altLang="zh-CN" sz="1800">
              <a:latin typeface="Arial" panose="020B0604020202090204" pitchFamily="34" charset="0"/>
            </a:endParaRPr>
          </a:p>
        </p:txBody>
      </p:sp>
      <p:sp>
        <p:nvSpPr>
          <p:cNvPr id="53264" name="Line 45"/>
          <p:cNvSpPr/>
          <p:nvPr/>
        </p:nvSpPr>
        <p:spPr>
          <a:xfrm>
            <a:off x="6969125" y="690563"/>
            <a:ext cx="11113" cy="2865437"/>
          </a:xfrm>
          <a:prstGeom prst="line">
            <a:avLst/>
          </a:prstGeom>
          <a:ln w="9525" cap="flat" cmpd="sng">
            <a:solidFill>
              <a:schemeClr val="tx1"/>
            </a:solidFill>
            <a:prstDash val="solid"/>
            <a:headEnd type="none" w="med" len="med"/>
            <a:tailEnd type="none" w="med" len="med"/>
          </a:ln>
        </p:spPr>
      </p:sp>
      <p:sp>
        <p:nvSpPr>
          <p:cNvPr id="53265" name="Rectangle 46"/>
          <p:cNvSpPr/>
          <p:nvPr/>
        </p:nvSpPr>
        <p:spPr>
          <a:xfrm>
            <a:off x="7061200" y="1819275"/>
            <a:ext cx="1055688" cy="828675"/>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90000"/>
              </a:lnSpc>
              <a:spcBef>
                <a:spcPct val="0"/>
              </a:spcBef>
              <a:buClrTx/>
              <a:buSzTx/>
              <a:buFontTx/>
              <a:buNone/>
            </a:pPr>
            <a:r>
              <a:rPr lang="en-US" altLang="zh-CN" sz="1800">
                <a:latin typeface="Arial" panose="020B0604020202090204" pitchFamily="34" charset="0"/>
              </a:rPr>
              <a:t>switch</a:t>
            </a:r>
          </a:p>
          <a:p>
            <a:pPr marL="0" lvl="0" indent="0" algn="ctr">
              <a:lnSpc>
                <a:spcPct val="90000"/>
              </a:lnSpc>
              <a:spcBef>
                <a:spcPct val="0"/>
              </a:spcBef>
              <a:buClrTx/>
              <a:buSzTx/>
              <a:buFontTx/>
              <a:buNone/>
            </a:pPr>
            <a:r>
              <a:rPr lang="en-US" altLang="zh-CN" sz="1800">
                <a:latin typeface="Arial" panose="020B0604020202090204" pitchFamily="34" charset="0"/>
              </a:rPr>
              <a:t>fabric</a:t>
            </a:r>
          </a:p>
        </p:txBody>
      </p:sp>
      <p:grpSp>
        <p:nvGrpSpPr>
          <p:cNvPr id="53266" name="Group 56"/>
          <p:cNvGrpSpPr/>
          <p:nvPr/>
        </p:nvGrpSpPr>
        <p:grpSpPr>
          <a:xfrm>
            <a:off x="5175250" y="2062163"/>
            <a:ext cx="993775" cy="468312"/>
            <a:chOff x="310" y="3526"/>
            <a:chExt cx="1040" cy="457"/>
          </a:xfrm>
        </p:grpSpPr>
        <p:sp>
          <p:nvSpPr>
            <p:cNvPr id="53272" name="Rectangle 47"/>
            <p:cNvSpPr/>
            <p:nvPr/>
          </p:nvSpPr>
          <p:spPr>
            <a:xfrm>
              <a:off x="310" y="3526"/>
              <a:ext cx="1040" cy="457"/>
            </a:xfrm>
            <a:prstGeom prst="rect">
              <a:avLst/>
            </a:prstGeom>
            <a:solidFill>
              <a:srgbClr val="FF0000"/>
            </a:solidFill>
            <a:ln w="38100"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3273" name="Line 48"/>
            <p:cNvSpPr/>
            <p:nvPr/>
          </p:nvSpPr>
          <p:spPr>
            <a:xfrm>
              <a:off x="446" y="3535"/>
              <a:ext cx="2" cy="437"/>
            </a:xfrm>
            <a:prstGeom prst="line">
              <a:avLst/>
            </a:prstGeom>
            <a:ln w="38100" cap="flat" cmpd="sng">
              <a:solidFill>
                <a:schemeClr val="bg1"/>
              </a:solidFill>
              <a:prstDash val="solid"/>
              <a:headEnd type="none" w="med" len="med"/>
              <a:tailEnd type="none" w="med" len="med"/>
            </a:ln>
          </p:spPr>
        </p:sp>
        <p:sp>
          <p:nvSpPr>
            <p:cNvPr id="53274" name="Line 49"/>
            <p:cNvSpPr/>
            <p:nvPr/>
          </p:nvSpPr>
          <p:spPr>
            <a:xfrm>
              <a:off x="558" y="3538"/>
              <a:ext cx="2" cy="435"/>
            </a:xfrm>
            <a:prstGeom prst="line">
              <a:avLst/>
            </a:prstGeom>
            <a:ln w="38100" cap="flat" cmpd="sng">
              <a:solidFill>
                <a:schemeClr val="bg1"/>
              </a:solidFill>
              <a:prstDash val="solid"/>
              <a:headEnd type="none" w="med" len="med"/>
              <a:tailEnd type="none" w="med" len="med"/>
            </a:ln>
          </p:spPr>
        </p:sp>
        <p:sp>
          <p:nvSpPr>
            <p:cNvPr id="53275" name="Line 50"/>
            <p:cNvSpPr/>
            <p:nvPr/>
          </p:nvSpPr>
          <p:spPr>
            <a:xfrm>
              <a:off x="671" y="3534"/>
              <a:ext cx="2" cy="437"/>
            </a:xfrm>
            <a:prstGeom prst="line">
              <a:avLst/>
            </a:prstGeom>
            <a:ln w="38100" cap="flat" cmpd="sng">
              <a:solidFill>
                <a:schemeClr val="bg1"/>
              </a:solidFill>
              <a:prstDash val="solid"/>
              <a:headEnd type="none" w="med" len="med"/>
              <a:tailEnd type="none" w="med" len="med"/>
            </a:ln>
          </p:spPr>
        </p:sp>
        <p:sp>
          <p:nvSpPr>
            <p:cNvPr id="53276" name="Line 51"/>
            <p:cNvSpPr/>
            <p:nvPr/>
          </p:nvSpPr>
          <p:spPr>
            <a:xfrm>
              <a:off x="782" y="3535"/>
              <a:ext cx="2" cy="437"/>
            </a:xfrm>
            <a:prstGeom prst="line">
              <a:avLst/>
            </a:prstGeom>
            <a:ln w="38100" cap="flat" cmpd="sng">
              <a:solidFill>
                <a:schemeClr val="bg1"/>
              </a:solidFill>
              <a:prstDash val="solid"/>
              <a:headEnd type="none" w="med" len="med"/>
              <a:tailEnd type="none" w="med" len="med"/>
            </a:ln>
          </p:spPr>
        </p:sp>
        <p:sp>
          <p:nvSpPr>
            <p:cNvPr id="53277" name="Line 52"/>
            <p:cNvSpPr/>
            <p:nvPr/>
          </p:nvSpPr>
          <p:spPr>
            <a:xfrm>
              <a:off x="895" y="3534"/>
              <a:ext cx="2" cy="437"/>
            </a:xfrm>
            <a:prstGeom prst="line">
              <a:avLst/>
            </a:prstGeom>
            <a:ln w="38100" cap="flat" cmpd="sng">
              <a:solidFill>
                <a:schemeClr val="bg1"/>
              </a:solidFill>
              <a:prstDash val="solid"/>
              <a:headEnd type="none" w="med" len="med"/>
              <a:tailEnd type="none" w="med" len="med"/>
            </a:ln>
          </p:spPr>
        </p:sp>
        <p:sp>
          <p:nvSpPr>
            <p:cNvPr id="53278" name="Line 53"/>
            <p:cNvSpPr/>
            <p:nvPr/>
          </p:nvSpPr>
          <p:spPr>
            <a:xfrm>
              <a:off x="1006" y="3534"/>
              <a:ext cx="2" cy="437"/>
            </a:xfrm>
            <a:prstGeom prst="line">
              <a:avLst/>
            </a:prstGeom>
            <a:ln w="38100" cap="flat" cmpd="sng">
              <a:solidFill>
                <a:schemeClr val="bg1"/>
              </a:solidFill>
              <a:prstDash val="solid"/>
              <a:headEnd type="none" w="med" len="med"/>
              <a:tailEnd type="none" w="med" len="med"/>
            </a:ln>
          </p:spPr>
        </p:sp>
        <p:sp>
          <p:nvSpPr>
            <p:cNvPr id="53279" name="Line 54"/>
            <p:cNvSpPr/>
            <p:nvPr/>
          </p:nvSpPr>
          <p:spPr>
            <a:xfrm>
              <a:off x="1121" y="3535"/>
              <a:ext cx="2" cy="437"/>
            </a:xfrm>
            <a:prstGeom prst="line">
              <a:avLst/>
            </a:prstGeom>
            <a:ln w="38100" cap="flat" cmpd="sng">
              <a:solidFill>
                <a:schemeClr val="bg1"/>
              </a:solidFill>
              <a:prstDash val="solid"/>
              <a:headEnd type="none" w="med" len="med"/>
              <a:tailEnd type="none" w="med" len="med"/>
            </a:ln>
          </p:spPr>
        </p:sp>
        <p:sp>
          <p:nvSpPr>
            <p:cNvPr id="53280" name="Line 55"/>
            <p:cNvSpPr/>
            <p:nvPr/>
          </p:nvSpPr>
          <p:spPr>
            <a:xfrm>
              <a:off x="1229" y="3538"/>
              <a:ext cx="2" cy="435"/>
            </a:xfrm>
            <a:prstGeom prst="line">
              <a:avLst/>
            </a:prstGeom>
            <a:ln w="38100" cap="flat" cmpd="sng">
              <a:solidFill>
                <a:schemeClr val="bg1"/>
              </a:solidFill>
              <a:prstDash val="solid"/>
              <a:headEnd type="none" w="med" len="med"/>
              <a:tailEnd type="none" w="med" len="med"/>
            </a:ln>
          </p:spPr>
        </p:sp>
      </p:grpSp>
      <p:sp>
        <p:nvSpPr>
          <p:cNvPr id="53267" name="Line 58"/>
          <p:cNvSpPr/>
          <p:nvPr/>
        </p:nvSpPr>
        <p:spPr>
          <a:xfrm flipV="1">
            <a:off x="2386013" y="2743200"/>
            <a:ext cx="446087" cy="490538"/>
          </a:xfrm>
          <a:prstGeom prst="line">
            <a:avLst/>
          </a:prstGeom>
          <a:ln w="19050" cap="flat" cmpd="sng">
            <a:solidFill>
              <a:srgbClr val="CC0000"/>
            </a:solidFill>
            <a:prstDash val="solid"/>
            <a:headEnd type="none" w="med" len="med"/>
            <a:tailEnd type="none" w="med" len="med"/>
          </a:ln>
        </p:spPr>
      </p:sp>
      <p:sp>
        <p:nvSpPr>
          <p:cNvPr id="53268" name="Line 59"/>
          <p:cNvSpPr/>
          <p:nvPr/>
        </p:nvSpPr>
        <p:spPr>
          <a:xfrm flipV="1">
            <a:off x="2405063" y="2940050"/>
            <a:ext cx="1193800" cy="1338263"/>
          </a:xfrm>
          <a:prstGeom prst="line">
            <a:avLst/>
          </a:prstGeom>
          <a:ln w="19050" cap="flat" cmpd="sng">
            <a:solidFill>
              <a:srgbClr val="CC0000"/>
            </a:solidFill>
            <a:prstDash val="solid"/>
            <a:headEnd type="none" w="med" len="med"/>
            <a:tailEnd type="none" w="med" len="med"/>
          </a:ln>
        </p:spPr>
      </p:sp>
      <p:sp>
        <p:nvSpPr>
          <p:cNvPr id="53269" name="Line 60"/>
          <p:cNvSpPr/>
          <p:nvPr/>
        </p:nvSpPr>
        <p:spPr>
          <a:xfrm flipV="1">
            <a:off x="4910138" y="3070225"/>
            <a:ext cx="669925" cy="790575"/>
          </a:xfrm>
          <a:prstGeom prst="line">
            <a:avLst/>
          </a:prstGeom>
          <a:ln w="19050" cap="flat" cmpd="sng">
            <a:solidFill>
              <a:srgbClr val="CC0000"/>
            </a:solidFill>
            <a:prstDash val="solid"/>
            <a:headEnd type="none" w="med" len="med"/>
            <a:tailEnd type="none" w="med" len="med"/>
          </a:ln>
        </p:spPr>
      </p:sp>
      <p:sp>
        <p:nvSpPr>
          <p:cNvPr id="5327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39</a:t>
            </a:fld>
            <a:endParaRPr lang="en-US" altLang="zh-CN" sz="1200">
              <a:latin typeface="Tahoma" panose="020B0604030504040204" charset="0"/>
            </a:endParaRPr>
          </a:p>
        </p:txBody>
      </p:sp>
      <p:sp>
        <p:nvSpPr>
          <p:cNvPr id="5327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3" name="Picture 57" descr="underline_base"/>
          <p:cNvPicPr/>
          <p:nvPr/>
        </p:nvPicPr>
        <p:blipFill>
          <a:blip r:embed="rId2"/>
          <a:stretch>
            <a:fillRect/>
          </a:stretch>
        </p:blipFill>
        <p:spPr>
          <a:xfrm>
            <a:off x="487363" y="814388"/>
            <a:ext cx="4570412" cy="173037"/>
          </a:xfrm>
          <a:prstGeom prst="rect">
            <a:avLst/>
          </a:prstGeom>
          <a:noFill/>
          <a:ln w="9525">
            <a:noFill/>
          </a:ln>
        </p:spPr>
      </p:pic>
      <p:sp>
        <p:nvSpPr>
          <p:cNvPr id="54274" name="Rectangle 12"/>
          <p:cNvSpPr/>
          <p:nvPr/>
        </p:nvSpPr>
        <p:spPr>
          <a:xfrm>
            <a:off x="1917700" y="1306513"/>
            <a:ext cx="4568825" cy="1836737"/>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4275" name="Rectangle 13"/>
          <p:cNvSpPr/>
          <p:nvPr/>
        </p:nvSpPr>
        <p:spPr>
          <a:xfrm>
            <a:off x="2073275" y="1820863"/>
            <a:ext cx="1417638" cy="828675"/>
          </a:xfrm>
          <a:prstGeom prst="rect">
            <a:avLst/>
          </a:prstGeom>
          <a:solidFill>
            <a:schemeClr val="bg1"/>
          </a:solidFill>
          <a:ln w="28575"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line</a:t>
            </a:r>
          </a:p>
          <a:p>
            <a:pPr marL="0" lvl="0" indent="0" algn="ctr">
              <a:lnSpc>
                <a:spcPct val="100000"/>
              </a:lnSpc>
              <a:spcBef>
                <a:spcPct val="0"/>
              </a:spcBef>
              <a:buClrTx/>
              <a:buSzTx/>
              <a:buFontTx/>
              <a:buNone/>
            </a:pPr>
            <a:r>
              <a:rPr lang="en-US" altLang="zh-CN" sz="1800">
                <a:latin typeface="Arial" panose="020B0604020202090204" pitchFamily="34" charset="0"/>
              </a:rPr>
              <a:t>termination</a:t>
            </a:r>
          </a:p>
        </p:txBody>
      </p:sp>
      <p:sp>
        <p:nvSpPr>
          <p:cNvPr id="54276" name="Rectangle 14"/>
          <p:cNvSpPr/>
          <p:nvPr/>
        </p:nvSpPr>
        <p:spPr>
          <a:xfrm>
            <a:off x="3697288" y="1492250"/>
            <a:ext cx="1152525" cy="1409700"/>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4277" name="Rectangle 15"/>
          <p:cNvSpPr/>
          <p:nvPr/>
        </p:nvSpPr>
        <p:spPr>
          <a:xfrm>
            <a:off x="5048250" y="1443038"/>
            <a:ext cx="1247775" cy="1504950"/>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4278" name="Line 16"/>
          <p:cNvSpPr/>
          <p:nvPr/>
        </p:nvSpPr>
        <p:spPr>
          <a:xfrm>
            <a:off x="1641475" y="2232025"/>
            <a:ext cx="423863" cy="0"/>
          </a:xfrm>
          <a:prstGeom prst="line">
            <a:avLst/>
          </a:prstGeom>
          <a:ln w="28575" cap="flat" cmpd="sng">
            <a:solidFill>
              <a:schemeClr val="tx1"/>
            </a:solidFill>
            <a:prstDash val="solid"/>
            <a:headEnd type="none" w="med" len="med"/>
            <a:tailEnd type="triangle" w="med" len="med"/>
          </a:ln>
        </p:spPr>
      </p:sp>
      <p:sp>
        <p:nvSpPr>
          <p:cNvPr id="54279" name="Line 30"/>
          <p:cNvSpPr/>
          <p:nvPr/>
        </p:nvSpPr>
        <p:spPr>
          <a:xfrm>
            <a:off x="3509963" y="2211388"/>
            <a:ext cx="190500" cy="1587"/>
          </a:xfrm>
          <a:prstGeom prst="line">
            <a:avLst/>
          </a:prstGeom>
          <a:ln w="28575" cap="flat" cmpd="sng">
            <a:solidFill>
              <a:schemeClr val="tx1"/>
            </a:solidFill>
            <a:prstDash val="solid"/>
            <a:headEnd type="none" w="med" len="med"/>
            <a:tailEnd type="triangle" w="med" len="med"/>
          </a:ln>
        </p:spPr>
      </p:sp>
      <p:sp>
        <p:nvSpPr>
          <p:cNvPr id="54280" name="Line 31"/>
          <p:cNvSpPr/>
          <p:nvPr/>
        </p:nvSpPr>
        <p:spPr>
          <a:xfrm>
            <a:off x="4852988" y="2168525"/>
            <a:ext cx="190500" cy="1588"/>
          </a:xfrm>
          <a:prstGeom prst="line">
            <a:avLst/>
          </a:prstGeom>
          <a:ln w="28575" cap="flat" cmpd="sng">
            <a:solidFill>
              <a:schemeClr val="tx1"/>
            </a:solidFill>
            <a:prstDash val="solid"/>
            <a:headEnd type="none" w="med" len="med"/>
            <a:tailEnd type="triangle" w="med" len="med"/>
          </a:ln>
        </p:spPr>
      </p:sp>
      <p:sp>
        <p:nvSpPr>
          <p:cNvPr id="54281" name="Line 32"/>
          <p:cNvSpPr/>
          <p:nvPr/>
        </p:nvSpPr>
        <p:spPr>
          <a:xfrm flipV="1">
            <a:off x="6243638" y="2209800"/>
            <a:ext cx="736600" cy="1588"/>
          </a:xfrm>
          <a:prstGeom prst="line">
            <a:avLst/>
          </a:prstGeom>
          <a:ln w="28575" cap="flat" cmpd="sng">
            <a:solidFill>
              <a:schemeClr val="tx1"/>
            </a:solidFill>
            <a:prstDash val="solid"/>
            <a:headEnd type="none" w="med" len="med"/>
            <a:tailEnd type="triangle" w="med" len="med"/>
          </a:ln>
        </p:spPr>
      </p:sp>
      <p:sp>
        <p:nvSpPr>
          <p:cNvPr id="54282" name="Rectangle 33"/>
          <p:cNvSpPr/>
          <p:nvPr/>
        </p:nvSpPr>
        <p:spPr>
          <a:xfrm>
            <a:off x="3730625" y="1801813"/>
            <a:ext cx="1055688" cy="828675"/>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90000"/>
              </a:lnSpc>
              <a:spcBef>
                <a:spcPct val="0"/>
              </a:spcBef>
              <a:buClrTx/>
              <a:buSzTx/>
              <a:buFontTx/>
              <a:buNone/>
            </a:pPr>
            <a:r>
              <a:rPr lang="en-US" altLang="zh-CN" sz="1800">
                <a:latin typeface="Arial" panose="020B0604020202090204" pitchFamily="34" charset="0"/>
              </a:rPr>
              <a:t>link </a:t>
            </a:r>
          </a:p>
          <a:p>
            <a:pPr marL="0" lvl="0" indent="0" algn="ctr">
              <a:lnSpc>
                <a:spcPct val="90000"/>
              </a:lnSpc>
              <a:spcBef>
                <a:spcPct val="0"/>
              </a:spcBef>
              <a:buClrTx/>
              <a:buSzTx/>
              <a:buFontTx/>
              <a:buNone/>
            </a:pPr>
            <a:r>
              <a:rPr lang="en-US" altLang="zh-CN" sz="1800">
                <a:latin typeface="Arial" panose="020B0604020202090204" pitchFamily="34" charset="0"/>
              </a:rPr>
              <a:t>layer </a:t>
            </a:r>
          </a:p>
          <a:p>
            <a:pPr marL="0" lvl="0" indent="0" algn="ctr">
              <a:lnSpc>
                <a:spcPct val="90000"/>
              </a:lnSpc>
              <a:spcBef>
                <a:spcPct val="0"/>
              </a:spcBef>
              <a:buClrTx/>
              <a:buSzTx/>
              <a:buFontTx/>
              <a:buNone/>
            </a:pPr>
            <a:r>
              <a:rPr lang="en-US" altLang="zh-CN" sz="1800">
                <a:latin typeface="Arial" panose="020B0604020202090204" pitchFamily="34" charset="0"/>
              </a:rPr>
              <a:t>protocol</a:t>
            </a:r>
          </a:p>
          <a:p>
            <a:pPr marL="0" lvl="0" indent="0" algn="ctr">
              <a:lnSpc>
                <a:spcPct val="90000"/>
              </a:lnSpc>
              <a:spcBef>
                <a:spcPct val="0"/>
              </a:spcBef>
              <a:buClrTx/>
              <a:buSzTx/>
              <a:buFontTx/>
              <a:buNone/>
            </a:pPr>
            <a:r>
              <a:rPr lang="en-US" altLang="zh-CN" sz="1800">
                <a:latin typeface="Arial" panose="020B0604020202090204" pitchFamily="34" charset="0"/>
              </a:rPr>
              <a:t>(receive)</a:t>
            </a:r>
          </a:p>
        </p:txBody>
      </p:sp>
      <p:sp>
        <p:nvSpPr>
          <p:cNvPr id="54283" name="Text Box 35"/>
          <p:cNvSpPr txBox="1"/>
          <p:nvPr/>
        </p:nvSpPr>
        <p:spPr>
          <a:xfrm>
            <a:off x="5080000" y="1455738"/>
            <a:ext cx="1250950" cy="14652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lookup,</a:t>
            </a:r>
          </a:p>
          <a:p>
            <a:pPr marL="0" lvl="0" indent="0" algn="ctr">
              <a:lnSpc>
                <a:spcPct val="100000"/>
              </a:lnSpc>
              <a:spcBef>
                <a:spcPct val="0"/>
              </a:spcBef>
              <a:buClrTx/>
              <a:buSzTx/>
              <a:buFontTx/>
              <a:buNone/>
            </a:pPr>
            <a:r>
              <a:rPr lang="en-US" altLang="zh-CN" sz="1800">
                <a:latin typeface="Arial" panose="020B0604020202090204" pitchFamily="34" charset="0"/>
              </a:rPr>
              <a:t>forwarding</a:t>
            </a:r>
          </a:p>
          <a:p>
            <a:pPr marL="0" lvl="0" indent="0" algn="ctr">
              <a:lnSpc>
                <a:spcPct val="100000"/>
              </a:lnSpc>
              <a:spcBef>
                <a:spcPct val="0"/>
              </a:spcBef>
              <a:buClrTx/>
              <a:buSzTx/>
              <a:buFontTx/>
              <a:buNone/>
            </a:pPr>
            <a:endParaRPr lang="en-US" altLang="zh-CN" sz="1800">
              <a:latin typeface="Arial" panose="020B0604020202090204" pitchFamily="34" charset="0"/>
            </a:endParaRPr>
          </a:p>
          <a:p>
            <a:pPr marL="0" lvl="0" indent="0" algn="ctr">
              <a:lnSpc>
                <a:spcPct val="100000"/>
              </a:lnSpc>
              <a:spcBef>
                <a:spcPct val="0"/>
              </a:spcBef>
              <a:buClrTx/>
              <a:buSzTx/>
              <a:buFontTx/>
              <a:buNone/>
            </a:pPr>
            <a:endParaRPr lang="en-US" altLang="zh-CN" sz="1800">
              <a:latin typeface="Arial" panose="020B0604020202090204" pitchFamily="34" charset="0"/>
            </a:endParaRPr>
          </a:p>
          <a:p>
            <a:pPr marL="0" lvl="0" indent="0" algn="ctr">
              <a:lnSpc>
                <a:spcPct val="100000"/>
              </a:lnSpc>
              <a:spcBef>
                <a:spcPct val="0"/>
              </a:spcBef>
              <a:buClrTx/>
              <a:buSzTx/>
              <a:buFontTx/>
              <a:buNone/>
            </a:pPr>
            <a:r>
              <a:rPr lang="en-US" altLang="zh-CN" sz="1800">
                <a:latin typeface="Arial" panose="020B0604020202090204" pitchFamily="34" charset="0"/>
              </a:rPr>
              <a:t>queueing</a:t>
            </a:r>
          </a:p>
        </p:txBody>
      </p:sp>
      <p:sp>
        <p:nvSpPr>
          <p:cNvPr id="54284" name="Rectangle 3"/>
          <p:cNvSpPr>
            <a:spLocks noGrp="1"/>
          </p:cNvSpPr>
          <p:nvPr>
            <p:ph type="title"/>
          </p:nvPr>
        </p:nvSpPr>
        <p:spPr>
          <a:xfrm>
            <a:off x="422275" y="293688"/>
            <a:ext cx="7772400" cy="609600"/>
          </a:xfrm>
        </p:spPr>
        <p:txBody>
          <a:bodyPr vert="horz" wrap="square" lIns="91440" tIns="45720" rIns="91440" bIns="45720" anchor="ctr" anchorCtr="0"/>
          <a:lstStyle/>
          <a:p>
            <a:r>
              <a:rPr lang="en-US" altLang="zh-CN" sz="4000"/>
              <a:t>Input port functions</a:t>
            </a:r>
            <a:endParaRPr lang="en-US" altLang="zh-CN"/>
          </a:p>
        </p:txBody>
      </p:sp>
      <p:sp>
        <p:nvSpPr>
          <p:cNvPr id="54285" name="Rectangle 4"/>
          <p:cNvSpPr>
            <a:spLocks noGrp="1"/>
          </p:cNvSpPr>
          <p:nvPr>
            <p:ph idx="1"/>
          </p:nvPr>
        </p:nvSpPr>
        <p:spPr>
          <a:xfrm>
            <a:off x="3077845" y="3492500"/>
            <a:ext cx="5772785" cy="2667000"/>
          </a:xfrm>
        </p:spPr>
        <p:txBody>
          <a:bodyPr vert="horz" wrap="square" lIns="91440" tIns="45720" rIns="91440" bIns="45720" anchor="t" anchorCtr="0"/>
          <a:lstStyle/>
          <a:p>
            <a:pPr>
              <a:lnSpc>
                <a:spcPct val="90000"/>
              </a:lnSpc>
              <a:buNone/>
            </a:pPr>
            <a:r>
              <a:rPr lang="en-US" altLang="zh-CN" sz="2400">
                <a:solidFill>
                  <a:srgbClr val="000099"/>
                </a:solidFill>
              </a:rPr>
              <a:t>decentralized switching</a:t>
            </a:r>
            <a:r>
              <a:rPr lang="en-US" altLang="zh-CN" sz="2400" i="1">
                <a:solidFill>
                  <a:srgbClr val="000099"/>
                </a:solidFill>
              </a:rPr>
              <a:t>:</a:t>
            </a:r>
            <a:r>
              <a:rPr lang="en-US" altLang="zh-CN" sz="2400">
                <a:solidFill>
                  <a:srgbClr val="000099"/>
                </a:solidFill>
              </a:rPr>
              <a:t> </a:t>
            </a:r>
          </a:p>
          <a:p>
            <a:pPr>
              <a:lnSpc>
                <a:spcPct val="90000"/>
              </a:lnSpc>
            </a:pPr>
            <a:r>
              <a:rPr lang="en-US" altLang="zh-CN" sz="2200"/>
              <a:t>using header field values, lookup output port using forwarding table in input port memory </a:t>
            </a:r>
            <a:r>
              <a:rPr lang="en-US" altLang="zh-CN" sz="2200" i="1"/>
              <a:t>(</a:t>
            </a:r>
            <a:r>
              <a:rPr lang="en-US" altLang="en-US" sz="2200" i="1"/>
              <a:t>“</a:t>
            </a:r>
            <a:r>
              <a:rPr lang="en-US" altLang="zh-CN" sz="2200" i="1"/>
              <a:t>match plus action</a:t>
            </a:r>
            <a:r>
              <a:rPr lang="en-US" altLang="en-US" sz="2200" i="1"/>
              <a:t>”</a:t>
            </a:r>
            <a:r>
              <a:rPr lang="en-US" altLang="zh-CN" sz="2200" i="1"/>
              <a:t>)</a:t>
            </a:r>
          </a:p>
          <a:p>
            <a:pPr>
              <a:lnSpc>
                <a:spcPct val="90000"/>
              </a:lnSpc>
            </a:pPr>
            <a:r>
              <a:rPr lang="en-US" altLang="zh-CN" sz="2200" i="1">
                <a:solidFill>
                  <a:srgbClr val="CC0000"/>
                </a:solidFill>
              </a:rPr>
              <a:t>destination-based forwarding: </a:t>
            </a:r>
            <a:r>
              <a:rPr lang="en-US" altLang="zh-CN" sz="2200"/>
              <a:t>forward based only on destination IP address (traditional)</a:t>
            </a:r>
            <a:endParaRPr lang="en-US" altLang="ja-JP" sz="2200"/>
          </a:p>
          <a:p>
            <a:pPr>
              <a:lnSpc>
                <a:spcPct val="90000"/>
              </a:lnSpc>
            </a:pPr>
            <a:r>
              <a:rPr lang="en-US" altLang="zh-CN" sz="2200" i="1">
                <a:solidFill>
                  <a:srgbClr val="CC0000"/>
                </a:solidFill>
              </a:rPr>
              <a:t>generalized forwarding: </a:t>
            </a:r>
            <a:r>
              <a:rPr lang="en-US" altLang="zh-CN" sz="2200"/>
              <a:t>forward based on any set of header field values</a:t>
            </a:r>
          </a:p>
        </p:txBody>
      </p:sp>
      <p:sp>
        <p:nvSpPr>
          <p:cNvPr id="54286" name="Text Box 5"/>
          <p:cNvSpPr txBox="1"/>
          <p:nvPr/>
        </p:nvSpPr>
        <p:spPr>
          <a:xfrm>
            <a:off x="201613" y="3054350"/>
            <a:ext cx="2174875" cy="7016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2000">
                <a:solidFill>
                  <a:srgbClr val="000099"/>
                </a:solidFill>
                <a:latin typeface="Arial" panose="020B0604020202090204" pitchFamily="34" charset="0"/>
              </a:rPr>
              <a:t>physical layer:</a:t>
            </a:r>
          </a:p>
          <a:p>
            <a:pPr marL="0" lvl="0" indent="0" algn="r">
              <a:lnSpc>
                <a:spcPct val="100000"/>
              </a:lnSpc>
              <a:spcBef>
                <a:spcPct val="0"/>
              </a:spcBef>
              <a:buClrTx/>
              <a:buSzTx/>
              <a:buFontTx/>
              <a:buNone/>
            </a:pPr>
            <a:r>
              <a:rPr lang="en-US" altLang="zh-CN" sz="2000">
                <a:latin typeface="Arial" panose="020B0604020202090204" pitchFamily="34" charset="0"/>
              </a:rPr>
              <a:t>bit-level reception</a:t>
            </a:r>
            <a:endParaRPr lang="en-US" altLang="zh-CN" sz="1800">
              <a:latin typeface="Arial" panose="020B0604020202090204" pitchFamily="34" charset="0"/>
            </a:endParaRPr>
          </a:p>
        </p:txBody>
      </p:sp>
      <p:sp>
        <p:nvSpPr>
          <p:cNvPr id="54287" name="Text Box 6"/>
          <p:cNvSpPr txBox="1"/>
          <p:nvPr/>
        </p:nvSpPr>
        <p:spPr>
          <a:xfrm>
            <a:off x="569913" y="3783013"/>
            <a:ext cx="1820862" cy="10064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2000">
                <a:solidFill>
                  <a:srgbClr val="000099"/>
                </a:solidFill>
                <a:latin typeface="Arial" panose="020B0604020202090204" pitchFamily="34" charset="0"/>
              </a:rPr>
              <a:t>data link layer:</a:t>
            </a:r>
          </a:p>
          <a:p>
            <a:pPr marL="0" lvl="0" indent="0" algn="r">
              <a:lnSpc>
                <a:spcPct val="100000"/>
              </a:lnSpc>
              <a:spcBef>
                <a:spcPct val="0"/>
              </a:spcBef>
              <a:buClrTx/>
              <a:buSzTx/>
              <a:buFontTx/>
              <a:buNone/>
            </a:pPr>
            <a:r>
              <a:rPr lang="en-US" altLang="zh-CN" sz="2000">
                <a:latin typeface="Arial" panose="020B0604020202090204" pitchFamily="34" charset="0"/>
              </a:rPr>
              <a:t>e.g., Ethernet</a:t>
            </a:r>
          </a:p>
          <a:p>
            <a:pPr marL="0" lvl="0" indent="0" algn="r">
              <a:lnSpc>
                <a:spcPct val="100000"/>
              </a:lnSpc>
              <a:spcBef>
                <a:spcPct val="0"/>
              </a:spcBef>
              <a:buClrTx/>
              <a:buSzTx/>
              <a:buFontTx/>
              <a:buNone/>
            </a:pPr>
            <a:r>
              <a:rPr lang="en-US" altLang="zh-CN" sz="2000">
                <a:latin typeface="Arial" panose="020B0604020202090204" pitchFamily="34" charset="0"/>
              </a:rPr>
              <a:t>see chapter 5</a:t>
            </a:r>
            <a:endParaRPr lang="en-US" altLang="zh-CN" sz="1800">
              <a:latin typeface="Arial" panose="020B0604020202090204" pitchFamily="34" charset="0"/>
            </a:endParaRPr>
          </a:p>
        </p:txBody>
      </p:sp>
      <p:sp>
        <p:nvSpPr>
          <p:cNvPr id="54288" name="Line 45"/>
          <p:cNvSpPr/>
          <p:nvPr/>
        </p:nvSpPr>
        <p:spPr>
          <a:xfrm>
            <a:off x="6969125" y="690563"/>
            <a:ext cx="11113" cy="2865437"/>
          </a:xfrm>
          <a:prstGeom prst="line">
            <a:avLst/>
          </a:prstGeom>
          <a:ln w="9525" cap="flat" cmpd="sng">
            <a:solidFill>
              <a:schemeClr val="tx1"/>
            </a:solidFill>
            <a:prstDash val="solid"/>
            <a:headEnd type="none" w="med" len="med"/>
            <a:tailEnd type="none" w="med" len="med"/>
          </a:ln>
        </p:spPr>
      </p:sp>
      <p:sp>
        <p:nvSpPr>
          <p:cNvPr id="54289" name="Rectangle 46"/>
          <p:cNvSpPr/>
          <p:nvPr/>
        </p:nvSpPr>
        <p:spPr>
          <a:xfrm>
            <a:off x="7061200" y="1819275"/>
            <a:ext cx="1055688" cy="828675"/>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90000"/>
              </a:lnSpc>
              <a:spcBef>
                <a:spcPct val="0"/>
              </a:spcBef>
              <a:buClrTx/>
              <a:buSzTx/>
              <a:buFontTx/>
              <a:buNone/>
            </a:pPr>
            <a:r>
              <a:rPr lang="en-US" altLang="zh-CN" sz="1800">
                <a:latin typeface="Arial" panose="020B0604020202090204" pitchFamily="34" charset="0"/>
              </a:rPr>
              <a:t>switch</a:t>
            </a:r>
          </a:p>
          <a:p>
            <a:pPr marL="0" lvl="0" indent="0" algn="ctr">
              <a:lnSpc>
                <a:spcPct val="90000"/>
              </a:lnSpc>
              <a:spcBef>
                <a:spcPct val="0"/>
              </a:spcBef>
              <a:buClrTx/>
              <a:buSzTx/>
              <a:buFontTx/>
              <a:buNone/>
            </a:pPr>
            <a:r>
              <a:rPr lang="en-US" altLang="zh-CN" sz="1800">
                <a:latin typeface="Arial" panose="020B0604020202090204" pitchFamily="34" charset="0"/>
              </a:rPr>
              <a:t>fabric</a:t>
            </a:r>
          </a:p>
        </p:txBody>
      </p:sp>
      <p:grpSp>
        <p:nvGrpSpPr>
          <p:cNvPr id="54290" name="Group 56"/>
          <p:cNvGrpSpPr/>
          <p:nvPr/>
        </p:nvGrpSpPr>
        <p:grpSpPr>
          <a:xfrm>
            <a:off x="5175250" y="2062163"/>
            <a:ext cx="993775" cy="468312"/>
            <a:chOff x="310" y="3526"/>
            <a:chExt cx="1040" cy="457"/>
          </a:xfrm>
        </p:grpSpPr>
        <p:sp>
          <p:nvSpPr>
            <p:cNvPr id="54296" name="Rectangle 47"/>
            <p:cNvSpPr/>
            <p:nvPr/>
          </p:nvSpPr>
          <p:spPr>
            <a:xfrm>
              <a:off x="310" y="3526"/>
              <a:ext cx="1040" cy="457"/>
            </a:xfrm>
            <a:prstGeom prst="rect">
              <a:avLst/>
            </a:prstGeom>
            <a:solidFill>
              <a:srgbClr val="FF0000"/>
            </a:solidFill>
            <a:ln w="38100"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4297" name="Line 48"/>
            <p:cNvSpPr/>
            <p:nvPr/>
          </p:nvSpPr>
          <p:spPr>
            <a:xfrm>
              <a:off x="446" y="3535"/>
              <a:ext cx="2" cy="437"/>
            </a:xfrm>
            <a:prstGeom prst="line">
              <a:avLst/>
            </a:prstGeom>
            <a:ln w="38100" cap="flat" cmpd="sng">
              <a:solidFill>
                <a:schemeClr val="bg1"/>
              </a:solidFill>
              <a:prstDash val="solid"/>
              <a:headEnd type="none" w="med" len="med"/>
              <a:tailEnd type="none" w="med" len="med"/>
            </a:ln>
          </p:spPr>
        </p:sp>
        <p:sp>
          <p:nvSpPr>
            <p:cNvPr id="54298" name="Line 49"/>
            <p:cNvSpPr/>
            <p:nvPr/>
          </p:nvSpPr>
          <p:spPr>
            <a:xfrm>
              <a:off x="558" y="3538"/>
              <a:ext cx="2" cy="435"/>
            </a:xfrm>
            <a:prstGeom prst="line">
              <a:avLst/>
            </a:prstGeom>
            <a:ln w="38100" cap="flat" cmpd="sng">
              <a:solidFill>
                <a:schemeClr val="bg1"/>
              </a:solidFill>
              <a:prstDash val="solid"/>
              <a:headEnd type="none" w="med" len="med"/>
              <a:tailEnd type="none" w="med" len="med"/>
            </a:ln>
          </p:spPr>
        </p:sp>
        <p:sp>
          <p:nvSpPr>
            <p:cNvPr id="54299" name="Line 50"/>
            <p:cNvSpPr/>
            <p:nvPr/>
          </p:nvSpPr>
          <p:spPr>
            <a:xfrm>
              <a:off x="671" y="3534"/>
              <a:ext cx="2" cy="437"/>
            </a:xfrm>
            <a:prstGeom prst="line">
              <a:avLst/>
            </a:prstGeom>
            <a:ln w="38100" cap="flat" cmpd="sng">
              <a:solidFill>
                <a:schemeClr val="bg1"/>
              </a:solidFill>
              <a:prstDash val="solid"/>
              <a:headEnd type="none" w="med" len="med"/>
              <a:tailEnd type="none" w="med" len="med"/>
            </a:ln>
          </p:spPr>
        </p:sp>
        <p:sp>
          <p:nvSpPr>
            <p:cNvPr id="54300" name="Line 51"/>
            <p:cNvSpPr/>
            <p:nvPr/>
          </p:nvSpPr>
          <p:spPr>
            <a:xfrm>
              <a:off x="782" y="3535"/>
              <a:ext cx="2" cy="437"/>
            </a:xfrm>
            <a:prstGeom prst="line">
              <a:avLst/>
            </a:prstGeom>
            <a:ln w="38100" cap="flat" cmpd="sng">
              <a:solidFill>
                <a:schemeClr val="bg1"/>
              </a:solidFill>
              <a:prstDash val="solid"/>
              <a:headEnd type="none" w="med" len="med"/>
              <a:tailEnd type="none" w="med" len="med"/>
            </a:ln>
          </p:spPr>
        </p:sp>
        <p:sp>
          <p:nvSpPr>
            <p:cNvPr id="54301" name="Line 52"/>
            <p:cNvSpPr/>
            <p:nvPr/>
          </p:nvSpPr>
          <p:spPr>
            <a:xfrm>
              <a:off x="895" y="3534"/>
              <a:ext cx="2" cy="437"/>
            </a:xfrm>
            <a:prstGeom prst="line">
              <a:avLst/>
            </a:prstGeom>
            <a:ln w="38100" cap="flat" cmpd="sng">
              <a:solidFill>
                <a:schemeClr val="bg1"/>
              </a:solidFill>
              <a:prstDash val="solid"/>
              <a:headEnd type="none" w="med" len="med"/>
              <a:tailEnd type="none" w="med" len="med"/>
            </a:ln>
          </p:spPr>
        </p:sp>
        <p:sp>
          <p:nvSpPr>
            <p:cNvPr id="54302" name="Line 53"/>
            <p:cNvSpPr/>
            <p:nvPr/>
          </p:nvSpPr>
          <p:spPr>
            <a:xfrm>
              <a:off x="1006" y="3534"/>
              <a:ext cx="2" cy="437"/>
            </a:xfrm>
            <a:prstGeom prst="line">
              <a:avLst/>
            </a:prstGeom>
            <a:ln w="38100" cap="flat" cmpd="sng">
              <a:solidFill>
                <a:schemeClr val="bg1"/>
              </a:solidFill>
              <a:prstDash val="solid"/>
              <a:headEnd type="none" w="med" len="med"/>
              <a:tailEnd type="none" w="med" len="med"/>
            </a:ln>
          </p:spPr>
        </p:sp>
        <p:sp>
          <p:nvSpPr>
            <p:cNvPr id="54303" name="Line 54"/>
            <p:cNvSpPr/>
            <p:nvPr/>
          </p:nvSpPr>
          <p:spPr>
            <a:xfrm>
              <a:off x="1121" y="3535"/>
              <a:ext cx="2" cy="437"/>
            </a:xfrm>
            <a:prstGeom prst="line">
              <a:avLst/>
            </a:prstGeom>
            <a:ln w="38100" cap="flat" cmpd="sng">
              <a:solidFill>
                <a:schemeClr val="bg1"/>
              </a:solidFill>
              <a:prstDash val="solid"/>
              <a:headEnd type="none" w="med" len="med"/>
              <a:tailEnd type="none" w="med" len="med"/>
            </a:ln>
          </p:spPr>
        </p:sp>
        <p:sp>
          <p:nvSpPr>
            <p:cNvPr id="54304" name="Line 55"/>
            <p:cNvSpPr/>
            <p:nvPr/>
          </p:nvSpPr>
          <p:spPr>
            <a:xfrm>
              <a:off x="1229" y="3538"/>
              <a:ext cx="2" cy="435"/>
            </a:xfrm>
            <a:prstGeom prst="line">
              <a:avLst/>
            </a:prstGeom>
            <a:ln w="38100" cap="flat" cmpd="sng">
              <a:solidFill>
                <a:schemeClr val="bg1"/>
              </a:solidFill>
              <a:prstDash val="solid"/>
              <a:headEnd type="none" w="med" len="med"/>
              <a:tailEnd type="none" w="med" len="med"/>
            </a:ln>
          </p:spPr>
        </p:sp>
      </p:grpSp>
      <p:sp>
        <p:nvSpPr>
          <p:cNvPr id="54291" name="Line 58"/>
          <p:cNvSpPr/>
          <p:nvPr/>
        </p:nvSpPr>
        <p:spPr>
          <a:xfrm flipV="1">
            <a:off x="2386013" y="2743200"/>
            <a:ext cx="446087" cy="490538"/>
          </a:xfrm>
          <a:prstGeom prst="line">
            <a:avLst/>
          </a:prstGeom>
          <a:ln w="19050" cap="flat" cmpd="sng">
            <a:solidFill>
              <a:srgbClr val="CC0000"/>
            </a:solidFill>
            <a:prstDash val="solid"/>
            <a:headEnd type="none" w="med" len="med"/>
            <a:tailEnd type="none" w="med" len="med"/>
          </a:ln>
        </p:spPr>
      </p:sp>
      <p:sp>
        <p:nvSpPr>
          <p:cNvPr id="54292" name="Line 59"/>
          <p:cNvSpPr/>
          <p:nvPr/>
        </p:nvSpPr>
        <p:spPr>
          <a:xfrm flipV="1">
            <a:off x="2405063" y="2940050"/>
            <a:ext cx="1193800" cy="1338263"/>
          </a:xfrm>
          <a:prstGeom prst="line">
            <a:avLst/>
          </a:prstGeom>
          <a:ln w="19050" cap="flat" cmpd="sng">
            <a:solidFill>
              <a:srgbClr val="CC0000"/>
            </a:solidFill>
            <a:prstDash val="solid"/>
            <a:headEnd type="none" w="med" len="med"/>
            <a:tailEnd type="none" w="med" len="med"/>
          </a:ln>
        </p:spPr>
      </p:sp>
      <p:sp>
        <p:nvSpPr>
          <p:cNvPr id="54293" name="Line 60"/>
          <p:cNvSpPr/>
          <p:nvPr/>
        </p:nvSpPr>
        <p:spPr>
          <a:xfrm flipV="1">
            <a:off x="5103813" y="3070225"/>
            <a:ext cx="476250" cy="577850"/>
          </a:xfrm>
          <a:prstGeom prst="line">
            <a:avLst/>
          </a:prstGeom>
          <a:ln w="19050" cap="flat" cmpd="sng">
            <a:solidFill>
              <a:srgbClr val="CC0000"/>
            </a:solidFill>
            <a:prstDash val="solid"/>
            <a:headEnd type="none" w="med" len="med"/>
            <a:tailEnd type="none" w="med" len="med"/>
          </a:ln>
        </p:spPr>
      </p:sp>
      <p:sp>
        <p:nvSpPr>
          <p:cNvPr id="54294"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40</a:t>
            </a:fld>
            <a:endParaRPr lang="en-US" altLang="zh-CN" sz="1200">
              <a:latin typeface="Tahoma" panose="020B0604030504040204" charset="0"/>
            </a:endParaRPr>
          </a:p>
        </p:txBody>
      </p:sp>
      <p:sp>
        <p:nvSpPr>
          <p:cNvPr id="54295"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Rectangle 3"/>
          <p:cNvSpPr/>
          <p:nvPr/>
        </p:nvSpPr>
        <p:spPr>
          <a:xfrm>
            <a:off x="628650" y="1555750"/>
            <a:ext cx="5235575" cy="4241800"/>
          </a:xfrm>
          <a:prstGeom prst="rect">
            <a:avLst/>
          </a:prstGeom>
          <a:noFill/>
          <a:ln w="9525">
            <a:noFill/>
          </a:ln>
        </p:spPr>
        <p:txBody>
          <a:bodyPr wrap="none"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just">
              <a:lnSpc>
                <a:spcPct val="100000"/>
              </a:lnSpc>
              <a:spcBef>
                <a:spcPct val="0"/>
              </a:spcBef>
              <a:buClrTx/>
              <a:buSzTx/>
              <a:buFontTx/>
              <a:buNone/>
            </a:pPr>
            <a:r>
              <a:rPr lang="en-US" altLang="zh-CN" sz="1800" b="1">
                <a:latin typeface="Arial" panose="020B0604020202090204" pitchFamily="34" charset="0"/>
              </a:rPr>
              <a:t>Destination Address Range</a:t>
            </a:r>
          </a:p>
          <a:p>
            <a:pPr marL="0" lvl="0" indent="0" algn="just">
              <a:lnSpc>
                <a:spcPct val="100000"/>
              </a:lnSpc>
              <a:spcBef>
                <a:spcPct val="0"/>
              </a:spcBef>
              <a:buClrTx/>
              <a:buSzTx/>
              <a:buFontTx/>
              <a:buNone/>
            </a:pPr>
            <a:endParaRPr lang="en-US" altLang="zh-CN" sz="1800" b="1">
              <a:latin typeface="Arial" panose="020B0604020202090204" pitchFamily="34" charset="0"/>
            </a:endParaRPr>
          </a:p>
          <a:p>
            <a:pPr marL="0" lvl="0" indent="0" algn="just">
              <a:lnSpc>
                <a:spcPct val="100000"/>
              </a:lnSpc>
              <a:spcBef>
                <a:spcPct val="0"/>
              </a:spcBef>
              <a:buClrTx/>
              <a:buSzTx/>
              <a:buFontTx/>
              <a:buNone/>
            </a:pPr>
            <a:r>
              <a:rPr lang="en-US" altLang="zh-CN" sz="1800" b="1">
                <a:latin typeface="Courier New" panose="02070409020205090404" charset="0"/>
              </a:rPr>
              <a:t>11001000 00010111 00010000 00000000</a:t>
            </a:r>
            <a:endParaRPr lang="en-US" altLang="zh-CN" sz="2000" b="1">
              <a:latin typeface="Courier New" panose="02070409020205090404" charset="0"/>
            </a:endParaRPr>
          </a:p>
          <a:p>
            <a:pPr marL="0" lvl="0" indent="0" algn="just">
              <a:lnSpc>
                <a:spcPct val="100000"/>
              </a:lnSpc>
              <a:spcBef>
                <a:spcPct val="0"/>
              </a:spcBef>
              <a:buClrTx/>
              <a:buSzTx/>
              <a:buFontTx/>
              <a:buNone/>
            </a:pPr>
            <a:r>
              <a:rPr lang="en-US" altLang="zh-CN" sz="1800">
                <a:latin typeface="Arial" panose="020B0604020202090204" pitchFamily="34" charset="0"/>
              </a:rPr>
              <a:t>through</a:t>
            </a:r>
            <a:r>
              <a:rPr lang="en-US" altLang="zh-CN" sz="1800">
                <a:latin typeface="Comic Sans MS" panose="030F0902030302020204" charset="0"/>
              </a:rPr>
              <a:t>                                 </a:t>
            </a:r>
            <a:endParaRPr lang="en-US" altLang="zh-CN" sz="2000">
              <a:latin typeface="Comic Sans MS" panose="030F0902030302020204" charset="0"/>
            </a:endParaRPr>
          </a:p>
          <a:p>
            <a:pPr marL="0" lvl="0" indent="0" algn="just">
              <a:lnSpc>
                <a:spcPct val="100000"/>
              </a:lnSpc>
              <a:spcBef>
                <a:spcPct val="0"/>
              </a:spcBef>
              <a:buClrTx/>
              <a:buSzTx/>
              <a:buFontTx/>
              <a:buNone/>
            </a:pPr>
            <a:r>
              <a:rPr lang="en-US" altLang="zh-CN" sz="1800" b="1">
                <a:latin typeface="Courier New" panose="02070409020205090404" charset="0"/>
              </a:rPr>
              <a:t>11001000 00010111 00010111 11111111</a:t>
            </a:r>
          </a:p>
          <a:p>
            <a:pPr marL="0" lvl="0" indent="0" algn="just">
              <a:lnSpc>
                <a:spcPct val="100000"/>
              </a:lnSpc>
              <a:spcBef>
                <a:spcPct val="0"/>
              </a:spcBef>
              <a:buClrTx/>
              <a:buSzTx/>
              <a:buFontTx/>
              <a:buNone/>
            </a:pPr>
            <a:endParaRPr lang="en-US" altLang="zh-CN" sz="1800" b="1">
              <a:latin typeface="Courier New" panose="02070409020205090404" charset="0"/>
            </a:endParaRPr>
          </a:p>
          <a:p>
            <a:pPr marL="0" lvl="0" indent="0" algn="just">
              <a:lnSpc>
                <a:spcPct val="100000"/>
              </a:lnSpc>
              <a:spcBef>
                <a:spcPct val="0"/>
              </a:spcBef>
              <a:buClrTx/>
              <a:buSzTx/>
              <a:buFontTx/>
              <a:buNone/>
            </a:pPr>
            <a:r>
              <a:rPr lang="en-US" altLang="zh-CN" sz="1800" b="1">
                <a:latin typeface="Courier New" panose="02070409020205090404" charset="0"/>
              </a:rPr>
              <a:t>11001000 00010111 00011000 00000000</a:t>
            </a:r>
            <a:endParaRPr lang="en-US" altLang="zh-CN" sz="2000" b="1">
              <a:latin typeface="Courier New" panose="02070409020205090404" charset="0"/>
            </a:endParaRPr>
          </a:p>
          <a:p>
            <a:pPr marL="0" lvl="0" indent="0" algn="just">
              <a:lnSpc>
                <a:spcPct val="100000"/>
              </a:lnSpc>
              <a:spcBef>
                <a:spcPct val="0"/>
              </a:spcBef>
              <a:buClrTx/>
              <a:buSzTx/>
              <a:buFontTx/>
              <a:buNone/>
            </a:pPr>
            <a:r>
              <a:rPr lang="en-US" altLang="zh-CN" sz="1800">
                <a:latin typeface="Arial" panose="020B0604020202090204" pitchFamily="34" charset="0"/>
              </a:rPr>
              <a:t>through</a:t>
            </a:r>
            <a:endParaRPr lang="en-US" altLang="zh-CN" sz="2000">
              <a:latin typeface="Arial" panose="020B0604020202090204" pitchFamily="34" charset="0"/>
            </a:endParaRPr>
          </a:p>
          <a:p>
            <a:pPr marL="0" lvl="0" indent="0" algn="just">
              <a:lnSpc>
                <a:spcPct val="100000"/>
              </a:lnSpc>
              <a:spcBef>
                <a:spcPct val="0"/>
              </a:spcBef>
              <a:buClrTx/>
              <a:buSzTx/>
              <a:buFontTx/>
              <a:buNone/>
            </a:pPr>
            <a:r>
              <a:rPr lang="en-US" altLang="zh-CN" sz="1800" b="1">
                <a:latin typeface="Courier New" panose="02070409020205090404" charset="0"/>
              </a:rPr>
              <a:t>11001000 00010111 00011000 11111111  </a:t>
            </a:r>
          </a:p>
          <a:p>
            <a:pPr marL="0" lvl="0" indent="0" algn="just">
              <a:lnSpc>
                <a:spcPct val="100000"/>
              </a:lnSpc>
              <a:spcBef>
                <a:spcPct val="0"/>
              </a:spcBef>
              <a:buClrTx/>
              <a:buSzTx/>
              <a:buFontTx/>
              <a:buNone/>
            </a:pPr>
            <a:endParaRPr lang="en-US" altLang="zh-CN" sz="2000" b="1">
              <a:latin typeface="Courier New" panose="02070409020205090404" charset="0"/>
            </a:endParaRPr>
          </a:p>
          <a:p>
            <a:pPr marL="0" lvl="0" indent="0" algn="just">
              <a:lnSpc>
                <a:spcPct val="100000"/>
              </a:lnSpc>
              <a:spcBef>
                <a:spcPct val="0"/>
              </a:spcBef>
              <a:buClrTx/>
              <a:buSzTx/>
              <a:buFontTx/>
              <a:buNone/>
            </a:pPr>
            <a:r>
              <a:rPr lang="en-US" altLang="zh-CN" sz="1800" b="1">
                <a:latin typeface="Courier New" panose="02070409020205090404" charset="0"/>
              </a:rPr>
              <a:t>11001000 00010111 00011001 00000000</a:t>
            </a:r>
            <a:endParaRPr lang="en-US" altLang="zh-CN" sz="2000" b="1">
              <a:latin typeface="Courier New" panose="02070409020205090404" charset="0"/>
            </a:endParaRPr>
          </a:p>
          <a:p>
            <a:pPr marL="0" lvl="0" indent="0" algn="just">
              <a:lnSpc>
                <a:spcPct val="100000"/>
              </a:lnSpc>
              <a:spcBef>
                <a:spcPct val="0"/>
              </a:spcBef>
              <a:buClrTx/>
              <a:buSzTx/>
              <a:buFontTx/>
              <a:buNone/>
            </a:pPr>
            <a:r>
              <a:rPr lang="en-US" altLang="zh-CN" sz="1800">
                <a:latin typeface="Arial" panose="020B0604020202090204" pitchFamily="34" charset="0"/>
              </a:rPr>
              <a:t>through</a:t>
            </a:r>
            <a:endParaRPr lang="en-US" altLang="zh-CN" sz="2000">
              <a:latin typeface="Arial" panose="020B0604020202090204" pitchFamily="34" charset="0"/>
            </a:endParaRPr>
          </a:p>
          <a:p>
            <a:pPr marL="0" lvl="0" indent="0" algn="just">
              <a:lnSpc>
                <a:spcPct val="100000"/>
              </a:lnSpc>
              <a:spcBef>
                <a:spcPct val="0"/>
              </a:spcBef>
              <a:buClrTx/>
              <a:buSzTx/>
              <a:buFontTx/>
              <a:buNone/>
            </a:pPr>
            <a:r>
              <a:rPr lang="en-US" altLang="zh-CN" sz="1800" b="1">
                <a:latin typeface="Courier New" panose="02070409020205090404" charset="0"/>
              </a:rPr>
              <a:t>11001000 00010111 00011111 11111111  </a:t>
            </a:r>
          </a:p>
          <a:p>
            <a:pPr marL="0" lvl="0" indent="0" algn="just">
              <a:lnSpc>
                <a:spcPct val="100000"/>
              </a:lnSpc>
              <a:spcBef>
                <a:spcPct val="0"/>
              </a:spcBef>
              <a:buClrTx/>
              <a:buSzTx/>
              <a:buFontTx/>
              <a:buNone/>
            </a:pPr>
            <a:endParaRPr lang="en-US" altLang="zh-CN" sz="1800">
              <a:latin typeface="Comic Sans MS" panose="030F0902030302020204" charset="0"/>
            </a:endParaRPr>
          </a:p>
          <a:p>
            <a:pPr marL="0" lvl="0" indent="0" algn="just">
              <a:lnSpc>
                <a:spcPct val="100000"/>
              </a:lnSpc>
              <a:spcBef>
                <a:spcPct val="0"/>
              </a:spcBef>
              <a:buClrTx/>
              <a:buSzTx/>
              <a:buFontTx/>
              <a:buNone/>
            </a:pPr>
            <a:r>
              <a:rPr lang="en-US" altLang="zh-CN" sz="1800">
                <a:latin typeface="Arial" panose="020B0604020202090204" pitchFamily="34" charset="0"/>
              </a:rPr>
              <a:t>otherwise</a:t>
            </a:r>
          </a:p>
        </p:txBody>
      </p:sp>
      <p:sp>
        <p:nvSpPr>
          <p:cNvPr id="55298" name="Rectangle 5"/>
          <p:cNvSpPr/>
          <p:nvPr/>
        </p:nvSpPr>
        <p:spPr>
          <a:xfrm>
            <a:off x="6053138" y="1557338"/>
            <a:ext cx="1555750" cy="4486275"/>
          </a:xfrm>
          <a:prstGeom prst="rect">
            <a:avLst/>
          </a:prstGeom>
          <a:noFill/>
          <a:ln w="9525">
            <a:noFill/>
          </a:ln>
        </p:spPr>
        <p:txBody>
          <a:bodyPr wrap="none"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just">
              <a:lnSpc>
                <a:spcPct val="100000"/>
              </a:lnSpc>
              <a:spcBef>
                <a:spcPct val="0"/>
              </a:spcBef>
              <a:buClrTx/>
              <a:buSzTx/>
              <a:buFontTx/>
              <a:buNone/>
            </a:pPr>
            <a:r>
              <a:rPr lang="en-US" altLang="zh-CN" sz="1800">
                <a:latin typeface="Arial" panose="020B0604020202090204" pitchFamily="34" charset="0"/>
              </a:rPr>
              <a:t>Link Interface</a:t>
            </a: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endParaRPr lang="en-US" altLang="zh-CN" sz="1800" u="sng">
              <a:latin typeface="Arial" panose="020B0604020202090204" pitchFamily="34" charset="0"/>
            </a:endParaRPr>
          </a:p>
          <a:p>
            <a:pPr marL="0" lvl="0" indent="0" algn="just">
              <a:lnSpc>
                <a:spcPct val="100000"/>
              </a:lnSpc>
              <a:spcBef>
                <a:spcPct val="0"/>
              </a:spcBef>
              <a:buClrTx/>
              <a:buSzTx/>
              <a:buFontTx/>
              <a:buNone/>
            </a:pPr>
            <a:r>
              <a:rPr lang="en-US" altLang="zh-CN" sz="1800">
                <a:latin typeface="Arial" panose="020B0604020202090204" pitchFamily="34" charset="0"/>
              </a:rPr>
              <a:t>0</a:t>
            </a: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r>
              <a:rPr lang="en-US" altLang="zh-CN" sz="1800">
                <a:latin typeface="Arial" panose="020B0604020202090204" pitchFamily="34" charset="0"/>
              </a:rPr>
              <a:t>1</a:t>
            </a: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r>
              <a:rPr lang="en-US" altLang="zh-CN" sz="1800">
                <a:latin typeface="Arial" panose="020B0604020202090204" pitchFamily="34" charset="0"/>
              </a:rPr>
              <a:t>2</a:t>
            </a: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endParaRPr lang="en-US" altLang="zh-CN" sz="1800">
              <a:latin typeface="Arial" panose="020B0604020202090204" pitchFamily="34" charset="0"/>
            </a:endParaRPr>
          </a:p>
          <a:p>
            <a:pPr marL="0" lvl="0" indent="0" algn="just">
              <a:lnSpc>
                <a:spcPct val="100000"/>
              </a:lnSpc>
              <a:spcBef>
                <a:spcPct val="0"/>
              </a:spcBef>
              <a:buClrTx/>
              <a:buSzTx/>
              <a:buFontTx/>
              <a:buNone/>
            </a:pPr>
            <a:r>
              <a:rPr lang="en-US" altLang="zh-CN" sz="1800">
                <a:latin typeface="Arial" panose="020B0604020202090204" pitchFamily="34" charset="0"/>
              </a:rPr>
              <a:t>3  </a:t>
            </a:r>
            <a:endParaRPr lang="en-US" altLang="zh-CN" sz="2000">
              <a:latin typeface="Arial" panose="020B0604020202090204" pitchFamily="34" charset="0"/>
            </a:endParaRPr>
          </a:p>
          <a:p>
            <a:pPr marL="0" lvl="0" indent="0" algn="just">
              <a:lnSpc>
                <a:spcPct val="100000"/>
              </a:lnSpc>
              <a:spcBef>
                <a:spcPct val="0"/>
              </a:spcBef>
              <a:buClrTx/>
              <a:buSzTx/>
              <a:buFontTx/>
              <a:buNone/>
            </a:pPr>
            <a:endParaRPr lang="en-US" altLang="zh-CN" sz="1800" b="1">
              <a:latin typeface="Arial" panose="020B0604020202090204" pitchFamily="34" charset="0"/>
            </a:endParaRPr>
          </a:p>
        </p:txBody>
      </p:sp>
      <p:sp>
        <p:nvSpPr>
          <p:cNvPr id="55299" name="Rectangle 6"/>
          <p:cNvSpPr/>
          <p:nvPr/>
        </p:nvSpPr>
        <p:spPr>
          <a:xfrm>
            <a:off x="636588" y="1266825"/>
            <a:ext cx="7223125" cy="4525963"/>
          </a:xfrm>
          <a:prstGeom prst="rect">
            <a:avLst/>
          </a:prstGeom>
          <a:noFill/>
          <a:ln w="19050" cap="flat" cmpd="sng">
            <a:solidFill>
              <a:srgbClr val="000099"/>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5300" name="Line 7"/>
          <p:cNvSpPr/>
          <p:nvPr/>
        </p:nvSpPr>
        <p:spPr>
          <a:xfrm>
            <a:off x="625475" y="2084388"/>
            <a:ext cx="7223125" cy="0"/>
          </a:xfrm>
          <a:prstGeom prst="line">
            <a:avLst/>
          </a:prstGeom>
          <a:ln w="19050" cap="flat" cmpd="sng">
            <a:solidFill>
              <a:srgbClr val="000099"/>
            </a:solidFill>
            <a:prstDash val="solid"/>
            <a:headEnd type="none" w="med" len="med"/>
            <a:tailEnd type="none" w="med" len="med"/>
          </a:ln>
        </p:spPr>
      </p:sp>
      <p:sp>
        <p:nvSpPr>
          <p:cNvPr id="55301" name="Line 8"/>
          <p:cNvSpPr/>
          <p:nvPr/>
        </p:nvSpPr>
        <p:spPr>
          <a:xfrm>
            <a:off x="652463" y="3119438"/>
            <a:ext cx="7223125" cy="0"/>
          </a:xfrm>
          <a:prstGeom prst="line">
            <a:avLst/>
          </a:prstGeom>
          <a:ln w="19050" cap="flat" cmpd="sng">
            <a:solidFill>
              <a:srgbClr val="000099"/>
            </a:solidFill>
            <a:prstDash val="solid"/>
            <a:headEnd type="none" w="med" len="med"/>
            <a:tailEnd type="none" w="med" len="med"/>
          </a:ln>
        </p:spPr>
      </p:sp>
      <p:sp>
        <p:nvSpPr>
          <p:cNvPr id="55302" name="Line 9"/>
          <p:cNvSpPr/>
          <p:nvPr/>
        </p:nvSpPr>
        <p:spPr>
          <a:xfrm>
            <a:off x="646113" y="4241800"/>
            <a:ext cx="7223125" cy="0"/>
          </a:xfrm>
          <a:prstGeom prst="line">
            <a:avLst/>
          </a:prstGeom>
          <a:ln w="19050" cap="flat" cmpd="sng">
            <a:solidFill>
              <a:srgbClr val="000099"/>
            </a:solidFill>
            <a:prstDash val="solid"/>
            <a:headEnd type="none" w="med" len="med"/>
            <a:tailEnd type="none" w="med" len="med"/>
          </a:ln>
        </p:spPr>
      </p:sp>
      <p:sp>
        <p:nvSpPr>
          <p:cNvPr id="55303" name="Line 10"/>
          <p:cNvSpPr/>
          <p:nvPr/>
        </p:nvSpPr>
        <p:spPr>
          <a:xfrm>
            <a:off x="639763" y="5343525"/>
            <a:ext cx="7223125" cy="0"/>
          </a:xfrm>
          <a:prstGeom prst="line">
            <a:avLst/>
          </a:prstGeom>
          <a:ln w="19050" cap="flat" cmpd="sng">
            <a:solidFill>
              <a:srgbClr val="000099"/>
            </a:solidFill>
            <a:prstDash val="solid"/>
            <a:headEnd type="none" w="med" len="med"/>
            <a:tailEnd type="none" w="med" len="med"/>
          </a:ln>
        </p:spPr>
      </p:sp>
      <p:sp>
        <p:nvSpPr>
          <p:cNvPr id="55304" name="Line 11"/>
          <p:cNvSpPr/>
          <p:nvPr/>
        </p:nvSpPr>
        <p:spPr>
          <a:xfrm>
            <a:off x="5929313" y="1277938"/>
            <a:ext cx="0" cy="4514850"/>
          </a:xfrm>
          <a:prstGeom prst="line">
            <a:avLst/>
          </a:prstGeom>
          <a:ln w="12700" cap="flat" cmpd="sng">
            <a:solidFill>
              <a:srgbClr val="000099"/>
            </a:solidFill>
            <a:prstDash val="solid"/>
            <a:headEnd type="none" w="med" len="med"/>
            <a:tailEnd type="none" w="med" len="med"/>
          </a:ln>
        </p:spPr>
      </p:sp>
      <p:sp>
        <p:nvSpPr>
          <p:cNvPr id="55305" name="Text Box 12"/>
          <p:cNvSpPr txBox="1"/>
          <p:nvPr/>
        </p:nvSpPr>
        <p:spPr>
          <a:xfrm>
            <a:off x="565150" y="6007100"/>
            <a:ext cx="7081838" cy="4572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i="1">
                <a:solidFill>
                  <a:srgbClr val="CC0000"/>
                </a:solidFill>
              </a:rPr>
              <a:t>Q:</a:t>
            </a:r>
            <a:r>
              <a:rPr lang="en-US" altLang="zh-CN" sz="2400"/>
              <a:t> but what happens if ranges don</a:t>
            </a:r>
            <a:r>
              <a:rPr lang="ja-JP" altLang="en-US" sz="2400"/>
              <a:t>’</a:t>
            </a:r>
            <a:r>
              <a:rPr lang="en-US" altLang="ja-JP" sz="2400"/>
              <a:t>t divide up so nicely? </a:t>
            </a:r>
            <a:endParaRPr lang="en-US" altLang="zh-CN" sz="2400"/>
          </a:p>
        </p:txBody>
      </p:sp>
      <p:pic>
        <p:nvPicPr>
          <p:cNvPr id="55306" name="Picture 16" descr="underline_base"/>
          <p:cNvPicPr/>
          <p:nvPr/>
        </p:nvPicPr>
        <p:blipFill>
          <a:blip r:embed="rId2"/>
          <a:stretch>
            <a:fillRect/>
          </a:stretch>
        </p:blipFill>
        <p:spPr>
          <a:xfrm>
            <a:off x="604838" y="771525"/>
            <a:ext cx="5942012" cy="173038"/>
          </a:xfrm>
          <a:prstGeom prst="rect">
            <a:avLst/>
          </a:prstGeom>
          <a:noFill/>
          <a:ln w="9525">
            <a:noFill/>
          </a:ln>
        </p:spPr>
      </p:pic>
      <p:sp>
        <p:nvSpPr>
          <p:cNvPr id="18446" name="Rectangle 17"/>
          <p:cNvSpPr>
            <a:spLocks noGrp="1" noChangeArrowheads="1"/>
          </p:cNvSpPr>
          <p:nvPr>
            <p:ph type="title"/>
          </p:nvPr>
        </p:nvSpPr>
        <p:spPr>
          <a:xfrm>
            <a:off x="533400" y="107950"/>
            <a:ext cx="7192645" cy="8636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3600" b="0" i="0" u="none" strike="noStrike" kern="0" cap="none" spc="0" normalizeH="0" baseline="0" noProof="0" dirty="0">
                <a:ln>
                  <a:noFill/>
                </a:ln>
                <a:solidFill>
                  <a:srgbClr val="000099"/>
                </a:solidFill>
                <a:effectLst/>
                <a:uLnTx/>
                <a:uFillTx/>
                <a:latin typeface="+mj-lt"/>
                <a:ea typeface="MS PGothic" charset="0"/>
                <a:cs typeface="+mj-cs"/>
              </a:rPr>
              <a:t>Destination-based forwarding</a:t>
            </a:r>
          </a:p>
        </p:txBody>
      </p:sp>
      <p:sp>
        <p:nvSpPr>
          <p:cNvPr id="55308" name="TextBox 1"/>
          <p:cNvSpPr txBox="1"/>
          <p:nvPr/>
        </p:nvSpPr>
        <p:spPr>
          <a:xfrm>
            <a:off x="3405188" y="1036638"/>
            <a:ext cx="2071687" cy="400050"/>
          </a:xfrm>
          <a:prstGeom prst="rect">
            <a:avLst/>
          </a:prstGeom>
          <a:solidFill>
            <a:schemeClr val="bg1"/>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latin typeface="Arial" panose="020B0604020202090204" pitchFamily="34" charset="0"/>
              </a:rPr>
              <a:t>forwarding table</a:t>
            </a:r>
          </a:p>
        </p:txBody>
      </p:sp>
      <p:sp>
        <p:nvSpPr>
          <p:cNvPr id="55309"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41</a:t>
            </a:fld>
            <a:endParaRPr lang="en-US" altLang="zh-CN" sz="1200">
              <a:latin typeface="Tahoma" panose="020B0604030504040204" charset="0"/>
            </a:endParaRPr>
          </a:p>
        </p:txBody>
      </p:sp>
      <p:sp>
        <p:nvSpPr>
          <p:cNvPr id="5531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1" name="Picture 32" descr="underline_base"/>
          <p:cNvPicPr/>
          <p:nvPr/>
        </p:nvPicPr>
        <p:blipFill>
          <a:blip r:embed="rId2"/>
          <a:stretch>
            <a:fillRect/>
          </a:stretch>
        </p:blipFill>
        <p:spPr>
          <a:xfrm>
            <a:off x="473075" y="777875"/>
            <a:ext cx="5484813" cy="173038"/>
          </a:xfrm>
          <a:prstGeom prst="rect">
            <a:avLst/>
          </a:prstGeom>
          <a:noFill/>
          <a:ln w="9525">
            <a:noFill/>
          </a:ln>
        </p:spPr>
      </p:pic>
      <p:sp>
        <p:nvSpPr>
          <p:cNvPr id="56322" name="Rectangle 20"/>
          <p:cNvSpPr/>
          <p:nvPr/>
        </p:nvSpPr>
        <p:spPr>
          <a:xfrm>
            <a:off x="434975" y="1335088"/>
            <a:ext cx="8001000" cy="1371600"/>
          </a:xfrm>
          <a:prstGeom prst="rect">
            <a:avLst/>
          </a:prstGeom>
          <a:solidFill>
            <a:schemeClr val="bg1"/>
          </a:solidFill>
          <a:ln w="19050" cap="flat" cmpd="sng">
            <a:solidFill>
              <a:srgbClr val="CC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6323" name="Rectangle 18"/>
          <p:cNvSpPr/>
          <p:nvPr/>
        </p:nvSpPr>
        <p:spPr>
          <a:xfrm>
            <a:off x="4276725" y="5673725"/>
            <a:ext cx="1636713" cy="269875"/>
          </a:xfrm>
          <a:prstGeom prst="rect">
            <a:avLst/>
          </a:prstGeom>
          <a:solidFill>
            <a:srgbClr val="33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6324" name="Rectangle 17"/>
          <p:cNvSpPr/>
          <p:nvPr/>
        </p:nvSpPr>
        <p:spPr>
          <a:xfrm>
            <a:off x="4283075" y="6069013"/>
            <a:ext cx="1636713" cy="269875"/>
          </a:xfrm>
          <a:prstGeom prst="rect">
            <a:avLst/>
          </a:prstGeom>
          <a:solidFill>
            <a:srgbClr val="33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9464" name="Rectangle 2"/>
          <p:cNvSpPr>
            <a:spLocks noGrp="1" noChangeArrowheads="1"/>
          </p:cNvSpPr>
          <p:nvPr>
            <p:ph type="title"/>
          </p:nvPr>
        </p:nvSpPr>
        <p:spPr>
          <a:xfrm>
            <a:off x="355600" y="95250"/>
            <a:ext cx="7772400" cy="909638"/>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Longest prefix matching</a:t>
            </a:r>
          </a:p>
        </p:txBody>
      </p:sp>
      <p:sp>
        <p:nvSpPr>
          <p:cNvPr id="56326" name="Rectangle 5"/>
          <p:cNvSpPr/>
          <p:nvPr/>
        </p:nvSpPr>
        <p:spPr>
          <a:xfrm>
            <a:off x="1065213" y="2989263"/>
            <a:ext cx="5235575" cy="2155825"/>
          </a:xfrm>
          <a:prstGeom prst="rect">
            <a:avLst/>
          </a:prstGeom>
          <a:noFill/>
          <a:ln w="9525">
            <a:noFill/>
          </a:ln>
        </p:spPr>
        <p:txBody>
          <a:bodyPr wrap="none"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just">
              <a:lnSpc>
                <a:spcPct val="150000"/>
              </a:lnSpc>
              <a:spcBef>
                <a:spcPct val="0"/>
              </a:spcBef>
              <a:buClrTx/>
              <a:buSzTx/>
              <a:buFontTx/>
              <a:buNone/>
            </a:pPr>
            <a:r>
              <a:rPr lang="en-US" altLang="zh-CN" sz="1800">
                <a:latin typeface="Arial" panose="020B0604020202090204" pitchFamily="34" charset="0"/>
              </a:rPr>
              <a:t>Destination Address Range                        </a:t>
            </a:r>
          </a:p>
          <a:p>
            <a:pPr marL="0" lvl="0" indent="0" algn="just">
              <a:lnSpc>
                <a:spcPct val="150000"/>
              </a:lnSpc>
              <a:spcBef>
                <a:spcPct val="0"/>
              </a:spcBef>
              <a:buClrTx/>
              <a:buSzTx/>
              <a:buFontTx/>
              <a:buNone/>
            </a:pPr>
            <a:r>
              <a:rPr lang="en-US" altLang="zh-CN" sz="1800">
                <a:latin typeface="Courier New" panose="02070409020205090404" charset="0"/>
              </a:rPr>
              <a:t>11001000 00010111 00010*** ********* </a:t>
            </a:r>
            <a:endParaRPr lang="en-US" altLang="zh-CN" sz="2000">
              <a:latin typeface="Courier New" panose="02070409020205090404" charset="0"/>
            </a:endParaRPr>
          </a:p>
          <a:p>
            <a:pPr marL="0" lvl="0" indent="0" algn="just">
              <a:lnSpc>
                <a:spcPct val="150000"/>
              </a:lnSpc>
              <a:spcBef>
                <a:spcPct val="0"/>
              </a:spcBef>
              <a:buClrTx/>
              <a:buSzTx/>
              <a:buFontTx/>
              <a:buNone/>
            </a:pPr>
            <a:r>
              <a:rPr lang="en-US" altLang="zh-CN" sz="1800">
                <a:latin typeface="Courier New" panose="02070409020205090404" charset="0"/>
              </a:rPr>
              <a:t>11001000 00010111 00011000 *********</a:t>
            </a:r>
            <a:endParaRPr lang="en-US" altLang="zh-CN" sz="2000">
              <a:latin typeface="Courier New" panose="02070409020205090404" charset="0"/>
            </a:endParaRPr>
          </a:p>
          <a:p>
            <a:pPr marL="0" lvl="0" indent="0" algn="just">
              <a:lnSpc>
                <a:spcPct val="150000"/>
              </a:lnSpc>
              <a:spcBef>
                <a:spcPct val="0"/>
              </a:spcBef>
              <a:buClrTx/>
              <a:buSzTx/>
              <a:buFontTx/>
              <a:buNone/>
            </a:pPr>
            <a:r>
              <a:rPr lang="en-US" altLang="zh-CN" sz="1800">
                <a:latin typeface="Courier New" panose="02070409020205090404" charset="0"/>
              </a:rPr>
              <a:t>11001000 00010111 00011*** *********</a:t>
            </a:r>
            <a:endParaRPr lang="en-US" altLang="zh-CN" sz="2000">
              <a:latin typeface="Comic Sans MS" panose="030F0902030302020204" charset="0"/>
            </a:endParaRPr>
          </a:p>
          <a:p>
            <a:pPr marL="0" lvl="0" indent="0" algn="just">
              <a:lnSpc>
                <a:spcPct val="150000"/>
              </a:lnSpc>
              <a:spcBef>
                <a:spcPct val="0"/>
              </a:spcBef>
              <a:buClrTx/>
              <a:buSzTx/>
              <a:buFontTx/>
              <a:buNone/>
            </a:pPr>
            <a:r>
              <a:rPr lang="en-US" altLang="zh-CN" sz="1800">
                <a:latin typeface="Arial" panose="020B0604020202090204" pitchFamily="34" charset="0"/>
              </a:rPr>
              <a:t>otherwise  </a:t>
            </a:r>
            <a:r>
              <a:rPr lang="en-US" altLang="zh-CN" sz="1800">
                <a:latin typeface="Times" charset="0"/>
              </a:rPr>
              <a:t>           </a:t>
            </a:r>
          </a:p>
        </p:txBody>
      </p:sp>
      <p:sp>
        <p:nvSpPr>
          <p:cNvPr id="56327" name="Rectangle 7"/>
          <p:cNvSpPr/>
          <p:nvPr/>
        </p:nvSpPr>
        <p:spPr>
          <a:xfrm>
            <a:off x="958850" y="6026150"/>
            <a:ext cx="5141913" cy="366713"/>
          </a:xfrm>
          <a:prstGeom prst="rect">
            <a:avLst/>
          </a:prstGeom>
          <a:noFill/>
          <a:ln w="9525">
            <a:noFill/>
          </a:ln>
        </p:spPr>
        <p:txBody>
          <a:bodyPr wrap="none"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DA: 11001000  00010111  00011000  10101010</a:t>
            </a:r>
            <a:r>
              <a:rPr lang="en-US" altLang="zh-CN" sz="1800">
                <a:latin typeface="Comic Sans MS" panose="030F0902030302020204" charset="0"/>
              </a:rPr>
              <a:t> </a:t>
            </a:r>
          </a:p>
        </p:txBody>
      </p:sp>
      <p:sp>
        <p:nvSpPr>
          <p:cNvPr id="56328" name="Text Box 8"/>
          <p:cNvSpPr txBox="1"/>
          <p:nvPr/>
        </p:nvSpPr>
        <p:spPr>
          <a:xfrm>
            <a:off x="280988" y="5272088"/>
            <a:ext cx="1341437" cy="396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a:solidFill>
                  <a:srgbClr val="000099"/>
                </a:solidFill>
                <a:latin typeface="Arial" panose="020B0604020202090204" pitchFamily="34" charset="0"/>
              </a:rPr>
              <a:t>examples:</a:t>
            </a:r>
          </a:p>
        </p:txBody>
      </p:sp>
      <p:sp>
        <p:nvSpPr>
          <p:cNvPr id="56329" name="Text Box 9"/>
          <p:cNvSpPr txBox="1"/>
          <p:nvPr/>
        </p:nvSpPr>
        <p:spPr>
          <a:xfrm>
            <a:off x="944563" y="5641975"/>
            <a:ext cx="51371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DA: 11001000  00010111  00010110  10100001 </a:t>
            </a:r>
          </a:p>
        </p:txBody>
      </p:sp>
      <p:sp>
        <p:nvSpPr>
          <p:cNvPr id="56330" name="Text Box 15"/>
          <p:cNvSpPr txBox="1"/>
          <p:nvPr/>
        </p:nvSpPr>
        <p:spPr>
          <a:xfrm>
            <a:off x="6262688" y="5640388"/>
            <a:ext cx="1835150" cy="396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a:solidFill>
                  <a:srgbClr val="CC0000"/>
                </a:solidFill>
              </a:rPr>
              <a:t>which interface?</a:t>
            </a:r>
          </a:p>
        </p:txBody>
      </p:sp>
      <p:sp>
        <p:nvSpPr>
          <p:cNvPr id="56331" name="Text Box 16"/>
          <p:cNvSpPr txBox="1"/>
          <p:nvPr/>
        </p:nvSpPr>
        <p:spPr>
          <a:xfrm>
            <a:off x="6310313" y="5991225"/>
            <a:ext cx="1835150" cy="396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a:solidFill>
                  <a:srgbClr val="CC0000"/>
                </a:solidFill>
              </a:rPr>
              <a:t>which interface?</a:t>
            </a:r>
          </a:p>
        </p:txBody>
      </p:sp>
      <p:sp>
        <p:nvSpPr>
          <p:cNvPr id="56332" name="Text Box 19"/>
          <p:cNvSpPr txBox="1"/>
          <p:nvPr/>
        </p:nvSpPr>
        <p:spPr>
          <a:xfrm>
            <a:off x="571500" y="1490663"/>
            <a:ext cx="7799388" cy="1198880"/>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t>when looking for forwarding table entry for given destination address, use </a:t>
            </a:r>
            <a:r>
              <a:rPr lang="en-US" altLang="zh-CN" sz="2400" i="1">
                <a:solidFill>
                  <a:srgbClr val="C00000"/>
                </a:solidFill>
              </a:rPr>
              <a:t>longest</a:t>
            </a:r>
            <a:r>
              <a:rPr lang="en-US" altLang="zh-CN" sz="2400"/>
              <a:t> address prefix that matches destination address.</a:t>
            </a:r>
          </a:p>
        </p:txBody>
      </p:sp>
      <p:sp>
        <p:nvSpPr>
          <p:cNvPr id="56333" name="Text Box 22"/>
          <p:cNvSpPr txBox="1"/>
          <p:nvPr/>
        </p:nvSpPr>
        <p:spPr>
          <a:xfrm>
            <a:off x="558800" y="1036638"/>
            <a:ext cx="3282950" cy="519112"/>
          </a:xfrm>
          <a:prstGeom prst="rect">
            <a:avLst/>
          </a:prstGeom>
          <a:solidFill>
            <a:schemeClr val="bg1"/>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i="1">
                <a:solidFill>
                  <a:srgbClr val="CC0000"/>
                </a:solidFill>
              </a:rPr>
              <a:t>longest prefix matching</a:t>
            </a:r>
          </a:p>
        </p:txBody>
      </p:sp>
      <p:sp>
        <p:nvSpPr>
          <p:cNvPr id="56334" name="Rectangle 24"/>
          <p:cNvSpPr/>
          <p:nvPr/>
        </p:nvSpPr>
        <p:spPr>
          <a:xfrm>
            <a:off x="992188" y="3022600"/>
            <a:ext cx="7459662" cy="2106613"/>
          </a:xfrm>
          <a:prstGeom prst="rect">
            <a:avLst/>
          </a:prstGeom>
          <a:noFill/>
          <a:ln w="19050" cap="flat" cmpd="sng">
            <a:solidFill>
              <a:srgbClr val="000099"/>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6335" name="Line 25"/>
          <p:cNvSpPr/>
          <p:nvPr/>
        </p:nvSpPr>
        <p:spPr>
          <a:xfrm>
            <a:off x="992188" y="3457575"/>
            <a:ext cx="7448550" cy="0"/>
          </a:xfrm>
          <a:prstGeom prst="line">
            <a:avLst/>
          </a:prstGeom>
          <a:ln w="19050" cap="flat" cmpd="sng">
            <a:solidFill>
              <a:srgbClr val="000099"/>
            </a:solidFill>
            <a:prstDash val="solid"/>
            <a:headEnd type="none" w="med" len="med"/>
            <a:tailEnd type="none" w="med" len="med"/>
          </a:ln>
        </p:spPr>
      </p:sp>
      <p:sp>
        <p:nvSpPr>
          <p:cNvPr id="56336" name="Line 26"/>
          <p:cNvSpPr/>
          <p:nvPr/>
        </p:nvSpPr>
        <p:spPr>
          <a:xfrm>
            <a:off x="1022350" y="3887788"/>
            <a:ext cx="7448550" cy="0"/>
          </a:xfrm>
          <a:prstGeom prst="line">
            <a:avLst/>
          </a:prstGeom>
          <a:ln w="19050" cap="flat" cmpd="sng">
            <a:solidFill>
              <a:srgbClr val="000099"/>
            </a:solidFill>
            <a:prstDash val="solid"/>
            <a:headEnd type="none" w="med" len="med"/>
            <a:tailEnd type="none" w="med" len="med"/>
          </a:ln>
        </p:spPr>
      </p:sp>
      <p:sp>
        <p:nvSpPr>
          <p:cNvPr id="56337" name="Line 27"/>
          <p:cNvSpPr/>
          <p:nvPr/>
        </p:nvSpPr>
        <p:spPr>
          <a:xfrm>
            <a:off x="996950" y="4306888"/>
            <a:ext cx="7448550" cy="0"/>
          </a:xfrm>
          <a:prstGeom prst="line">
            <a:avLst/>
          </a:prstGeom>
          <a:ln w="19050" cap="flat" cmpd="sng">
            <a:solidFill>
              <a:srgbClr val="000099"/>
            </a:solidFill>
            <a:prstDash val="solid"/>
            <a:headEnd type="none" w="med" len="med"/>
            <a:tailEnd type="none" w="med" len="med"/>
          </a:ln>
        </p:spPr>
      </p:sp>
      <p:sp>
        <p:nvSpPr>
          <p:cNvPr id="56338" name="Line 28"/>
          <p:cNvSpPr/>
          <p:nvPr/>
        </p:nvSpPr>
        <p:spPr>
          <a:xfrm>
            <a:off x="993775" y="4737100"/>
            <a:ext cx="7448550" cy="0"/>
          </a:xfrm>
          <a:prstGeom prst="line">
            <a:avLst/>
          </a:prstGeom>
          <a:ln w="19050" cap="flat" cmpd="sng">
            <a:solidFill>
              <a:srgbClr val="000099"/>
            </a:solidFill>
            <a:prstDash val="solid"/>
            <a:headEnd type="none" w="med" len="med"/>
            <a:tailEnd type="none" w="med" len="med"/>
          </a:ln>
        </p:spPr>
      </p:sp>
      <p:sp>
        <p:nvSpPr>
          <p:cNvPr id="56339" name="Line 29"/>
          <p:cNvSpPr/>
          <p:nvPr/>
        </p:nvSpPr>
        <p:spPr>
          <a:xfrm>
            <a:off x="6176963" y="3022600"/>
            <a:ext cx="0" cy="2117725"/>
          </a:xfrm>
          <a:prstGeom prst="line">
            <a:avLst/>
          </a:prstGeom>
          <a:ln w="19050" cap="flat" cmpd="sng">
            <a:solidFill>
              <a:srgbClr val="000099"/>
            </a:solidFill>
            <a:prstDash val="solid"/>
            <a:headEnd type="none" w="med" len="med"/>
            <a:tailEnd type="none" w="med" len="med"/>
          </a:ln>
        </p:spPr>
      </p:sp>
      <p:sp>
        <p:nvSpPr>
          <p:cNvPr id="56340" name="Text Box 30"/>
          <p:cNvSpPr txBox="1"/>
          <p:nvPr/>
        </p:nvSpPr>
        <p:spPr>
          <a:xfrm>
            <a:off x="6475413" y="2965450"/>
            <a:ext cx="1543050" cy="21558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50000"/>
              </a:lnSpc>
              <a:spcBef>
                <a:spcPct val="0"/>
              </a:spcBef>
              <a:buClrTx/>
              <a:buSzTx/>
              <a:buFontTx/>
              <a:buNone/>
            </a:pPr>
            <a:r>
              <a:rPr lang="en-US" altLang="zh-CN" sz="1800">
                <a:latin typeface="Arial" panose="020B0604020202090204" pitchFamily="34" charset="0"/>
              </a:rPr>
              <a:t>Link interface</a:t>
            </a:r>
          </a:p>
          <a:p>
            <a:pPr marL="0" lvl="0" indent="0">
              <a:lnSpc>
                <a:spcPct val="150000"/>
              </a:lnSpc>
              <a:spcBef>
                <a:spcPct val="0"/>
              </a:spcBef>
              <a:buClrTx/>
              <a:buSzTx/>
              <a:buFontTx/>
              <a:buNone/>
            </a:pPr>
            <a:r>
              <a:rPr lang="en-US" altLang="zh-CN" sz="1800">
                <a:latin typeface="Arial" panose="020B0604020202090204" pitchFamily="34" charset="0"/>
              </a:rPr>
              <a:t>0</a:t>
            </a:r>
          </a:p>
          <a:p>
            <a:pPr marL="0" lvl="0" indent="0">
              <a:lnSpc>
                <a:spcPct val="150000"/>
              </a:lnSpc>
              <a:spcBef>
                <a:spcPct val="0"/>
              </a:spcBef>
              <a:buClrTx/>
              <a:buSzTx/>
              <a:buFontTx/>
              <a:buNone/>
            </a:pPr>
            <a:r>
              <a:rPr lang="en-US" altLang="zh-CN" sz="1800">
                <a:latin typeface="Arial" panose="020B0604020202090204" pitchFamily="34" charset="0"/>
              </a:rPr>
              <a:t>1</a:t>
            </a:r>
          </a:p>
          <a:p>
            <a:pPr marL="0" lvl="0" indent="0">
              <a:lnSpc>
                <a:spcPct val="150000"/>
              </a:lnSpc>
              <a:spcBef>
                <a:spcPct val="0"/>
              </a:spcBef>
              <a:buClrTx/>
              <a:buSzTx/>
              <a:buFontTx/>
              <a:buNone/>
            </a:pPr>
            <a:r>
              <a:rPr lang="en-US" altLang="zh-CN" sz="1800">
                <a:latin typeface="Arial" panose="020B0604020202090204" pitchFamily="34" charset="0"/>
              </a:rPr>
              <a:t>2</a:t>
            </a:r>
          </a:p>
          <a:p>
            <a:pPr marL="0" lvl="0" indent="0">
              <a:lnSpc>
                <a:spcPct val="150000"/>
              </a:lnSpc>
              <a:spcBef>
                <a:spcPct val="0"/>
              </a:spcBef>
              <a:buClrTx/>
              <a:buSzTx/>
              <a:buFontTx/>
              <a:buNone/>
            </a:pPr>
            <a:r>
              <a:rPr lang="en-US" altLang="zh-CN" sz="1800">
                <a:latin typeface="Arial" panose="020B0604020202090204" pitchFamily="34" charset="0"/>
              </a:rPr>
              <a:t>3</a:t>
            </a:r>
          </a:p>
        </p:txBody>
      </p:sp>
      <p:sp>
        <p:nvSpPr>
          <p:cNvPr id="56341"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42</a:t>
            </a:fld>
            <a:endParaRPr lang="en-US" altLang="zh-CN" sz="1200">
              <a:latin typeface="Tahoma" panose="020B0604030504040204" charset="0"/>
            </a:endParaRPr>
          </a:p>
        </p:txBody>
      </p:sp>
      <p:sp>
        <p:nvSpPr>
          <p:cNvPr id="56342"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64" name="Rectangle 2"/>
          <p:cNvSpPr>
            <a:spLocks noGrp="1" noChangeArrowheads="1"/>
          </p:cNvSpPr>
          <p:nvPr>
            <p:ph type="title"/>
          </p:nvPr>
        </p:nvSpPr>
        <p:spPr>
          <a:xfrm>
            <a:off x="469900" y="-68262"/>
            <a:ext cx="7772400" cy="11430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dirty="0">
                <a:ln>
                  <a:noFill/>
                </a:ln>
                <a:solidFill>
                  <a:srgbClr val="000099"/>
                </a:solidFill>
                <a:effectLst/>
                <a:uLnTx/>
                <a:uFillTx/>
                <a:latin typeface="+mj-lt"/>
                <a:ea typeface="MS PGothic" charset="0"/>
                <a:cs typeface="+mj-cs"/>
              </a:rPr>
              <a:t>Longest prefix matching</a:t>
            </a:r>
          </a:p>
        </p:txBody>
      </p:sp>
      <p:sp>
        <p:nvSpPr>
          <p:cNvPr id="57346" name="Content Placeholder 1"/>
          <p:cNvSpPr>
            <a:spLocks noGrp="1"/>
          </p:cNvSpPr>
          <p:nvPr>
            <p:ph idx="1"/>
          </p:nvPr>
        </p:nvSpPr>
        <p:spPr>
          <a:xfrm>
            <a:off x="512763" y="1366838"/>
            <a:ext cx="7772400" cy="4648200"/>
          </a:xfrm>
        </p:spPr>
        <p:txBody>
          <a:bodyPr vert="horz" wrap="square" lIns="91440" tIns="45720" rIns="91440" bIns="45720" anchor="t" anchorCtr="0"/>
          <a:lstStyle/>
          <a:p>
            <a:pPr latinLnBrk="0">
              <a:lnSpc>
                <a:spcPts val="3380"/>
              </a:lnSpc>
              <a:spcBef>
                <a:spcPts val="0"/>
              </a:spcBef>
            </a:pPr>
            <a:r>
              <a:rPr lang="en-US" altLang="zh-CN"/>
              <a:t>we</a:t>
            </a:r>
            <a:r>
              <a:rPr lang="en-US" altLang="en-US"/>
              <a:t>’</a:t>
            </a:r>
            <a:r>
              <a:rPr lang="en-US" altLang="zh-CN"/>
              <a:t>ll see</a:t>
            </a:r>
            <a:r>
              <a:rPr lang="en-US" altLang="zh-CN" i="1">
                <a:solidFill>
                  <a:srgbClr val="000090"/>
                </a:solidFill>
              </a:rPr>
              <a:t> why </a:t>
            </a:r>
            <a:r>
              <a:rPr lang="en-US" altLang="zh-CN"/>
              <a:t>longest prefix matching is used shortly, when we study addressing</a:t>
            </a:r>
          </a:p>
          <a:p>
            <a:pPr latinLnBrk="0">
              <a:lnSpc>
                <a:spcPts val="3380"/>
              </a:lnSpc>
              <a:spcBef>
                <a:spcPts val="0"/>
              </a:spcBef>
            </a:pPr>
            <a:r>
              <a:rPr lang="en-US" altLang="zh-CN"/>
              <a:t>longest prefix matching: often performed using ternary content addressable memories (TCAMs)</a:t>
            </a:r>
          </a:p>
          <a:p>
            <a:pPr lvl="1" latinLnBrk="0">
              <a:lnSpc>
                <a:spcPts val="3380"/>
              </a:lnSpc>
              <a:spcBef>
                <a:spcPts val="0"/>
              </a:spcBef>
            </a:pPr>
            <a:r>
              <a:rPr lang="en-US" altLang="zh-CN" i="1">
                <a:solidFill>
                  <a:srgbClr val="CC0000"/>
                </a:solidFill>
              </a:rPr>
              <a:t>content addressable: </a:t>
            </a:r>
            <a:r>
              <a:rPr lang="en-US" altLang="zh-CN"/>
              <a:t>present address to TCAM: retrieve address in one clock cycle, regardless of table size</a:t>
            </a:r>
          </a:p>
          <a:p>
            <a:pPr lvl="1" latinLnBrk="0">
              <a:lnSpc>
                <a:spcPts val="3380"/>
              </a:lnSpc>
              <a:spcBef>
                <a:spcPts val="0"/>
              </a:spcBef>
            </a:pPr>
            <a:r>
              <a:rPr lang="en-US" altLang="zh-CN"/>
              <a:t>Cisco Catalyst: can up ~1M routing table entries in TCAM</a:t>
            </a:r>
          </a:p>
        </p:txBody>
      </p:sp>
      <p:pic>
        <p:nvPicPr>
          <p:cNvPr id="57347" name="Picture 32" descr="underline_base"/>
          <p:cNvPicPr/>
          <p:nvPr/>
        </p:nvPicPr>
        <p:blipFill>
          <a:blip r:embed="rId2"/>
          <a:stretch>
            <a:fillRect/>
          </a:stretch>
        </p:blipFill>
        <p:spPr>
          <a:xfrm>
            <a:off x="473075" y="777875"/>
            <a:ext cx="5484813" cy="173038"/>
          </a:xfrm>
          <a:prstGeom prst="rect">
            <a:avLst/>
          </a:prstGeom>
          <a:noFill/>
          <a:ln w="9525">
            <a:noFill/>
          </a:ln>
        </p:spPr>
      </p:pic>
      <p:sp>
        <p:nvSpPr>
          <p:cNvPr id="5734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43</a:t>
            </a:fld>
            <a:endParaRPr lang="en-US" altLang="zh-CN" sz="1200">
              <a:latin typeface="Tahoma" panose="020B0604030504040204" charset="0"/>
            </a:endParaRPr>
          </a:p>
        </p:txBody>
      </p:sp>
      <p:sp>
        <p:nvSpPr>
          <p:cNvPr id="5734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2" name="文本框 1"/>
          <p:cNvSpPr txBox="1"/>
          <p:nvPr/>
        </p:nvSpPr>
        <p:spPr>
          <a:xfrm>
            <a:off x="4288790" y="3161665"/>
            <a:ext cx="2735580" cy="398780"/>
          </a:xfrm>
          <a:prstGeom prst="rect">
            <a:avLst/>
          </a:prstGeom>
          <a:noFill/>
        </p:spPr>
        <p:txBody>
          <a:bodyPr wrap="square" rtlCol="0" anchor="t">
            <a:spAutoFit/>
          </a:bodyPr>
          <a:lstStyle/>
          <a:p>
            <a:pPr algn="ctr"/>
            <a:r>
              <a:rPr lang="zh-CN" altLang="en-US" sz="2000" b="1" dirty="0">
                <a:solidFill>
                  <a:schemeClr val="accent6"/>
                </a:solidFill>
                <a:latin typeface="华文楷体" panose="02010600040101010101" charset="-122"/>
                <a:ea typeface="华文楷体" panose="02010600040101010101" charset="-122"/>
                <a:sym typeface="+mn-ea"/>
              </a:rPr>
              <a:t>三态内容可寻址存储器</a:t>
            </a:r>
          </a:p>
        </p:txBody>
      </p:sp>
    </p:spTree>
  </p:cSld>
  <p:clrMapOvr>
    <a:masterClrMapping/>
  </p:clrMapOvr>
  <p:transition spd="slow"/>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69" name="Picture 174" descr="underline_base"/>
          <p:cNvPicPr/>
          <p:nvPr/>
        </p:nvPicPr>
        <p:blipFill>
          <a:blip r:embed="rId2"/>
          <a:stretch>
            <a:fillRect/>
          </a:stretch>
        </p:blipFill>
        <p:spPr>
          <a:xfrm>
            <a:off x="500063" y="800100"/>
            <a:ext cx="3656012" cy="173038"/>
          </a:xfrm>
          <a:prstGeom prst="rect">
            <a:avLst/>
          </a:prstGeom>
          <a:noFill/>
          <a:ln w="9525">
            <a:noFill/>
          </a:ln>
        </p:spPr>
      </p:pic>
      <p:sp>
        <p:nvSpPr>
          <p:cNvPr id="58370" name="Rectangle 3"/>
          <p:cNvSpPr>
            <a:spLocks noGrp="1"/>
          </p:cNvSpPr>
          <p:nvPr>
            <p:ph type="title"/>
          </p:nvPr>
        </p:nvSpPr>
        <p:spPr>
          <a:xfrm>
            <a:off x="441325" y="247650"/>
            <a:ext cx="7772400" cy="685800"/>
          </a:xfrm>
        </p:spPr>
        <p:txBody>
          <a:bodyPr vert="horz" wrap="square" lIns="91440" tIns="45720" rIns="91440" bIns="45720" anchor="ctr" anchorCtr="0"/>
          <a:lstStyle/>
          <a:p>
            <a:r>
              <a:rPr lang="en-US" altLang="zh-CN" sz="4000"/>
              <a:t>Switching fabrics</a:t>
            </a:r>
            <a:endParaRPr lang="en-US" altLang="zh-CN"/>
          </a:p>
        </p:txBody>
      </p:sp>
      <p:sp>
        <p:nvSpPr>
          <p:cNvPr id="24582" name="Rectangle 4"/>
          <p:cNvSpPr>
            <a:spLocks noGrp="1" noChangeArrowheads="1"/>
          </p:cNvSpPr>
          <p:nvPr>
            <p:ph idx="1"/>
          </p:nvPr>
        </p:nvSpPr>
        <p:spPr>
          <a:xfrm>
            <a:off x="701675" y="1177925"/>
            <a:ext cx="7772400" cy="4648200"/>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transfer packet from input buffer to appropriate output buffer</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switching rate: rate at which packets can be transfer from inputs to outputs</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000" b="0" i="0" u="none" strike="noStrike" kern="0" cap="none" spc="0" normalizeH="0" baseline="0" noProof="0">
                <a:ln>
                  <a:noFill/>
                </a:ln>
                <a:solidFill>
                  <a:schemeClr val="tx1"/>
                </a:solidFill>
                <a:effectLst/>
                <a:uLnTx/>
                <a:uFillTx/>
                <a:latin typeface="Gill Sans MT"/>
                <a:ea typeface="MS PGothic" charset="0"/>
                <a:cs typeface="Gill Sans MT"/>
              </a:rPr>
              <a:t>often measured as multiple of input/output line rate</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000" b="0" i="0" u="none" strike="noStrike" kern="0" cap="none" spc="0" normalizeH="0" baseline="0" noProof="0">
                <a:ln>
                  <a:noFill/>
                </a:ln>
                <a:solidFill>
                  <a:schemeClr val="tx1"/>
                </a:solidFill>
                <a:effectLst/>
                <a:uLnTx/>
                <a:uFillTx/>
                <a:latin typeface="Gill Sans MT"/>
                <a:ea typeface="MS PGothic" charset="0"/>
                <a:cs typeface="Gill Sans MT"/>
              </a:rPr>
              <a:t>N inputs: switching rate N times line rate desirable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three types of switching fabrics</a:t>
            </a:r>
          </a:p>
        </p:txBody>
      </p:sp>
      <p:grpSp>
        <p:nvGrpSpPr>
          <p:cNvPr id="58372" name="Group 30"/>
          <p:cNvGrpSpPr/>
          <p:nvPr/>
        </p:nvGrpSpPr>
        <p:grpSpPr>
          <a:xfrm>
            <a:off x="742950" y="4283075"/>
            <a:ext cx="890588" cy="215900"/>
            <a:chOff x="876" y="2800"/>
            <a:chExt cx="642" cy="175"/>
          </a:xfrm>
        </p:grpSpPr>
        <p:sp>
          <p:nvSpPr>
            <p:cNvPr id="58502" name="Rectangle 7"/>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503" name="Rectangle 8"/>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504" name="Rectangle 9"/>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505" name="Rectangle 10"/>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506" name="Line 11"/>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58373" name="Group 45"/>
          <p:cNvGrpSpPr/>
          <p:nvPr/>
        </p:nvGrpSpPr>
        <p:grpSpPr>
          <a:xfrm>
            <a:off x="719138" y="4678363"/>
            <a:ext cx="890587" cy="215900"/>
            <a:chOff x="876" y="2800"/>
            <a:chExt cx="642" cy="175"/>
          </a:xfrm>
        </p:grpSpPr>
        <p:sp>
          <p:nvSpPr>
            <p:cNvPr id="58497" name="Rectangle 46"/>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98" name="Rectangle 47"/>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99" name="Rectangle 48"/>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500" name="Rectangle 49"/>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501" name="Line 50"/>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58374" name="Group 51"/>
          <p:cNvGrpSpPr/>
          <p:nvPr/>
        </p:nvGrpSpPr>
        <p:grpSpPr>
          <a:xfrm>
            <a:off x="714375" y="5105400"/>
            <a:ext cx="890588" cy="215900"/>
            <a:chOff x="876" y="2800"/>
            <a:chExt cx="642" cy="175"/>
          </a:xfrm>
        </p:grpSpPr>
        <p:sp>
          <p:nvSpPr>
            <p:cNvPr id="58492" name="Rectangle 52"/>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93" name="Rectangle 53"/>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94" name="Rectangle 54"/>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95" name="Rectangle 55"/>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96" name="Line 56"/>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sp>
        <p:nvSpPr>
          <p:cNvPr id="58375" name="Rectangle 57"/>
          <p:cNvSpPr/>
          <p:nvPr/>
        </p:nvSpPr>
        <p:spPr>
          <a:xfrm>
            <a:off x="1601788" y="4200525"/>
            <a:ext cx="704850" cy="1176338"/>
          </a:xfrm>
          <a:prstGeom prst="rect">
            <a:avLst/>
          </a:prstGeom>
          <a:no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58376" name="Group 64"/>
          <p:cNvGrpSpPr/>
          <p:nvPr/>
        </p:nvGrpSpPr>
        <p:grpSpPr>
          <a:xfrm>
            <a:off x="2311400" y="4281488"/>
            <a:ext cx="890588" cy="215900"/>
            <a:chOff x="455" y="3463"/>
            <a:chExt cx="561" cy="136"/>
          </a:xfrm>
        </p:grpSpPr>
        <p:sp>
          <p:nvSpPr>
            <p:cNvPr id="58487" name="Rectangle 59"/>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88" name="Rectangle 60"/>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89" name="Rectangle 61"/>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90" name="Rectangle 62"/>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91" name="Line 63"/>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grpSp>
        <p:nvGrpSpPr>
          <p:cNvPr id="58377" name="Group 65"/>
          <p:cNvGrpSpPr/>
          <p:nvPr/>
        </p:nvGrpSpPr>
        <p:grpSpPr>
          <a:xfrm>
            <a:off x="2316163" y="4673600"/>
            <a:ext cx="890587" cy="215900"/>
            <a:chOff x="455" y="3463"/>
            <a:chExt cx="561" cy="136"/>
          </a:xfrm>
        </p:grpSpPr>
        <p:sp>
          <p:nvSpPr>
            <p:cNvPr id="58482" name="Rectangle 66"/>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83" name="Rectangle 67"/>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84" name="Rectangle 68"/>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85" name="Rectangle 69"/>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86" name="Line 70"/>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grpSp>
        <p:nvGrpSpPr>
          <p:cNvPr id="58378" name="Group 71"/>
          <p:cNvGrpSpPr/>
          <p:nvPr/>
        </p:nvGrpSpPr>
        <p:grpSpPr>
          <a:xfrm>
            <a:off x="2311400" y="5100638"/>
            <a:ext cx="890588" cy="215900"/>
            <a:chOff x="455" y="3463"/>
            <a:chExt cx="561" cy="136"/>
          </a:xfrm>
        </p:grpSpPr>
        <p:sp>
          <p:nvSpPr>
            <p:cNvPr id="58477" name="Rectangle 72"/>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78" name="Rectangle 73"/>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79" name="Rectangle 74"/>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80" name="Rectangle 75"/>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81" name="Line 76"/>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sp>
        <p:nvSpPr>
          <p:cNvPr id="58379" name="Text Box 78"/>
          <p:cNvSpPr txBox="1"/>
          <p:nvPr/>
        </p:nvSpPr>
        <p:spPr>
          <a:xfrm>
            <a:off x="1435100" y="5586413"/>
            <a:ext cx="10096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memory</a:t>
            </a:r>
          </a:p>
        </p:txBody>
      </p:sp>
      <p:sp>
        <p:nvSpPr>
          <p:cNvPr id="58380" name="Text Box 79"/>
          <p:cNvSpPr txBox="1"/>
          <p:nvPr/>
        </p:nvSpPr>
        <p:spPr>
          <a:xfrm>
            <a:off x="1533525" y="4518025"/>
            <a:ext cx="823913"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memory</a:t>
            </a:r>
          </a:p>
        </p:txBody>
      </p:sp>
      <p:grpSp>
        <p:nvGrpSpPr>
          <p:cNvPr id="58381" name="Group 80"/>
          <p:cNvGrpSpPr/>
          <p:nvPr/>
        </p:nvGrpSpPr>
        <p:grpSpPr>
          <a:xfrm>
            <a:off x="3648075" y="4267200"/>
            <a:ext cx="890588" cy="215900"/>
            <a:chOff x="876" y="2800"/>
            <a:chExt cx="642" cy="175"/>
          </a:xfrm>
        </p:grpSpPr>
        <p:sp>
          <p:nvSpPr>
            <p:cNvPr id="58472" name="Rectangle 81"/>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73" name="Rectangle 82"/>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74" name="Rectangle 83"/>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75" name="Rectangle 84"/>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76" name="Line 85"/>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58382" name="Group 86"/>
          <p:cNvGrpSpPr/>
          <p:nvPr/>
        </p:nvGrpSpPr>
        <p:grpSpPr>
          <a:xfrm>
            <a:off x="3646488" y="4662488"/>
            <a:ext cx="890587" cy="215900"/>
            <a:chOff x="876" y="2800"/>
            <a:chExt cx="642" cy="175"/>
          </a:xfrm>
        </p:grpSpPr>
        <p:sp>
          <p:nvSpPr>
            <p:cNvPr id="58467" name="Rectangle 87"/>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68" name="Rectangle 88"/>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69" name="Rectangle 89"/>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70" name="Rectangle 90"/>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71" name="Line 91"/>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58383" name="Group 92"/>
          <p:cNvGrpSpPr/>
          <p:nvPr/>
        </p:nvGrpSpPr>
        <p:grpSpPr>
          <a:xfrm>
            <a:off x="3641725" y="5089525"/>
            <a:ext cx="890588" cy="215900"/>
            <a:chOff x="876" y="2800"/>
            <a:chExt cx="642" cy="175"/>
          </a:xfrm>
        </p:grpSpPr>
        <p:sp>
          <p:nvSpPr>
            <p:cNvPr id="58462" name="Rectangle 93"/>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63" name="Rectangle 94"/>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64" name="Rectangle 95"/>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65" name="Rectangle 96"/>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66" name="Line 97"/>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sp>
        <p:nvSpPr>
          <p:cNvPr id="58384" name="Line 98"/>
          <p:cNvSpPr/>
          <p:nvPr/>
        </p:nvSpPr>
        <p:spPr>
          <a:xfrm>
            <a:off x="4549775" y="4270375"/>
            <a:ext cx="0" cy="1003300"/>
          </a:xfrm>
          <a:prstGeom prst="line">
            <a:avLst/>
          </a:prstGeom>
          <a:ln w="76200" cap="flat" cmpd="sng">
            <a:solidFill>
              <a:srgbClr val="FF0000"/>
            </a:solidFill>
            <a:prstDash val="solid"/>
            <a:headEnd type="none" w="med" len="med"/>
            <a:tailEnd type="none" w="med" len="med"/>
          </a:ln>
        </p:spPr>
      </p:sp>
      <p:grpSp>
        <p:nvGrpSpPr>
          <p:cNvPr id="58385" name="Group 99"/>
          <p:cNvGrpSpPr/>
          <p:nvPr/>
        </p:nvGrpSpPr>
        <p:grpSpPr>
          <a:xfrm>
            <a:off x="4603750" y="4254500"/>
            <a:ext cx="890588" cy="215900"/>
            <a:chOff x="455" y="3463"/>
            <a:chExt cx="561" cy="136"/>
          </a:xfrm>
        </p:grpSpPr>
        <p:sp>
          <p:nvSpPr>
            <p:cNvPr id="58457" name="Rectangle 100"/>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58" name="Rectangle 101"/>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59" name="Rectangle 102"/>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60" name="Rectangle 103"/>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61" name="Line 104"/>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grpSp>
        <p:nvGrpSpPr>
          <p:cNvPr id="58386" name="Group 105"/>
          <p:cNvGrpSpPr/>
          <p:nvPr/>
        </p:nvGrpSpPr>
        <p:grpSpPr>
          <a:xfrm>
            <a:off x="4608513" y="4646613"/>
            <a:ext cx="890587" cy="215900"/>
            <a:chOff x="455" y="3463"/>
            <a:chExt cx="561" cy="136"/>
          </a:xfrm>
        </p:grpSpPr>
        <p:sp>
          <p:nvSpPr>
            <p:cNvPr id="58452" name="Rectangle 106"/>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53" name="Rectangle 107"/>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54" name="Rectangle 108"/>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55" name="Rectangle 109"/>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56" name="Line 110"/>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grpSp>
        <p:nvGrpSpPr>
          <p:cNvPr id="58387" name="Group 111"/>
          <p:cNvGrpSpPr/>
          <p:nvPr/>
        </p:nvGrpSpPr>
        <p:grpSpPr>
          <a:xfrm>
            <a:off x="4603750" y="5073650"/>
            <a:ext cx="890588" cy="215900"/>
            <a:chOff x="455" y="3463"/>
            <a:chExt cx="561" cy="136"/>
          </a:xfrm>
        </p:grpSpPr>
        <p:sp>
          <p:nvSpPr>
            <p:cNvPr id="58447" name="Rectangle 112"/>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48" name="Rectangle 113"/>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49" name="Rectangle 114"/>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50" name="Rectangle 115"/>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51" name="Line 116"/>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sp>
        <p:nvSpPr>
          <p:cNvPr id="58388" name="Text Box 117"/>
          <p:cNvSpPr txBox="1"/>
          <p:nvPr/>
        </p:nvSpPr>
        <p:spPr>
          <a:xfrm>
            <a:off x="4286250" y="5583238"/>
            <a:ext cx="5524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bus</a:t>
            </a:r>
          </a:p>
        </p:txBody>
      </p:sp>
      <p:grpSp>
        <p:nvGrpSpPr>
          <p:cNvPr id="58389" name="Group 118"/>
          <p:cNvGrpSpPr/>
          <p:nvPr/>
        </p:nvGrpSpPr>
        <p:grpSpPr>
          <a:xfrm>
            <a:off x="6091238" y="4233863"/>
            <a:ext cx="890587" cy="215900"/>
            <a:chOff x="876" y="2800"/>
            <a:chExt cx="642" cy="175"/>
          </a:xfrm>
        </p:grpSpPr>
        <p:sp>
          <p:nvSpPr>
            <p:cNvPr id="58442" name="Rectangle 119"/>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43" name="Rectangle 120"/>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44" name="Rectangle 121"/>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45" name="Rectangle 122"/>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46" name="Line 123"/>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58390" name="Group 124"/>
          <p:cNvGrpSpPr/>
          <p:nvPr/>
        </p:nvGrpSpPr>
        <p:grpSpPr>
          <a:xfrm>
            <a:off x="6067425" y="4629150"/>
            <a:ext cx="890588" cy="215900"/>
            <a:chOff x="876" y="2800"/>
            <a:chExt cx="642" cy="175"/>
          </a:xfrm>
        </p:grpSpPr>
        <p:sp>
          <p:nvSpPr>
            <p:cNvPr id="58437" name="Rectangle 125"/>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38" name="Rectangle 126"/>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39" name="Rectangle 127"/>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40" name="Rectangle 128"/>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41" name="Line 129"/>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58391" name="Group 130"/>
          <p:cNvGrpSpPr/>
          <p:nvPr/>
        </p:nvGrpSpPr>
        <p:grpSpPr>
          <a:xfrm>
            <a:off x="6062663" y="5056188"/>
            <a:ext cx="890587" cy="215900"/>
            <a:chOff x="876" y="2800"/>
            <a:chExt cx="642" cy="175"/>
          </a:xfrm>
        </p:grpSpPr>
        <p:sp>
          <p:nvSpPr>
            <p:cNvPr id="58432" name="Rectangle 131"/>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33" name="Rectangle 132"/>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34" name="Rectangle 133"/>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35" name="Rectangle 134"/>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36" name="Line 135"/>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58392" name="Group 154"/>
          <p:cNvGrpSpPr/>
          <p:nvPr/>
        </p:nvGrpSpPr>
        <p:grpSpPr>
          <a:xfrm rot="5400000">
            <a:off x="7186613" y="5253038"/>
            <a:ext cx="895350" cy="1035050"/>
            <a:chOff x="2954" y="2776"/>
            <a:chExt cx="564" cy="652"/>
          </a:xfrm>
        </p:grpSpPr>
        <p:grpSp>
          <p:nvGrpSpPr>
            <p:cNvPr id="58414" name="Group 136"/>
            <p:cNvGrpSpPr/>
            <p:nvPr/>
          </p:nvGrpSpPr>
          <p:grpSpPr>
            <a:xfrm>
              <a:off x="2954" y="2776"/>
              <a:ext cx="561" cy="136"/>
              <a:chOff x="455" y="3463"/>
              <a:chExt cx="561" cy="136"/>
            </a:xfrm>
          </p:grpSpPr>
          <p:sp>
            <p:nvSpPr>
              <p:cNvPr id="58427" name="Rectangle 137"/>
              <p:cNvSpPr/>
              <p:nvPr/>
            </p:nvSpPr>
            <p:spPr>
              <a:xfrm>
                <a:off x="496" y="3465"/>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28" name="Rectangle 138"/>
              <p:cNvSpPr/>
              <p:nvPr/>
            </p:nvSpPr>
            <p:spPr>
              <a:xfrm>
                <a:off x="769" y="3504"/>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29" name="Rectangle 139"/>
              <p:cNvSpPr/>
              <p:nvPr/>
            </p:nvSpPr>
            <p:spPr>
              <a:xfrm>
                <a:off x="642" y="3479"/>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30" name="Rectangle 140"/>
              <p:cNvSpPr/>
              <p:nvPr/>
            </p:nvSpPr>
            <p:spPr>
              <a:xfrm>
                <a:off x="515" y="3484"/>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31" name="Line 141"/>
              <p:cNvSpPr/>
              <p:nvPr/>
            </p:nvSpPr>
            <p:spPr>
              <a:xfrm flipV="1">
                <a:off x="453" y="3529"/>
                <a:ext cx="561" cy="4"/>
              </a:xfrm>
              <a:prstGeom prst="line">
                <a:avLst/>
              </a:prstGeom>
              <a:ln w="19050" cap="flat" cmpd="sng">
                <a:solidFill>
                  <a:schemeClr val="tx1"/>
                </a:solidFill>
                <a:prstDash val="solid"/>
                <a:headEnd type="none" w="med" len="med"/>
                <a:tailEnd type="triangle" w="med" len="med"/>
              </a:ln>
            </p:spPr>
          </p:sp>
        </p:grpSp>
        <p:grpSp>
          <p:nvGrpSpPr>
            <p:cNvPr id="58415" name="Group 142"/>
            <p:cNvGrpSpPr/>
            <p:nvPr/>
          </p:nvGrpSpPr>
          <p:grpSpPr>
            <a:xfrm>
              <a:off x="2957" y="3023"/>
              <a:ext cx="561" cy="136"/>
              <a:chOff x="455" y="3463"/>
              <a:chExt cx="561" cy="136"/>
            </a:xfrm>
          </p:grpSpPr>
          <p:sp>
            <p:nvSpPr>
              <p:cNvPr id="58422" name="Rectangle 143"/>
              <p:cNvSpPr/>
              <p:nvPr/>
            </p:nvSpPr>
            <p:spPr>
              <a:xfrm>
                <a:off x="496" y="3465"/>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23" name="Rectangle 144"/>
              <p:cNvSpPr/>
              <p:nvPr/>
            </p:nvSpPr>
            <p:spPr>
              <a:xfrm>
                <a:off x="769" y="3504"/>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24" name="Rectangle 145"/>
              <p:cNvSpPr/>
              <p:nvPr/>
            </p:nvSpPr>
            <p:spPr>
              <a:xfrm>
                <a:off x="642" y="3479"/>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25" name="Rectangle 146"/>
              <p:cNvSpPr/>
              <p:nvPr/>
            </p:nvSpPr>
            <p:spPr>
              <a:xfrm>
                <a:off x="515" y="3484"/>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26" name="Line 147"/>
              <p:cNvSpPr/>
              <p:nvPr/>
            </p:nvSpPr>
            <p:spPr>
              <a:xfrm flipV="1">
                <a:off x="453" y="3529"/>
                <a:ext cx="561" cy="4"/>
              </a:xfrm>
              <a:prstGeom prst="line">
                <a:avLst/>
              </a:prstGeom>
              <a:ln w="19050" cap="flat" cmpd="sng">
                <a:solidFill>
                  <a:schemeClr val="tx1"/>
                </a:solidFill>
                <a:prstDash val="solid"/>
                <a:headEnd type="none" w="med" len="med"/>
                <a:tailEnd type="triangle" w="med" len="med"/>
              </a:ln>
            </p:spPr>
          </p:sp>
        </p:grpSp>
        <p:grpSp>
          <p:nvGrpSpPr>
            <p:cNvPr id="58416" name="Group 148"/>
            <p:cNvGrpSpPr/>
            <p:nvPr/>
          </p:nvGrpSpPr>
          <p:grpSpPr>
            <a:xfrm>
              <a:off x="2954" y="3292"/>
              <a:ext cx="561" cy="136"/>
              <a:chOff x="455" y="3463"/>
              <a:chExt cx="561" cy="136"/>
            </a:xfrm>
          </p:grpSpPr>
          <p:sp>
            <p:nvSpPr>
              <p:cNvPr id="58417" name="Rectangle 149"/>
              <p:cNvSpPr/>
              <p:nvPr/>
            </p:nvSpPr>
            <p:spPr>
              <a:xfrm>
                <a:off x="496" y="3465"/>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18" name="Rectangle 150"/>
              <p:cNvSpPr/>
              <p:nvPr/>
            </p:nvSpPr>
            <p:spPr>
              <a:xfrm>
                <a:off x="769" y="3504"/>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19" name="Rectangle 151"/>
              <p:cNvSpPr/>
              <p:nvPr/>
            </p:nvSpPr>
            <p:spPr>
              <a:xfrm>
                <a:off x="642" y="3479"/>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20" name="Rectangle 152"/>
              <p:cNvSpPr/>
              <p:nvPr/>
            </p:nvSpPr>
            <p:spPr>
              <a:xfrm>
                <a:off x="515" y="3484"/>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21" name="Line 153"/>
              <p:cNvSpPr/>
              <p:nvPr/>
            </p:nvSpPr>
            <p:spPr>
              <a:xfrm flipV="1">
                <a:off x="453" y="3529"/>
                <a:ext cx="561" cy="4"/>
              </a:xfrm>
              <a:prstGeom prst="line">
                <a:avLst/>
              </a:prstGeom>
              <a:ln w="19050" cap="flat" cmpd="sng">
                <a:solidFill>
                  <a:schemeClr val="tx1"/>
                </a:solidFill>
                <a:prstDash val="solid"/>
                <a:headEnd type="none" w="med" len="med"/>
                <a:tailEnd type="triangle" w="med" len="med"/>
              </a:ln>
            </p:spPr>
          </p:sp>
        </p:grpSp>
      </p:grpSp>
      <p:sp>
        <p:nvSpPr>
          <p:cNvPr id="58393" name="Line 155"/>
          <p:cNvSpPr/>
          <p:nvPr/>
        </p:nvSpPr>
        <p:spPr>
          <a:xfrm>
            <a:off x="6981825" y="4340225"/>
            <a:ext cx="1063625" cy="0"/>
          </a:xfrm>
          <a:prstGeom prst="line">
            <a:avLst/>
          </a:prstGeom>
          <a:ln w="28575" cap="flat" cmpd="sng">
            <a:solidFill>
              <a:srgbClr val="FF0000"/>
            </a:solidFill>
            <a:prstDash val="solid"/>
            <a:headEnd type="none" w="med" len="med"/>
            <a:tailEnd type="none" w="med" len="med"/>
          </a:ln>
        </p:spPr>
      </p:sp>
      <p:sp>
        <p:nvSpPr>
          <p:cNvPr id="58394" name="Line 156"/>
          <p:cNvSpPr/>
          <p:nvPr/>
        </p:nvSpPr>
        <p:spPr>
          <a:xfrm flipV="1">
            <a:off x="6943725" y="4727575"/>
            <a:ext cx="1111250" cy="3175"/>
          </a:xfrm>
          <a:prstGeom prst="line">
            <a:avLst/>
          </a:prstGeom>
          <a:ln w="28575" cap="flat" cmpd="sng">
            <a:solidFill>
              <a:srgbClr val="FF0000"/>
            </a:solidFill>
            <a:prstDash val="solid"/>
            <a:headEnd type="none" w="med" len="med"/>
            <a:tailEnd type="none" w="med" len="med"/>
          </a:ln>
        </p:spPr>
      </p:sp>
      <p:sp>
        <p:nvSpPr>
          <p:cNvPr id="58395" name="Line 157"/>
          <p:cNvSpPr/>
          <p:nvPr/>
        </p:nvSpPr>
        <p:spPr>
          <a:xfrm>
            <a:off x="6943725" y="5159375"/>
            <a:ext cx="1101725" cy="0"/>
          </a:xfrm>
          <a:prstGeom prst="line">
            <a:avLst/>
          </a:prstGeom>
          <a:ln w="28575" cap="flat" cmpd="sng">
            <a:solidFill>
              <a:srgbClr val="FF0000"/>
            </a:solidFill>
            <a:prstDash val="solid"/>
            <a:headEnd type="none" w="med" len="med"/>
            <a:tailEnd type="none" w="med" len="med"/>
          </a:ln>
        </p:spPr>
      </p:sp>
      <p:sp>
        <p:nvSpPr>
          <p:cNvPr id="58396" name="Line 158"/>
          <p:cNvSpPr/>
          <p:nvPr/>
        </p:nvSpPr>
        <p:spPr>
          <a:xfrm flipV="1">
            <a:off x="7226300" y="4340225"/>
            <a:ext cx="0" cy="977900"/>
          </a:xfrm>
          <a:prstGeom prst="line">
            <a:avLst/>
          </a:prstGeom>
          <a:ln w="28575" cap="flat" cmpd="sng">
            <a:solidFill>
              <a:srgbClr val="FF0000"/>
            </a:solidFill>
            <a:prstDash val="solid"/>
            <a:headEnd type="none" w="med" len="med"/>
            <a:tailEnd type="none" w="med" len="med"/>
          </a:ln>
        </p:spPr>
      </p:sp>
      <p:sp>
        <p:nvSpPr>
          <p:cNvPr id="58397" name="Line 159"/>
          <p:cNvSpPr/>
          <p:nvPr/>
        </p:nvSpPr>
        <p:spPr>
          <a:xfrm flipV="1">
            <a:off x="7648575" y="4340225"/>
            <a:ext cx="0" cy="977900"/>
          </a:xfrm>
          <a:prstGeom prst="line">
            <a:avLst/>
          </a:prstGeom>
          <a:ln w="28575" cap="flat" cmpd="sng">
            <a:solidFill>
              <a:srgbClr val="FF0000"/>
            </a:solidFill>
            <a:prstDash val="solid"/>
            <a:headEnd type="none" w="med" len="med"/>
            <a:tailEnd type="none" w="med" len="med"/>
          </a:ln>
        </p:spPr>
      </p:sp>
      <p:sp>
        <p:nvSpPr>
          <p:cNvPr id="58398" name="Line 160"/>
          <p:cNvSpPr/>
          <p:nvPr/>
        </p:nvSpPr>
        <p:spPr>
          <a:xfrm flipV="1">
            <a:off x="8045450" y="4330700"/>
            <a:ext cx="0" cy="977900"/>
          </a:xfrm>
          <a:prstGeom prst="line">
            <a:avLst/>
          </a:prstGeom>
          <a:ln w="28575" cap="flat" cmpd="sng">
            <a:solidFill>
              <a:srgbClr val="FF0000"/>
            </a:solidFill>
            <a:prstDash val="solid"/>
            <a:headEnd type="none" w="med" len="med"/>
            <a:tailEnd type="none" w="med" len="med"/>
          </a:ln>
        </p:spPr>
      </p:sp>
      <p:sp>
        <p:nvSpPr>
          <p:cNvPr id="58399" name="Oval 161"/>
          <p:cNvSpPr/>
          <p:nvPr/>
        </p:nvSpPr>
        <p:spPr>
          <a:xfrm>
            <a:off x="7185025" y="4302125"/>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0" name="Oval 162"/>
          <p:cNvSpPr/>
          <p:nvPr/>
        </p:nvSpPr>
        <p:spPr>
          <a:xfrm>
            <a:off x="7185025" y="4686300"/>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1" name="Oval 163"/>
          <p:cNvSpPr/>
          <p:nvPr/>
        </p:nvSpPr>
        <p:spPr>
          <a:xfrm>
            <a:off x="7178675" y="5111750"/>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2" name="Oval 164"/>
          <p:cNvSpPr/>
          <p:nvPr/>
        </p:nvSpPr>
        <p:spPr>
          <a:xfrm>
            <a:off x="7610475" y="4302125"/>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3" name="Oval 165"/>
          <p:cNvSpPr/>
          <p:nvPr/>
        </p:nvSpPr>
        <p:spPr>
          <a:xfrm>
            <a:off x="7610475" y="4686300"/>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4" name="Oval 166"/>
          <p:cNvSpPr/>
          <p:nvPr/>
        </p:nvSpPr>
        <p:spPr>
          <a:xfrm>
            <a:off x="7604125" y="5111750"/>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5" name="Oval 167"/>
          <p:cNvSpPr/>
          <p:nvPr/>
        </p:nvSpPr>
        <p:spPr>
          <a:xfrm>
            <a:off x="8001000" y="4302125"/>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6" name="Oval 168"/>
          <p:cNvSpPr/>
          <p:nvPr/>
        </p:nvSpPr>
        <p:spPr>
          <a:xfrm>
            <a:off x="8001000" y="4686300"/>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7" name="Oval 169"/>
          <p:cNvSpPr/>
          <p:nvPr/>
        </p:nvSpPr>
        <p:spPr>
          <a:xfrm>
            <a:off x="7994650" y="5111750"/>
            <a:ext cx="88900" cy="88900"/>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8408" name="Text Box 170"/>
          <p:cNvSpPr txBox="1"/>
          <p:nvPr/>
        </p:nvSpPr>
        <p:spPr>
          <a:xfrm>
            <a:off x="5899150" y="5589588"/>
            <a:ext cx="10604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crossbar</a:t>
            </a:r>
          </a:p>
        </p:txBody>
      </p:sp>
      <p:sp>
        <p:nvSpPr>
          <p:cNvPr id="58409" name="Freeform 171"/>
          <p:cNvSpPr/>
          <p:nvPr/>
        </p:nvSpPr>
        <p:spPr>
          <a:xfrm>
            <a:off x="590550" y="4325938"/>
            <a:ext cx="2798763" cy="412750"/>
          </a:xfrm>
          <a:custGeom>
            <a:avLst/>
            <a:gdLst>
              <a:gd name="txL" fmla="*/ 0 w 1763"/>
              <a:gd name="txT" fmla="*/ 0 h 260"/>
              <a:gd name="txR" fmla="*/ 1763 w 1763"/>
              <a:gd name="txB" fmla="*/ 260 h 260"/>
            </a:gdLst>
            <a:ahLst/>
            <a:cxnLst>
              <a:cxn ang="0">
                <a:pos x="0" y="0"/>
              </a:cxn>
              <a:cxn ang="0">
                <a:pos x="2147483646" y="0"/>
              </a:cxn>
              <a:cxn ang="0">
                <a:pos x="2147483646" y="2147483646"/>
              </a:cxn>
              <a:cxn ang="0">
                <a:pos x="2147483646" y="2147483646"/>
              </a:cxn>
            </a:cxnLst>
            <a:rect l="txL" t="txT" r="txR" b="txB"/>
            <a:pathLst>
              <a:path w="1763" h="260">
                <a:moveTo>
                  <a:pt x="0" y="0"/>
                </a:moveTo>
                <a:lnTo>
                  <a:pt x="689" y="0"/>
                </a:lnTo>
                <a:lnTo>
                  <a:pt x="1054" y="260"/>
                </a:lnTo>
                <a:lnTo>
                  <a:pt x="1763" y="260"/>
                </a:lnTo>
              </a:path>
            </a:pathLst>
          </a:custGeom>
          <a:noFill/>
          <a:ln w="38100" cap="flat" cmpd="sng">
            <a:solidFill>
              <a:schemeClr val="tx1">
                <a:alpha val="100000"/>
              </a:schemeClr>
            </a:solidFill>
            <a:prstDash val="solid"/>
            <a:round/>
            <a:headEnd type="none" w="med" len="med"/>
            <a:tailEnd type="triangle" w="med" len="med"/>
          </a:ln>
        </p:spPr>
        <p:txBody>
          <a:bodyPr/>
          <a:lstStyle/>
          <a:p>
            <a:endParaRPr lang="zh-CN" altLang="en-US"/>
          </a:p>
        </p:txBody>
      </p:sp>
      <p:sp>
        <p:nvSpPr>
          <p:cNvPr id="58410" name="Freeform 172"/>
          <p:cNvSpPr/>
          <p:nvPr/>
        </p:nvSpPr>
        <p:spPr>
          <a:xfrm>
            <a:off x="3641725" y="4295775"/>
            <a:ext cx="2006600" cy="400050"/>
          </a:xfrm>
          <a:custGeom>
            <a:avLst/>
            <a:gdLst>
              <a:gd name="txL" fmla="*/ 0 w 1264"/>
              <a:gd name="txT" fmla="*/ 0 h 252"/>
              <a:gd name="txR" fmla="*/ 1264 w 1264"/>
              <a:gd name="txB" fmla="*/ 252 h 252"/>
            </a:gdLst>
            <a:ahLst/>
            <a:cxnLst>
              <a:cxn ang="0">
                <a:pos x="0" y="2147483646"/>
              </a:cxn>
              <a:cxn ang="0">
                <a:pos x="2147483646" y="0"/>
              </a:cxn>
              <a:cxn ang="0">
                <a:pos x="2147483646" y="2147483646"/>
              </a:cxn>
              <a:cxn ang="0">
                <a:pos x="2147483646" y="2147483646"/>
              </a:cxn>
            </a:cxnLst>
            <a:rect l="txL" t="txT" r="txR" b="txB"/>
            <a:pathLst>
              <a:path w="1264" h="252">
                <a:moveTo>
                  <a:pt x="0" y="2"/>
                </a:moveTo>
                <a:lnTo>
                  <a:pt x="622" y="0"/>
                </a:lnTo>
                <a:lnTo>
                  <a:pt x="616" y="246"/>
                </a:lnTo>
                <a:lnTo>
                  <a:pt x="1264" y="252"/>
                </a:lnTo>
              </a:path>
            </a:pathLst>
          </a:custGeom>
          <a:noFill/>
          <a:ln w="38100" cap="flat" cmpd="sng">
            <a:solidFill>
              <a:schemeClr val="tx1">
                <a:alpha val="100000"/>
              </a:schemeClr>
            </a:solidFill>
            <a:prstDash val="solid"/>
            <a:round/>
            <a:headEnd type="none" w="med" len="med"/>
            <a:tailEnd type="triangle" w="med" len="med"/>
          </a:ln>
        </p:spPr>
        <p:txBody>
          <a:bodyPr/>
          <a:lstStyle/>
          <a:p>
            <a:endParaRPr lang="zh-CN" altLang="en-US"/>
          </a:p>
        </p:txBody>
      </p:sp>
      <p:sp>
        <p:nvSpPr>
          <p:cNvPr id="58411" name="Freeform 173"/>
          <p:cNvSpPr/>
          <p:nvPr/>
        </p:nvSpPr>
        <p:spPr>
          <a:xfrm>
            <a:off x="6038850" y="4286250"/>
            <a:ext cx="1543050" cy="2014538"/>
          </a:xfrm>
          <a:custGeom>
            <a:avLst/>
            <a:gdLst>
              <a:gd name="txL" fmla="*/ 0 w 972"/>
              <a:gd name="txT" fmla="*/ 0 h 1266"/>
              <a:gd name="txR" fmla="*/ 972 w 972"/>
              <a:gd name="txB" fmla="*/ 1266 h 1266"/>
            </a:gdLst>
            <a:ahLst/>
            <a:cxnLst>
              <a:cxn ang="0">
                <a:pos x="0" y="2147483646"/>
              </a:cxn>
              <a:cxn ang="0">
                <a:pos x="2147483646" y="0"/>
              </a:cxn>
              <a:cxn ang="0">
                <a:pos x="2147483646" y="2147483646"/>
              </a:cxn>
            </a:cxnLst>
            <a:rect l="txL" t="txT" r="txR" b="txB"/>
            <a:pathLst>
              <a:path w="972" h="1266">
                <a:moveTo>
                  <a:pt x="0" y="3"/>
                </a:moveTo>
                <a:lnTo>
                  <a:pt x="969" y="0"/>
                </a:lnTo>
                <a:lnTo>
                  <a:pt x="972" y="1266"/>
                </a:lnTo>
              </a:path>
            </a:pathLst>
          </a:custGeom>
          <a:noFill/>
          <a:ln w="38100" cap="flat" cmpd="sng">
            <a:solidFill>
              <a:schemeClr val="tx1">
                <a:alpha val="100000"/>
              </a:schemeClr>
            </a:solidFill>
            <a:prstDash val="solid"/>
            <a:round/>
            <a:headEnd type="none" w="med" len="med"/>
            <a:tailEnd type="triangle" w="med" len="med"/>
          </a:ln>
        </p:spPr>
        <p:txBody>
          <a:bodyPr/>
          <a:lstStyle/>
          <a:p>
            <a:endParaRPr lang="zh-CN" altLang="en-US"/>
          </a:p>
        </p:txBody>
      </p:sp>
      <p:sp>
        <p:nvSpPr>
          <p:cNvPr id="58412"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44</a:t>
            </a:fld>
            <a:endParaRPr lang="en-US" altLang="zh-CN" sz="1200">
              <a:latin typeface="Tahoma" panose="020B0604030504040204" charset="0"/>
            </a:endParaRPr>
          </a:p>
        </p:txBody>
      </p:sp>
      <p:sp>
        <p:nvSpPr>
          <p:cNvPr id="5841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3" name="Picture 47" descr="underline_base"/>
          <p:cNvPicPr/>
          <p:nvPr/>
        </p:nvPicPr>
        <p:blipFill>
          <a:blip r:embed="rId2"/>
          <a:stretch>
            <a:fillRect/>
          </a:stretch>
        </p:blipFill>
        <p:spPr>
          <a:xfrm>
            <a:off x="631825" y="781050"/>
            <a:ext cx="4570413" cy="173038"/>
          </a:xfrm>
          <a:prstGeom prst="rect">
            <a:avLst/>
          </a:prstGeom>
          <a:noFill/>
          <a:ln w="9525">
            <a:noFill/>
          </a:ln>
        </p:spPr>
      </p:pic>
      <p:sp>
        <p:nvSpPr>
          <p:cNvPr id="59394" name="Rectangle 2"/>
          <p:cNvSpPr>
            <a:spLocks noGrp="1"/>
          </p:cNvSpPr>
          <p:nvPr>
            <p:ph type="title"/>
          </p:nvPr>
        </p:nvSpPr>
        <p:spPr>
          <a:xfrm>
            <a:off x="652463" y="263525"/>
            <a:ext cx="7772400" cy="609600"/>
          </a:xfrm>
        </p:spPr>
        <p:txBody>
          <a:bodyPr vert="horz" wrap="square" lIns="91440" tIns="45720" rIns="91440" bIns="45720" anchor="ctr" anchorCtr="0"/>
          <a:lstStyle/>
          <a:p>
            <a:r>
              <a:rPr lang="en-US" altLang="zh-CN" sz="4000"/>
              <a:t>Switching via memory</a:t>
            </a:r>
            <a:endParaRPr lang="en-US" altLang="zh-CN"/>
          </a:p>
        </p:txBody>
      </p:sp>
      <p:sp>
        <p:nvSpPr>
          <p:cNvPr id="59395" name="Rectangle 3"/>
          <p:cNvSpPr>
            <a:spLocks noGrp="1"/>
          </p:cNvSpPr>
          <p:nvPr>
            <p:ph idx="1"/>
          </p:nvPr>
        </p:nvSpPr>
        <p:spPr>
          <a:xfrm>
            <a:off x="685800" y="1177925"/>
            <a:ext cx="7848600" cy="1066800"/>
          </a:xfrm>
        </p:spPr>
        <p:txBody>
          <a:bodyPr vert="horz" wrap="square" lIns="91440" tIns="45720" rIns="91440" bIns="45720" anchor="t" anchorCtr="0"/>
          <a:lstStyle/>
          <a:p>
            <a:pPr marL="234950" indent="-234950">
              <a:buNone/>
            </a:pPr>
            <a:r>
              <a:rPr lang="en-US" altLang="zh-CN" i="1">
                <a:solidFill>
                  <a:srgbClr val="CC0000"/>
                </a:solidFill>
              </a:rPr>
              <a:t>first generation routers:</a:t>
            </a:r>
          </a:p>
          <a:p>
            <a:pPr marL="234950" indent="-234950"/>
            <a:r>
              <a:rPr lang="en-US" altLang="zh-CN" sz="2400"/>
              <a:t>traditional computers with switching under direct control of CPU</a:t>
            </a:r>
          </a:p>
          <a:p>
            <a:pPr marL="234950" indent="-234950"/>
            <a:r>
              <a:rPr lang="en-US" altLang="zh-CN" sz="2400"/>
              <a:t>packet </a:t>
            </a:r>
            <a:r>
              <a:rPr lang="en-US" altLang="zh-CN" sz="2400">
                <a:solidFill>
                  <a:srgbClr val="C00000"/>
                </a:solidFill>
              </a:rPr>
              <a:t>copied</a:t>
            </a:r>
            <a:r>
              <a:rPr lang="en-US" altLang="zh-CN" sz="2400"/>
              <a:t> to system</a:t>
            </a:r>
            <a:r>
              <a:rPr lang="ja-JP" altLang="en-US" sz="2400"/>
              <a:t>’</a:t>
            </a:r>
            <a:r>
              <a:rPr lang="en-US" altLang="ja-JP" sz="2400"/>
              <a:t>s memory</a:t>
            </a:r>
          </a:p>
          <a:p>
            <a:pPr marL="234950" indent="-234950"/>
            <a:r>
              <a:rPr lang="en-US" altLang="zh-CN" sz="2400"/>
              <a:t> </a:t>
            </a:r>
            <a:r>
              <a:rPr lang="en-US" altLang="zh-CN" sz="2400">
                <a:solidFill>
                  <a:srgbClr val="C00000"/>
                </a:solidFill>
              </a:rPr>
              <a:t>speed limited</a:t>
            </a:r>
            <a:r>
              <a:rPr lang="en-US" altLang="zh-CN" sz="2400"/>
              <a:t> by memory bandwidth (2 bus crossings per datagram)</a:t>
            </a:r>
            <a:endParaRPr lang="en-US" altLang="zh-CN" sz="1800"/>
          </a:p>
        </p:txBody>
      </p:sp>
      <p:grpSp>
        <p:nvGrpSpPr>
          <p:cNvPr id="59396" name="Group 42"/>
          <p:cNvGrpSpPr/>
          <p:nvPr/>
        </p:nvGrpSpPr>
        <p:grpSpPr>
          <a:xfrm>
            <a:off x="1560513" y="4032250"/>
            <a:ext cx="6611937" cy="1787525"/>
            <a:chOff x="983" y="2540"/>
            <a:chExt cx="4165" cy="1126"/>
          </a:xfrm>
        </p:grpSpPr>
        <p:sp>
          <p:nvSpPr>
            <p:cNvPr id="59403" name="Rectangle 30"/>
            <p:cNvSpPr/>
            <p:nvPr/>
          </p:nvSpPr>
          <p:spPr>
            <a:xfrm>
              <a:off x="983" y="2542"/>
              <a:ext cx="766" cy="702"/>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9404" name="Text Box 31"/>
            <p:cNvSpPr txBox="1"/>
            <p:nvPr/>
          </p:nvSpPr>
          <p:spPr>
            <a:xfrm>
              <a:off x="991" y="2557"/>
              <a:ext cx="708" cy="68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90000"/>
                </a:lnSpc>
                <a:spcBef>
                  <a:spcPct val="0"/>
                </a:spcBef>
                <a:buClrTx/>
                <a:buSzTx/>
                <a:buFontTx/>
                <a:buNone/>
              </a:pPr>
              <a:r>
                <a:rPr lang="en-US" altLang="zh-CN" sz="1800">
                  <a:latin typeface="Arial" panose="020B0604020202090204" pitchFamily="34" charset="0"/>
                </a:rPr>
                <a:t>input</a:t>
              </a:r>
            </a:p>
            <a:p>
              <a:pPr marL="0" lvl="0" indent="0" algn="ctr">
                <a:lnSpc>
                  <a:spcPct val="90000"/>
                </a:lnSpc>
                <a:spcBef>
                  <a:spcPct val="0"/>
                </a:spcBef>
                <a:buClrTx/>
                <a:buSzTx/>
                <a:buFontTx/>
                <a:buNone/>
              </a:pPr>
              <a:r>
                <a:rPr lang="en-US" altLang="zh-CN" sz="1800">
                  <a:latin typeface="Arial" panose="020B0604020202090204" pitchFamily="34" charset="0"/>
                </a:rPr>
                <a:t>port</a:t>
              </a:r>
            </a:p>
            <a:p>
              <a:pPr marL="0" lvl="0" indent="0" algn="ctr">
                <a:lnSpc>
                  <a:spcPct val="90000"/>
                </a:lnSpc>
                <a:spcBef>
                  <a:spcPct val="0"/>
                </a:spcBef>
                <a:buClrTx/>
                <a:buSzTx/>
                <a:buFontTx/>
                <a:buNone/>
              </a:pPr>
              <a:r>
                <a:rPr lang="en-US" altLang="zh-CN" sz="1800">
                  <a:latin typeface="Arial" panose="020B0604020202090204" pitchFamily="34" charset="0"/>
                </a:rPr>
                <a:t>(e.g.,</a:t>
              </a:r>
            </a:p>
            <a:p>
              <a:pPr marL="0" lvl="0" indent="0" algn="ctr">
                <a:lnSpc>
                  <a:spcPct val="90000"/>
                </a:lnSpc>
                <a:spcBef>
                  <a:spcPct val="0"/>
                </a:spcBef>
                <a:buClrTx/>
                <a:buSzTx/>
                <a:buFontTx/>
                <a:buNone/>
              </a:pPr>
              <a:r>
                <a:rPr lang="en-US" altLang="zh-CN" sz="1800">
                  <a:latin typeface="Arial" panose="020B0604020202090204" pitchFamily="34" charset="0"/>
                </a:rPr>
                <a:t>Ethernet)</a:t>
              </a:r>
            </a:p>
          </p:txBody>
        </p:sp>
        <p:sp>
          <p:nvSpPr>
            <p:cNvPr id="59405" name="Text Box 32"/>
            <p:cNvSpPr txBox="1"/>
            <p:nvPr/>
          </p:nvSpPr>
          <p:spPr>
            <a:xfrm>
              <a:off x="2324" y="2773"/>
              <a:ext cx="636" cy="21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90000"/>
                </a:lnSpc>
                <a:spcBef>
                  <a:spcPct val="0"/>
                </a:spcBef>
                <a:buClrTx/>
                <a:buSzTx/>
                <a:buFontTx/>
                <a:buNone/>
              </a:pPr>
              <a:r>
                <a:rPr lang="en-US" altLang="zh-CN" sz="1800">
                  <a:latin typeface="Arial" panose="020B0604020202090204" pitchFamily="34" charset="0"/>
                </a:rPr>
                <a:t>memory</a:t>
              </a:r>
            </a:p>
          </p:txBody>
        </p:sp>
        <p:sp>
          <p:nvSpPr>
            <p:cNvPr id="59406" name="Rectangle 34"/>
            <p:cNvSpPr/>
            <p:nvPr/>
          </p:nvSpPr>
          <p:spPr>
            <a:xfrm>
              <a:off x="2072" y="2542"/>
              <a:ext cx="1173" cy="688"/>
            </a:xfrm>
            <a:prstGeom prst="rect">
              <a:avLst/>
            </a:prstGeom>
            <a:no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9407" name="Rectangle 35"/>
            <p:cNvSpPr/>
            <p:nvPr/>
          </p:nvSpPr>
          <p:spPr>
            <a:xfrm>
              <a:off x="3557" y="2540"/>
              <a:ext cx="766" cy="702"/>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9408" name="Text Box 36"/>
            <p:cNvSpPr txBox="1"/>
            <p:nvPr/>
          </p:nvSpPr>
          <p:spPr>
            <a:xfrm>
              <a:off x="3565" y="2555"/>
              <a:ext cx="708" cy="68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90000"/>
                </a:lnSpc>
                <a:spcBef>
                  <a:spcPct val="0"/>
                </a:spcBef>
                <a:buClrTx/>
                <a:buSzTx/>
                <a:buFontTx/>
                <a:buNone/>
              </a:pPr>
              <a:r>
                <a:rPr lang="en-US" altLang="zh-CN" sz="1800">
                  <a:latin typeface="Arial" panose="020B0604020202090204" pitchFamily="34" charset="0"/>
                </a:rPr>
                <a:t>output</a:t>
              </a:r>
            </a:p>
            <a:p>
              <a:pPr marL="0" lvl="0" indent="0" algn="ctr">
                <a:lnSpc>
                  <a:spcPct val="90000"/>
                </a:lnSpc>
                <a:spcBef>
                  <a:spcPct val="0"/>
                </a:spcBef>
                <a:buClrTx/>
                <a:buSzTx/>
                <a:buFontTx/>
                <a:buNone/>
              </a:pPr>
              <a:r>
                <a:rPr lang="en-US" altLang="zh-CN" sz="1800">
                  <a:latin typeface="Arial" panose="020B0604020202090204" pitchFamily="34" charset="0"/>
                </a:rPr>
                <a:t>port</a:t>
              </a:r>
            </a:p>
            <a:p>
              <a:pPr marL="0" lvl="0" indent="0" algn="ctr">
                <a:lnSpc>
                  <a:spcPct val="90000"/>
                </a:lnSpc>
                <a:spcBef>
                  <a:spcPct val="0"/>
                </a:spcBef>
                <a:buClrTx/>
                <a:buSzTx/>
                <a:buFontTx/>
                <a:buNone/>
              </a:pPr>
              <a:r>
                <a:rPr lang="en-US" altLang="zh-CN" sz="1800">
                  <a:latin typeface="Arial" panose="020B0604020202090204" pitchFamily="34" charset="0"/>
                </a:rPr>
                <a:t>(e.g.,</a:t>
              </a:r>
            </a:p>
            <a:p>
              <a:pPr marL="0" lvl="0" indent="0" algn="ctr">
                <a:lnSpc>
                  <a:spcPct val="90000"/>
                </a:lnSpc>
                <a:spcBef>
                  <a:spcPct val="0"/>
                </a:spcBef>
                <a:buClrTx/>
                <a:buSzTx/>
                <a:buFontTx/>
                <a:buNone/>
              </a:pPr>
              <a:r>
                <a:rPr lang="en-US" altLang="zh-CN" sz="1800">
                  <a:latin typeface="Arial" panose="020B0604020202090204" pitchFamily="34" charset="0"/>
                </a:rPr>
                <a:t>Ethernet)</a:t>
              </a:r>
            </a:p>
          </p:txBody>
        </p:sp>
        <p:sp>
          <p:nvSpPr>
            <p:cNvPr id="59409" name="Line 37"/>
            <p:cNvSpPr/>
            <p:nvPr/>
          </p:nvSpPr>
          <p:spPr>
            <a:xfrm>
              <a:off x="983" y="3561"/>
              <a:ext cx="3337" cy="0"/>
            </a:xfrm>
            <a:prstGeom prst="line">
              <a:avLst/>
            </a:prstGeom>
            <a:ln w="28575" cap="flat" cmpd="sng">
              <a:solidFill>
                <a:schemeClr val="tx1"/>
              </a:solidFill>
              <a:prstDash val="solid"/>
              <a:headEnd type="none" w="med" len="med"/>
              <a:tailEnd type="none" w="med" len="med"/>
            </a:ln>
          </p:spPr>
        </p:sp>
        <p:sp>
          <p:nvSpPr>
            <p:cNvPr id="59410" name="Line 38"/>
            <p:cNvSpPr/>
            <p:nvPr/>
          </p:nvSpPr>
          <p:spPr>
            <a:xfrm>
              <a:off x="1370" y="3252"/>
              <a:ext cx="0" cy="316"/>
            </a:xfrm>
            <a:prstGeom prst="line">
              <a:avLst/>
            </a:prstGeom>
            <a:ln w="28575" cap="flat" cmpd="sng">
              <a:solidFill>
                <a:schemeClr val="accent2"/>
              </a:solidFill>
              <a:prstDash val="solid"/>
              <a:headEnd type="none" w="med" len="med"/>
              <a:tailEnd type="none" w="med" len="med"/>
            </a:ln>
          </p:spPr>
        </p:sp>
        <p:sp>
          <p:nvSpPr>
            <p:cNvPr id="59411" name="Line 39"/>
            <p:cNvSpPr/>
            <p:nvPr/>
          </p:nvSpPr>
          <p:spPr>
            <a:xfrm>
              <a:off x="3939" y="3242"/>
              <a:ext cx="0" cy="316"/>
            </a:xfrm>
            <a:prstGeom prst="line">
              <a:avLst/>
            </a:prstGeom>
            <a:ln w="28575" cap="flat" cmpd="sng">
              <a:solidFill>
                <a:schemeClr val="accent2"/>
              </a:solidFill>
              <a:prstDash val="solid"/>
              <a:headEnd type="none" w="med" len="med"/>
              <a:tailEnd type="none" w="med" len="med"/>
            </a:ln>
          </p:spPr>
        </p:sp>
        <p:sp>
          <p:nvSpPr>
            <p:cNvPr id="59412" name="Line 40"/>
            <p:cNvSpPr/>
            <p:nvPr/>
          </p:nvSpPr>
          <p:spPr>
            <a:xfrm>
              <a:off x="2665" y="3240"/>
              <a:ext cx="0" cy="316"/>
            </a:xfrm>
            <a:prstGeom prst="line">
              <a:avLst/>
            </a:prstGeom>
            <a:ln w="28575" cap="flat" cmpd="sng">
              <a:solidFill>
                <a:srgbClr val="FF0000"/>
              </a:solidFill>
              <a:prstDash val="solid"/>
              <a:headEnd type="none" w="med" len="med"/>
              <a:tailEnd type="none" w="med" len="med"/>
            </a:ln>
          </p:spPr>
        </p:sp>
        <p:sp>
          <p:nvSpPr>
            <p:cNvPr id="59413" name="Text Box 41"/>
            <p:cNvSpPr txBox="1"/>
            <p:nvPr/>
          </p:nvSpPr>
          <p:spPr>
            <a:xfrm>
              <a:off x="4304" y="3435"/>
              <a:ext cx="844"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system bus</a:t>
              </a:r>
            </a:p>
          </p:txBody>
        </p:sp>
      </p:grpSp>
      <p:pic>
        <p:nvPicPr>
          <p:cNvPr id="59397" name="Picture 43"/>
          <p:cNvPicPr>
            <a:picLocks noChangeAspect="1"/>
          </p:cNvPicPr>
          <p:nvPr/>
        </p:nvPicPr>
        <p:blipFill>
          <a:blip r:embed="rId3"/>
          <a:stretch>
            <a:fillRect/>
          </a:stretch>
        </p:blipFill>
        <p:spPr>
          <a:xfrm>
            <a:off x="1125538" y="4225925"/>
            <a:ext cx="533400" cy="684213"/>
          </a:xfrm>
          <a:prstGeom prst="rect">
            <a:avLst/>
          </a:prstGeom>
          <a:noFill/>
          <a:ln w="9525">
            <a:noFill/>
          </a:ln>
        </p:spPr>
      </p:pic>
      <p:pic>
        <p:nvPicPr>
          <p:cNvPr id="59398" name="Picture 44"/>
          <p:cNvPicPr>
            <a:picLocks noChangeAspect="1"/>
          </p:cNvPicPr>
          <p:nvPr/>
        </p:nvPicPr>
        <p:blipFill>
          <a:blip r:embed="rId3"/>
          <a:stretch>
            <a:fillRect/>
          </a:stretch>
        </p:blipFill>
        <p:spPr>
          <a:xfrm>
            <a:off x="6764338" y="4189413"/>
            <a:ext cx="533400" cy="684212"/>
          </a:xfrm>
          <a:prstGeom prst="rect">
            <a:avLst/>
          </a:prstGeom>
          <a:noFill/>
          <a:ln w="9525">
            <a:noFill/>
          </a:ln>
        </p:spPr>
      </p:pic>
      <p:sp>
        <p:nvSpPr>
          <p:cNvPr id="437293" name="Rectangle 45"/>
          <p:cNvSpPr/>
          <p:nvPr/>
        </p:nvSpPr>
        <p:spPr>
          <a:xfrm>
            <a:off x="377825" y="4460875"/>
            <a:ext cx="434975" cy="222250"/>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437294" name="Rectangle 46"/>
          <p:cNvSpPr/>
          <p:nvPr/>
        </p:nvSpPr>
        <p:spPr>
          <a:xfrm>
            <a:off x="390525" y="4470400"/>
            <a:ext cx="446088" cy="212725"/>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59401"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45</a:t>
            </a:fld>
            <a:endParaRPr lang="en-US" altLang="zh-CN" sz="1200">
              <a:latin typeface="Tahoma" panose="020B0604030504040204" charset="0"/>
            </a:endParaRPr>
          </a:p>
        </p:txBody>
      </p:sp>
      <p:sp>
        <p:nvSpPr>
          <p:cNvPr id="59402"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16667E-6 3.33333E-6 L 0.16476 3.33333E-6 L 0.16962 0.13495 L 0.39098 0.13495 L 0.39098 0.04074 " pathEditMode="relative" rAng="0" ptsTypes="AAAAA">
                                      <p:cBhvr>
                                        <p:cTn id="6" dur="2000" fill="hold"/>
                                        <p:tgtEl>
                                          <p:spTgt spid="437293"/>
                                        </p:tgtEl>
                                        <p:attrNameLst>
                                          <p:attrName>ppt_x</p:attrName>
                                          <p:attrName>ppt_y</p:attrName>
                                        </p:attrNameLst>
                                      </p:cBhvr>
                                      <p:rCtr x="19500" y="6700"/>
                                    </p:animMotion>
                                  </p:childTnLst>
                                </p:cTn>
                              </p:par>
                            </p:childTnLst>
                          </p:cTn>
                        </p:par>
                        <p:par>
                          <p:cTn id="7" fill="hold">
                            <p:stCondLst>
                              <p:cond delay="2000"/>
                            </p:stCondLst>
                            <p:childTnLst>
                              <p:par>
                                <p:cTn id="8" presetID="9" presetClass="entr" presetSubtype="0" fill="hold" nodeType="afterEffect">
                                  <p:stCondLst>
                                    <p:cond delay="0"/>
                                  </p:stCondLst>
                                  <p:childTnLst>
                                    <p:set>
                                      <p:cBhvr>
                                        <p:cTn id="9" dur="1" fill="hold">
                                          <p:stCondLst>
                                            <p:cond delay="0"/>
                                          </p:stCondLst>
                                        </p:cTn>
                                        <p:tgtEl>
                                          <p:spTgt spid="437294"/>
                                        </p:tgtEl>
                                        <p:attrNameLst>
                                          <p:attrName>style.visibility</p:attrName>
                                        </p:attrNameLst>
                                      </p:cBhvr>
                                      <p:to>
                                        <p:strVal val="visible"/>
                                      </p:to>
                                    </p:set>
                                    <p:animEffect transition="in" filter="dissolve">
                                      <p:cBhvr>
                                        <p:cTn id="10" dur="500"/>
                                        <p:tgtEl>
                                          <p:spTgt spid="437294"/>
                                        </p:tgtEl>
                                      </p:cBhvr>
                                    </p:animEffect>
                                  </p:childTnLst>
                                </p:cTn>
                              </p:par>
                            </p:childTnLst>
                          </p:cTn>
                        </p:par>
                        <p:par>
                          <p:cTn id="11" fill="hold">
                            <p:stCondLst>
                              <p:cond delay="2500"/>
                            </p:stCondLst>
                            <p:childTnLst>
                              <p:par>
                                <p:cTn id="12" presetID="0" presetClass="path" presetSubtype="0" accel="50000" decel="50000" fill="hold" nodeType="afterEffect">
                                  <p:stCondLst>
                                    <p:cond delay="0"/>
                                  </p:stCondLst>
                                  <p:childTnLst>
                                    <p:animMotion origin="layout" path="M 1.38889E-6 -1.11111E-6 L 0.16233 -1.11111E-6 L 0.16597 0.1382 L 0.33906 0.13588 L 0.33785 0.03843 " pathEditMode="relative" rAng="0" ptsTypes="AAAAA">
                                      <p:cBhvr>
                                        <p:cTn id="13" dur="2000" fill="hold"/>
                                        <p:tgtEl>
                                          <p:spTgt spid="437294"/>
                                        </p:tgtEl>
                                        <p:attrNameLst>
                                          <p:attrName>ppt_x</p:attrName>
                                          <p:attrName>ppt_y</p:attrName>
                                        </p:attrNameLst>
                                      </p:cBhvr>
                                      <p:rCtr x="16900" y="6900"/>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nodeType="clickEffect">
                                  <p:stCondLst>
                                    <p:cond delay="0"/>
                                  </p:stCondLst>
                                  <p:childTnLst>
                                    <p:animMotion origin="layout" path="M 0.39098 0.04074 L 0.408 0.04074 L 0.408 0.12847 L 0.61911 0.12361 L 0.62032 -0.00162 L 0.79098 -0.00162 " pathEditMode="relative" ptsTypes="AAAAAA">
                                      <p:cBhvr>
                                        <p:cTn id="17" dur="2000" fill="hold"/>
                                        <p:tgtEl>
                                          <p:spTgt spid="437293"/>
                                        </p:tgtEl>
                                        <p:attrNameLst>
                                          <p:attrName>ppt_x</p:attrName>
                                          <p:attrName>ppt_y</p:attrName>
                                        </p:attrNameLst>
                                      </p:cBhvr>
                                    </p:animMotion>
                                  </p:childTnLst>
                                </p:cTn>
                              </p:par>
                            </p:childTnLst>
                          </p:cTn>
                        </p:par>
                        <p:par>
                          <p:cTn id="18" fill="hold">
                            <p:stCondLst>
                              <p:cond delay="2000"/>
                            </p:stCondLst>
                            <p:childTnLst>
                              <p:par>
                                <p:cTn id="19" presetID="9" presetClass="exit" presetSubtype="0" fill="hold" nodeType="afterEffect">
                                  <p:stCondLst>
                                    <p:cond delay="0"/>
                                  </p:stCondLst>
                                  <p:childTnLst>
                                    <p:animEffect transition="out" filter="dissolve">
                                      <p:cBhvr>
                                        <p:cTn id="20" dur="500"/>
                                        <p:tgtEl>
                                          <p:spTgt spid="437293"/>
                                        </p:tgtEl>
                                      </p:cBhvr>
                                    </p:animEffect>
                                    <p:set>
                                      <p:cBhvr>
                                        <p:cTn id="21" dur="1" fill="hold">
                                          <p:stCondLst>
                                            <p:cond delay="499"/>
                                          </p:stCondLst>
                                        </p:cTn>
                                        <p:tgtEl>
                                          <p:spTgt spid="43729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7293" grpId="0" animBg="1"/>
      <p:bldP spid="437293" grpId="1" animBg="1"/>
      <p:bldP spid="437293" grpId="2" animBg="1"/>
      <p:bldP spid="437294" grpId="0" animBg="1"/>
      <p:bldP spid="437294" grpId="1"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7" name="Picture 47" descr="underline_base"/>
          <p:cNvPicPr/>
          <p:nvPr/>
        </p:nvPicPr>
        <p:blipFill>
          <a:blip r:embed="rId2"/>
          <a:stretch>
            <a:fillRect/>
          </a:stretch>
        </p:blipFill>
        <p:spPr>
          <a:xfrm>
            <a:off x="488950" y="965200"/>
            <a:ext cx="4113213" cy="173038"/>
          </a:xfrm>
          <a:prstGeom prst="rect">
            <a:avLst/>
          </a:prstGeom>
          <a:noFill/>
          <a:ln w="9525">
            <a:noFill/>
          </a:ln>
        </p:spPr>
      </p:pic>
      <p:sp>
        <p:nvSpPr>
          <p:cNvPr id="60418" name="Rectangle 6"/>
          <p:cNvSpPr>
            <a:spLocks noGrp="1"/>
          </p:cNvSpPr>
          <p:nvPr>
            <p:ph type="title"/>
          </p:nvPr>
        </p:nvSpPr>
        <p:spPr>
          <a:xfrm>
            <a:off x="449263" y="385763"/>
            <a:ext cx="7772400" cy="685800"/>
          </a:xfrm>
        </p:spPr>
        <p:txBody>
          <a:bodyPr vert="horz" wrap="square" lIns="91440" tIns="45720" rIns="91440" bIns="45720" anchor="ctr" anchorCtr="0"/>
          <a:lstStyle/>
          <a:p>
            <a:r>
              <a:rPr lang="en-US" altLang="zh-CN" sz="4000"/>
              <a:t>Switching via a bus</a:t>
            </a:r>
            <a:endParaRPr lang="en-US" altLang="zh-CN"/>
          </a:p>
        </p:txBody>
      </p:sp>
      <p:sp>
        <p:nvSpPr>
          <p:cNvPr id="26630" name="Rectangle 7"/>
          <p:cNvSpPr>
            <a:spLocks noGrp="1" noChangeArrowheads="1"/>
          </p:cNvSpPr>
          <p:nvPr>
            <p:ph idx="1"/>
          </p:nvPr>
        </p:nvSpPr>
        <p:spPr>
          <a:xfrm>
            <a:off x="631825" y="1530350"/>
            <a:ext cx="5608638" cy="4071938"/>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datagram from input port memory to output port memory via a </a:t>
            </a:r>
            <a:r>
              <a:rPr kumimoji="0" lang="en-US" sz="2800" b="0" i="0" u="none" strike="noStrike" kern="0" cap="none" spc="0" normalizeH="0" baseline="0" noProof="0">
                <a:ln>
                  <a:noFill/>
                </a:ln>
                <a:solidFill>
                  <a:srgbClr val="C00000"/>
                </a:solidFill>
                <a:effectLst/>
                <a:uLnTx/>
                <a:uFillTx/>
                <a:latin typeface="+mn-lt"/>
                <a:ea typeface="MS PGothic" charset="0"/>
                <a:cs typeface="+mn-cs"/>
              </a:rPr>
              <a:t>shared bus</a:t>
            </a:r>
            <a:endParaRPr kumimoji="0" lang="en-US" sz="2800" b="0" i="0" u="none" strike="noStrike" kern="0" cap="none" spc="0" normalizeH="0" baseline="0" noProof="0">
              <a:ln>
                <a:noFill/>
              </a:ln>
              <a:solidFill>
                <a:schemeClr val="tx1"/>
              </a:solidFill>
              <a:effectLst/>
              <a:uLnTx/>
              <a:uFillTx/>
              <a:latin typeface="+mn-lt"/>
              <a:ea typeface="MS PGothic"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1" u="none" strike="noStrike" kern="0" cap="none" spc="0" normalizeH="0" baseline="0" noProof="0">
                <a:ln>
                  <a:noFill/>
                </a:ln>
                <a:solidFill>
                  <a:srgbClr val="CC0000"/>
                </a:solidFill>
                <a:effectLst/>
                <a:uLnTx/>
                <a:uFillTx/>
                <a:latin typeface="+mn-lt"/>
                <a:ea typeface="MS PGothic" charset="0"/>
                <a:cs typeface="+mn-cs"/>
              </a:rPr>
              <a:t>bus contention:</a:t>
            </a:r>
            <a:r>
              <a:rPr kumimoji="0" lang="en-US" sz="2800" b="0" i="0" u="none" strike="noStrike" kern="0" cap="none" spc="0" normalizeH="0" baseline="0" noProof="0">
                <a:ln>
                  <a:noFill/>
                </a:ln>
                <a:solidFill>
                  <a:schemeClr val="tx1"/>
                </a:solidFill>
                <a:effectLst/>
                <a:uLnTx/>
                <a:uFillTx/>
                <a:latin typeface="+mn-lt"/>
                <a:ea typeface="MS PGothic" charset="0"/>
                <a:cs typeface="+mn-cs"/>
              </a:rPr>
              <a:t>  switching speed limited by bus bandwidth</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32 Gbps bus, Cisco 5600: sufficient speed for access and enterprise routers</a:t>
            </a:r>
          </a:p>
        </p:txBody>
      </p:sp>
      <p:grpSp>
        <p:nvGrpSpPr>
          <p:cNvPr id="60420" name="Group 8"/>
          <p:cNvGrpSpPr/>
          <p:nvPr/>
        </p:nvGrpSpPr>
        <p:grpSpPr>
          <a:xfrm>
            <a:off x="6408738" y="2435225"/>
            <a:ext cx="890587" cy="215900"/>
            <a:chOff x="876" y="2800"/>
            <a:chExt cx="642" cy="175"/>
          </a:xfrm>
        </p:grpSpPr>
        <p:sp>
          <p:nvSpPr>
            <p:cNvPr id="60456" name="Rectangle 9"/>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57" name="Rectangle 10"/>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58" name="Rectangle 11"/>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59" name="Rectangle 12"/>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60" name="Line 13"/>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60421" name="Group 14"/>
          <p:cNvGrpSpPr/>
          <p:nvPr/>
        </p:nvGrpSpPr>
        <p:grpSpPr>
          <a:xfrm>
            <a:off x="6407150" y="2830513"/>
            <a:ext cx="890588" cy="215900"/>
            <a:chOff x="876" y="2800"/>
            <a:chExt cx="642" cy="175"/>
          </a:xfrm>
        </p:grpSpPr>
        <p:sp>
          <p:nvSpPr>
            <p:cNvPr id="60451" name="Rectangle 15"/>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52" name="Rectangle 16"/>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53" name="Rectangle 17"/>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54" name="Rectangle 18"/>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55" name="Line 19"/>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60422" name="Group 20"/>
          <p:cNvGrpSpPr/>
          <p:nvPr/>
        </p:nvGrpSpPr>
        <p:grpSpPr>
          <a:xfrm>
            <a:off x="6402388" y="3257550"/>
            <a:ext cx="890587" cy="215900"/>
            <a:chOff x="876" y="2800"/>
            <a:chExt cx="642" cy="175"/>
          </a:xfrm>
        </p:grpSpPr>
        <p:sp>
          <p:nvSpPr>
            <p:cNvPr id="60446" name="Rectangle 21"/>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47" name="Rectangle 22"/>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48" name="Rectangle 23"/>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49" name="Rectangle 24"/>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50" name="Line 25"/>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sp>
        <p:nvSpPr>
          <p:cNvPr id="60423" name="Line 26"/>
          <p:cNvSpPr/>
          <p:nvPr/>
        </p:nvSpPr>
        <p:spPr>
          <a:xfrm>
            <a:off x="7310438" y="2438400"/>
            <a:ext cx="0" cy="1003300"/>
          </a:xfrm>
          <a:prstGeom prst="line">
            <a:avLst/>
          </a:prstGeom>
          <a:ln w="76200" cap="flat" cmpd="sng">
            <a:solidFill>
              <a:srgbClr val="FF0000"/>
            </a:solidFill>
            <a:prstDash val="solid"/>
            <a:headEnd type="none" w="med" len="med"/>
            <a:tailEnd type="none" w="med" len="med"/>
          </a:ln>
        </p:spPr>
      </p:sp>
      <p:grpSp>
        <p:nvGrpSpPr>
          <p:cNvPr id="60424" name="Group 27"/>
          <p:cNvGrpSpPr/>
          <p:nvPr/>
        </p:nvGrpSpPr>
        <p:grpSpPr>
          <a:xfrm>
            <a:off x="7364413" y="2422525"/>
            <a:ext cx="890587" cy="215900"/>
            <a:chOff x="455" y="3463"/>
            <a:chExt cx="561" cy="136"/>
          </a:xfrm>
        </p:grpSpPr>
        <p:sp>
          <p:nvSpPr>
            <p:cNvPr id="60441" name="Rectangle 28"/>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42" name="Rectangle 29"/>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43" name="Rectangle 30"/>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44" name="Rectangle 31"/>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45" name="Line 32"/>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grpSp>
        <p:nvGrpSpPr>
          <p:cNvPr id="60425" name="Group 33"/>
          <p:cNvGrpSpPr/>
          <p:nvPr/>
        </p:nvGrpSpPr>
        <p:grpSpPr>
          <a:xfrm>
            <a:off x="7369175" y="2814638"/>
            <a:ext cx="890588" cy="215900"/>
            <a:chOff x="455" y="3463"/>
            <a:chExt cx="561" cy="136"/>
          </a:xfrm>
        </p:grpSpPr>
        <p:sp>
          <p:nvSpPr>
            <p:cNvPr id="60436" name="Rectangle 34"/>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37" name="Rectangle 35"/>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38" name="Rectangle 36"/>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39" name="Rectangle 37"/>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40" name="Line 38"/>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grpSp>
        <p:nvGrpSpPr>
          <p:cNvPr id="60426" name="Group 39"/>
          <p:cNvGrpSpPr/>
          <p:nvPr/>
        </p:nvGrpSpPr>
        <p:grpSpPr>
          <a:xfrm>
            <a:off x="7364413" y="3241675"/>
            <a:ext cx="890587" cy="215900"/>
            <a:chOff x="455" y="3463"/>
            <a:chExt cx="561" cy="136"/>
          </a:xfrm>
        </p:grpSpPr>
        <p:sp>
          <p:nvSpPr>
            <p:cNvPr id="60431" name="Rectangle 40"/>
            <p:cNvSpPr/>
            <p:nvPr/>
          </p:nvSpPr>
          <p:spPr>
            <a:xfrm>
              <a:off x="498" y="3463"/>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32" name="Rectangle 41"/>
            <p:cNvSpPr/>
            <p:nvPr/>
          </p:nvSpPr>
          <p:spPr>
            <a:xfrm>
              <a:off x="771" y="3500"/>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33" name="Rectangle 42"/>
            <p:cNvSpPr/>
            <p:nvPr/>
          </p:nvSpPr>
          <p:spPr>
            <a:xfrm>
              <a:off x="644" y="3477"/>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34" name="Rectangle 43"/>
            <p:cNvSpPr/>
            <p:nvPr/>
          </p:nvSpPr>
          <p:spPr>
            <a:xfrm>
              <a:off x="517" y="3480"/>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0435" name="Line 44"/>
            <p:cNvSpPr/>
            <p:nvPr/>
          </p:nvSpPr>
          <p:spPr>
            <a:xfrm flipV="1">
              <a:off x="455" y="3527"/>
              <a:ext cx="561" cy="4"/>
            </a:xfrm>
            <a:prstGeom prst="line">
              <a:avLst/>
            </a:prstGeom>
            <a:ln w="19050" cap="flat" cmpd="sng">
              <a:solidFill>
                <a:schemeClr val="tx1"/>
              </a:solidFill>
              <a:prstDash val="solid"/>
              <a:headEnd type="none" w="med" len="med"/>
              <a:tailEnd type="triangle" w="med" len="med"/>
            </a:ln>
          </p:spPr>
        </p:sp>
      </p:grpSp>
      <p:sp>
        <p:nvSpPr>
          <p:cNvPr id="60427" name="Text Box 45"/>
          <p:cNvSpPr txBox="1"/>
          <p:nvPr/>
        </p:nvSpPr>
        <p:spPr>
          <a:xfrm>
            <a:off x="7046913" y="3678238"/>
            <a:ext cx="676275" cy="4572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latin typeface="Arial" panose="020B0604020202090204" pitchFamily="34" charset="0"/>
              </a:rPr>
              <a:t>bus</a:t>
            </a:r>
          </a:p>
        </p:txBody>
      </p:sp>
      <p:sp>
        <p:nvSpPr>
          <p:cNvPr id="60428" name="Freeform 46"/>
          <p:cNvSpPr/>
          <p:nvPr/>
        </p:nvSpPr>
        <p:spPr>
          <a:xfrm>
            <a:off x="6402388" y="2463800"/>
            <a:ext cx="2006600" cy="400050"/>
          </a:xfrm>
          <a:custGeom>
            <a:avLst/>
            <a:gdLst>
              <a:gd name="txL" fmla="*/ 0 w 1264"/>
              <a:gd name="txT" fmla="*/ 0 h 252"/>
              <a:gd name="txR" fmla="*/ 1264 w 1264"/>
              <a:gd name="txB" fmla="*/ 252 h 252"/>
            </a:gdLst>
            <a:ahLst/>
            <a:cxnLst>
              <a:cxn ang="0">
                <a:pos x="0" y="2147483646"/>
              </a:cxn>
              <a:cxn ang="0">
                <a:pos x="2147483646" y="0"/>
              </a:cxn>
              <a:cxn ang="0">
                <a:pos x="2147483646" y="2147483646"/>
              </a:cxn>
              <a:cxn ang="0">
                <a:pos x="2147483646" y="2147483646"/>
              </a:cxn>
            </a:cxnLst>
            <a:rect l="txL" t="txT" r="txR" b="txB"/>
            <a:pathLst>
              <a:path w="1264" h="252">
                <a:moveTo>
                  <a:pt x="0" y="2"/>
                </a:moveTo>
                <a:lnTo>
                  <a:pt x="622" y="0"/>
                </a:lnTo>
                <a:lnTo>
                  <a:pt x="616" y="246"/>
                </a:lnTo>
                <a:lnTo>
                  <a:pt x="1264" y="252"/>
                </a:lnTo>
              </a:path>
            </a:pathLst>
          </a:custGeom>
          <a:noFill/>
          <a:ln w="38100" cap="flat" cmpd="sng">
            <a:solidFill>
              <a:schemeClr val="tx1">
                <a:alpha val="100000"/>
              </a:schemeClr>
            </a:solidFill>
            <a:prstDash val="solid"/>
            <a:round/>
            <a:headEnd type="none" w="med" len="med"/>
            <a:tailEnd type="triangle" w="med" len="med"/>
          </a:ln>
        </p:spPr>
        <p:txBody>
          <a:bodyPr/>
          <a:lstStyle/>
          <a:p>
            <a:endParaRPr lang="zh-CN" altLang="en-US"/>
          </a:p>
        </p:txBody>
      </p:sp>
      <p:sp>
        <p:nvSpPr>
          <p:cNvPr id="60429"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46</a:t>
            </a:fld>
            <a:endParaRPr lang="en-US" altLang="zh-CN" sz="1200">
              <a:latin typeface="Tahoma" panose="020B0604030504040204" charset="0"/>
            </a:endParaRPr>
          </a:p>
        </p:txBody>
      </p:sp>
      <p:sp>
        <p:nvSpPr>
          <p:cNvPr id="6043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1" name="Picture 59" descr="underline_base"/>
          <p:cNvPicPr/>
          <p:nvPr/>
        </p:nvPicPr>
        <p:blipFill>
          <a:blip r:embed="rId2"/>
          <a:stretch>
            <a:fillRect/>
          </a:stretch>
        </p:blipFill>
        <p:spPr>
          <a:xfrm>
            <a:off x="466725" y="849313"/>
            <a:ext cx="7313613" cy="173037"/>
          </a:xfrm>
          <a:prstGeom prst="rect">
            <a:avLst/>
          </a:prstGeom>
          <a:noFill/>
          <a:ln w="9525">
            <a:noFill/>
          </a:ln>
        </p:spPr>
      </p:pic>
      <p:sp>
        <p:nvSpPr>
          <p:cNvPr id="27653" name="Rectangle 2"/>
          <p:cNvSpPr>
            <a:spLocks noGrp="1" noChangeArrowheads="1"/>
          </p:cNvSpPr>
          <p:nvPr>
            <p:ph type="title"/>
          </p:nvPr>
        </p:nvSpPr>
        <p:spPr>
          <a:xfrm>
            <a:off x="431800" y="241300"/>
            <a:ext cx="7772400" cy="854075"/>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3200" b="0" i="0" u="none" strike="noStrike" kern="0" cap="none" spc="0" normalizeH="0" baseline="0" noProof="0">
                <a:ln>
                  <a:noFill/>
                </a:ln>
                <a:solidFill>
                  <a:srgbClr val="000099"/>
                </a:solidFill>
                <a:effectLst/>
                <a:uLnTx/>
                <a:uFillTx/>
                <a:latin typeface="+mj-lt"/>
                <a:ea typeface="MS PGothic" charset="0"/>
                <a:cs typeface="+mj-cs"/>
              </a:rPr>
              <a:t>Switching via interconnection network</a:t>
            </a:r>
          </a:p>
        </p:txBody>
      </p:sp>
      <p:sp>
        <p:nvSpPr>
          <p:cNvPr id="27654" name="Rectangle 3"/>
          <p:cNvSpPr>
            <a:spLocks noGrp="1" noChangeArrowheads="1"/>
          </p:cNvSpPr>
          <p:nvPr>
            <p:ph idx="1"/>
          </p:nvPr>
        </p:nvSpPr>
        <p:spPr>
          <a:xfrm>
            <a:off x="387350" y="1325563"/>
            <a:ext cx="5934075" cy="4411663"/>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600" b="0" i="0" u="none" strike="noStrike" kern="0" cap="none" spc="0" normalizeH="0" baseline="0" noProof="0">
                <a:ln>
                  <a:noFill/>
                </a:ln>
                <a:solidFill>
                  <a:schemeClr val="tx1"/>
                </a:solidFill>
                <a:effectLst/>
                <a:uLnTx/>
                <a:uFillTx/>
                <a:latin typeface="+mn-lt"/>
                <a:ea typeface="MS PGothic" charset="0"/>
                <a:cs typeface="+mn-cs"/>
              </a:rPr>
              <a:t>overcome  bus bandwidth limitations</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600" b="0" i="0" u="none" strike="noStrike" kern="0" cap="none" spc="0" normalizeH="0" baseline="0" noProof="0">
                <a:ln>
                  <a:noFill/>
                </a:ln>
                <a:solidFill>
                  <a:schemeClr val="tx1"/>
                </a:solidFill>
                <a:effectLst/>
                <a:uLnTx/>
                <a:uFillTx/>
                <a:latin typeface="+mn-lt"/>
                <a:ea typeface="MS PGothic" charset="0"/>
                <a:cs typeface="+mn-cs"/>
              </a:rPr>
              <a:t>banyan networks, crossbar, other interconnection nets initially developed to connect processors in multiprocessor</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600" b="0" i="0" u="none" strike="noStrike" kern="0" cap="none" spc="0" normalizeH="0" baseline="0" noProof="0">
                <a:ln>
                  <a:noFill/>
                </a:ln>
                <a:solidFill>
                  <a:schemeClr val="tx1"/>
                </a:solidFill>
                <a:effectLst/>
                <a:uLnTx/>
                <a:uFillTx/>
                <a:latin typeface="+mn-lt"/>
                <a:ea typeface="MS PGothic" charset="0"/>
                <a:cs typeface="+mn-cs"/>
              </a:rPr>
              <a:t>advanced design: fragmenting datagram into fixed length cells, switch cells through the fabric.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600" b="0" i="0" u="none" strike="noStrike" kern="0" cap="none" spc="0" normalizeH="0" baseline="0" noProof="0">
                <a:ln>
                  <a:noFill/>
                </a:ln>
                <a:solidFill>
                  <a:schemeClr val="tx1"/>
                </a:solidFill>
                <a:effectLst/>
                <a:uLnTx/>
                <a:uFillTx/>
                <a:latin typeface="+mn-lt"/>
                <a:ea typeface="MS PGothic" charset="0"/>
                <a:cs typeface="+mn-cs"/>
              </a:rPr>
              <a:t>Cisco 12000: switches 60 Gbps through the interconnection network</a:t>
            </a:r>
          </a:p>
        </p:txBody>
      </p:sp>
      <p:grpSp>
        <p:nvGrpSpPr>
          <p:cNvPr id="61444" name="Group 58"/>
          <p:cNvGrpSpPr/>
          <p:nvPr/>
        </p:nvGrpSpPr>
        <p:grpSpPr>
          <a:xfrm>
            <a:off x="6184900" y="2535238"/>
            <a:ext cx="2252663" cy="2066925"/>
            <a:chOff x="3812" y="2763"/>
            <a:chExt cx="1419" cy="1302"/>
          </a:xfrm>
        </p:grpSpPr>
        <p:grpSp>
          <p:nvGrpSpPr>
            <p:cNvPr id="61447" name="Group 4"/>
            <p:cNvGrpSpPr/>
            <p:nvPr/>
          </p:nvGrpSpPr>
          <p:grpSpPr>
            <a:xfrm>
              <a:off x="3933" y="2763"/>
              <a:ext cx="561" cy="136"/>
              <a:chOff x="876" y="2800"/>
              <a:chExt cx="642" cy="175"/>
            </a:xfrm>
          </p:grpSpPr>
          <p:sp>
            <p:nvSpPr>
              <p:cNvPr id="61496" name="Rectangle 5"/>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97" name="Rectangle 6"/>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98" name="Rectangle 7"/>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99" name="Rectangle 8"/>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500" name="Line 9"/>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61448" name="Group 10"/>
            <p:cNvGrpSpPr/>
            <p:nvPr/>
          </p:nvGrpSpPr>
          <p:grpSpPr>
            <a:xfrm>
              <a:off x="3918" y="3012"/>
              <a:ext cx="561" cy="136"/>
              <a:chOff x="876" y="2800"/>
              <a:chExt cx="642" cy="175"/>
            </a:xfrm>
          </p:grpSpPr>
          <p:sp>
            <p:nvSpPr>
              <p:cNvPr id="61491" name="Rectangle 11"/>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92" name="Rectangle 12"/>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93" name="Rectangle 13"/>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94" name="Rectangle 14"/>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95" name="Line 15"/>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61449" name="Group 16"/>
            <p:cNvGrpSpPr/>
            <p:nvPr/>
          </p:nvGrpSpPr>
          <p:grpSpPr>
            <a:xfrm>
              <a:off x="3915" y="3281"/>
              <a:ext cx="561" cy="136"/>
              <a:chOff x="876" y="2800"/>
              <a:chExt cx="642" cy="175"/>
            </a:xfrm>
          </p:grpSpPr>
          <p:sp>
            <p:nvSpPr>
              <p:cNvPr id="61486" name="Rectangle 17"/>
              <p:cNvSpPr/>
              <p:nvPr/>
            </p:nvSpPr>
            <p:spPr>
              <a:xfrm>
                <a:off x="925" y="2800"/>
                <a:ext cx="485" cy="175"/>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87" name="Rectangle 18"/>
              <p:cNvSpPr/>
              <p:nvPr/>
            </p:nvSpPr>
            <p:spPr>
              <a:xfrm>
                <a:off x="945" y="2849"/>
                <a:ext cx="151" cy="78"/>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88" name="Rectangle 19"/>
              <p:cNvSpPr/>
              <p:nvPr/>
            </p:nvSpPr>
            <p:spPr>
              <a:xfrm>
                <a:off x="1117" y="2818"/>
                <a:ext cx="124" cy="13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89" name="Rectangle 20"/>
              <p:cNvSpPr/>
              <p:nvPr/>
            </p:nvSpPr>
            <p:spPr>
              <a:xfrm>
                <a:off x="1263" y="2815"/>
                <a:ext cx="125" cy="13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90" name="Line 21"/>
              <p:cNvSpPr/>
              <p:nvPr/>
            </p:nvSpPr>
            <p:spPr>
              <a:xfrm flipV="1">
                <a:off x="876" y="2882"/>
                <a:ext cx="642" cy="5"/>
              </a:xfrm>
              <a:prstGeom prst="line">
                <a:avLst/>
              </a:prstGeom>
              <a:ln w="19050" cap="flat" cmpd="sng">
                <a:solidFill>
                  <a:schemeClr val="tx1"/>
                </a:solidFill>
                <a:prstDash val="solid"/>
                <a:headEnd type="none" w="med" len="med"/>
                <a:tailEnd type="triangle" w="med" len="med"/>
              </a:ln>
            </p:spPr>
          </p:sp>
        </p:grpSp>
        <p:grpSp>
          <p:nvGrpSpPr>
            <p:cNvPr id="61450" name="Group 22"/>
            <p:cNvGrpSpPr/>
            <p:nvPr/>
          </p:nvGrpSpPr>
          <p:grpSpPr>
            <a:xfrm rot="5400000">
              <a:off x="4623" y="3405"/>
              <a:ext cx="564" cy="652"/>
              <a:chOff x="2954" y="2776"/>
              <a:chExt cx="564" cy="652"/>
            </a:xfrm>
          </p:grpSpPr>
          <p:grpSp>
            <p:nvGrpSpPr>
              <p:cNvPr id="61468" name="Group 23"/>
              <p:cNvGrpSpPr/>
              <p:nvPr/>
            </p:nvGrpSpPr>
            <p:grpSpPr>
              <a:xfrm>
                <a:off x="2954" y="2776"/>
                <a:ext cx="561" cy="136"/>
                <a:chOff x="455" y="3463"/>
                <a:chExt cx="561" cy="136"/>
              </a:xfrm>
            </p:grpSpPr>
            <p:sp>
              <p:nvSpPr>
                <p:cNvPr id="61481" name="Rectangle 24"/>
                <p:cNvSpPr/>
                <p:nvPr/>
              </p:nvSpPr>
              <p:spPr>
                <a:xfrm>
                  <a:off x="496" y="3465"/>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82" name="Rectangle 25"/>
                <p:cNvSpPr/>
                <p:nvPr/>
              </p:nvSpPr>
              <p:spPr>
                <a:xfrm>
                  <a:off x="769" y="3504"/>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83" name="Rectangle 26"/>
                <p:cNvSpPr/>
                <p:nvPr/>
              </p:nvSpPr>
              <p:spPr>
                <a:xfrm>
                  <a:off x="642" y="3479"/>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84" name="Rectangle 27"/>
                <p:cNvSpPr/>
                <p:nvPr/>
              </p:nvSpPr>
              <p:spPr>
                <a:xfrm>
                  <a:off x="515" y="3484"/>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85" name="Line 28"/>
                <p:cNvSpPr/>
                <p:nvPr/>
              </p:nvSpPr>
              <p:spPr>
                <a:xfrm flipV="1">
                  <a:off x="453" y="3529"/>
                  <a:ext cx="561" cy="4"/>
                </a:xfrm>
                <a:prstGeom prst="line">
                  <a:avLst/>
                </a:prstGeom>
                <a:ln w="19050" cap="flat" cmpd="sng">
                  <a:solidFill>
                    <a:schemeClr val="tx1"/>
                  </a:solidFill>
                  <a:prstDash val="solid"/>
                  <a:headEnd type="none" w="med" len="med"/>
                  <a:tailEnd type="triangle" w="med" len="med"/>
                </a:ln>
              </p:spPr>
            </p:sp>
          </p:grpSp>
          <p:grpSp>
            <p:nvGrpSpPr>
              <p:cNvPr id="61469" name="Group 29"/>
              <p:cNvGrpSpPr/>
              <p:nvPr/>
            </p:nvGrpSpPr>
            <p:grpSpPr>
              <a:xfrm>
                <a:off x="2957" y="3023"/>
                <a:ext cx="561" cy="136"/>
                <a:chOff x="455" y="3463"/>
                <a:chExt cx="561" cy="136"/>
              </a:xfrm>
            </p:grpSpPr>
            <p:sp>
              <p:nvSpPr>
                <p:cNvPr id="61476" name="Rectangle 30"/>
                <p:cNvSpPr/>
                <p:nvPr/>
              </p:nvSpPr>
              <p:spPr>
                <a:xfrm>
                  <a:off x="496" y="3465"/>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77" name="Rectangle 31"/>
                <p:cNvSpPr/>
                <p:nvPr/>
              </p:nvSpPr>
              <p:spPr>
                <a:xfrm>
                  <a:off x="769" y="3504"/>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78" name="Rectangle 32"/>
                <p:cNvSpPr/>
                <p:nvPr/>
              </p:nvSpPr>
              <p:spPr>
                <a:xfrm>
                  <a:off x="642" y="3479"/>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79" name="Rectangle 33"/>
                <p:cNvSpPr/>
                <p:nvPr/>
              </p:nvSpPr>
              <p:spPr>
                <a:xfrm>
                  <a:off x="515" y="3484"/>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80" name="Line 34"/>
                <p:cNvSpPr/>
                <p:nvPr/>
              </p:nvSpPr>
              <p:spPr>
                <a:xfrm flipV="1">
                  <a:off x="453" y="3529"/>
                  <a:ext cx="561" cy="4"/>
                </a:xfrm>
                <a:prstGeom prst="line">
                  <a:avLst/>
                </a:prstGeom>
                <a:ln w="19050" cap="flat" cmpd="sng">
                  <a:solidFill>
                    <a:schemeClr val="tx1"/>
                  </a:solidFill>
                  <a:prstDash val="solid"/>
                  <a:headEnd type="none" w="med" len="med"/>
                  <a:tailEnd type="triangle" w="med" len="med"/>
                </a:ln>
              </p:spPr>
            </p:sp>
          </p:grpSp>
          <p:grpSp>
            <p:nvGrpSpPr>
              <p:cNvPr id="61470" name="Group 35"/>
              <p:cNvGrpSpPr/>
              <p:nvPr/>
            </p:nvGrpSpPr>
            <p:grpSpPr>
              <a:xfrm>
                <a:off x="2954" y="3292"/>
                <a:ext cx="561" cy="136"/>
                <a:chOff x="455" y="3463"/>
                <a:chExt cx="561" cy="136"/>
              </a:xfrm>
            </p:grpSpPr>
            <p:sp>
              <p:nvSpPr>
                <p:cNvPr id="61471" name="Rectangle 36"/>
                <p:cNvSpPr/>
                <p:nvPr/>
              </p:nvSpPr>
              <p:spPr>
                <a:xfrm>
                  <a:off x="496" y="3465"/>
                  <a:ext cx="424" cy="136"/>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72" name="Rectangle 37"/>
                <p:cNvSpPr/>
                <p:nvPr/>
              </p:nvSpPr>
              <p:spPr>
                <a:xfrm>
                  <a:off x="769" y="3504"/>
                  <a:ext cx="132" cy="61"/>
                </a:xfrm>
                <a:prstGeom prst="rect">
                  <a:avLst/>
                </a:prstGeom>
                <a:solidFill>
                  <a:schemeClr val="bg1"/>
                </a:solidFill>
                <a:ln w="19050"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73" name="Rectangle 38"/>
                <p:cNvSpPr/>
                <p:nvPr/>
              </p:nvSpPr>
              <p:spPr>
                <a:xfrm>
                  <a:off x="642" y="3479"/>
                  <a:ext cx="108" cy="104"/>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74" name="Rectangle 39"/>
                <p:cNvSpPr/>
                <p:nvPr/>
              </p:nvSpPr>
              <p:spPr>
                <a:xfrm>
                  <a:off x="515" y="3484"/>
                  <a:ext cx="108" cy="105"/>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75" name="Line 40"/>
                <p:cNvSpPr/>
                <p:nvPr/>
              </p:nvSpPr>
              <p:spPr>
                <a:xfrm flipV="1">
                  <a:off x="453" y="3529"/>
                  <a:ext cx="561" cy="4"/>
                </a:xfrm>
                <a:prstGeom prst="line">
                  <a:avLst/>
                </a:prstGeom>
                <a:ln w="19050" cap="flat" cmpd="sng">
                  <a:solidFill>
                    <a:schemeClr val="tx1"/>
                  </a:solidFill>
                  <a:prstDash val="solid"/>
                  <a:headEnd type="none" w="med" len="med"/>
                  <a:tailEnd type="triangle" w="med" len="med"/>
                </a:ln>
              </p:spPr>
            </p:sp>
          </p:grpSp>
        </p:grpSp>
        <p:sp>
          <p:nvSpPr>
            <p:cNvPr id="61451" name="Line 41"/>
            <p:cNvSpPr/>
            <p:nvPr/>
          </p:nvSpPr>
          <p:spPr>
            <a:xfrm>
              <a:off x="4494" y="2830"/>
              <a:ext cx="670" cy="0"/>
            </a:xfrm>
            <a:prstGeom prst="line">
              <a:avLst/>
            </a:prstGeom>
            <a:ln w="28575" cap="flat" cmpd="sng">
              <a:solidFill>
                <a:srgbClr val="FF0000"/>
              </a:solidFill>
              <a:prstDash val="solid"/>
              <a:headEnd type="none" w="med" len="med"/>
              <a:tailEnd type="none" w="med" len="med"/>
            </a:ln>
          </p:spPr>
        </p:sp>
        <p:sp>
          <p:nvSpPr>
            <p:cNvPr id="61452" name="Line 42"/>
            <p:cNvSpPr/>
            <p:nvPr/>
          </p:nvSpPr>
          <p:spPr>
            <a:xfrm flipV="1">
              <a:off x="4470" y="3074"/>
              <a:ext cx="700" cy="2"/>
            </a:xfrm>
            <a:prstGeom prst="line">
              <a:avLst/>
            </a:prstGeom>
            <a:ln w="28575" cap="flat" cmpd="sng">
              <a:solidFill>
                <a:srgbClr val="FF0000"/>
              </a:solidFill>
              <a:prstDash val="solid"/>
              <a:headEnd type="none" w="med" len="med"/>
              <a:tailEnd type="none" w="med" len="med"/>
            </a:ln>
          </p:spPr>
        </p:sp>
        <p:sp>
          <p:nvSpPr>
            <p:cNvPr id="61453" name="Line 43"/>
            <p:cNvSpPr/>
            <p:nvPr/>
          </p:nvSpPr>
          <p:spPr>
            <a:xfrm>
              <a:off x="4470" y="3346"/>
              <a:ext cx="694" cy="0"/>
            </a:xfrm>
            <a:prstGeom prst="line">
              <a:avLst/>
            </a:prstGeom>
            <a:ln w="28575" cap="flat" cmpd="sng">
              <a:solidFill>
                <a:srgbClr val="FF0000"/>
              </a:solidFill>
              <a:prstDash val="solid"/>
              <a:headEnd type="none" w="med" len="med"/>
              <a:tailEnd type="none" w="med" len="med"/>
            </a:ln>
          </p:spPr>
        </p:sp>
        <p:sp>
          <p:nvSpPr>
            <p:cNvPr id="61454" name="Line 44"/>
            <p:cNvSpPr/>
            <p:nvPr/>
          </p:nvSpPr>
          <p:spPr>
            <a:xfrm flipV="1">
              <a:off x="4648" y="2830"/>
              <a:ext cx="0" cy="616"/>
            </a:xfrm>
            <a:prstGeom prst="line">
              <a:avLst/>
            </a:prstGeom>
            <a:ln w="28575" cap="flat" cmpd="sng">
              <a:solidFill>
                <a:srgbClr val="FF0000"/>
              </a:solidFill>
              <a:prstDash val="solid"/>
              <a:headEnd type="none" w="med" len="med"/>
              <a:tailEnd type="none" w="med" len="med"/>
            </a:ln>
          </p:spPr>
        </p:sp>
        <p:sp>
          <p:nvSpPr>
            <p:cNvPr id="61455" name="Line 45"/>
            <p:cNvSpPr/>
            <p:nvPr/>
          </p:nvSpPr>
          <p:spPr>
            <a:xfrm flipV="1">
              <a:off x="4914" y="2830"/>
              <a:ext cx="0" cy="616"/>
            </a:xfrm>
            <a:prstGeom prst="line">
              <a:avLst/>
            </a:prstGeom>
            <a:ln w="28575" cap="flat" cmpd="sng">
              <a:solidFill>
                <a:srgbClr val="FF0000"/>
              </a:solidFill>
              <a:prstDash val="solid"/>
              <a:headEnd type="none" w="med" len="med"/>
              <a:tailEnd type="none" w="med" len="med"/>
            </a:ln>
          </p:spPr>
        </p:sp>
        <p:sp>
          <p:nvSpPr>
            <p:cNvPr id="61456" name="Line 46"/>
            <p:cNvSpPr/>
            <p:nvPr/>
          </p:nvSpPr>
          <p:spPr>
            <a:xfrm flipV="1">
              <a:off x="5164" y="2824"/>
              <a:ext cx="0" cy="616"/>
            </a:xfrm>
            <a:prstGeom prst="line">
              <a:avLst/>
            </a:prstGeom>
            <a:ln w="28575" cap="flat" cmpd="sng">
              <a:solidFill>
                <a:srgbClr val="FF0000"/>
              </a:solidFill>
              <a:prstDash val="solid"/>
              <a:headEnd type="none" w="med" len="med"/>
              <a:tailEnd type="none" w="med" len="med"/>
            </a:ln>
          </p:spPr>
        </p:sp>
        <p:sp>
          <p:nvSpPr>
            <p:cNvPr id="61457" name="Oval 47"/>
            <p:cNvSpPr/>
            <p:nvPr/>
          </p:nvSpPr>
          <p:spPr>
            <a:xfrm>
              <a:off x="4622" y="2806"/>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58" name="Oval 48"/>
            <p:cNvSpPr/>
            <p:nvPr/>
          </p:nvSpPr>
          <p:spPr>
            <a:xfrm>
              <a:off x="4622" y="3048"/>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59" name="Oval 49"/>
            <p:cNvSpPr/>
            <p:nvPr/>
          </p:nvSpPr>
          <p:spPr>
            <a:xfrm>
              <a:off x="4618" y="3316"/>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60" name="Oval 50"/>
            <p:cNvSpPr/>
            <p:nvPr/>
          </p:nvSpPr>
          <p:spPr>
            <a:xfrm>
              <a:off x="4890" y="2806"/>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61" name="Oval 51"/>
            <p:cNvSpPr/>
            <p:nvPr/>
          </p:nvSpPr>
          <p:spPr>
            <a:xfrm>
              <a:off x="4890" y="3048"/>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62" name="Oval 52"/>
            <p:cNvSpPr/>
            <p:nvPr/>
          </p:nvSpPr>
          <p:spPr>
            <a:xfrm>
              <a:off x="4886" y="3316"/>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63" name="Oval 53"/>
            <p:cNvSpPr/>
            <p:nvPr/>
          </p:nvSpPr>
          <p:spPr>
            <a:xfrm>
              <a:off x="5136" y="2806"/>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64" name="Oval 54"/>
            <p:cNvSpPr/>
            <p:nvPr/>
          </p:nvSpPr>
          <p:spPr>
            <a:xfrm>
              <a:off x="5136" y="3048"/>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65" name="Oval 55"/>
            <p:cNvSpPr/>
            <p:nvPr/>
          </p:nvSpPr>
          <p:spPr>
            <a:xfrm>
              <a:off x="5132" y="3316"/>
              <a:ext cx="56" cy="56"/>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1466" name="Text Box 56"/>
            <p:cNvSpPr txBox="1"/>
            <p:nvPr/>
          </p:nvSpPr>
          <p:spPr>
            <a:xfrm>
              <a:off x="3812" y="3601"/>
              <a:ext cx="729"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a:latin typeface="Arial" panose="020B0604020202090204" pitchFamily="34" charset="0"/>
                </a:rPr>
                <a:t>crossbar</a:t>
              </a:r>
            </a:p>
          </p:txBody>
        </p:sp>
        <p:sp>
          <p:nvSpPr>
            <p:cNvPr id="61467" name="Freeform 57"/>
            <p:cNvSpPr/>
            <p:nvPr/>
          </p:nvSpPr>
          <p:spPr>
            <a:xfrm>
              <a:off x="3900" y="2796"/>
              <a:ext cx="972" cy="1269"/>
            </a:xfrm>
            <a:custGeom>
              <a:avLst/>
              <a:gdLst>
                <a:gd name="txL" fmla="*/ 0 w 972"/>
                <a:gd name="txT" fmla="*/ 0 h 1266"/>
                <a:gd name="txR" fmla="*/ 972 w 972"/>
                <a:gd name="txB" fmla="*/ 1266 h 1266"/>
              </a:gdLst>
              <a:ahLst/>
              <a:cxnLst>
                <a:cxn ang="0">
                  <a:pos x="0" y="3"/>
                </a:cxn>
                <a:cxn ang="0">
                  <a:pos x="969" y="0"/>
                </a:cxn>
                <a:cxn ang="0">
                  <a:pos x="972" y="1314"/>
                </a:cxn>
              </a:cxnLst>
              <a:rect l="txL" t="txT" r="txR" b="txB"/>
              <a:pathLst>
                <a:path w="972" h="1266">
                  <a:moveTo>
                    <a:pt x="0" y="3"/>
                  </a:moveTo>
                  <a:lnTo>
                    <a:pt x="969" y="0"/>
                  </a:lnTo>
                  <a:lnTo>
                    <a:pt x="972" y="1266"/>
                  </a:lnTo>
                </a:path>
              </a:pathLst>
            </a:custGeom>
            <a:noFill/>
            <a:ln w="38100" cap="flat" cmpd="sng">
              <a:solidFill>
                <a:schemeClr val="tx1">
                  <a:alpha val="100000"/>
                </a:schemeClr>
              </a:solidFill>
              <a:prstDash val="solid"/>
              <a:round/>
              <a:headEnd type="none" w="med" len="med"/>
              <a:tailEnd type="triangle" w="med" len="med"/>
            </a:ln>
          </p:spPr>
          <p:txBody>
            <a:bodyPr/>
            <a:lstStyle/>
            <a:p>
              <a:endParaRPr lang="zh-CN" altLang="en-US"/>
            </a:p>
          </p:txBody>
        </p:sp>
      </p:grpSp>
      <p:sp>
        <p:nvSpPr>
          <p:cNvPr id="61445"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47</a:t>
            </a:fld>
            <a:endParaRPr lang="en-US" altLang="zh-CN" sz="1200">
              <a:latin typeface="Tahoma" panose="020B0604030504040204" charset="0"/>
            </a:endParaRPr>
          </a:p>
        </p:txBody>
      </p:sp>
      <p:sp>
        <p:nvSpPr>
          <p:cNvPr id="61446"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5" name="Picture 78" descr="underline_base"/>
          <p:cNvPicPr/>
          <p:nvPr/>
        </p:nvPicPr>
        <p:blipFill>
          <a:blip r:embed="rId2"/>
          <a:stretch>
            <a:fillRect/>
          </a:stretch>
        </p:blipFill>
        <p:spPr>
          <a:xfrm>
            <a:off x="722313" y="711200"/>
            <a:ext cx="3656012" cy="173038"/>
          </a:xfrm>
          <a:prstGeom prst="rect">
            <a:avLst/>
          </a:prstGeom>
          <a:noFill/>
          <a:ln w="9525">
            <a:noFill/>
          </a:ln>
        </p:spPr>
      </p:pic>
      <p:sp>
        <p:nvSpPr>
          <p:cNvPr id="62466" name="Rectangle 2"/>
          <p:cNvSpPr>
            <a:spLocks noGrp="1"/>
          </p:cNvSpPr>
          <p:nvPr>
            <p:ph type="title"/>
          </p:nvPr>
        </p:nvSpPr>
        <p:spPr>
          <a:xfrm>
            <a:off x="685800" y="292100"/>
            <a:ext cx="7772400" cy="457200"/>
          </a:xfrm>
        </p:spPr>
        <p:txBody>
          <a:bodyPr vert="horz" wrap="square" lIns="91440" tIns="45720" rIns="91440" bIns="45720" anchor="ctr" anchorCtr="0"/>
          <a:lstStyle/>
          <a:p>
            <a:r>
              <a:rPr lang="en-US" altLang="zh-CN" sz="3600"/>
              <a:t>Input port queuing</a:t>
            </a:r>
            <a:endParaRPr lang="en-US" altLang="zh-CN"/>
          </a:p>
        </p:txBody>
      </p:sp>
      <p:sp>
        <p:nvSpPr>
          <p:cNvPr id="62467" name="Rectangle 3"/>
          <p:cNvSpPr>
            <a:spLocks noGrp="1"/>
          </p:cNvSpPr>
          <p:nvPr>
            <p:ph idx="1"/>
          </p:nvPr>
        </p:nvSpPr>
        <p:spPr>
          <a:xfrm>
            <a:off x="722313" y="909955"/>
            <a:ext cx="8101012" cy="2649538"/>
          </a:xfrm>
        </p:spPr>
        <p:txBody>
          <a:bodyPr vert="horz" wrap="square" lIns="91440" tIns="45720" rIns="91440" bIns="45720" anchor="t" anchorCtr="0"/>
          <a:lstStyle/>
          <a:p>
            <a:r>
              <a:rPr lang="en-US" altLang="zh-CN" sz="2400"/>
              <a:t>fabric slower than input ports combined -&gt; queueing may occur at input queues </a:t>
            </a:r>
          </a:p>
          <a:p>
            <a:pPr lvl="1"/>
            <a:r>
              <a:rPr lang="en-US" altLang="zh-CN" i="1">
                <a:solidFill>
                  <a:srgbClr val="CC0000"/>
                </a:solidFill>
              </a:rPr>
              <a:t>queueing delay and loss due to input buffer overflow!</a:t>
            </a:r>
            <a:endParaRPr lang="en-US" altLang="zh-CN">
              <a:solidFill>
                <a:srgbClr val="CC0000"/>
              </a:solidFill>
            </a:endParaRPr>
          </a:p>
          <a:p>
            <a:r>
              <a:rPr lang="en-US" altLang="zh-CN" sz="2400">
                <a:solidFill>
                  <a:srgbClr val="CC0000"/>
                </a:solidFill>
              </a:rPr>
              <a:t>Head-of-the-Line (HOL) blocking:</a:t>
            </a:r>
            <a:r>
              <a:rPr lang="en-US" altLang="zh-CN" sz="2400"/>
              <a:t> queued datagram at front of queue prevents others in queue from moving forward</a:t>
            </a:r>
          </a:p>
        </p:txBody>
      </p:sp>
      <p:grpSp>
        <p:nvGrpSpPr>
          <p:cNvPr id="62468" name="Group 7"/>
          <p:cNvGrpSpPr/>
          <p:nvPr/>
        </p:nvGrpSpPr>
        <p:grpSpPr>
          <a:xfrm>
            <a:off x="1389063" y="3407410"/>
            <a:ext cx="3027362" cy="1809750"/>
            <a:chOff x="523" y="976"/>
            <a:chExt cx="2099" cy="1356"/>
          </a:xfrm>
        </p:grpSpPr>
        <p:sp>
          <p:nvSpPr>
            <p:cNvPr id="62515" name="Rectangle 8"/>
            <p:cNvSpPr/>
            <p:nvPr/>
          </p:nvSpPr>
          <p:spPr>
            <a:xfrm>
              <a:off x="1208" y="976"/>
              <a:ext cx="745" cy="13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2516" name="Group 9"/>
            <p:cNvGrpSpPr/>
            <p:nvPr/>
          </p:nvGrpSpPr>
          <p:grpSpPr>
            <a:xfrm>
              <a:off x="804" y="997"/>
              <a:ext cx="249" cy="1295"/>
              <a:chOff x="748" y="997"/>
              <a:chExt cx="249" cy="1295"/>
            </a:xfrm>
          </p:grpSpPr>
          <p:sp>
            <p:nvSpPr>
              <p:cNvPr id="62535" name="Rectangle 10"/>
              <p:cNvSpPr/>
              <p:nvPr/>
            </p:nvSpPr>
            <p:spPr>
              <a:xfrm>
                <a:off x="759" y="997"/>
                <a:ext cx="240"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536" name="Rectangle 11"/>
              <p:cNvSpPr/>
              <p:nvPr/>
            </p:nvSpPr>
            <p:spPr>
              <a:xfrm>
                <a:off x="750" y="1472"/>
                <a:ext cx="240"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537" name="Rectangle 12"/>
              <p:cNvSpPr/>
              <p:nvPr/>
            </p:nvSpPr>
            <p:spPr>
              <a:xfrm>
                <a:off x="748" y="1938"/>
                <a:ext cx="240"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62517" name="Group 13"/>
            <p:cNvGrpSpPr/>
            <p:nvPr/>
          </p:nvGrpSpPr>
          <p:grpSpPr>
            <a:xfrm>
              <a:off x="2109" y="1002"/>
              <a:ext cx="249" cy="1295"/>
              <a:chOff x="748" y="997"/>
              <a:chExt cx="249" cy="1295"/>
            </a:xfrm>
          </p:grpSpPr>
          <p:sp>
            <p:nvSpPr>
              <p:cNvPr id="62532" name="Rectangle 14"/>
              <p:cNvSpPr/>
              <p:nvPr/>
            </p:nvSpPr>
            <p:spPr>
              <a:xfrm>
                <a:off x="759" y="997"/>
                <a:ext cx="238" cy="352"/>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533" name="Rectangle 15"/>
              <p:cNvSpPr/>
              <p:nvPr/>
            </p:nvSpPr>
            <p:spPr>
              <a:xfrm>
                <a:off x="750" y="1472"/>
                <a:ext cx="238" cy="352"/>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534" name="Rectangle 16"/>
              <p:cNvSpPr/>
              <p:nvPr/>
            </p:nvSpPr>
            <p:spPr>
              <a:xfrm>
                <a:off x="748" y="1940"/>
                <a:ext cx="238" cy="352"/>
              </a:xfrm>
              <a:prstGeom prst="rect">
                <a:avLst/>
              </a:prstGeom>
              <a:solidFill>
                <a:schemeClr val="bg1"/>
              </a:solidFill>
              <a:ln w="19050" cap="flat" cmpd="sng">
                <a:solidFill>
                  <a:srgbClr val="008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62518" name="Line 17"/>
            <p:cNvSpPr/>
            <p:nvPr/>
          </p:nvSpPr>
          <p:spPr>
            <a:xfrm>
              <a:off x="1946" y="1181"/>
              <a:ext cx="162" cy="0"/>
            </a:xfrm>
            <a:prstGeom prst="line">
              <a:avLst/>
            </a:prstGeom>
            <a:ln w="19050" cap="flat" cmpd="sng">
              <a:solidFill>
                <a:schemeClr val="tx1"/>
              </a:solidFill>
              <a:prstDash val="solid"/>
              <a:headEnd type="none" w="med" len="med"/>
              <a:tailEnd type="none" w="med" len="med"/>
            </a:ln>
          </p:spPr>
        </p:sp>
        <p:sp>
          <p:nvSpPr>
            <p:cNvPr id="62519" name="Line 18"/>
            <p:cNvSpPr/>
            <p:nvPr/>
          </p:nvSpPr>
          <p:spPr>
            <a:xfrm>
              <a:off x="1940" y="1644"/>
              <a:ext cx="163" cy="0"/>
            </a:xfrm>
            <a:prstGeom prst="line">
              <a:avLst/>
            </a:prstGeom>
            <a:ln w="19050" cap="flat" cmpd="sng">
              <a:solidFill>
                <a:schemeClr val="tx1"/>
              </a:solidFill>
              <a:prstDash val="solid"/>
              <a:headEnd type="none" w="med" len="med"/>
              <a:tailEnd type="none" w="med" len="med"/>
            </a:ln>
          </p:spPr>
        </p:sp>
        <p:sp>
          <p:nvSpPr>
            <p:cNvPr id="62520" name="Line 19"/>
            <p:cNvSpPr/>
            <p:nvPr/>
          </p:nvSpPr>
          <p:spPr>
            <a:xfrm>
              <a:off x="1940" y="2119"/>
              <a:ext cx="163" cy="0"/>
            </a:xfrm>
            <a:prstGeom prst="line">
              <a:avLst/>
            </a:prstGeom>
            <a:ln w="19050" cap="flat" cmpd="sng">
              <a:solidFill>
                <a:schemeClr val="tx1"/>
              </a:solidFill>
              <a:prstDash val="solid"/>
              <a:headEnd type="none" w="med" len="med"/>
              <a:tailEnd type="none" w="med" len="med"/>
            </a:ln>
          </p:spPr>
        </p:sp>
        <p:sp>
          <p:nvSpPr>
            <p:cNvPr id="62521" name="Line 20"/>
            <p:cNvSpPr/>
            <p:nvPr/>
          </p:nvSpPr>
          <p:spPr>
            <a:xfrm>
              <a:off x="1044" y="1164"/>
              <a:ext cx="163" cy="0"/>
            </a:xfrm>
            <a:prstGeom prst="line">
              <a:avLst/>
            </a:prstGeom>
            <a:ln w="19050" cap="flat" cmpd="sng">
              <a:solidFill>
                <a:schemeClr val="tx1"/>
              </a:solidFill>
              <a:prstDash val="solid"/>
              <a:headEnd type="none" w="med" len="med"/>
              <a:tailEnd type="none" w="med" len="med"/>
            </a:ln>
          </p:spPr>
        </p:sp>
        <p:sp>
          <p:nvSpPr>
            <p:cNvPr id="62522" name="Line 21"/>
            <p:cNvSpPr/>
            <p:nvPr/>
          </p:nvSpPr>
          <p:spPr>
            <a:xfrm>
              <a:off x="1038" y="1629"/>
              <a:ext cx="162" cy="0"/>
            </a:xfrm>
            <a:prstGeom prst="line">
              <a:avLst/>
            </a:prstGeom>
            <a:ln w="19050" cap="flat" cmpd="sng">
              <a:solidFill>
                <a:schemeClr val="tx1"/>
              </a:solidFill>
              <a:prstDash val="solid"/>
              <a:headEnd type="none" w="med" len="med"/>
              <a:tailEnd type="none" w="med" len="med"/>
            </a:ln>
          </p:spPr>
        </p:sp>
        <p:sp>
          <p:nvSpPr>
            <p:cNvPr id="62523" name="Line 22"/>
            <p:cNvSpPr/>
            <p:nvPr/>
          </p:nvSpPr>
          <p:spPr>
            <a:xfrm>
              <a:off x="1038" y="2102"/>
              <a:ext cx="162" cy="0"/>
            </a:xfrm>
            <a:prstGeom prst="line">
              <a:avLst/>
            </a:prstGeom>
            <a:ln w="19050" cap="flat" cmpd="sng">
              <a:solidFill>
                <a:schemeClr val="tx1"/>
              </a:solidFill>
              <a:prstDash val="solid"/>
              <a:headEnd type="none" w="med" len="med"/>
              <a:tailEnd type="none" w="med" len="med"/>
            </a:ln>
          </p:spPr>
        </p:sp>
        <p:grpSp>
          <p:nvGrpSpPr>
            <p:cNvPr id="62524" name="Group 23"/>
            <p:cNvGrpSpPr/>
            <p:nvPr/>
          </p:nvGrpSpPr>
          <p:grpSpPr>
            <a:xfrm>
              <a:off x="523" y="1169"/>
              <a:ext cx="288" cy="939"/>
              <a:chOff x="-60" y="1148"/>
              <a:chExt cx="168" cy="939"/>
            </a:xfrm>
          </p:grpSpPr>
          <p:sp>
            <p:nvSpPr>
              <p:cNvPr id="62529" name="Line 24"/>
              <p:cNvSpPr/>
              <p:nvPr/>
            </p:nvSpPr>
            <p:spPr>
              <a:xfrm>
                <a:off x="-54" y="1148"/>
                <a:ext cx="162" cy="0"/>
              </a:xfrm>
              <a:prstGeom prst="line">
                <a:avLst/>
              </a:prstGeom>
              <a:ln w="19050" cap="flat" cmpd="sng">
                <a:solidFill>
                  <a:schemeClr val="tx1"/>
                </a:solidFill>
                <a:prstDash val="solid"/>
                <a:headEnd type="none" w="med" len="med"/>
                <a:tailEnd type="none" w="med" len="med"/>
              </a:ln>
            </p:spPr>
          </p:sp>
          <p:sp>
            <p:nvSpPr>
              <p:cNvPr id="62530" name="Line 25"/>
              <p:cNvSpPr/>
              <p:nvPr/>
            </p:nvSpPr>
            <p:spPr>
              <a:xfrm>
                <a:off x="-60" y="1613"/>
                <a:ext cx="162" cy="0"/>
              </a:xfrm>
              <a:prstGeom prst="line">
                <a:avLst/>
              </a:prstGeom>
              <a:ln w="19050" cap="flat" cmpd="sng">
                <a:solidFill>
                  <a:schemeClr val="tx1"/>
                </a:solidFill>
                <a:prstDash val="solid"/>
                <a:headEnd type="none" w="med" len="med"/>
                <a:tailEnd type="none" w="med" len="med"/>
              </a:ln>
            </p:spPr>
          </p:sp>
          <p:sp>
            <p:nvSpPr>
              <p:cNvPr id="62531" name="Line 26"/>
              <p:cNvSpPr/>
              <p:nvPr/>
            </p:nvSpPr>
            <p:spPr>
              <a:xfrm>
                <a:off x="-60" y="2087"/>
                <a:ext cx="162" cy="0"/>
              </a:xfrm>
              <a:prstGeom prst="line">
                <a:avLst/>
              </a:prstGeom>
              <a:ln w="19050" cap="flat" cmpd="sng">
                <a:solidFill>
                  <a:schemeClr val="tx1"/>
                </a:solidFill>
                <a:prstDash val="solid"/>
                <a:headEnd type="none" w="med" len="med"/>
                <a:tailEnd type="none" w="med" len="med"/>
              </a:ln>
            </p:spPr>
          </p:sp>
        </p:grpSp>
        <p:grpSp>
          <p:nvGrpSpPr>
            <p:cNvPr id="62525" name="Group 27"/>
            <p:cNvGrpSpPr/>
            <p:nvPr/>
          </p:nvGrpSpPr>
          <p:grpSpPr>
            <a:xfrm>
              <a:off x="2334" y="1173"/>
              <a:ext cx="288" cy="939"/>
              <a:chOff x="-60" y="1148"/>
              <a:chExt cx="168" cy="939"/>
            </a:xfrm>
          </p:grpSpPr>
          <p:sp>
            <p:nvSpPr>
              <p:cNvPr id="62526" name="Line 28"/>
              <p:cNvSpPr/>
              <p:nvPr/>
            </p:nvSpPr>
            <p:spPr>
              <a:xfrm>
                <a:off x="-54" y="1148"/>
                <a:ext cx="162" cy="0"/>
              </a:xfrm>
              <a:prstGeom prst="line">
                <a:avLst/>
              </a:prstGeom>
              <a:ln w="19050" cap="flat" cmpd="sng">
                <a:solidFill>
                  <a:schemeClr val="tx1"/>
                </a:solidFill>
                <a:prstDash val="solid"/>
                <a:headEnd type="none" w="med" len="med"/>
                <a:tailEnd type="triangle" w="med" len="med"/>
              </a:ln>
            </p:spPr>
          </p:sp>
          <p:sp>
            <p:nvSpPr>
              <p:cNvPr id="62527" name="Line 29"/>
              <p:cNvSpPr/>
              <p:nvPr/>
            </p:nvSpPr>
            <p:spPr>
              <a:xfrm>
                <a:off x="-60" y="1615"/>
                <a:ext cx="162" cy="0"/>
              </a:xfrm>
              <a:prstGeom prst="line">
                <a:avLst/>
              </a:prstGeom>
              <a:ln w="19050" cap="flat" cmpd="sng">
                <a:solidFill>
                  <a:schemeClr val="tx1"/>
                </a:solidFill>
                <a:prstDash val="solid"/>
                <a:headEnd type="none" w="med" len="med"/>
                <a:tailEnd type="triangle" w="med" len="med"/>
              </a:ln>
            </p:spPr>
          </p:sp>
          <p:sp>
            <p:nvSpPr>
              <p:cNvPr id="62528" name="Line 30"/>
              <p:cNvSpPr/>
              <p:nvPr/>
            </p:nvSpPr>
            <p:spPr>
              <a:xfrm>
                <a:off x="-60" y="2087"/>
                <a:ext cx="162" cy="0"/>
              </a:xfrm>
              <a:prstGeom prst="line">
                <a:avLst/>
              </a:prstGeom>
              <a:ln w="19050" cap="flat" cmpd="sng">
                <a:solidFill>
                  <a:schemeClr val="tx1"/>
                </a:solidFill>
                <a:prstDash val="solid"/>
                <a:headEnd type="none" w="med" len="med"/>
                <a:tailEnd type="triangle" w="med" len="med"/>
              </a:ln>
            </p:spPr>
          </p:sp>
        </p:grpSp>
      </p:grpSp>
      <p:sp>
        <p:nvSpPr>
          <p:cNvPr id="62469" name="Rectangle 55"/>
          <p:cNvSpPr/>
          <p:nvPr/>
        </p:nvSpPr>
        <p:spPr>
          <a:xfrm>
            <a:off x="1841500" y="3404235"/>
            <a:ext cx="252413" cy="130175"/>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70" name="Rectangle 56"/>
          <p:cNvSpPr/>
          <p:nvPr/>
        </p:nvSpPr>
        <p:spPr>
          <a:xfrm>
            <a:off x="1827213" y="4136073"/>
            <a:ext cx="252412" cy="131762"/>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71" name="Rectangle 57"/>
          <p:cNvSpPr/>
          <p:nvPr/>
        </p:nvSpPr>
        <p:spPr>
          <a:xfrm>
            <a:off x="1825625" y="4771073"/>
            <a:ext cx="252413" cy="130175"/>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72" name="Rectangle 58"/>
          <p:cNvSpPr/>
          <p:nvPr/>
        </p:nvSpPr>
        <p:spPr>
          <a:xfrm>
            <a:off x="1482725" y="3399473"/>
            <a:ext cx="252413" cy="131762"/>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73" name="Rectangle 59"/>
          <p:cNvSpPr/>
          <p:nvPr/>
        </p:nvSpPr>
        <p:spPr>
          <a:xfrm>
            <a:off x="1477963" y="4759960"/>
            <a:ext cx="252412" cy="131763"/>
          </a:xfrm>
          <a:prstGeom prst="rect">
            <a:avLst/>
          </a:prstGeom>
          <a:solidFill>
            <a:srgbClr val="00CC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74" name="Line 60"/>
          <p:cNvSpPr/>
          <p:nvPr/>
        </p:nvSpPr>
        <p:spPr>
          <a:xfrm>
            <a:off x="2133600" y="3459798"/>
            <a:ext cx="1479550" cy="1587"/>
          </a:xfrm>
          <a:prstGeom prst="line">
            <a:avLst/>
          </a:prstGeom>
          <a:ln w="28575" cap="flat" cmpd="sng">
            <a:solidFill>
              <a:srgbClr val="FF0000"/>
            </a:solidFill>
            <a:prstDash val="dash"/>
            <a:headEnd type="none" w="med" len="med"/>
            <a:tailEnd type="triangle" w="med" len="med"/>
          </a:ln>
        </p:spPr>
      </p:sp>
      <p:sp>
        <p:nvSpPr>
          <p:cNvPr id="62475" name="Freeform 61"/>
          <p:cNvSpPr/>
          <p:nvPr/>
        </p:nvSpPr>
        <p:spPr>
          <a:xfrm>
            <a:off x="2178050" y="3858260"/>
            <a:ext cx="1395413" cy="979488"/>
          </a:xfrm>
          <a:custGeom>
            <a:avLst/>
            <a:gdLst>
              <a:gd name="txL" fmla="*/ 0 w 967"/>
              <a:gd name="txT" fmla="*/ 0 h 735"/>
              <a:gd name="txR" fmla="*/ 967 w 967"/>
              <a:gd name="txB" fmla="*/ 735 h 735"/>
            </a:gdLst>
            <a:ahLst/>
            <a:cxnLst>
              <a:cxn ang="0">
                <a:pos x="0" y="2147483646"/>
              </a:cxn>
              <a:cxn ang="0">
                <a:pos x="2147483646" y="2147483646"/>
              </a:cxn>
              <a:cxn ang="0">
                <a:pos x="2147483646" y="0"/>
              </a:cxn>
            </a:cxnLst>
            <a:rect l="txL" t="txT" r="txR" b="txB"/>
            <a:pathLst>
              <a:path w="967" h="735">
                <a:moveTo>
                  <a:pt x="0" y="733"/>
                </a:moveTo>
                <a:lnTo>
                  <a:pt x="522" y="735"/>
                </a:lnTo>
                <a:lnTo>
                  <a:pt x="967" y="0"/>
                </a:lnTo>
              </a:path>
            </a:pathLst>
          </a:custGeom>
          <a:noFill/>
          <a:ln w="28575" cap="flat" cmpd="sng">
            <a:solidFill>
              <a:srgbClr val="FF0000">
                <a:alpha val="100000"/>
              </a:srgbClr>
            </a:solidFill>
            <a:prstDash val="dash"/>
            <a:round/>
            <a:headEnd type="none" w="med" len="med"/>
            <a:tailEnd type="triangle" w="med" len="med"/>
          </a:ln>
        </p:spPr>
        <p:txBody>
          <a:bodyPr/>
          <a:lstStyle/>
          <a:p>
            <a:endParaRPr lang="zh-CN" altLang="en-US"/>
          </a:p>
        </p:txBody>
      </p:sp>
      <p:sp>
        <p:nvSpPr>
          <p:cNvPr id="62476" name="Text Box 62"/>
          <p:cNvSpPr txBox="1"/>
          <p:nvPr/>
        </p:nvSpPr>
        <p:spPr>
          <a:xfrm>
            <a:off x="1349375" y="5313998"/>
            <a:ext cx="3390900" cy="119062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t>output port contention:</a:t>
            </a:r>
          </a:p>
          <a:p>
            <a:pPr marL="0" lvl="0" indent="0" algn="ctr">
              <a:lnSpc>
                <a:spcPct val="100000"/>
              </a:lnSpc>
              <a:spcBef>
                <a:spcPct val="0"/>
              </a:spcBef>
              <a:buClrTx/>
              <a:buSzTx/>
              <a:buFontTx/>
              <a:buNone/>
            </a:pPr>
            <a:r>
              <a:rPr lang="en-US" altLang="zh-CN" sz="1800"/>
              <a:t>only one red datagram can be transferred.</a:t>
            </a:r>
            <a:br>
              <a:rPr lang="en-US" altLang="zh-CN" sz="1800"/>
            </a:br>
            <a:r>
              <a:rPr lang="en-US" altLang="zh-CN" sz="1800" i="1"/>
              <a:t>lower red packet is blocked</a:t>
            </a:r>
          </a:p>
        </p:txBody>
      </p:sp>
      <p:sp>
        <p:nvSpPr>
          <p:cNvPr id="62477" name="Text Box 64"/>
          <p:cNvSpPr txBox="1"/>
          <p:nvPr/>
        </p:nvSpPr>
        <p:spPr>
          <a:xfrm>
            <a:off x="2527300" y="4204335"/>
            <a:ext cx="747713" cy="5810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switch</a:t>
            </a:r>
          </a:p>
          <a:p>
            <a:pPr marL="0" lvl="0" indent="0">
              <a:lnSpc>
                <a:spcPct val="100000"/>
              </a:lnSpc>
              <a:spcBef>
                <a:spcPct val="0"/>
              </a:spcBef>
              <a:buClrTx/>
              <a:buSzTx/>
              <a:buFontTx/>
              <a:buNone/>
            </a:pPr>
            <a:r>
              <a:rPr lang="en-US" altLang="zh-CN" sz="1600">
                <a:latin typeface="Arial" panose="020B0604020202090204" pitchFamily="34" charset="0"/>
              </a:rPr>
              <a:t>fabric</a:t>
            </a:r>
          </a:p>
        </p:txBody>
      </p:sp>
      <p:sp>
        <p:nvSpPr>
          <p:cNvPr id="62478" name="Line 73"/>
          <p:cNvSpPr/>
          <p:nvPr/>
        </p:nvSpPr>
        <p:spPr>
          <a:xfrm>
            <a:off x="2124075" y="4204335"/>
            <a:ext cx="1458913" cy="19050"/>
          </a:xfrm>
          <a:prstGeom prst="line">
            <a:avLst/>
          </a:prstGeom>
          <a:ln w="28575" cap="flat" cmpd="sng">
            <a:solidFill>
              <a:srgbClr val="000099"/>
            </a:solidFill>
            <a:prstDash val="dash"/>
            <a:headEnd type="none" w="med" len="med"/>
            <a:tailEnd type="triangle" w="med" len="med"/>
          </a:ln>
        </p:spPr>
      </p:sp>
      <p:grpSp>
        <p:nvGrpSpPr>
          <p:cNvPr id="7" name="Group 79"/>
          <p:cNvGrpSpPr/>
          <p:nvPr/>
        </p:nvGrpSpPr>
        <p:grpSpPr>
          <a:xfrm>
            <a:off x="4879975" y="3428048"/>
            <a:ext cx="3027363" cy="3086100"/>
            <a:chOff x="3074" y="2025"/>
            <a:chExt cx="1907" cy="1944"/>
          </a:xfrm>
        </p:grpSpPr>
        <p:grpSp>
          <p:nvGrpSpPr>
            <p:cNvPr id="62482" name="Group 31"/>
            <p:cNvGrpSpPr/>
            <p:nvPr/>
          </p:nvGrpSpPr>
          <p:grpSpPr>
            <a:xfrm>
              <a:off x="3074" y="2047"/>
              <a:ext cx="1907" cy="1140"/>
              <a:chOff x="523" y="976"/>
              <a:chExt cx="2099" cy="1356"/>
            </a:xfrm>
          </p:grpSpPr>
          <p:sp>
            <p:nvSpPr>
              <p:cNvPr id="62492" name="Rectangle 32"/>
              <p:cNvSpPr/>
              <p:nvPr/>
            </p:nvSpPr>
            <p:spPr>
              <a:xfrm>
                <a:off x="1208" y="976"/>
                <a:ext cx="745" cy="13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2493" name="Group 33"/>
              <p:cNvGrpSpPr/>
              <p:nvPr/>
            </p:nvGrpSpPr>
            <p:grpSpPr>
              <a:xfrm>
                <a:off x="804" y="997"/>
                <a:ext cx="249" cy="1295"/>
                <a:chOff x="748" y="997"/>
                <a:chExt cx="249" cy="1295"/>
              </a:xfrm>
            </p:grpSpPr>
            <p:sp>
              <p:nvSpPr>
                <p:cNvPr id="62512" name="Rectangle 34"/>
                <p:cNvSpPr/>
                <p:nvPr/>
              </p:nvSpPr>
              <p:spPr>
                <a:xfrm>
                  <a:off x="759" y="997"/>
                  <a:ext cx="240"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513" name="Rectangle 35"/>
                <p:cNvSpPr/>
                <p:nvPr/>
              </p:nvSpPr>
              <p:spPr>
                <a:xfrm>
                  <a:off x="750" y="1472"/>
                  <a:ext cx="240"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514" name="Rectangle 36"/>
                <p:cNvSpPr/>
                <p:nvPr/>
              </p:nvSpPr>
              <p:spPr>
                <a:xfrm>
                  <a:off x="748" y="1938"/>
                  <a:ext cx="240"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62494" name="Group 37"/>
              <p:cNvGrpSpPr/>
              <p:nvPr/>
            </p:nvGrpSpPr>
            <p:grpSpPr>
              <a:xfrm>
                <a:off x="2109" y="1002"/>
                <a:ext cx="249" cy="1295"/>
                <a:chOff x="748" y="997"/>
                <a:chExt cx="249" cy="1295"/>
              </a:xfrm>
            </p:grpSpPr>
            <p:sp>
              <p:nvSpPr>
                <p:cNvPr id="62509" name="Rectangle 38"/>
                <p:cNvSpPr/>
                <p:nvPr/>
              </p:nvSpPr>
              <p:spPr>
                <a:xfrm>
                  <a:off x="759" y="997"/>
                  <a:ext cx="238" cy="352"/>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510" name="Rectangle 39"/>
                <p:cNvSpPr/>
                <p:nvPr/>
              </p:nvSpPr>
              <p:spPr>
                <a:xfrm>
                  <a:off x="750" y="1472"/>
                  <a:ext cx="238" cy="352"/>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800">
                    <a:latin typeface="Arial" panose="020B0604020202090204" pitchFamily="34" charset="0"/>
                  </a:endParaRPr>
                </a:p>
              </p:txBody>
            </p:sp>
            <p:sp>
              <p:nvSpPr>
                <p:cNvPr id="62511" name="Rectangle 40"/>
                <p:cNvSpPr/>
                <p:nvPr/>
              </p:nvSpPr>
              <p:spPr>
                <a:xfrm>
                  <a:off x="748" y="1940"/>
                  <a:ext cx="238" cy="352"/>
                </a:xfrm>
                <a:prstGeom prst="rect">
                  <a:avLst/>
                </a:prstGeom>
                <a:solidFill>
                  <a:schemeClr val="bg1"/>
                </a:solidFill>
                <a:ln w="19050" cap="flat" cmpd="sng">
                  <a:solidFill>
                    <a:srgbClr val="008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62495" name="Line 41"/>
              <p:cNvSpPr/>
              <p:nvPr/>
            </p:nvSpPr>
            <p:spPr>
              <a:xfrm>
                <a:off x="1946" y="1181"/>
                <a:ext cx="162" cy="0"/>
              </a:xfrm>
              <a:prstGeom prst="line">
                <a:avLst/>
              </a:prstGeom>
              <a:ln w="19050" cap="flat" cmpd="sng">
                <a:solidFill>
                  <a:schemeClr val="tx1"/>
                </a:solidFill>
                <a:prstDash val="solid"/>
                <a:headEnd type="none" w="med" len="med"/>
                <a:tailEnd type="none" w="med" len="med"/>
              </a:ln>
            </p:spPr>
          </p:sp>
          <p:sp>
            <p:nvSpPr>
              <p:cNvPr id="62496" name="Line 42"/>
              <p:cNvSpPr/>
              <p:nvPr/>
            </p:nvSpPr>
            <p:spPr>
              <a:xfrm>
                <a:off x="1940" y="1644"/>
                <a:ext cx="163" cy="0"/>
              </a:xfrm>
              <a:prstGeom prst="line">
                <a:avLst/>
              </a:prstGeom>
              <a:ln w="19050" cap="flat" cmpd="sng">
                <a:solidFill>
                  <a:schemeClr val="tx1"/>
                </a:solidFill>
                <a:prstDash val="solid"/>
                <a:headEnd type="none" w="med" len="med"/>
                <a:tailEnd type="none" w="med" len="med"/>
              </a:ln>
            </p:spPr>
          </p:sp>
          <p:sp>
            <p:nvSpPr>
              <p:cNvPr id="62497" name="Line 43"/>
              <p:cNvSpPr/>
              <p:nvPr/>
            </p:nvSpPr>
            <p:spPr>
              <a:xfrm>
                <a:off x="1940" y="2119"/>
                <a:ext cx="163" cy="0"/>
              </a:xfrm>
              <a:prstGeom prst="line">
                <a:avLst/>
              </a:prstGeom>
              <a:ln w="19050" cap="flat" cmpd="sng">
                <a:solidFill>
                  <a:schemeClr val="tx1"/>
                </a:solidFill>
                <a:prstDash val="solid"/>
                <a:headEnd type="none" w="med" len="med"/>
                <a:tailEnd type="none" w="med" len="med"/>
              </a:ln>
            </p:spPr>
          </p:sp>
          <p:sp>
            <p:nvSpPr>
              <p:cNvPr id="62498" name="Line 44"/>
              <p:cNvSpPr/>
              <p:nvPr/>
            </p:nvSpPr>
            <p:spPr>
              <a:xfrm>
                <a:off x="1044" y="1164"/>
                <a:ext cx="163" cy="0"/>
              </a:xfrm>
              <a:prstGeom prst="line">
                <a:avLst/>
              </a:prstGeom>
              <a:ln w="19050" cap="flat" cmpd="sng">
                <a:solidFill>
                  <a:schemeClr val="tx1"/>
                </a:solidFill>
                <a:prstDash val="solid"/>
                <a:headEnd type="none" w="med" len="med"/>
                <a:tailEnd type="none" w="med" len="med"/>
              </a:ln>
            </p:spPr>
          </p:sp>
          <p:sp>
            <p:nvSpPr>
              <p:cNvPr id="62499" name="Line 45"/>
              <p:cNvSpPr/>
              <p:nvPr/>
            </p:nvSpPr>
            <p:spPr>
              <a:xfrm>
                <a:off x="1038" y="1629"/>
                <a:ext cx="162" cy="0"/>
              </a:xfrm>
              <a:prstGeom prst="line">
                <a:avLst/>
              </a:prstGeom>
              <a:ln w="19050" cap="flat" cmpd="sng">
                <a:solidFill>
                  <a:schemeClr val="tx1"/>
                </a:solidFill>
                <a:prstDash val="solid"/>
                <a:headEnd type="none" w="med" len="med"/>
                <a:tailEnd type="none" w="med" len="med"/>
              </a:ln>
            </p:spPr>
          </p:sp>
          <p:sp>
            <p:nvSpPr>
              <p:cNvPr id="62500" name="Line 46"/>
              <p:cNvSpPr/>
              <p:nvPr/>
            </p:nvSpPr>
            <p:spPr>
              <a:xfrm>
                <a:off x="1038" y="2102"/>
                <a:ext cx="162" cy="0"/>
              </a:xfrm>
              <a:prstGeom prst="line">
                <a:avLst/>
              </a:prstGeom>
              <a:ln w="19050" cap="flat" cmpd="sng">
                <a:solidFill>
                  <a:schemeClr val="tx1"/>
                </a:solidFill>
                <a:prstDash val="solid"/>
                <a:headEnd type="none" w="med" len="med"/>
                <a:tailEnd type="none" w="med" len="med"/>
              </a:ln>
            </p:spPr>
          </p:sp>
          <p:grpSp>
            <p:nvGrpSpPr>
              <p:cNvPr id="62501" name="Group 47"/>
              <p:cNvGrpSpPr/>
              <p:nvPr/>
            </p:nvGrpSpPr>
            <p:grpSpPr>
              <a:xfrm>
                <a:off x="523" y="1169"/>
                <a:ext cx="288" cy="939"/>
                <a:chOff x="-60" y="1148"/>
                <a:chExt cx="168" cy="939"/>
              </a:xfrm>
            </p:grpSpPr>
            <p:sp>
              <p:nvSpPr>
                <p:cNvPr id="62506" name="Line 48"/>
                <p:cNvSpPr/>
                <p:nvPr/>
              </p:nvSpPr>
              <p:spPr>
                <a:xfrm>
                  <a:off x="-54" y="1148"/>
                  <a:ext cx="162" cy="0"/>
                </a:xfrm>
                <a:prstGeom prst="line">
                  <a:avLst/>
                </a:prstGeom>
                <a:ln w="19050" cap="flat" cmpd="sng">
                  <a:solidFill>
                    <a:schemeClr val="tx1"/>
                  </a:solidFill>
                  <a:prstDash val="solid"/>
                  <a:headEnd type="none" w="med" len="med"/>
                  <a:tailEnd type="none" w="med" len="med"/>
                </a:ln>
              </p:spPr>
            </p:sp>
            <p:sp>
              <p:nvSpPr>
                <p:cNvPr id="62507" name="Line 49"/>
                <p:cNvSpPr/>
                <p:nvPr/>
              </p:nvSpPr>
              <p:spPr>
                <a:xfrm>
                  <a:off x="-60" y="1613"/>
                  <a:ext cx="162" cy="0"/>
                </a:xfrm>
                <a:prstGeom prst="line">
                  <a:avLst/>
                </a:prstGeom>
                <a:ln w="19050" cap="flat" cmpd="sng">
                  <a:solidFill>
                    <a:schemeClr val="tx1"/>
                  </a:solidFill>
                  <a:prstDash val="solid"/>
                  <a:headEnd type="none" w="med" len="med"/>
                  <a:tailEnd type="none" w="med" len="med"/>
                </a:ln>
              </p:spPr>
            </p:sp>
            <p:sp>
              <p:nvSpPr>
                <p:cNvPr id="62508" name="Line 50"/>
                <p:cNvSpPr/>
                <p:nvPr/>
              </p:nvSpPr>
              <p:spPr>
                <a:xfrm>
                  <a:off x="-60" y="2087"/>
                  <a:ext cx="162" cy="0"/>
                </a:xfrm>
                <a:prstGeom prst="line">
                  <a:avLst/>
                </a:prstGeom>
                <a:ln w="19050" cap="flat" cmpd="sng">
                  <a:solidFill>
                    <a:schemeClr val="tx1"/>
                  </a:solidFill>
                  <a:prstDash val="solid"/>
                  <a:headEnd type="none" w="med" len="med"/>
                  <a:tailEnd type="none" w="med" len="med"/>
                </a:ln>
              </p:spPr>
            </p:sp>
          </p:grpSp>
          <p:grpSp>
            <p:nvGrpSpPr>
              <p:cNvPr id="62502" name="Group 51"/>
              <p:cNvGrpSpPr/>
              <p:nvPr/>
            </p:nvGrpSpPr>
            <p:grpSpPr>
              <a:xfrm>
                <a:off x="2334" y="1173"/>
                <a:ext cx="288" cy="939"/>
                <a:chOff x="-60" y="1148"/>
                <a:chExt cx="168" cy="939"/>
              </a:xfrm>
            </p:grpSpPr>
            <p:sp>
              <p:nvSpPr>
                <p:cNvPr id="62503" name="Line 52"/>
                <p:cNvSpPr/>
                <p:nvPr/>
              </p:nvSpPr>
              <p:spPr>
                <a:xfrm>
                  <a:off x="-54" y="1148"/>
                  <a:ext cx="162" cy="0"/>
                </a:xfrm>
                <a:prstGeom prst="line">
                  <a:avLst/>
                </a:prstGeom>
                <a:ln w="19050" cap="flat" cmpd="sng">
                  <a:solidFill>
                    <a:schemeClr val="tx1"/>
                  </a:solidFill>
                  <a:prstDash val="solid"/>
                  <a:headEnd type="none" w="med" len="med"/>
                  <a:tailEnd type="triangle" w="med" len="med"/>
                </a:ln>
              </p:spPr>
            </p:sp>
            <p:sp>
              <p:nvSpPr>
                <p:cNvPr id="62504" name="Line 53"/>
                <p:cNvSpPr/>
                <p:nvPr/>
              </p:nvSpPr>
              <p:spPr>
                <a:xfrm>
                  <a:off x="-60" y="1615"/>
                  <a:ext cx="162" cy="0"/>
                </a:xfrm>
                <a:prstGeom prst="line">
                  <a:avLst/>
                </a:prstGeom>
                <a:ln w="19050" cap="flat" cmpd="sng">
                  <a:solidFill>
                    <a:schemeClr val="tx1"/>
                  </a:solidFill>
                  <a:prstDash val="solid"/>
                  <a:headEnd type="none" w="med" len="med"/>
                  <a:tailEnd type="triangle" w="med" len="med"/>
                </a:ln>
              </p:spPr>
            </p:sp>
            <p:sp>
              <p:nvSpPr>
                <p:cNvPr id="62505" name="Line 54"/>
                <p:cNvSpPr/>
                <p:nvPr/>
              </p:nvSpPr>
              <p:spPr>
                <a:xfrm>
                  <a:off x="-60" y="2087"/>
                  <a:ext cx="162" cy="0"/>
                </a:xfrm>
                <a:prstGeom prst="line">
                  <a:avLst/>
                </a:prstGeom>
                <a:ln w="19050" cap="flat" cmpd="sng">
                  <a:solidFill>
                    <a:schemeClr val="tx1"/>
                  </a:solidFill>
                  <a:prstDash val="solid"/>
                  <a:headEnd type="none" w="med" len="med"/>
                  <a:tailEnd type="triangle" w="med" len="med"/>
                </a:ln>
              </p:spPr>
            </p:sp>
          </p:grpSp>
        </p:grpSp>
        <p:sp>
          <p:nvSpPr>
            <p:cNvPr id="62483" name="Text Box 63"/>
            <p:cNvSpPr txBox="1"/>
            <p:nvPr/>
          </p:nvSpPr>
          <p:spPr>
            <a:xfrm>
              <a:off x="3287" y="3219"/>
              <a:ext cx="1407" cy="750"/>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t>one packet time later: green packet experiences HOL blocking</a:t>
              </a:r>
              <a:endParaRPr lang="en-US" altLang="zh-CN" sz="1800" i="1"/>
            </a:p>
          </p:txBody>
        </p:sp>
        <p:sp>
          <p:nvSpPr>
            <p:cNvPr id="62484" name="Text Box 65"/>
            <p:cNvSpPr txBox="1"/>
            <p:nvPr/>
          </p:nvSpPr>
          <p:spPr>
            <a:xfrm>
              <a:off x="3778" y="2507"/>
              <a:ext cx="471" cy="366"/>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switch</a:t>
              </a:r>
            </a:p>
            <a:p>
              <a:pPr marL="0" lvl="0" indent="0">
                <a:lnSpc>
                  <a:spcPct val="100000"/>
                </a:lnSpc>
                <a:spcBef>
                  <a:spcPct val="0"/>
                </a:spcBef>
                <a:buClrTx/>
                <a:buSzTx/>
                <a:buFontTx/>
                <a:buNone/>
              </a:pPr>
              <a:r>
                <a:rPr lang="en-US" altLang="zh-CN" sz="1600">
                  <a:latin typeface="Arial" panose="020B0604020202090204" pitchFamily="34" charset="0"/>
                </a:rPr>
                <a:t>fabric</a:t>
              </a:r>
            </a:p>
          </p:txBody>
        </p:sp>
        <p:sp>
          <p:nvSpPr>
            <p:cNvPr id="62485" name="Rectangle 66"/>
            <p:cNvSpPr/>
            <p:nvPr/>
          </p:nvSpPr>
          <p:spPr>
            <a:xfrm>
              <a:off x="4551" y="2025"/>
              <a:ext cx="159" cy="8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86" name="Rectangle 69"/>
            <p:cNvSpPr/>
            <p:nvPr/>
          </p:nvSpPr>
          <p:spPr>
            <a:xfrm>
              <a:off x="3363" y="2050"/>
              <a:ext cx="159" cy="82"/>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87" name="Rectangle 70"/>
            <p:cNvSpPr/>
            <p:nvPr/>
          </p:nvSpPr>
          <p:spPr>
            <a:xfrm>
              <a:off x="3360" y="2916"/>
              <a:ext cx="159" cy="83"/>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88" name="Freeform 71"/>
            <p:cNvSpPr/>
            <p:nvPr/>
          </p:nvSpPr>
          <p:spPr>
            <a:xfrm>
              <a:off x="3585" y="2324"/>
              <a:ext cx="878" cy="618"/>
            </a:xfrm>
            <a:custGeom>
              <a:avLst/>
              <a:gdLst>
                <a:gd name="txL" fmla="*/ 0 w 967"/>
                <a:gd name="txT" fmla="*/ 0 h 735"/>
                <a:gd name="txR" fmla="*/ 967 w 967"/>
                <a:gd name="txB" fmla="*/ 735 h 735"/>
              </a:gdLst>
              <a:ahLst/>
              <a:cxnLst>
                <a:cxn ang="0">
                  <a:pos x="0" y="46"/>
                </a:cxn>
                <a:cxn ang="0">
                  <a:pos x="111" y="46"/>
                </a:cxn>
                <a:cxn ang="0">
                  <a:pos x="207" y="0"/>
                </a:cxn>
              </a:cxnLst>
              <a:rect l="txL" t="txT" r="txR" b="txB"/>
              <a:pathLst>
                <a:path w="967" h="735">
                  <a:moveTo>
                    <a:pt x="0" y="733"/>
                  </a:moveTo>
                  <a:lnTo>
                    <a:pt x="522" y="735"/>
                  </a:lnTo>
                  <a:lnTo>
                    <a:pt x="967" y="0"/>
                  </a:lnTo>
                </a:path>
              </a:pathLst>
            </a:custGeom>
            <a:noFill/>
            <a:ln w="28575" cap="flat" cmpd="sng">
              <a:solidFill>
                <a:srgbClr val="FF0000">
                  <a:alpha val="100000"/>
                </a:srgbClr>
              </a:solidFill>
              <a:prstDash val="dash"/>
              <a:round/>
              <a:headEnd type="none" w="med" len="med"/>
              <a:tailEnd type="triangle" w="med" len="med"/>
            </a:ln>
          </p:spPr>
          <p:txBody>
            <a:bodyPr/>
            <a:lstStyle/>
            <a:p>
              <a:endParaRPr lang="zh-CN" altLang="en-US"/>
            </a:p>
          </p:txBody>
        </p:sp>
        <p:sp>
          <p:nvSpPr>
            <p:cNvPr id="62489" name="Freeform 72"/>
            <p:cNvSpPr/>
            <p:nvPr/>
          </p:nvSpPr>
          <p:spPr>
            <a:xfrm>
              <a:off x="3573" y="2134"/>
              <a:ext cx="860" cy="437"/>
            </a:xfrm>
            <a:custGeom>
              <a:avLst/>
              <a:gdLst>
                <a:gd name="txL" fmla="*/ 0 w 860"/>
                <a:gd name="txT" fmla="*/ 0 h 437"/>
                <a:gd name="txR" fmla="*/ 860 w 860"/>
                <a:gd name="txB" fmla="*/ 437 h 437"/>
              </a:gdLst>
              <a:ahLst/>
              <a:cxnLst>
                <a:cxn ang="0">
                  <a:pos x="0" y="3"/>
                </a:cxn>
                <a:cxn ang="0">
                  <a:pos x="468" y="0"/>
                </a:cxn>
                <a:cxn ang="0">
                  <a:pos x="860" y="437"/>
                </a:cxn>
              </a:cxnLst>
              <a:rect l="txL" t="txT" r="txR" b="txB"/>
              <a:pathLst>
                <a:path w="860" h="437">
                  <a:moveTo>
                    <a:pt x="0" y="3"/>
                  </a:moveTo>
                  <a:lnTo>
                    <a:pt x="468" y="0"/>
                  </a:lnTo>
                  <a:lnTo>
                    <a:pt x="860" y="437"/>
                  </a:lnTo>
                </a:path>
              </a:pathLst>
            </a:custGeom>
            <a:noFill/>
            <a:ln w="28575" cap="flat" cmpd="sng">
              <a:solidFill>
                <a:srgbClr val="000099">
                  <a:alpha val="100000"/>
                </a:srgbClr>
              </a:solidFill>
              <a:prstDash val="dash"/>
              <a:round/>
              <a:headEnd type="none" w="med" len="med"/>
              <a:tailEnd type="triangle" w="med" len="med"/>
            </a:ln>
          </p:spPr>
          <p:txBody>
            <a:bodyPr/>
            <a:lstStyle/>
            <a:p>
              <a:endParaRPr lang="zh-CN" altLang="en-US"/>
            </a:p>
          </p:txBody>
        </p:sp>
        <p:sp>
          <p:nvSpPr>
            <p:cNvPr id="62490" name="Rectangle 76"/>
            <p:cNvSpPr/>
            <p:nvPr/>
          </p:nvSpPr>
          <p:spPr>
            <a:xfrm>
              <a:off x="3141" y="2890"/>
              <a:ext cx="159" cy="83"/>
            </a:xfrm>
            <a:prstGeom prst="rect">
              <a:avLst/>
            </a:prstGeom>
            <a:solidFill>
              <a:srgbClr val="00CC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2491" name="Rectangle 77"/>
            <p:cNvSpPr/>
            <p:nvPr/>
          </p:nvSpPr>
          <p:spPr>
            <a:xfrm>
              <a:off x="4542" y="2518"/>
              <a:ext cx="159" cy="83"/>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6248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48</a:t>
            </a:fld>
            <a:endParaRPr lang="en-US" altLang="zh-CN" sz="1200">
              <a:latin typeface="Tahoma" panose="020B0604030504040204" charset="0"/>
            </a:endParaRPr>
          </a:p>
        </p:txBody>
      </p:sp>
      <p:sp>
        <p:nvSpPr>
          <p:cNvPr id="6248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89" name="Picture 29" descr="underline_base"/>
          <p:cNvPicPr/>
          <p:nvPr/>
        </p:nvPicPr>
        <p:blipFill>
          <a:blip r:embed="rId2"/>
          <a:stretch>
            <a:fillRect/>
          </a:stretch>
        </p:blipFill>
        <p:spPr>
          <a:xfrm>
            <a:off x="511175" y="822325"/>
            <a:ext cx="2970213" cy="173038"/>
          </a:xfrm>
          <a:prstGeom prst="rect">
            <a:avLst/>
          </a:prstGeom>
          <a:noFill/>
          <a:ln w="9525">
            <a:noFill/>
          </a:ln>
        </p:spPr>
      </p:pic>
      <p:sp>
        <p:nvSpPr>
          <p:cNvPr id="28677" name="Rectangle 2"/>
          <p:cNvSpPr>
            <a:spLocks noGrp="1" noChangeArrowheads="1"/>
          </p:cNvSpPr>
          <p:nvPr>
            <p:ph type="title"/>
          </p:nvPr>
        </p:nvSpPr>
        <p:spPr>
          <a:xfrm>
            <a:off x="503238" y="255588"/>
            <a:ext cx="7772400" cy="6858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Output ports</a:t>
            </a:r>
          </a:p>
        </p:txBody>
      </p:sp>
      <p:sp>
        <p:nvSpPr>
          <p:cNvPr id="28678" name="Rectangle 3"/>
          <p:cNvSpPr>
            <a:spLocks noGrp="1" noChangeArrowheads="1"/>
          </p:cNvSpPr>
          <p:nvPr>
            <p:ph idx="1"/>
          </p:nvPr>
        </p:nvSpPr>
        <p:spPr>
          <a:xfrm>
            <a:off x="539750" y="3946525"/>
            <a:ext cx="7772400" cy="914400"/>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3200" b="0" i="1" u="none" strike="noStrike" kern="0" cap="none" spc="0" normalizeH="0" baseline="0" noProof="0" dirty="0">
                <a:ln>
                  <a:noFill/>
                </a:ln>
                <a:solidFill>
                  <a:srgbClr val="CC0000"/>
                </a:solidFill>
                <a:effectLst/>
                <a:uLnTx/>
                <a:uFillTx/>
                <a:latin typeface="+mn-lt"/>
                <a:ea typeface="MS PGothic" charset="0"/>
                <a:cs typeface="+mn-cs"/>
              </a:rPr>
              <a:t>buffering</a:t>
            </a:r>
            <a:r>
              <a:rPr kumimoji="0" lang="en-US" sz="3200" b="0" i="0" u="none" strike="noStrike" kern="0" cap="none" spc="0" normalizeH="0" baseline="0" noProof="0" dirty="0">
                <a:ln>
                  <a:noFill/>
                </a:ln>
                <a:solidFill>
                  <a:schemeClr val="tx1"/>
                </a:solidFill>
                <a:effectLst/>
                <a:uLnTx/>
                <a:uFillTx/>
                <a:latin typeface="+mn-lt"/>
                <a:ea typeface="MS PGothic" charset="0"/>
                <a:cs typeface="+mn-cs"/>
              </a:rPr>
              <a:t> required when datagrams arrive from fabric faster than the transmission rate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3200" b="0" i="1" u="none" strike="noStrike" kern="0" cap="none" spc="0" normalizeH="0" baseline="0" noProof="0" dirty="0">
                <a:ln>
                  <a:noFill/>
                </a:ln>
                <a:solidFill>
                  <a:srgbClr val="CC0000"/>
                </a:solidFill>
                <a:effectLst/>
                <a:uLnTx/>
                <a:uFillTx/>
                <a:latin typeface="+mn-lt"/>
                <a:ea typeface="MS PGothic" charset="0"/>
                <a:cs typeface="+mn-cs"/>
              </a:rPr>
              <a:t>scheduling discipline</a:t>
            </a:r>
            <a:r>
              <a:rPr kumimoji="0" lang="en-US" sz="3200" b="0" i="0" u="none" strike="noStrike" kern="0" cap="none" spc="0" normalizeH="0" baseline="0" noProof="0" dirty="0">
                <a:ln>
                  <a:noFill/>
                </a:ln>
                <a:solidFill>
                  <a:schemeClr val="tx1"/>
                </a:solidFill>
                <a:effectLst/>
                <a:uLnTx/>
                <a:uFillTx/>
                <a:latin typeface="+mn-lt"/>
                <a:ea typeface="MS PGothic" charset="0"/>
                <a:cs typeface="+mn-cs"/>
              </a:rPr>
              <a:t> chooses among queued datagrams for transmission</a:t>
            </a:r>
          </a:p>
        </p:txBody>
      </p:sp>
      <p:sp>
        <p:nvSpPr>
          <p:cNvPr id="63492" name="Rectangle 5"/>
          <p:cNvSpPr/>
          <p:nvPr/>
        </p:nvSpPr>
        <p:spPr>
          <a:xfrm>
            <a:off x="2406650" y="1473200"/>
            <a:ext cx="4568825" cy="1836738"/>
          </a:xfrm>
          <a:prstGeom prst="rect">
            <a:avLst/>
          </a:prstGeom>
          <a:solidFill>
            <a:schemeClr val="bg1"/>
          </a:solidFill>
          <a:ln w="19050" cap="flat" cmpd="sng">
            <a:solidFill>
              <a:srgbClr val="5F5F5F"/>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63493" name="Rectangle 6"/>
          <p:cNvSpPr/>
          <p:nvPr/>
        </p:nvSpPr>
        <p:spPr>
          <a:xfrm>
            <a:off x="5329238" y="1931988"/>
            <a:ext cx="1417637" cy="828675"/>
          </a:xfrm>
          <a:prstGeom prst="rect">
            <a:avLst/>
          </a:prstGeom>
          <a:solidFill>
            <a:schemeClr val="bg1"/>
          </a:solidFill>
          <a:ln w="28575" cap="flat" cmpd="sng">
            <a:solidFill>
              <a:srgbClr val="0066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600">
                <a:solidFill>
                  <a:srgbClr val="000000"/>
                </a:solidFill>
                <a:latin typeface="Tahoma" panose="020B0604030504040204" charset="0"/>
              </a:rPr>
              <a:t>line</a:t>
            </a:r>
          </a:p>
          <a:p>
            <a:pPr marL="0" lvl="0" indent="0" algn="ctr">
              <a:lnSpc>
                <a:spcPct val="100000"/>
              </a:lnSpc>
              <a:spcBef>
                <a:spcPct val="0"/>
              </a:spcBef>
              <a:buClrTx/>
              <a:buSzTx/>
              <a:buFontTx/>
              <a:buNone/>
            </a:pPr>
            <a:r>
              <a:rPr lang="en-US" altLang="zh-CN" sz="1600">
                <a:solidFill>
                  <a:srgbClr val="000000"/>
                </a:solidFill>
                <a:latin typeface="Tahoma" panose="020B0604030504040204" charset="0"/>
              </a:rPr>
              <a:t>termination</a:t>
            </a:r>
          </a:p>
        </p:txBody>
      </p:sp>
      <p:sp>
        <p:nvSpPr>
          <p:cNvPr id="63494" name="Rectangle 7"/>
          <p:cNvSpPr/>
          <p:nvPr/>
        </p:nvSpPr>
        <p:spPr>
          <a:xfrm>
            <a:off x="4019550" y="1658938"/>
            <a:ext cx="1152525" cy="1409700"/>
          </a:xfrm>
          <a:prstGeom prst="rect">
            <a:avLst/>
          </a:prstGeom>
          <a:solidFill>
            <a:schemeClr val="bg1"/>
          </a:solidFill>
          <a:ln w="2857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63495" name="Line 10"/>
          <p:cNvSpPr/>
          <p:nvPr/>
        </p:nvSpPr>
        <p:spPr>
          <a:xfrm>
            <a:off x="3841750" y="2378075"/>
            <a:ext cx="190500" cy="1588"/>
          </a:xfrm>
          <a:prstGeom prst="line">
            <a:avLst/>
          </a:prstGeom>
          <a:ln w="28575" cap="flat" cmpd="sng">
            <a:solidFill>
              <a:schemeClr val="tx1"/>
            </a:solidFill>
            <a:prstDash val="solid"/>
            <a:headEnd type="none" w="med" len="med"/>
            <a:tailEnd type="triangle" w="med" len="med"/>
          </a:ln>
        </p:spPr>
      </p:sp>
      <p:sp>
        <p:nvSpPr>
          <p:cNvPr id="63496" name="Line 11"/>
          <p:cNvSpPr/>
          <p:nvPr/>
        </p:nvSpPr>
        <p:spPr>
          <a:xfrm>
            <a:off x="5175250" y="2335213"/>
            <a:ext cx="190500" cy="1587"/>
          </a:xfrm>
          <a:prstGeom prst="line">
            <a:avLst/>
          </a:prstGeom>
          <a:ln w="28575" cap="flat" cmpd="sng">
            <a:solidFill>
              <a:schemeClr val="tx1"/>
            </a:solidFill>
            <a:prstDash val="solid"/>
            <a:headEnd type="none" w="med" len="med"/>
            <a:tailEnd type="triangle" w="med" len="med"/>
          </a:ln>
        </p:spPr>
      </p:sp>
      <p:sp>
        <p:nvSpPr>
          <p:cNvPr id="63497" name="Line 12"/>
          <p:cNvSpPr/>
          <p:nvPr/>
        </p:nvSpPr>
        <p:spPr>
          <a:xfrm flipV="1">
            <a:off x="6732588" y="2376488"/>
            <a:ext cx="736600" cy="1587"/>
          </a:xfrm>
          <a:prstGeom prst="line">
            <a:avLst/>
          </a:prstGeom>
          <a:ln w="28575" cap="flat" cmpd="sng">
            <a:solidFill>
              <a:schemeClr val="tx1"/>
            </a:solidFill>
            <a:prstDash val="solid"/>
            <a:headEnd type="none" w="med" len="med"/>
            <a:tailEnd type="triangle" w="med" len="med"/>
          </a:ln>
        </p:spPr>
      </p:sp>
      <p:sp>
        <p:nvSpPr>
          <p:cNvPr id="63498" name="Rectangle 13"/>
          <p:cNvSpPr/>
          <p:nvPr/>
        </p:nvSpPr>
        <p:spPr>
          <a:xfrm>
            <a:off x="4052888" y="1968500"/>
            <a:ext cx="1055687" cy="828675"/>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90000"/>
              </a:lnSpc>
              <a:spcBef>
                <a:spcPct val="0"/>
              </a:spcBef>
              <a:buClrTx/>
              <a:buSzTx/>
              <a:buFontTx/>
              <a:buNone/>
            </a:pPr>
            <a:r>
              <a:rPr lang="en-US" altLang="zh-CN" sz="1600">
                <a:solidFill>
                  <a:srgbClr val="000000"/>
                </a:solidFill>
                <a:latin typeface="Tahoma" panose="020B0604030504040204" charset="0"/>
              </a:rPr>
              <a:t>link </a:t>
            </a:r>
          </a:p>
          <a:p>
            <a:pPr marL="0" lvl="0" indent="0" algn="ctr">
              <a:lnSpc>
                <a:spcPct val="90000"/>
              </a:lnSpc>
              <a:spcBef>
                <a:spcPct val="0"/>
              </a:spcBef>
              <a:buClrTx/>
              <a:buSzTx/>
              <a:buFontTx/>
              <a:buNone/>
            </a:pPr>
            <a:r>
              <a:rPr lang="en-US" altLang="zh-CN" sz="1600">
                <a:solidFill>
                  <a:srgbClr val="000000"/>
                </a:solidFill>
                <a:latin typeface="Tahoma" panose="020B0604030504040204" charset="0"/>
              </a:rPr>
              <a:t>layer </a:t>
            </a:r>
          </a:p>
          <a:p>
            <a:pPr marL="0" lvl="0" indent="0" algn="ctr">
              <a:lnSpc>
                <a:spcPct val="90000"/>
              </a:lnSpc>
              <a:spcBef>
                <a:spcPct val="0"/>
              </a:spcBef>
              <a:buClrTx/>
              <a:buSzTx/>
              <a:buFontTx/>
              <a:buNone/>
            </a:pPr>
            <a:r>
              <a:rPr lang="en-US" altLang="zh-CN" sz="1600">
                <a:solidFill>
                  <a:srgbClr val="000000"/>
                </a:solidFill>
                <a:latin typeface="Tahoma" panose="020B0604030504040204" charset="0"/>
              </a:rPr>
              <a:t>protocol</a:t>
            </a:r>
          </a:p>
          <a:p>
            <a:pPr marL="0" lvl="0" indent="0" algn="ctr">
              <a:lnSpc>
                <a:spcPct val="90000"/>
              </a:lnSpc>
              <a:spcBef>
                <a:spcPct val="0"/>
              </a:spcBef>
              <a:buClrTx/>
              <a:buSzTx/>
              <a:buFontTx/>
              <a:buNone/>
            </a:pPr>
            <a:r>
              <a:rPr lang="en-US" altLang="zh-CN" sz="1600">
                <a:solidFill>
                  <a:srgbClr val="000000"/>
                </a:solidFill>
                <a:latin typeface="Tahoma" panose="020B0604030504040204" charset="0"/>
              </a:rPr>
              <a:t>(send)</a:t>
            </a:r>
          </a:p>
        </p:txBody>
      </p:sp>
      <p:sp>
        <p:nvSpPr>
          <p:cNvPr id="63499" name="Rectangle 16"/>
          <p:cNvSpPr/>
          <p:nvPr/>
        </p:nvSpPr>
        <p:spPr>
          <a:xfrm>
            <a:off x="847725" y="1762125"/>
            <a:ext cx="1055688" cy="828675"/>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90000"/>
              </a:lnSpc>
              <a:spcBef>
                <a:spcPct val="0"/>
              </a:spcBef>
              <a:buClrTx/>
              <a:buSzTx/>
              <a:buFontTx/>
              <a:buNone/>
            </a:pPr>
            <a:r>
              <a:rPr lang="en-US" altLang="zh-CN" sz="1600">
                <a:solidFill>
                  <a:srgbClr val="000000"/>
                </a:solidFill>
                <a:latin typeface="Tahoma" panose="020B0604030504040204" charset="0"/>
              </a:rPr>
              <a:t>switch</a:t>
            </a:r>
          </a:p>
          <a:p>
            <a:pPr marL="0" lvl="0" indent="0" algn="ctr">
              <a:lnSpc>
                <a:spcPct val="90000"/>
              </a:lnSpc>
              <a:spcBef>
                <a:spcPct val="0"/>
              </a:spcBef>
              <a:buClrTx/>
              <a:buSzTx/>
              <a:buFontTx/>
              <a:buNone/>
            </a:pPr>
            <a:r>
              <a:rPr lang="en-US" altLang="zh-CN" sz="1600">
                <a:solidFill>
                  <a:srgbClr val="000000"/>
                </a:solidFill>
                <a:latin typeface="Tahoma" panose="020B0604030504040204" charset="0"/>
              </a:rPr>
              <a:t>fabric</a:t>
            </a:r>
          </a:p>
        </p:txBody>
      </p:sp>
      <p:grpSp>
        <p:nvGrpSpPr>
          <p:cNvPr id="63500" name="Group 28"/>
          <p:cNvGrpSpPr/>
          <p:nvPr/>
        </p:nvGrpSpPr>
        <p:grpSpPr>
          <a:xfrm>
            <a:off x="2559050" y="1609725"/>
            <a:ext cx="1247775" cy="1504950"/>
            <a:chOff x="3180" y="909"/>
            <a:chExt cx="786" cy="948"/>
          </a:xfrm>
        </p:grpSpPr>
        <p:sp>
          <p:nvSpPr>
            <p:cNvPr id="63508" name="Rectangle 8"/>
            <p:cNvSpPr/>
            <p:nvPr/>
          </p:nvSpPr>
          <p:spPr>
            <a:xfrm>
              <a:off x="3180" y="909"/>
              <a:ext cx="786" cy="948"/>
            </a:xfrm>
            <a:prstGeom prst="rect">
              <a:avLst/>
            </a:prstGeom>
            <a:solidFill>
              <a:schemeClr val="bg1"/>
            </a:solidFill>
            <a:ln w="28575"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63509" name="Text Box 14"/>
            <p:cNvSpPr txBox="1"/>
            <p:nvPr/>
          </p:nvSpPr>
          <p:spPr>
            <a:xfrm>
              <a:off x="3232" y="917"/>
              <a:ext cx="724" cy="92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600">
                  <a:solidFill>
                    <a:srgbClr val="000000"/>
                  </a:solidFill>
                  <a:latin typeface="Arial" panose="020B0604020202090204" pitchFamily="34" charset="0"/>
                </a:rPr>
                <a:t>datagram</a:t>
              </a:r>
            </a:p>
            <a:p>
              <a:pPr marL="0" lvl="0" indent="0" algn="ctr">
                <a:lnSpc>
                  <a:spcPct val="100000"/>
                </a:lnSpc>
                <a:spcBef>
                  <a:spcPct val="0"/>
                </a:spcBef>
                <a:buClrTx/>
                <a:buSzTx/>
                <a:buFontTx/>
                <a:buNone/>
              </a:pPr>
              <a:r>
                <a:rPr lang="en-US" altLang="zh-CN" sz="1600">
                  <a:solidFill>
                    <a:srgbClr val="000000"/>
                  </a:solidFill>
                  <a:latin typeface="Arial" panose="020B0604020202090204" pitchFamily="34" charset="0"/>
                </a:rPr>
                <a:t>buffer</a:t>
              </a:r>
            </a:p>
            <a:p>
              <a:pPr marL="0" lvl="0" indent="0" algn="ctr">
                <a:lnSpc>
                  <a:spcPct val="100000"/>
                </a:lnSpc>
                <a:spcBef>
                  <a:spcPct val="0"/>
                </a:spcBef>
                <a:buClrTx/>
                <a:buSzTx/>
                <a:buFontTx/>
                <a:buNone/>
              </a:pPr>
              <a:endParaRPr lang="en-US" altLang="zh-CN" sz="1600">
                <a:solidFill>
                  <a:srgbClr val="000000"/>
                </a:solidFill>
                <a:latin typeface="Arial" panose="020B0604020202090204" pitchFamily="34" charset="0"/>
              </a:endParaRPr>
            </a:p>
            <a:p>
              <a:pPr marL="0" lvl="0" indent="0" algn="ctr">
                <a:lnSpc>
                  <a:spcPct val="100000"/>
                </a:lnSpc>
                <a:spcBef>
                  <a:spcPct val="0"/>
                </a:spcBef>
                <a:buClrTx/>
                <a:buSzTx/>
                <a:buFontTx/>
                <a:buNone/>
              </a:pPr>
              <a:endParaRPr lang="en-US" altLang="zh-CN" sz="1600">
                <a:solidFill>
                  <a:srgbClr val="000000"/>
                </a:solidFill>
                <a:latin typeface="Arial" panose="020B0604020202090204" pitchFamily="34" charset="0"/>
              </a:endParaRPr>
            </a:p>
            <a:p>
              <a:pPr marL="0" lvl="0" indent="0" algn="ctr">
                <a:lnSpc>
                  <a:spcPct val="100000"/>
                </a:lnSpc>
                <a:spcBef>
                  <a:spcPct val="0"/>
                </a:spcBef>
                <a:buClrTx/>
                <a:buSzTx/>
                <a:buFontTx/>
                <a:buNone/>
              </a:pPr>
              <a:r>
                <a:rPr lang="en-US" altLang="zh-CN" sz="1600">
                  <a:solidFill>
                    <a:srgbClr val="000000"/>
                  </a:solidFill>
                  <a:latin typeface="Arial" panose="020B0604020202090204" pitchFamily="34" charset="0"/>
                </a:rPr>
                <a:t>queueing</a:t>
              </a:r>
            </a:p>
          </p:txBody>
        </p:sp>
        <p:grpSp>
          <p:nvGrpSpPr>
            <p:cNvPr id="63510" name="Group 17"/>
            <p:cNvGrpSpPr/>
            <p:nvPr/>
          </p:nvGrpSpPr>
          <p:grpSpPr>
            <a:xfrm>
              <a:off x="3260" y="1299"/>
              <a:ext cx="626" cy="295"/>
              <a:chOff x="310" y="3526"/>
              <a:chExt cx="1040" cy="457"/>
            </a:xfrm>
          </p:grpSpPr>
          <p:sp>
            <p:nvSpPr>
              <p:cNvPr id="63511" name="Rectangle 18"/>
              <p:cNvSpPr/>
              <p:nvPr/>
            </p:nvSpPr>
            <p:spPr>
              <a:xfrm>
                <a:off x="310" y="3526"/>
                <a:ext cx="1040" cy="457"/>
              </a:xfrm>
              <a:prstGeom prst="rect">
                <a:avLst/>
              </a:prstGeom>
              <a:solidFill>
                <a:srgbClr val="FF0000"/>
              </a:solidFill>
              <a:ln w="38100"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63512" name="Line 19"/>
              <p:cNvSpPr/>
              <p:nvPr/>
            </p:nvSpPr>
            <p:spPr>
              <a:xfrm>
                <a:off x="446" y="3535"/>
                <a:ext cx="2" cy="437"/>
              </a:xfrm>
              <a:prstGeom prst="line">
                <a:avLst/>
              </a:prstGeom>
              <a:ln w="38100" cap="flat" cmpd="sng">
                <a:solidFill>
                  <a:schemeClr val="bg1"/>
                </a:solidFill>
                <a:prstDash val="solid"/>
                <a:headEnd type="none" w="med" len="med"/>
                <a:tailEnd type="none" w="med" len="med"/>
              </a:ln>
            </p:spPr>
          </p:sp>
          <p:sp>
            <p:nvSpPr>
              <p:cNvPr id="63513" name="Line 20"/>
              <p:cNvSpPr/>
              <p:nvPr/>
            </p:nvSpPr>
            <p:spPr>
              <a:xfrm>
                <a:off x="558" y="3538"/>
                <a:ext cx="2" cy="435"/>
              </a:xfrm>
              <a:prstGeom prst="line">
                <a:avLst/>
              </a:prstGeom>
              <a:ln w="38100" cap="flat" cmpd="sng">
                <a:solidFill>
                  <a:schemeClr val="bg1"/>
                </a:solidFill>
                <a:prstDash val="solid"/>
                <a:headEnd type="none" w="med" len="med"/>
                <a:tailEnd type="none" w="med" len="med"/>
              </a:ln>
            </p:spPr>
          </p:sp>
          <p:sp>
            <p:nvSpPr>
              <p:cNvPr id="63514" name="Line 21"/>
              <p:cNvSpPr/>
              <p:nvPr/>
            </p:nvSpPr>
            <p:spPr>
              <a:xfrm>
                <a:off x="671" y="3534"/>
                <a:ext cx="2" cy="437"/>
              </a:xfrm>
              <a:prstGeom prst="line">
                <a:avLst/>
              </a:prstGeom>
              <a:ln w="38100" cap="flat" cmpd="sng">
                <a:solidFill>
                  <a:schemeClr val="bg1"/>
                </a:solidFill>
                <a:prstDash val="solid"/>
                <a:headEnd type="none" w="med" len="med"/>
                <a:tailEnd type="none" w="med" len="med"/>
              </a:ln>
            </p:spPr>
          </p:sp>
          <p:sp>
            <p:nvSpPr>
              <p:cNvPr id="63515" name="Line 22"/>
              <p:cNvSpPr/>
              <p:nvPr/>
            </p:nvSpPr>
            <p:spPr>
              <a:xfrm>
                <a:off x="782" y="3535"/>
                <a:ext cx="2" cy="437"/>
              </a:xfrm>
              <a:prstGeom prst="line">
                <a:avLst/>
              </a:prstGeom>
              <a:ln w="38100" cap="flat" cmpd="sng">
                <a:solidFill>
                  <a:schemeClr val="bg1"/>
                </a:solidFill>
                <a:prstDash val="solid"/>
                <a:headEnd type="none" w="med" len="med"/>
                <a:tailEnd type="none" w="med" len="med"/>
              </a:ln>
            </p:spPr>
          </p:sp>
          <p:sp>
            <p:nvSpPr>
              <p:cNvPr id="63516" name="Line 23"/>
              <p:cNvSpPr/>
              <p:nvPr/>
            </p:nvSpPr>
            <p:spPr>
              <a:xfrm>
                <a:off x="895" y="3534"/>
                <a:ext cx="2" cy="437"/>
              </a:xfrm>
              <a:prstGeom prst="line">
                <a:avLst/>
              </a:prstGeom>
              <a:ln w="38100" cap="flat" cmpd="sng">
                <a:solidFill>
                  <a:schemeClr val="bg1"/>
                </a:solidFill>
                <a:prstDash val="solid"/>
                <a:headEnd type="none" w="med" len="med"/>
                <a:tailEnd type="none" w="med" len="med"/>
              </a:ln>
            </p:spPr>
          </p:sp>
          <p:sp>
            <p:nvSpPr>
              <p:cNvPr id="63517" name="Line 24"/>
              <p:cNvSpPr/>
              <p:nvPr/>
            </p:nvSpPr>
            <p:spPr>
              <a:xfrm>
                <a:off x="1006" y="3534"/>
                <a:ext cx="2" cy="437"/>
              </a:xfrm>
              <a:prstGeom prst="line">
                <a:avLst/>
              </a:prstGeom>
              <a:ln w="38100" cap="flat" cmpd="sng">
                <a:solidFill>
                  <a:schemeClr val="bg1"/>
                </a:solidFill>
                <a:prstDash val="solid"/>
                <a:headEnd type="none" w="med" len="med"/>
                <a:tailEnd type="none" w="med" len="med"/>
              </a:ln>
            </p:spPr>
          </p:sp>
          <p:sp>
            <p:nvSpPr>
              <p:cNvPr id="63518" name="Line 25"/>
              <p:cNvSpPr/>
              <p:nvPr/>
            </p:nvSpPr>
            <p:spPr>
              <a:xfrm>
                <a:off x="1121" y="3535"/>
                <a:ext cx="2" cy="437"/>
              </a:xfrm>
              <a:prstGeom prst="line">
                <a:avLst/>
              </a:prstGeom>
              <a:ln w="38100" cap="flat" cmpd="sng">
                <a:solidFill>
                  <a:schemeClr val="bg1"/>
                </a:solidFill>
                <a:prstDash val="solid"/>
                <a:headEnd type="none" w="med" len="med"/>
                <a:tailEnd type="none" w="med" len="med"/>
              </a:ln>
            </p:spPr>
          </p:sp>
          <p:sp>
            <p:nvSpPr>
              <p:cNvPr id="63519" name="Line 26"/>
              <p:cNvSpPr/>
              <p:nvPr/>
            </p:nvSpPr>
            <p:spPr>
              <a:xfrm>
                <a:off x="1229" y="3538"/>
                <a:ext cx="2" cy="435"/>
              </a:xfrm>
              <a:prstGeom prst="line">
                <a:avLst/>
              </a:prstGeom>
              <a:ln w="38100" cap="flat" cmpd="sng">
                <a:solidFill>
                  <a:schemeClr val="bg1"/>
                </a:solidFill>
                <a:prstDash val="solid"/>
                <a:headEnd type="none" w="med" len="med"/>
                <a:tailEnd type="none" w="med" len="med"/>
              </a:ln>
            </p:spPr>
          </p:sp>
        </p:grpSp>
      </p:grpSp>
      <p:sp>
        <p:nvSpPr>
          <p:cNvPr id="63501" name="Line 27"/>
          <p:cNvSpPr/>
          <p:nvPr/>
        </p:nvSpPr>
        <p:spPr>
          <a:xfrm>
            <a:off x="1770063" y="1338263"/>
            <a:ext cx="11112" cy="2195512"/>
          </a:xfrm>
          <a:prstGeom prst="line">
            <a:avLst/>
          </a:prstGeom>
          <a:ln w="28575" cap="flat" cmpd="sng">
            <a:solidFill>
              <a:schemeClr val="tx1"/>
            </a:solidFill>
            <a:prstDash val="solid"/>
            <a:headEnd type="none" w="med" len="med"/>
            <a:tailEnd type="none" w="med" len="med"/>
          </a:ln>
        </p:spPr>
      </p:sp>
      <p:sp>
        <p:nvSpPr>
          <p:cNvPr id="63502" name="Line 9"/>
          <p:cNvSpPr/>
          <p:nvPr/>
        </p:nvSpPr>
        <p:spPr>
          <a:xfrm flipV="1">
            <a:off x="1762125" y="2420938"/>
            <a:ext cx="925513" cy="0"/>
          </a:xfrm>
          <a:prstGeom prst="line">
            <a:avLst/>
          </a:prstGeom>
          <a:ln w="28575" cap="flat" cmpd="sng">
            <a:solidFill>
              <a:schemeClr val="tx1"/>
            </a:solidFill>
            <a:prstDash val="solid"/>
            <a:headEnd type="none" w="med" len="med"/>
            <a:tailEnd type="triangle" w="med" len="med"/>
          </a:ln>
        </p:spPr>
      </p:sp>
      <p:sp>
        <p:nvSpPr>
          <p:cNvPr id="63503" name="TextBox 1"/>
          <p:cNvSpPr txBox="1"/>
          <p:nvPr/>
        </p:nvSpPr>
        <p:spPr>
          <a:xfrm>
            <a:off x="4222750" y="293688"/>
            <a:ext cx="4587875" cy="4619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2400" i="1">
                <a:solidFill>
                  <a:srgbClr val="CC0000"/>
                </a:solidFill>
                <a:latin typeface="Tahoma" panose="020B0604030504040204" charset="0"/>
              </a:rPr>
              <a:t>This slide in HUGELY important!</a:t>
            </a:r>
          </a:p>
        </p:txBody>
      </p:sp>
      <p:sp>
        <p:nvSpPr>
          <p:cNvPr id="4" name="TextBox 3"/>
          <p:cNvSpPr txBox="1"/>
          <p:nvPr/>
        </p:nvSpPr>
        <p:spPr>
          <a:xfrm>
            <a:off x="3957638" y="4049713"/>
            <a:ext cx="4822825" cy="830262"/>
          </a:xfrm>
          <a:prstGeom prst="rect">
            <a:avLst/>
          </a:prstGeom>
          <a:solidFill>
            <a:schemeClr val="bg1"/>
          </a:solidFill>
          <a:ln w="25400" cap="flat" cmpd="sng">
            <a:solidFill>
              <a:srgbClr val="CC0000"/>
            </a:solidFill>
            <a:prstDash val="solid"/>
            <a:miter/>
            <a:headEnd type="none" w="med" len="med"/>
            <a:tailEnd type="none" w="med" len="med"/>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2400">
                <a:solidFill>
                  <a:srgbClr val="000000"/>
                </a:solidFill>
                <a:latin typeface="Tahoma" panose="020B0604030504040204" charset="0"/>
              </a:rPr>
              <a:t>Datagram (packets) can be lost due to congestion, lack of buffers</a:t>
            </a:r>
          </a:p>
        </p:txBody>
      </p:sp>
      <p:sp>
        <p:nvSpPr>
          <p:cNvPr id="33" name="TextBox 32"/>
          <p:cNvSpPr txBox="1"/>
          <p:nvPr/>
        </p:nvSpPr>
        <p:spPr>
          <a:xfrm>
            <a:off x="2674938" y="5341938"/>
            <a:ext cx="6124575" cy="831850"/>
          </a:xfrm>
          <a:prstGeom prst="rect">
            <a:avLst/>
          </a:prstGeom>
          <a:solidFill>
            <a:schemeClr val="bg1"/>
          </a:solidFill>
          <a:ln w="25400" cap="flat" cmpd="sng">
            <a:solidFill>
              <a:srgbClr val="CC0000"/>
            </a:solidFill>
            <a:prstDash val="solid"/>
            <a:miter/>
            <a:headEnd type="none" w="med" len="med"/>
            <a:tailEnd type="none" w="med" len="med"/>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2400">
                <a:solidFill>
                  <a:srgbClr val="000000"/>
                </a:solidFill>
                <a:latin typeface="Tahoma" panose="020B0604030504040204" charset="0"/>
              </a:rPr>
              <a:t>Priority scheduling – who gets best performance, network neutrality</a:t>
            </a:r>
          </a:p>
        </p:txBody>
      </p:sp>
      <p:sp>
        <p:nvSpPr>
          <p:cNvPr id="63506"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49</a:t>
            </a:fld>
            <a:endParaRPr lang="en-US" altLang="zh-CN" sz="1200">
              <a:latin typeface="Tahoma" panose="020B0604030504040204" charset="0"/>
            </a:endParaRPr>
          </a:p>
        </p:txBody>
      </p:sp>
      <p:sp>
        <p:nvSpPr>
          <p:cNvPr id="63507" name="Footer Placeholder 2"/>
          <p:cNvSpPr txBox="1">
            <a:spLocks noGrp="1"/>
          </p:cNvSpPr>
          <p:nvPr>
            <p:ph type="ftr" sz="quarter" idx="3"/>
          </p:nvPr>
        </p:nvSpPr>
        <p:spPr>
          <a:xfrm>
            <a:off x="6375400" y="6475413"/>
            <a:ext cx="2178050" cy="241300"/>
          </a:xfrm>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3"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3" name="Picture 80" descr="underline_base"/>
          <p:cNvPicPr/>
          <p:nvPr/>
        </p:nvPicPr>
        <p:blipFill>
          <a:blip r:embed="rId2"/>
          <a:stretch>
            <a:fillRect/>
          </a:stretch>
        </p:blipFill>
        <p:spPr>
          <a:xfrm>
            <a:off x="585788" y="784225"/>
            <a:ext cx="5027612" cy="173038"/>
          </a:xfrm>
          <a:prstGeom prst="rect">
            <a:avLst/>
          </a:prstGeom>
          <a:noFill/>
          <a:ln w="9525">
            <a:noFill/>
          </a:ln>
        </p:spPr>
      </p:pic>
      <p:sp>
        <p:nvSpPr>
          <p:cNvPr id="64514" name="Rectangle 2"/>
          <p:cNvSpPr>
            <a:spLocks noGrp="1"/>
          </p:cNvSpPr>
          <p:nvPr>
            <p:ph type="title"/>
          </p:nvPr>
        </p:nvSpPr>
        <p:spPr>
          <a:xfrm>
            <a:off x="533400" y="196850"/>
            <a:ext cx="7772400" cy="730250"/>
          </a:xfrm>
        </p:spPr>
        <p:txBody>
          <a:bodyPr vert="horz" wrap="square" lIns="91440" tIns="45720" rIns="91440" bIns="45720" anchor="ctr" anchorCtr="0"/>
          <a:lstStyle/>
          <a:p>
            <a:r>
              <a:rPr lang="en-US" altLang="zh-CN" sz="4000"/>
              <a:t>Output port queueing</a:t>
            </a:r>
            <a:endParaRPr lang="en-US" altLang="zh-CN"/>
          </a:p>
        </p:txBody>
      </p:sp>
      <p:sp>
        <p:nvSpPr>
          <p:cNvPr id="64515" name="Rectangle 3"/>
          <p:cNvSpPr>
            <a:spLocks noGrp="1"/>
          </p:cNvSpPr>
          <p:nvPr>
            <p:ph idx="1"/>
          </p:nvPr>
        </p:nvSpPr>
        <p:spPr>
          <a:xfrm>
            <a:off x="746125" y="4602163"/>
            <a:ext cx="7772400" cy="1190625"/>
          </a:xfrm>
        </p:spPr>
        <p:txBody>
          <a:bodyPr vert="horz" wrap="square" lIns="91440" tIns="45720" rIns="91440" bIns="45720" anchor="t" anchorCtr="0"/>
          <a:lstStyle/>
          <a:p>
            <a:r>
              <a:rPr lang="en-US" altLang="zh-CN"/>
              <a:t>buffering when arrival rate via switch exceeds output line speed</a:t>
            </a:r>
          </a:p>
          <a:p>
            <a:r>
              <a:rPr lang="en-US" altLang="zh-CN" i="1">
                <a:solidFill>
                  <a:srgbClr val="CC0000"/>
                </a:solidFill>
              </a:rPr>
              <a:t>queueing (delay) and loss due to output port buffer overflow!</a:t>
            </a:r>
            <a:endParaRPr lang="en-US" altLang="zh-CN">
              <a:solidFill>
                <a:srgbClr val="CC0000"/>
              </a:solidFill>
            </a:endParaRPr>
          </a:p>
        </p:txBody>
      </p:sp>
      <p:grpSp>
        <p:nvGrpSpPr>
          <p:cNvPr id="64516" name="Group 78"/>
          <p:cNvGrpSpPr/>
          <p:nvPr/>
        </p:nvGrpSpPr>
        <p:grpSpPr>
          <a:xfrm>
            <a:off x="884238" y="1477963"/>
            <a:ext cx="7412037" cy="2870200"/>
            <a:chOff x="550" y="931"/>
            <a:chExt cx="4669" cy="1808"/>
          </a:xfrm>
        </p:grpSpPr>
        <p:grpSp>
          <p:nvGrpSpPr>
            <p:cNvPr id="64519" name="Group 29"/>
            <p:cNvGrpSpPr/>
            <p:nvPr/>
          </p:nvGrpSpPr>
          <p:grpSpPr>
            <a:xfrm>
              <a:off x="699" y="948"/>
              <a:ext cx="2099" cy="1356"/>
              <a:chOff x="523" y="976"/>
              <a:chExt cx="2099" cy="1356"/>
            </a:xfrm>
          </p:grpSpPr>
          <p:sp>
            <p:nvSpPr>
              <p:cNvPr id="64565" name="Rectangle 6"/>
              <p:cNvSpPr/>
              <p:nvPr/>
            </p:nvSpPr>
            <p:spPr>
              <a:xfrm>
                <a:off x="1208" y="976"/>
                <a:ext cx="745" cy="13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4566" name="Group 10"/>
              <p:cNvGrpSpPr/>
              <p:nvPr/>
            </p:nvGrpSpPr>
            <p:grpSpPr>
              <a:xfrm>
                <a:off x="804" y="997"/>
                <a:ext cx="249" cy="1295"/>
                <a:chOff x="748" y="997"/>
                <a:chExt cx="249" cy="1295"/>
              </a:xfrm>
            </p:grpSpPr>
            <p:sp>
              <p:nvSpPr>
                <p:cNvPr id="64585" name="Rectangle 7"/>
                <p:cNvSpPr/>
                <p:nvPr/>
              </p:nvSpPr>
              <p:spPr>
                <a:xfrm>
                  <a:off x="759" y="997"/>
                  <a:ext cx="238"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86" name="Rectangle 8"/>
                <p:cNvSpPr/>
                <p:nvPr/>
              </p:nvSpPr>
              <p:spPr>
                <a:xfrm>
                  <a:off x="750" y="1472"/>
                  <a:ext cx="238"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87" name="Rectangle 9"/>
                <p:cNvSpPr/>
                <p:nvPr/>
              </p:nvSpPr>
              <p:spPr>
                <a:xfrm>
                  <a:off x="748" y="1940"/>
                  <a:ext cx="238"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64567" name="Group 11"/>
              <p:cNvGrpSpPr/>
              <p:nvPr/>
            </p:nvGrpSpPr>
            <p:grpSpPr>
              <a:xfrm>
                <a:off x="2109" y="1002"/>
                <a:ext cx="249" cy="1295"/>
                <a:chOff x="748" y="997"/>
                <a:chExt cx="249" cy="1295"/>
              </a:xfrm>
            </p:grpSpPr>
            <p:sp>
              <p:nvSpPr>
                <p:cNvPr id="64582" name="Rectangle 12"/>
                <p:cNvSpPr/>
                <p:nvPr/>
              </p:nvSpPr>
              <p:spPr>
                <a:xfrm>
                  <a:off x="759" y="997"/>
                  <a:ext cx="238" cy="352"/>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83" name="Rectangle 13"/>
                <p:cNvSpPr/>
                <p:nvPr/>
              </p:nvSpPr>
              <p:spPr>
                <a:xfrm>
                  <a:off x="750" y="1472"/>
                  <a:ext cx="238" cy="352"/>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84" name="Rectangle 14"/>
                <p:cNvSpPr/>
                <p:nvPr/>
              </p:nvSpPr>
              <p:spPr>
                <a:xfrm>
                  <a:off x="748" y="1940"/>
                  <a:ext cx="238" cy="352"/>
                </a:xfrm>
                <a:prstGeom prst="rect">
                  <a:avLst/>
                </a:prstGeom>
                <a:solidFill>
                  <a:schemeClr val="bg1"/>
                </a:solidFill>
                <a:ln w="19050" cap="flat" cmpd="sng">
                  <a:solidFill>
                    <a:srgbClr val="008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64568" name="Line 15"/>
              <p:cNvSpPr/>
              <p:nvPr/>
            </p:nvSpPr>
            <p:spPr>
              <a:xfrm>
                <a:off x="1946" y="1180"/>
                <a:ext cx="162" cy="0"/>
              </a:xfrm>
              <a:prstGeom prst="line">
                <a:avLst/>
              </a:prstGeom>
              <a:ln w="19050" cap="flat" cmpd="sng">
                <a:solidFill>
                  <a:schemeClr val="tx1"/>
                </a:solidFill>
                <a:prstDash val="solid"/>
                <a:headEnd type="none" w="med" len="med"/>
                <a:tailEnd type="none" w="med" len="med"/>
              </a:ln>
            </p:spPr>
          </p:sp>
          <p:sp>
            <p:nvSpPr>
              <p:cNvPr id="64569" name="Line 16"/>
              <p:cNvSpPr/>
              <p:nvPr/>
            </p:nvSpPr>
            <p:spPr>
              <a:xfrm>
                <a:off x="1940" y="1645"/>
                <a:ext cx="162" cy="0"/>
              </a:xfrm>
              <a:prstGeom prst="line">
                <a:avLst/>
              </a:prstGeom>
              <a:ln w="19050" cap="flat" cmpd="sng">
                <a:solidFill>
                  <a:schemeClr val="tx1"/>
                </a:solidFill>
                <a:prstDash val="solid"/>
                <a:headEnd type="none" w="med" len="med"/>
                <a:tailEnd type="none" w="med" len="med"/>
              </a:ln>
            </p:spPr>
          </p:sp>
          <p:sp>
            <p:nvSpPr>
              <p:cNvPr id="64570" name="Line 17"/>
              <p:cNvSpPr/>
              <p:nvPr/>
            </p:nvSpPr>
            <p:spPr>
              <a:xfrm>
                <a:off x="1940" y="2119"/>
                <a:ext cx="162" cy="0"/>
              </a:xfrm>
              <a:prstGeom prst="line">
                <a:avLst/>
              </a:prstGeom>
              <a:ln w="19050" cap="flat" cmpd="sng">
                <a:solidFill>
                  <a:schemeClr val="tx1"/>
                </a:solidFill>
                <a:prstDash val="solid"/>
                <a:headEnd type="none" w="med" len="med"/>
                <a:tailEnd type="none" w="med" len="med"/>
              </a:ln>
            </p:spPr>
          </p:sp>
          <p:sp>
            <p:nvSpPr>
              <p:cNvPr id="64571" name="Line 18"/>
              <p:cNvSpPr/>
              <p:nvPr/>
            </p:nvSpPr>
            <p:spPr>
              <a:xfrm>
                <a:off x="1044" y="1164"/>
                <a:ext cx="162" cy="0"/>
              </a:xfrm>
              <a:prstGeom prst="line">
                <a:avLst/>
              </a:prstGeom>
              <a:ln w="19050" cap="flat" cmpd="sng">
                <a:solidFill>
                  <a:schemeClr val="tx1"/>
                </a:solidFill>
                <a:prstDash val="solid"/>
                <a:headEnd type="none" w="med" len="med"/>
                <a:tailEnd type="none" w="med" len="med"/>
              </a:ln>
            </p:spPr>
          </p:sp>
          <p:sp>
            <p:nvSpPr>
              <p:cNvPr id="64572" name="Line 19"/>
              <p:cNvSpPr/>
              <p:nvPr/>
            </p:nvSpPr>
            <p:spPr>
              <a:xfrm>
                <a:off x="1038" y="1629"/>
                <a:ext cx="162" cy="0"/>
              </a:xfrm>
              <a:prstGeom prst="line">
                <a:avLst/>
              </a:prstGeom>
              <a:ln w="19050" cap="flat" cmpd="sng">
                <a:solidFill>
                  <a:schemeClr val="tx1"/>
                </a:solidFill>
                <a:prstDash val="solid"/>
                <a:headEnd type="none" w="med" len="med"/>
                <a:tailEnd type="none" w="med" len="med"/>
              </a:ln>
            </p:spPr>
          </p:sp>
          <p:sp>
            <p:nvSpPr>
              <p:cNvPr id="64573" name="Line 20"/>
              <p:cNvSpPr/>
              <p:nvPr/>
            </p:nvSpPr>
            <p:spPr>
              <a:xfrm>
                <a:off x="1038" y="2103"/>
                <a:ext cx="162" cy="0"/>
              </a:xfrm>
              <a:prstGeom prst="line">
                <a:avLst/>
              </a:prstGeom>
              <a:ln w="19050" cap="flat" cmpd="sng">
                <a:solidFill>
                  <a:schemeClr val="tx1"/>
                </a:solidFill>
                <a:prstDash val="solid"/>
                <a:headEnd type="none" w="med" len="med"/>
                <a:tailEnd type="none" w="med" len="med"/>
              </a:ln>
            </p:spPr>
          </p:sp>
          <p:grpSp>
            <p:nvGrpSpPr>
              <p:cNvPr id="64574" name="Group 24"/>
              <p:cNvGrpSpPr/>
              <p:nvPr/>
            </p:nvGrpSpPr>
            <p:grpSpPr>
              <a:xfrm>
                <a:off x="523" y="1169"/>
                <a:ext cx="288" cy="939"/>
                <a:chOff x="-60" y="1148"/>
                <a:chExt cx="168" cy="939"/>
              </a:xfrm>
            </p:grpSpPr>
            <p:sp>
              <p:nvSpPr>
                <p:cNvPr id="64579" name="Line 21"/>
                <p:cNvSpPr/>
                <p:nvPr/>
              </p:nvSpPr>
              <p:spPr>
                <a:xfrm>
                  <a:off x="-54" y="1148"/>
                  <a:ext cx="162" cy="0"/>
                </a:xfrm>
                <a:prstGeom prst="line">
                  <a:avLst/>
                </a:prstGeom>
                <a:ln w="19050" cap="flat" cmpd="sng">
                  <a:solidFill>
                    <a:schemeClr val="tx1"/>
                  </a:solidFill>
                  <a:prstDash val="solid"/>
                  <a:headEnd type="none" w="med" len="med"/>
                  <a:tailEnd type="none" w="med" len="med"/>
                </a:ln>
              </p:spPr>
            </p:sp>
            <p:sp>
              <p:nvSpPr>
                <p:cNvPr id="64580" name="Line 22"/>
                <p:cNvSpPr/>
                <p:nvPr/>
              </p:nvSpPr>
              <p:spPr>
                <a:xfrm>
                  <a:off x="-60" y="1613"/>
                  <a:ext cx="162" cy="0"/>
                </a:xfrm>
                <a:prstGeom prst="line">
                  <a:avLst/>
                </a:prstGeom>
                <a:ln w="19050" cap="flat" cmpd="sng">
                  <a:solidFill>
                    <a:schemeClr val="tx1"/>
                  </a:solidFill>
                  <a:prstDash val="solid"/>
                  <a:headEnd type="none" w="med" len="med"/>
                  <a:tailEnd type="none" w="med" len="med"/>
                </a:ln>
              </p:spPr>
            </p:sp>
            <p:sp>
              <p:nvSpPr>
                <p:cNvPr id="64581" name="Line 23"/>
                <p:cNvSpPr/>
                <p:nvPr/>
              </p:nvSpPr>
              <p:spPr>
                <a:xfrm>
                  <a:off x="-60" y="2087"/>
                  <a:ext cx="162" cy="0"/>
                </a:xfrm>
                <a:prstGeom prst="line">
                  <a:avLst/>
                </a:prstGeom>
                <a:ln w="19050" cap="flat" cmpd="sng">
                  <a:solidFill>
                    <a:schemeClr val="tx1"/>
                  </a:solidFill>
                  <a:prstDash val="solid"/>
                  <a:headEnd type="none" w="med" len="med"/>
                  <a:tailEnd type="none" w="med" len="med"/>
                </a:ln>
              </p:spPr>
            </p:sp>
          </p:grpSp>
          <p:grpSp>
            <p:nvGrpSpPr>
              <p:cNvPr id="64575" name="Group 25"/>
              <p:cNvGrpSpPr/>
              <p:nvPr/>
            </p:nvGrpSpPr>
            <p:grpSpPr>
              <a:xfrm>
                <a:off x="2334" y="1173"/>
                <a:ext cx="288" cy="939"/>
                <a:chOff x="-60" y="1148"/>
                <a:chExt cx="168" cy="939"/>
              </a:xfrm>
            </p:grpSpPr>
            <p:sp>
              <p:nvSpPr>
                <p:cNvPr id="64576" name="Line 26"/>
                <p:cNvSpPr/>
                <p:nvPr/>
              </p:nvSpPr>
              <p:spPr>
                <a:xfrm>
                  <a:off x="-54" y="1148"/>
                  <a:ext cx="162" cy="0"/>
                </a:xfrm>
                <a:prstGeom prst="line">
                  <a:avLst/>
                </a:prstGeom>
                <a:ln w="19050" cap="flat" cmpd="sng">
                  <a:solidFill>
                    <a:schemeClr val="tx1"/>
                  </a:solidFill>
                  <a:prstDash val="solid"/>
                  <a:headEnd type="none" w="med" len="med"/>
                  <a:tailEnd type="triangle" w="med" len="med"/>
                </a:ln>
              </p:spPr>
            </p:sp>
            <p:sp>
              <p:nvSpPr>
                <p:cNvPr id="64577" name="Line 27"/>
                <p:cNvSpPr/>
                <p:nvPr/>
              </p:nvSpPr>
              <p:spPr>
                <a:xfrm>
                  <a:off x="-60" y="1613"/>
                  <a:ext cx="162" cy="0"/>
                </a:xfrm>
                <a:prstGeom prst="line">
                  <a:avLst/>
                </a:prstGeom>
                <a:ln w="19050" cap="flat" cmpd="sng">
                  <a:solidFill>
                    <a:schemeClr val="tx1"/>
                  </a:solidFill>
                  <a:prstDash val="solid"/>
                  <a:headEnd type="none" w="med" len="med"/>
                  <a:tailEnd type="triangle" w="med" len="med"/>
                </a:ln>
              </p:spPr>
            </p:sp>
            <p:sp>
              <p:nvSpPr>
                <p:cNvPr id="64578" name="Line 28"/>
                <p:cNvSpPr/>
                <p:nvPr/>
              </p:nvSpPr>
              <p:spPr>
                <a:xfrm>
                  <a:off x="-60" y="2087"/>
                  <a:ext cx="162" cy="0"/>
                </a:xfrm>
                <a:prstGeom prst="line">
                  <a:avLst/>
                </a:prstGeom>
                <a:ln w="19050" cap="flat" cmpd="sng">
                  <a:solidFill>
                    <a:schemeClr val="tx1"/>
                  </a:solidFill>
                  <a:prstDash val="solid"/>
                  <a:headEnd type="none" w="med" len="med"/>
                  <a:tailEnd type="triangle" w="med" len="med"/>
                </a:ln>
              </p:spPr>
            </p:sp>
          </p:grpSp>
        </p:grpSp>
        <p:grpSp>
          <p:nvGrpSpPr>
            <p:cNvPr id="64520" name="Group 30"/>
            <p:cNvGrpSpPr/>
            <p:nvPr/>
          </p:nvGrpSpPr>
          <p:grpSpPr>
            <a:xfrm>
              <a:off x="3120" y="931"/>
              <a:ext cx="2099" cy="1356"/>
              <a:chOff x="523" y="976"/>
              <a:chExt cx="2099" cy="1356"/>
            </a:xfrm>
          </p:grpSpPr>
          <p:sp>
            <p:nvSpPr>
              <p:cNvPr id="64542" name="Rectangle 31"/>
              <p:cNvSpPr/>
              <p:nvPr/>
            </p:nvSpPr>
            <p:spPr>
              <a:xfrm>
                <a:off x="1208" y="976"/>
                <a:ext cx="745" cy="13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4543" name="Group 32"/>
              <p:cNvGrpSpPr/>
              <p:nvPr/>
            </p:nvGrpSpPr>
            <p:grpSpPr>
              <a:xfrm>
                <a:off x="804" y="997"/>
                <a:ext cx="249" cy="1295"/>
                <a:chOff x="748" y="997"/>
                <a:chExt cx="249" cy="1295"/>
              </a:xfrm>
            </p:grpSpPr>
            <p:sp>
              <p:nvSpPr>
                <p:cNvPr id="64562" name="Rectangle 33"/>
                <p:cNvSpPr/>
                <p:nvPr/>
              </p:nvSpPr>
              <p:spPr>
                <a:xfrm>
                  <a:off x="759" y="997"/>
                  <a:ext cx="238"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63" name="Rectangle 34"/>
                <p:cNvSpPr/>
                <p:nvPr/>
              </p:nvSpPr>
              <p:spPr>
                <a:xfrm>
                  <a:off x="750" y="1472"/>
                  <a:ext cx="238"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64" name="Rectangle 35"/>
                <p:cNvSpPr/>
                <p:nvPr/>
              </p:nvSpPr>
              <p:spPr>
                <a:xfrm>
                  <a:off x="748" y="1940"/>
                  <a:ext cx="238" cy="352"/>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64544" name="Group 36"/>
              <p:cNvGrpSpPr/>
              <p:nvPr/>
            </p:nvGrpSpPr>
            <p:grpSpPr>
              <a:xfrm>
                <a:off x="2109" y="1002"/>
                <a:ext cx="249" cy="1295"/>
                <a:chOff x="748" y="997"/>
                <a:chExt cx="249" cy="1295"/>
              </a:xfrm>
            </p:grpSpPr>
            <p:sp>
              <p:nvSpPr>
                <p:cNvPr id="64559" name="Rectangle 37"/>
                <p:cNvSpPr/>
                <p:nvPr/>
              </p:nvSpPr>
              <p:spPr>
                <a:xfrm>
                  <a:off x="759" y="997"/>
                  <a:ext cx="238" cy="352"/>
                </a:xfrm>
                <a:prstGeom prst="rect">
                  <a:avLst/>
                </a:prstGeom>
                <a:solidFill>
                  <a:schemeClr val="bg1"/>
                </a:solidFill>
                <a:ln w="19050" cap="flat"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60" name="Rectangle 38"/>
                <p:cNvSpPr/>
                <p:nvPr/>
              </p:nvSpPr>
              <p:spPr>
                <a:xfrm>
                  <a:off x="750" y="1472"/>
                  <a:ext cx="238" cy="352"/>
                </a:xfrm>
                <a:prstGeom prst="rect">
                  <a:avLst/>
                </a:prstGeom>
                <a:solidFill>
                  <a:schemeClr val="bg1"/>
                </a:solidFill>
                <a:ln w="19050"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800">
                    <a:latin typeface="Arial" panose="020B0604020202090204" pitchFamily="34" charset="0"/>
                  </a:endParaRPr>
                </a:p>
              </p:txBody>
            </p:sp>
            <p:sp>
              <p:nvSpPr>
                <p:cNvPr id="64561" name="Rectangle 39"/>
                <p:cNvSpPr/>
                <p:nvPr/>
              </p:nvSpPr>
              <p:spPr>
                <a:xfrm>
                  <a:off x="748" y="1940"/>
                  <a:ext cx="238" cy="352"/>
                </a:xfrm>
                <a:prstGeom prst="rect">
                  <a:avLst/>
                </a:prstGeom>
                <a:solidFill>
                  <a:schemeClr val="bg1"/>
                </a:solidFill>
                <a:ln w="19050" cap="flat" cmpd="sng">
                  <a:solidFill>
                    <a:srgbClr val="008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64545" name="Line 40"/>
              <p:cNvSpPr/>
              <p:nvPr/>
            </p:nvSpPr>
            <p:spPr>
              <a:xfrm>
                <a:off x="1946" y="1180"/>
                <a:ext cx="162" cy="0"/>
              </a:xfrm>
              <a:prstGeom prst="line">
                <a:avLst/>
              </a:prstGeom>
              <a:ln w="19050" cap="flat" cmpd="sng">
                <a:solidFill>
                  <a:schemeClr val="tx1"/>
                </a:solidFill>
                <a:prstDash val="solid"/>
                <a:headEnd type="none" w="med" len="med"/>
                <a:tailEnd type="none" w="med" len="med"/>
              </a:ln>
            </p:spPr>
          </p:sp>
          <p:sp>
            <p:nvSpPr>
              <p:cNvPr id="64546" name="Line 41"/>
              <p:cNvSpPr/>
              <p:nvPr/>
            </p:nvSpPr>
            <p:spPr>
              <a:xfrm>
                <a:off x="1940" y="1645"/>
                <a:ext cx="162" cy="0"/>
              </a:xfrm>
              <a:prstGeom prst="line">
                <a:avLst/>
              </a:prstGeom>
              <a:ln w="19050" cap="flat" cmpd="sng">
                <a:solidFill>
                  <a:schemeClr val="tx1"/>
                </a:solidFill>
                <a:prstDash val="solid"/>
                <a:headEnd type="none" w="med" len="med"/>
                <a:tailEnd type="none" w="med" len="med"/>
              </a:ln>
            </p:spPr>
          </p:sp>
          <p:sp>
            <p:nvSpPr>
              <p:cNvPr id="64547" name="Line 42"/>
              <p:cNvSpPr/>
              <p:nvPr/>
            </p:nvSpPr>
            <p:spPr>
              <a:xfrm>
                <a:off x="1940" y="2119"/>
                <a:ext cx="162" cy="0"/>
              </a:xfrm>
              <a:prstGeom prst="line">
                <a:avLst/>
              </a:prstGeom>
              <a:ln w="19050" cap="flat" cmpd="sng">
                <a:solidFill>
                  <a:schemeClr val="tx1"/>
                </a:solidFill>
                <a:prstDash val="solid"/>
                <a:headEnd type="none" w="med" len="med"/>
                <a:tailEnd type="none" w="med" len="med"/>
              </a:ln>
            </p:spPr>
          </p:sp>
          <p:sp>
            <p:nvSpPr>
              <p:cNvPr id="64548" name="Line 43"/>
              <p:cNvSpPr/>
              <p:nvPr/>
            </p:nvSpPr>
            <p:spPr>
              <a:xfrm>
                <a:off x="1044" y="1164"/>
                <a:ext cx="162" cy="0"/>
              </a:xfrm>
              <a:prstGeom prst="line">
                <a:avLst/>
              </a:prstGeom>
              <a:ln w="19050" cap="flat" cmpd="sng">
                <a:solidFill>
                  <a:schemeClr val="tx1"/>
                </a:solidFill>
                <a:prstDash val="solid"/>
                <a:headEnd type="none" w="med" len="med"/>
                <a:tailEnd type="none" w="med" len="med"/>
              </a:ln>
            </p:spPr>
          </p:sp>
          <p:sp>
            <p:nvSpPr>
              <p:cNvPr id="64549" name="Line 44"/>
              <p:cNvSpPr/>
              <p:nvPr/>
            </p:nvSpPr>
            <p:spPr>
              <a:xfrm>
                <a:off x="1038" y="1629"/>
                <a:ext cx="162" cy="0"/>
              </a:xfrm>
              <a:prstGeom prst="line">
                <a:avLst/>
              </a:prstGeom>
              <a:ln w="19050" cap="flat" cmpd="sng">
                <a:solidFill>
                  <a:schemeClr val="tx1"/>
                </a:solidFill>
                <a:prstDash val="solid"/>
                <a:headEnd type="none" w="med" len="med"/>
                <a:tailEnd type="none" w="med" len="med"/>
              </a:ln>
            </p:spPr>
          </p:sp>
          <p:sp>
            <p:nvSpPr>
              <p:cNvPr id="64550" name="Line 45"/>
              <p:cNvSpPr/>
              <p:nvPr/>
            </p:nvSpPr>
            <p:spPr>
              <a:xfrm>
                <a:off x="1038" y="2103"/>
                <a:ext cx="162" cy="0"/>
              </a:xfrm>
              <a:prstGeom prst="line">
                <a:avLst/>
              </a:prstGeom>
              <a:ln w="19050" cap="flat" cmpd="sng">
                <a:solidFill>
                  <a:schemeClr val="tx1"/>
                </a:solidFill>
                <a:prstDash val="solid"/>
                <a:headEnd type="none" w="med" len="med"/>
                <a:tailEnd type="none" w="med" len="med"/>
              </a:ln>
            </p:spPr>
          </p:sp>
          <p:grpSp>
            <p:nvGrpSpPr>
              <p:cNvPr id="64551" name="Group 46"/>
              <p:cNvGrpSpPr/>
              <p:nvPr/>
            </p:nvGrpSpPr>
            <p:grpSpPr>
              <a:xfrm>
                <a:off x="523" y="1169"/>
                <a:ext cx="288" cy="939"/>
                <a:chOff x="-60" y="1148"/>
                <a:chExt cx="168" cy="939"/>
              </a:xfrm>
            </p:grpSpPr>
            <p:sp>
              <p:nvSpPr>
                <p:cNvPr id="64556" name="Line 47"/>
                <p:cNvSpPr/>
                <p:nvPr/>
              </p:nvSpPr>
              <p:spPr>
                <a:xfrm>
                  <a:off x="-54" y="1148"/>
                  <a:ext cx="162" cy="0"/>
                </a:xfrm>
                <a:prstGeom prst="line">
                  <a:avLst/>
                </a:prstGeom>
                <a:ln w="19050" cap="flat" cmpd="sng">
                  <a:solidFill>
                    <a:schemeClr val="tx1"/>
                  </a:solidFill>
                  <a:prstDash val="solid"/>
                  <a:headEnd type="none" w="med" len="med"/>
                  <a:tailEnd type="none" w="med" len="med"/>
                </a:ln>
              </p:spPr>
            </p:sp>
            <p:sp>
              <p:nvSpPr>
                <p:cNvPr id="64557" name="Line 48"/>
                <p:cNvSpPr/>
                <p:nvPr/>
              </p:nvSpPr>
              <p:spPr>
                <a:xfrm>
                  <a:off x="-60" y="1613"/>
                  <a:ext cx="162" cy="0"/>
                </a:xfrm>
                <a:prstGeom prst="line">
                  <a:avLst/>
                </a:prstGeom>
                <a:ln w="19050" cap="flat" cmpd="sng">
                  <a:solidFill>
                    <a:schemeClr val="tx1"/>
                  </a:solidFill>
                  <a:prstDash val="solid"/>
                  <a:headEnd type="none" w="med" len="med"/>
                  <a:tailEnd type="none" w="med" len="med"/>
                </a:ln>
              </p:spPr>
            </p:sp>
            <p:sp>
              <p:nvSpPr>
                <p:cNvPr id="64558" name="Line 49"/>
                <p:cNvSpPr/>
                <p:nvPr/>
              </p:nvSpPr>
              <p:spPr>
                <a:xfrm>
                  <a:off x="-60" y="2087"/>
                  <a:ext cx="162" cy="0"/>
                </a:xfrm>
                <a:prstGeom prst="line">
                  <a:avLst/>
                </a:prstGeom>
                <a:ln w="19050" cap="flat" cmpd="sng">
                  <a:solidFill>
                    <a:schemeClr val="tx1"/>
                  </a:solidFill>
                  <a:prstDash val="solid"/>
                  <a:headEnd type="none" w="med" len="med"/>
                  <a:tailEnd type="none" w="med" len="med"/>
                </a:ln>
              </p:spPr>
            </p:sp>
          </p:grpSp>
          <p:grpSp>
            <p:nvGrpSpPr>
              <p:cNvPr id="64552" name="Group 50"/>
              <p:cNvGrpSpPr/>
              <p:nvPr/>
            </p:nvGrpSpPr>
            <p:grpSpPr>
              <a:xfrm>
                <a:off x="2334" y="1173"/>
                <a:ext cx="288" cy="939"/>
                <a:chOff x="-60" y="1148"/>
                <a:chExt cx="168" cy="939"/>
              </a:xfrm>
            </p:grpSpPr>
            <p:sp>
              <p:nvSpPr>
                <p:cNvPr id="64553" name="Line 51"/>
                <p:cNvSpPr/>
                <p:nvPr/>
              </p:nvSpPr>
              <p:spPr>
                <a:xfrm>
                  <a:off x="-54" y="1148"/>
                  <a:ext cx="162" cy="0"/>
                </a:xfrm>
                <a:prstGeom prst="line">
                  <a:avLst/>
                </a:prstGeom>
                <a:ln w="19050" cap="flat" cmpd="sng">
                  <a:solidFill>
                    <a:schemeClr val="tx1"/>
                  </a:solidFill>
                  <a:prstDash val="solid"/>
                  <a:headEnd type="none" w="med" len="med"/>
                  <a:tailEnd type="triangle" w="med" len="med"/>
                </a:ln>
              </p:spPr>
            </p:sp>
            <p:sp>
              <p:nvSpPr>
                <p:cNvPr id="64554" name="Line 52"/>
                <p:cNvSpPr/>
                <p:nvPr/>
              </p:nvSpPr>
              <p:spPr>
                <a:xfrm>
                  <a:off x="-60" y="1613"/>
                  <a:ext cx="162" cy="0"/>
                </a:xfrm>
                <a:prstGeom prst="line">
                  <a:avLst/>
                </a:prstGeom>
                <a:ln w="19050" cap="flat" cmpd="sng">
                  <a:solidFill>
                    <a:schemeClr val="tx1"/>
                  </a:solidFill>
                  <a:prstDash val="solid"/>
                  <a:headEnd type="none" w="med" len="med"/>
                  <a:tailEnd type="triangle" w="med" len="med"/>
                </a:ln>
              </p:spPr>
            </p:sp>
            <p:sp>
              <p:nvSpPr>
                <p:cNvPr id="64555" name="Line 53"/>
                <p:cNvSpPr/>
                <p:nvPr/>
              </p:nvSpPr>
              <p:spPr>
                <a:xfrm>
                  <a:off x="-60" y="2087"/>
                  <a:ext cx="162" cy="0"/>
                </a:xfrm>
                <a:prstGeom prst="line">
                  <a:avLst/>
                </a:prstGeom>
                <a:ln w="19050" cap="flat" cmpd="sng">
                  <a:solidFill>
                    <a:schemeClr val="tx1"/>
                  </a:solidFill>
                  <a:prstDash val="solid"/>
                  <a:headEnd type="none" w="med" len="med"/>
                  <a:tailEnd type="triangle" w="med" len="med"/>
                </a:ln>
              </p:spPr>
            </p:sp>
          </p:grpSp>
        </p:grpSp>
        <p:sp>
          <p:nvSpPr>
            <p:cNvPr id="64521" name="Rectangle 54"/>
            <p:cNvSpPr/>
            <p:nvPr/>
          </p:nvSpPr>
          <p:spPr>
            <a:xfrm>
              <a:off x="1012" y="1012"/>
              <a:ext cx="175" cy="98"/>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22" name="Rectangle 55"/>
            <p:cNvSpPr/>
            <p:nvPr/>
          </p:nvSpPr>
          <p:spPr>
            <a:xfrm>
              <a:off x="1003" y="1494"/>
              <a:ext cx="175" cy="98"/>
            </a:xfrm>
            <a:prstGeom prst="rect">
              <a:avLst/>
            </a:prstGeom>
            <a:solidFill>
              <a:srgbClr val="00009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23" name="Rectangle 56"/>
            <p:cNvSpPr/>
            <p:nvPr/>
          </p:nvSpPr>
          <p:spPr>
            <a:xfrm>
              <a:off x="994" y="1969"/>
              <a:ext cx="175" cy="98"/>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24" name="Rectangle 57"/>
            <p:cNvSpPr/>
            <p:nvPr/>
          </p:nvSpPr>
          <p:spPr>
            <a:xfrm>
              <a:off x="764" y="1017"/>
              <a:ext cx="175" cy="98"/>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25" name="Rectangle 58"/>
            <p:cNvSpPr/>
            <p:nvPr/>
          </p:nvSpPr>
          <p:spPr>
            <a:xfrm>
              <a:off x="760" y="1953"/>
              <a:ext cx="175" cy="98"/>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26" name="Line 60"/>
            <p:cNvSpPr/>
            <p:nvPr/>
          </p:nvSpPr>
          <p:spPr>
            <a:xfrm>
              <a:off x="1215" y="1054"/>
              <a:ext cx="1026" cy="1"/>
            </a:xfrm>
            <a:prstGeom prst="line">
              <a:avLst/>
            </a:prstGeom>
            <a:ln w="28575" cap="flat" cmpd="sng">
              <a:solidFill>
                <a:srgbClr val="FF0000"/>
              </a:solidFill>
              <a:prstDash val="dash"/>
              <a:headEnd type="none" w="med" len="med"/>
              <a:tailEnd type="triangle" w="med" len="med"/>
            </a:ln>
          </p:spPr>
        </p:sp>
        <p:sp>
          <p:nvSpPr>
            <p:cNvPr id="64527" name="Freeform 62"/>
            <p:cNvSpPr/>
            <p:nvPr/>
          </p:nvSpPr>
          <p:spPr>
            <a:xfrm>
              <a:off x="1246" y="1285"/>
              <a:ext cx="967" cy="735"/>
            </a:xfrm>
            <a:custGeom>
              <a:avLst/>
              <a:gdLst>
                <a:gd name="txL" fmla="*/ 0 w 967"/>
                <a:gd name="txT" fmla="*/ 0 h 735"/>
                <a:gd name="txR" fmla="*/ 967 w 967"/>
                <a:gd name="txB" fmla="*/ 735 h 735"/>
              </a:gdLst>
              <a:ahLst/>
              <a:cxnLst>
                <a:cxn ang="0">
                  <a:pos x="0" y="733"/>
                </a:cxn>
                <a:cxn ang="0">
                  <a:pos x="522" y="735"/>
                </a:cxn>
                <a:cxn ang="0">
                  <a:pos x="967" y="0"/>
                </a:cxn>
              </a:cxnLst>
              <a:rect l="txL" t="txT" r="txR" b="txB"/>
              <a:pathLst>
                <a:path w="967" h="735">
                  <a:moveTo>
                    <a:pt x="0" y="733"/>
                  </a:moveTo>
                  <a:lnTo>
                    <a:pt x="522" y="735"/>
                  </a:lnTo>
                  <a:lnTo>
                    <a:pt x="967" y="0"/>
                  </a:lnTo>
                </a:path>
              </a:pathLst>
            </a:custGeom>
            <a:noFill/>
            <a:ln w="28575" cap="flat" cmpd="sng">
              <a:solidFill>
                <a:srgbClr val="FF0000">
                  <a:alpha val="100000"/>
                </a:srgbClr>
              </a:solidFill>
              <a:prstDash val="dash"/>
              <a:round/>
              <a:headEnd type="none" w="med" len="med"/>
              <a:tailEnd type="triangle" w="med" len="med"/>
            </a:ln>
          </p:spPr>
          <p:txBody>
            <a:bodyPr/>
            <a:lstStyle/>
            <a:p>
              <a:endParaRPr lang="zh-CN" altLang="en-US"/>
            </a:p>
          </p:txBody>
        </p:sp>
        <p:sp>
          <p:nvSpPr>
            <p:cNvPr id="64528" name="Text Box 63"/>
            <p:cNvSpPr txBox="1"/>
            <p:nvPr/>
          </p:nvSpPr>
          <p:spPr>
            <a:xfrm>
              <a:off x="933" y="2335"/>
              <a:ext cx="1549" cy="404"/>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at </a:t>
              </a:r>
              <a:r>
                <a:rPr lang="en-US" altLang="zh-CN" sz="1800" i="1">
                  <a:latin typeface="Arial" panose="020B0604020202090204" pitchFamily="34" charset="0"/>
                </a:rPr>
                <a:t>t,</a:t>
              </a:r>
              <a:r>
                <a:rPr lang="en-US" altLang="zh-CN" sz="1800">
                  <a:latin typeface="Arial" panose="020B0604020202090204" pitchFamily="34" charset="0"/>
                </a:rPr>
                <a:t> packets more</a:t>
              </a:r>
            </a:p>
            <a:p>
              <a:pPr marL="0" lvl="0" indent="0" algn="ctr">
                <a:lnSpc>
                  <a:spcPct val="100000"/>
                </a:lnSpc>
                <a:spcBef>
                  <a:spcPct val="0"/>
                </a:spcBef>
                <a:buClrTx/>
                <a:buSzTx/>
                <a:buFontTx/>
                <a:buNone/>
              </a:pPr>
              <a:r>
                <a:rPr lang="en-US" altLang="zh-CN" sz="1800">
                  <a:latin typeface="Arial" panose="020B0604020202090204" pitchFamily="34" charset="0"/>
                </a:rPr>
                <a:t>from input to output</a:t>
              </a:r>
              <a:endParaRPr lang="en-US" altLang="zh-CN" sz="1800" i="1">
                <a:latin typeface="Arial" panose="020B0604020202090204" pitchFamily="34" charset="0"/>
              </a:endParaRPr>
            </a:p>
          </p:txBody>
        </p:sp>
        <p:sp>
          <p:nvSpPr>
            <p:cNvPr id="64529" name="Text Box 64"/>
            <p:cNvSpPr txBox="1"/>
            <p:nvPr/>
          </p:nvSpPr>
          <p:spPr>
            <a:xfrm>
              <a:off x="3354" y="2325"/>
              <a:ext cx="1549" cy="231"/>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one packet time later</a:t>
              </a:r>
              <a:endParaRPr lang="en-US" altLang="zh-CN" sz="1800" i="1">
                <a:latin typeface="Arial" panose="020B0604020202090204" pitchFamily="34" charset="0"/>
              </a:endParaRPr>
            </a:p>
          </p:txBody>
        </p:sp>
        <p:sp>
          <p:nvSpPr>
            <p:cNvPr id="64530" name="Text Box 66"/>
            <p:cNvSpPr txBox="1"/>
            <p:nvPr/>
          </p:nvSpPr>
          <p:spPr>
            <a:xfrm>
              <a:off x="1488" y="1545"/>
              <a:ext cx="471" cy="366"/>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switch</a:t>
              </a:r>
            </a:p>
            <a:p>
              <a:pPr marL="0" lvl="0" indent="0">
                <a:lnSpc>
                  <a:spcPct val="100000"/>
                </a:lnSpc>
                <a:spcBef>
                  <a:spcPct val="0"/>
                </a:spcBef>
                <a:buClrTx/>
                <a:buSzTx/>
                <a:buFontTx/>
                <a:buNone/>
              </a:pPr>
              <a:r>
                <a:rPr lang="en-US" altLang="zh-CN" sz="1600">
                  <a:latin typeface="Arial" panose="020B0604020202090204" pitchFamily="34" charset="0"/>
                </a:rPr>
                <a:t>fabric</a:t>
              </a:r>
            </a:p>
          </p:txBody>
        </p:sp>
        <p:sp>
          <p:nvSpPr>
            <p:cNvPr id="64531" name="Text Box 67"/>
            <p:cNvSpPr txBox="1"/>
            <p:nvPr/>
          </p:nvSpPr>
          <p:spPr>
            <a:xfrm>
              <a:off x="3895" y="1479"/>
              <a:ext cx="471" cy="366"/>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switch</a:t>
              </a:r>
            </a:p>
            <a:p>
              <a:pPr marL="0" lvl="0" indent="0">
                <a:lnSpc>
                  <a:spcPct val="100000"/>
                </a:lnSpc>
                <a:spcBef>
                  <a:spcPct val="0"/>
                </a:spcBef>
                <a:buClrTx/>
                <a:buSzTx/>
                <a:buFontTx/>
                <a:buNone/>
              </a:pPr>
              <a:r>
                <a:rPr lang="en-US" altLang="zh-CN" sz="1600">
                  <a:latin typeface="Arial" panose="020B0604020202090204" pitchFamily="34" charset="0"/>
                </a:rPr>
                <a:t>fabric</a:t>
              </a:r>
            </a:p>
          </p:txBody>
        </p:sp>
        <p:sp>
          <p:nvSpPr>
            <p:cNvPr id="64532" name="Rectangle 68"/>
            <p:cNvSpPr/>
            <p:nvPr/>
          </p:nvSpPr>
          <p:spPr>
            <a:xfrm>
              <a:off x="4746" y="972"/>
              <a:ext cx="175" cy="98"/>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33" name="Rectangle 69"/>
            <p:cNvSpPr/>
            <p:nvPr/>
          </p:nvSpPr>
          <p:spPr>
            <a:xfrm>
              <a:off x="4746" y="1497"/>
              <a:ext cx="175" cy="98"/>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34" name="Rectangle 70"/>
            <p:cNvSpPr/>
            <p:nvPr/>
          </p:nvSpPr>
          <p:spPr>
            <a:xfrm>
              <a:off x="4743" y="1099"/>
              <a:ext cx="175" cy="98"/>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35" name="Rectangle 71"/>
            <p:cNvSpPr/>
            <p:nvPr/>
          </p:nvSpPr>
          <p:spPr>
            <a:xfrm>
              <a:off x="3445" y="1001"/>
              <a:ext cx="175" cy="98"/>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36" name="Rectangle 72"/>
            <p:cNvSpPr/>
            <p:nvPr/>
          </p:nvSpPr>
          <p:spPr>
            <a:xfrm>
              <a:off x="3434" y="1965"/>
              <a:ext cx="175" cy="98"/>
            </a:xfrm>
            <a:prstGeom prst="rect">
              <a:avLst/>
            </a:prstGeom>
            <a:solidFill>
              <a:srgbClr val="FF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37" name="Freeform 73"/>
            <p:cNvSpPr/>
            <p:nvPr/>
          </p:nvSpPr>
          <p:spPr>
            <a:xfrm>
              <a:off x="3682" y="1261"/>
              <a:ext cx="967" cy="735"/>
            </a:xfrm>
            <a:custGeom>
              <a:avLst/>
              <a:gdLst>
                <a:gd name="txL" fmla="*/ 0 w 967"/>
                <a:gd name="txT" fmla="*/ 0 h 735"/>
                <a:gd name="txR" fmla="*/ 967 w 967"/>
                <a:gd name="txB" fmla="*/ 735 h 735"/>
              </a:gdLst>
              <a:ahLst/>
              <a:cxnLst>
                <a:cxn ang="0">
                  <a:pos x="0" y="733"/>
                </a:cxn>
                <a:cxn ang="0">
                  <a:pos x="522" y="735"/>
                </a:cxn>
                <a:cxn ang="0">
                  <a:pos x="967" y="0"/>
                </a:cxn>
              </a:cxnLst>
              <a:rect l="txL" t="txT" r="txR" b="txB"/>
              <a:pathLst>
                <a:path w="967" h="735">
                  <a:moveTo>
                    <a:pt x="0" y="733"/>
                  </a:moveTo>
                  <a:lnTo>
                    <a:pt x="522" y="735"/>
                  </a:lnTo>
                  <a:lnTo>
                    <a:pt x="967" y="0"/>
                  </a:lnTo>
                </a:path>
              </a:pathLst>
            </a:custGeom>
            <a:noFill/>
            <a:ln w="28575" cap="flat" cmpd="sng">
              <a:solidFill>
                <a:srgbClr val="FF0000">
                  <a:alpha val="100000"/>
                </a:srgbClr>
              </a:solidFill>
              <a:prstDash val="dash"/>
              <a:round/>
              <a:headEnd type="none" w="med" len="med"/>
              <a:tailEnd type="triangle" w="med" len="med"/>
            </a:ln>
          </p:spPr>
          <p:txBody>
            <a:bodyPr/>
            <a:lstStyle/>
            <a:p>
              <a:endParaRPr lang="zh-CN" altLang="en-US"/>
            </a:p>
          </p:txBody>
        </p:sp>
        <p:sp>
          <p:nvSpPr>
            <p:cNvPr id="64538" name="Freeform 74"/>
            <p:cNvSpPr/>
            <p:nvPr/>
          </p:nvSpPr>
          <p:spPr>
            <a:xfrm>
              <a:off x="3669" y="1051"/>
              <a:ext cx="988" cy="951"/>
            </a:xfrm>
            <a:custGeom>
              <a:avLst/>
              <a:gdLst>
                <a:gd name="txL" fmla="*/ 0 w 1002"/>
                <a:gd name="txT" fmla="*/ 0 h 480"/>
                <a:gd name="txR" fmla="*/ 1002 w 1002"/>
                <a:gd name="txB" fmla="*/ 480 h 480"/>
              </a:gdLst>
              <a:ahLst/>
              <a:cxnLst>
                <a:cxn ang="0">
                  <a:pos x="0" y="116610"/>
                </a:cxn>
                <a:cxn ang="0">
                  <a:pos x="417" y="0"/>
                </a:cxn>
                <a:cxn ang="0">
                  <a:pos x="800" y="27055724"/>
                </a:cxn>
              </a:cxnLst>
              <a:rect l="txL" t="txT" r="txR" b="txB"/>
              <a:pathLst>
                <a:path w="1002" h="480">
                  <a:moveTo>
                    <a:pt x="0" y="2"/>
                  </a:moveTo>
                  <a:lnTo>
                    <a:pt x="522" y="0"/>
                  </a:lnTo>
                  <a:lnTo>
                    <a:pt x="1002" y="480"/>
                  </a:lnTo>
                </a:path>
              </a:pathLst>
            </a:custGeom>
            <a:noFill/>
            <a:ln w="28575" cap="flat" cmpd="sng">
              <a:solidFill>
                <a:srgbClr val="008000">
                  <a:alpha val="100000"/>
                </a:srgbClr>
              </a:solidFill>
              <a:prstDash val="dash"/>
              <a:round/>
              <a:headEnd type="none" w="med" len="med"/>
              <a:tailEnd type="triangle" w="med" len="med"/>
            </a:ln>
          </p:spPr>
          <p:txBody>
            <a:bodyPr/>
            <a:lstStyle/>
            <a:p>
              <a:endParaRPr lang="zh-CN" altLang="en-US"/>
            </a:p>
          </p:txBody>
        </p:sp>
        <p:sp>
          <p:nvSpPr>
            <p:cNvPr id="64539" name="Line 75"/>
            <p:cNvSpPr/>
            <p:nvPr/>
          </p:nvSpPr>
          <p:spPr>
            <a:xfrm>
              <a:off x="1208" y="1545"/>
              <a:ext cx="1012" cy="14"/>
            </a:xfrm>
            <a:prstGeom prst="line">
              <a:avLst/>
            </a:prstGeom>
            <a:ln w="28575" cap="flat" cmpd="sng">
              <a:solidFill>
                <a:schemeClr val="accent2"/>
              </a:solidFill>
              <a:prstDash val="dash"/>
              <a:headEnd type="none" w="med" len="med"/>
              <a:tailEnd type="triangle" w="med" len="med"/>
            </a:ln>
          </p:spPr>
        </p:sp>
        <p:sp>
          <p:nvSpPr>
            <p:cNvPr id="64540" name="Rectangle 76"/>
            <p:cNvSpPr/>
            <p:nvPr/>
          </p:nvSpPr>
          <p:spPr>
            <a:xfrm>
              <a:off x="550" y="1010"/>
              <a:ext cx="175" cy="98"/>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4541" name="Rectangle 77"/>
            <p:cNvSpPr/>
            <p:nvPr/>
          </p:nvSpPr>
          <p:spPr>
            <a:xfrm>
              <a:off x="3194" y="997"/>
              <a:ext cx="175" cy="98"/>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64517"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50</a:t>
            </a:fld>
            <a:endParaRPr lang="en-US" altLang="zh-CN" sz="1200">
              <a:latin typeface="Tahoma" panose="020B0604030504040204" charset="0"/>
            </a:endParaRPr>
          </a:p>
        </p:txBody>
      </p:sp>
      <p:sp>
        <p:nvSpPr>
          <p:cNvPr id="64518"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7" name="Picture 11" descr="underline_base"/>
          <p:cNvPicPr/>
          <p:nvPr/>
        </p:nvPicPr>
        <p:blipFill>
          <a:blip r:embed="rId2"/>
          <a:stretch>
            <a:fillRect/>
          </a:stretch>
        </p:blipFill>
        <p:spPr>
          <a:xfrm>
            <a:off x="596900" y="1039813"/>
            <a:ext cx="5027613" cy="173037"/>
          </a:xfrm>
          <a:prstGeom prst="rect">
            <a:avLst/>
          </a:prstGeom>
          <a:noFill/>
          <a:ln w="9525">
            <a:noFill/>
          </a:ln>
        </p:spPr>
      </p:pic>
      <p:sp>
        <p:nvSpPr>
          <p:cNvPr id="30725" name="Rectangle 2"/>
          <p:cNvSpPr>
            <a:spLocks noGrp="1" noChangeArrowheads="1"/>
          </p:cNvSpPr>
          <p:nvPr>
            <p:ph type="title"/>
          </p:nvPr>
        </p:nvSpPr>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How much buffering?</a:t>
            </a:r>
          </a:p>
        </p:txBody>
      </p:sp>
      <p:sp>
        <p:nvSpPr>
          <p:cNvPr id="65539" name="Rectangle 3"/>
          <p:cNvSpPr>
            <a:spLocks noGrp="1"/>
          </p:cNvSpPr>
          <p:nvPr>
            <p:ph idx="1"/>
          </p:nvPr>
        </p:nvSpPr>
        <p:spPr/>
        <p:txBody>
          <a:bodyPr vert="horz" wrap="square" lIns="91440" tIns="45720" rIns="91440" bIns="45720" anchor="t" anchorCtr="0"/>
          <a:lstStyle/>
          <a:p>
            <a:r>
              <a:rPr lang="en-US" altLang="zh-CN"/>
              <a:t>RFC 3439 rule of thumb: average buffering equal to </a:t>
            </a:r>
            <a:r>
              <a:rPr lang="ja-JP" altLang="en-US"/>
              <a:t>“</a:t>
            </a:r>
            <a:r>
              <a:rPr lang="en-US" altLang="ja-JP"/>
              <a:t>typical</a:t>
            </a:r>
            <a:r>
              <a:rPr lang="ja-JP" altLang="en-US"/>
              <a:t>”</a:t>
            </a:r>
            <a:r>
              <a:rPr lang="en-US" altLang="ja-JP"/>
              <a:t> RTT (say 250 msec) times link capacity C</a:t>
            </a:r>
          </a:p>
          <a:p>
            <a:pPr lvl="1"/>
            <a:r>
              <a:rPr lang="en-US" altLang="zh-CN"/>
              <a:t>e.g., C = 10 Gpbs link: 2.5 Gbit buffer</a:t>
            </a:r>
          </a:p>
          <a:p>
            <a:r>
              <a:rPr lang="en-US" altLang="zh-CN"/>
              <a:t>recent recommendation: with </a:t>
            </a:r>
            <a:r>
              <a:rPr lang="en-US" altLang="zh-CN" i="1"/>
              <a:t>N</a:t>
            </a:r>
            <a:r>
              <a:rPr lang="en-US" altLang="zh-CN"/>
              <a:t> flows, buffering equal to </a:t>
            </a:r>
          </a:p>
        </p:txBody>
      </p:sp>
      <p:grpSp>
        <p:nvGrpSpPr>
          <p:cNvPr id="65540" name="Group 9"/>
          <p:cNvGrpSpPr/>
          <p:nvPr/>
        </p:nvGrpSpPr>
        <p:grpSpPr>
          <a:xfrm>
            <a:off x="4167188" y="3717925"/>
            <a:ext cx="1165225" cy="1109663"/>
            <a:chOff x="1923" y="2801"/>
            <a:chExt cx="734" cy="699"/>
          </a:xfrm>
        </p:grpSpPr>
        <p:sp>
          <p:nvSpPr>
            <p:cNvPr id="65543" name="Text Box 4"/>
            <p:cNvSpPr txBox="1"/>
            <p:nvPr/>
          </p:nvSpPr>
          <p:spPr>
            <a:xfrm>
              <a:off x="1923" y="2918"/>
              <a:ext cx="734" cy="28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latin typeface="Arial" panose="020B0604020202090204" pitchFamily="34" charset="0"/>
                </a:rPr>
                <a:t>RTT  C</a:t>
              </a:r>
            </a:p>
          </p:txBody>
        </p:sp>
        <p:sp>
          <p:nvSpPr>
            <p:cNvPr id="65544" name="Text Box 5"/>
            <p:cNvSpPr txBox="1"/>
            <p:nvPr/>
          </p:nvSpPr>
          <p:spPr>
            <a:xfrm>
              <a:off x="2309" y="2801"/>
              <a:ext cx="187" cy="36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3200">
                  <a:latin typeface="Arial" panose="020B0604020202090204" pitchFamily="34" charset="0"/>
                </a:rPr>
                <a:t>.</a:t>
              </a:r>
            </a:p>
          </p:txBody>
        </p:sp>
        <p:sp>
          <p:nvSpPr>
            <p:cNvPr id="65545" name="Line 6"/>
            <p:cNvSpPr/>
            <p:nvPr/>
          </p:nvSpPr>
          <p:spPr>
            <a:xfrm>
              <a:off x="1929" y="3168"/>
              <a:ext cx="619" cy="0"/>
            </a:xfrm>
            <a:prstGeom prst="line">
              <a:avLst/>
            </a:prstGeom>
            <a:ln w="9525" cap="flat" cmpd="sng">
              <a:solidFill>
                <a:schemeClr val="tx1"/>
              </a:solidFill>
              <a:prstDash val="solid"/>
              <a:headEnd type="none" w="med" len="med"/>
              <a:tailEnd type="none" w="med" len="med"/>
            </a:ln>
          </p:spPr>
        </p:sp>
        <p:sp>
          <p:nvSpPr>
            <p:cNvPr id="65546" name="Text Box 7"/>
            <p:cNvSpPr txBox="1"/>
            <p:nvPr/>
          </p:nvSpPr>
          <p:spPr>
            <a:xfrm>
              <a:off x="2091" y="3212"/>
              <a:ext cx="255" cy="28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latin typeface="Arial" panose="020B0604020202090204" pitchFamily="34" charset="0"/>
                </a:rPr>
                <a:t>N</a:t>
              </a:r>
            </a:p>
          </p:txBody>
        </p:sp>
        <p:sp>
          <p:nvSpPr>
            <p:cNvPr id="65547" name="Freeform 8"/>
            <p:cNvSpPr/>
            <p:nvPr/>
          </p:nvSpPr>
          <p:spPr>
            <a:xfrm>
              <a:off x="2062" y="3218"/>
              <a:ext cx="279" cy="209"/>
            </a:xfrm>
            <a:custGeom>
              <a:avLst/>
              <a:gdLst>
                <a:gd name="txL" fmla="*/ 0 w 279"/>
                <a:gd name="txT" fmla="*/ 0 h 209"/>
                <a:gd name="txR" fmla="*/ 279 w 279"/>
                <a:gd name="txB" fmla="*/ 209 h 209"/>
              </a:gdLst>
              <a:ahLst/>
              <a:cxnLst>
                <a:cxn ang="0">
                  <a:pos x="0" y="148"/>
                </a:cxn>
                <a:cxn ang="0">
                  <a:pos x="26" y="105"/>
                </a:cxn>
                <a:cxn ang="0">
                  <a:pos x="44" y="209"/>
                </a:cxn>
                <a:cxn ang="0">
                  <a:pos x="61" y="0"/>
                </a:cxn>
                <a:cxn ang="0">
                  <a:pos x="279" y="0"/>
                </a:cxn>
              </a:cxnLst>
              <a:rect l="txL" t="txT" r="txR" b="txB"/>
              <a:pathLst>
                <a:path w="279" h="209">
                  <a:moveTo>
                    <a:pt x="0" y="148"/>
                  </a:moveTo>
                  <a:lnTo>
                    <a:pt x="26" y="105"/>
                  </a:lnTo>
                  <a:lnTo>
                    <a:pt x="44" y="209"/>
                  </a:lnTo>
                  <a:lnTo>
                    <a:pt x="61" y="0"/>
                  </a:lnTo>
                  <a:lnTo>
                    <a:pt x="279" y="0"/>
                  </a:lnTo>
                </a:path>
              </a:pathLst>
            </a:custGeom>
            <a:noFill/>
            <a:ln w="9525" cap="flat" cmpd="sng">
              <a:solidFill>
                <a:schemeClr val="tx1">
                  <a:alpha val="100000"/>
                </a:schemeClr>
              </a:solidFill>
              <a:prstDash val="solid"/>
              <a:round/>
              <a:headEnd type="none" w="med" len="med"/>
              <a:tailEnd type="none" w="med" len="med"/>
            </a:ln>
          </p:spPr>
          <p:txBody>
            <a:bodyPr/>
            <a:lstStyle/>
            <a:p>
              <a:endParaRPr lang="zh-CN" altLang="en-US"/>
            </a:p>
          </p:txBody>
        </p:sp>
      </p:grpSp>
      <p:sp>
        <p:nvSpPr>
          <p:cNvPr id="65541"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51</a:t>
            </a:fld>
            <a:endParaRPr lang="en-US" altLang="zh-CN" sz="1200">
              <a:latin typeface="Tahoma" panose="020B0604030504040204" charset="0"/>
            </a:endParaRPr>
          </a:p>
        </p:txBody>
      </p:sp>
      <p:sp>
        <p:nvSpPr>
          <p:cNvPr id="65542"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1" name="Rectangle 2"/>
          <p:cNvSpPr>
            <a:spLocks noGrp="1"/>
          </p:cNvSpPr>
          <p:nvPr>
            <p:ph type="title"/>
          </p:nvPr>
        </p:nvSpPr>
        <p:spPr>
          <a:xfrm>
            <a:off x="533400" y="-14287"/>
            <a:ext cx="7772400" cy="1143000"/>
          </a:xfrm>
        </p:spPr>
        <p:txBody>
          <a:bodyPr vert="horz" wrap="square" lIns="91440" tIns="45720" rIns="91440" bIns="45720" anchor="ctr" anchorCtr="0"/>
          <a:lstStyle/>
          <a:p>
            <a:r>
              <a:rPr lang="en-US" altLang="zh-CN" sz="4000"/>
              <a:t>Scheduling mechanisms</a:t>
            </a:r>
          </a:p>
        </p:txBody>
      </p:sp>
      <p:sp>
        <p:nvSpPr>
          <p:cNvPr id="66562" name="Rectangle 3"/>
          <p:cNvSpPr>
            <a:spLocks noGrp="1"/>
          </p:cNvSpPr>
          <p:nvPr>
            <p:ph idx="1"/>
          </p:nvPr>
        </p:nvSpPr>
        <p:spPr>
          <a:xfrm>
            <a:off x="533400" y="1339850"/>
            <a:ext cx="8262938" cy="3582988"/>
          </a:xfrm>
        </p:spPr>
        <p:txBody>
          <a:bodyPr vert="horz" wrap="square" lIns="91440" tIns="45720" rIns="91440" bIns="45720" anchor="t" anchorCtr="0"/>
          <a:lstStyle/>
          <a:p>
            <a:r>
              <a:rPr lang="en-US" altLang="zh-CN" i="1">
                <a:solidFill>
                  <a:srgbClr val="CC0000"/>
                </a:solidFill>
              </a:rPr>
              <a:t>scheduling: </a:t>
            </a:r>
            <a:r>
              <a:rPr lang="en-US" altLang="zh-CN"/>
              <a:t>choose next packet to send on link</a:t>
            </a:r>
          </a:p>
          <a:p>
            <a:r>
              <a:rPr lang="en-US" altLang="zh-CN" i="1">
                <a:solidFill>
                  <a:srgbClr val="CC0000"/>
                </a:solidFill>
              </a:rPr>
              <a:t>FIFO (first in first out) scheduling: </a:t>
            </a:r>
            <a:r>
              <a:rPr lang="en-US" altLang="zh-CN"/>
              <a:t>send in order of arrival to queue</a:t>
            </a:r>
          </a:p>
          <a:p>
            <a:pPr lvl="1"/>
            <a:r>
              <a:rPr lang="en-US" altLang="zh-CN"/>
              <a:t>real-world example?</a:t>
            </a:r>
          </a:p>
          <a:p>
            <a:pPr lvl="1"/>
            <a:r>
              <a:rPr lang="en-US" altLang="zh-CN" i="1">
                <a:solidFill>
                  <a:srgbClr val="000099"/>
                </a:solidFill>
              </a:rPr>
              <a:t>discard policy: </a:t>
            </a:r>
            <a:r>
              <a:rPr lang="en-US" altLang="zh-CN"/>
              <a:t>if packet arrives to full queue: who to discard?</a:t>
            </a:r>
          </a:p>
          <a:p>
            <a:pPr lvl="2">
              <a:lnSpc>
                <a:spcPts val="2275"/>
              </a:lnSpc>
            </a:pPr>
            <a:r>
              <a:rPr lang="en-US" altLang="zh-CN" sz="2400" i="1">
                <a:solidFill>
                  <a:srgbClr val="000099"/>
                </a:solidFill>
                <a:ea typeface="宋体" pitchFamily="2" charset="-122"/>
              </a:rPr>
              <a:t>tail drop: </a:t>
            </a:r>
            <a:r>
              <a:rPr lang="en-US" altLang="zh-CN" sz="2400">
                <a:ea typeface="宋体" pitchFamily="2" charset="-122"/>
              </a:rPr>
              <a:t>drop arriving packet</a:t>
            </a:r>
          </a:p>
          <a:p>
            <a:pPr lvl="2">
              <a:lnSpc>
                <a:spcPts val="2275"/>
              </a:lnSpc>
            </a:pPr>
            <a:r>
              <a:rPr lang="en-US" altLang="zh-CN" sz="2400" i="1">
                <a:solidFill>
                  <a:srgbClr val="000099"/>
                </a:solidFill>
                <a:ea typeface="宋体" pitchFamily="2" charset="-122"/>
              </a:rPr>
              <a:t>priority: </a:t>
            </a:r>
            <a:r>
              <a:rPr lang="en-US" altLang="zh-CN" sz="2400">
                <a:ea typeface="宋体" pitchFamily="2" charset="-122"/>
              </a:rPr>
              <a:t>drop/remove on priority basis</a:t>
            </a:r>
          </a:p>
          <a:p>
            <a:pPr lvl="2">
              <a:lnSpc>
                <a:spcPts val="2275"/>
              </a:lnSpc>
            </a:pPr>
            <a:r>
              <a:rPr lang="en-US" altLang="zh-CN" sz="2400" i="1">
                <a:solidFill>
                  <a:srgbClr val="000099"/>
                </a:solidFill>
                <a:ea typeface="宋体" pitchFamily="2" charset="-122"/>
              </a:rPr>
              <a:t>random: </a:t>
            </a:r>
            <a:r>
              <a:rPr lang="en-US" altLang="zh-CN" sz="2400">
                <a:ea typeface="宋体" pitchFamily="2" charset="-122"/>
              </a:rPr>
              <a:t>drop/remove randomly</a:t>
            </a:r>
          </a:p>
        </p:txBody>
      </p:sp>
      <p:pic>
        <p:nvPicPr>
          <p:cNvPr id="66563" name="Picture 16" descr="underline_base"/>
          <p:cNvPicPr/>
          <p:nvPr/>
        </p:nvPicPr>
        <p:blipFill>
          <a:blip r:embed="rId3"/>
          <a:stretch>
            <a:fillRect/>
          </a:stretch>
        </p:blipFill>
        <p:spPr>
          <a:xfrm>
            <a:off x="585788" y="782638"/>
            <a:ext cx="7313612" cy="173037"/>
          </a:xfrm>
          <a:prstGeom prst="rect">
            <a:avLst/>
          </a:prstGeom>
          <a:noFill/>
          <a:ln w="9525">
            <a:noFill/>
          </a:ln>
        </p:spPr>
      </p:pic>
      <p:grpSp>
        <p:nvGrpSpPr>
          <p:cNvPr id="66564" name="Group 25"/>
          <p:cNvGrpSpPr/>
          <p:nvPr/>
        </p:nvGrpSpPr>
        <p:grpSpPr>
          <a:xfrm>
            <a:off x="3771900" y="5132388"/>
            <a:ext cx="939800" cy="565150"/>
            <a:chOff x="1670312" y="2562997"/>
            <a:chExt cx="940317" cy="565219"/>
          </a:xfrm>
        </p:grpSpPr>
        <p:grpSp>
          <p:nvGrpSpPr>
            <p:cNvPr id="66575" name="Group 28"/>
            <p:cNvGrpSpPr/>
            <p:nvPr/>
          </p:nvGrpSpPr>
          <p:grpSpPr>
            <a:xfrm>
              <a:off x="1670312" y="2562997"/>
              <a:ext cx="929822" cy="565219"/>
              <a:chOff x="1670312" y="2562997"/>
              <a:chExt cx="929822" cy="565219"/>
            </a:xfrm>
          </p:grpSpPr>
          <p:sp>
            <p:nvSpPr>
              <p:cNvPr id="66577" name="Rectangle 30"/>
              <p:cNvSpPr/>
              <p:nvPr/>
            </p:nvSpPr>
            <p:spPr>
              <a:xfrm>
                <a:off x="1670312" y="2562997"/>
                <a:ext cx="929822" cy="563157"/>
              </a:xfrm>
              <a:prstGeom prst="rect">
                <a:avLst/>
              </a:prstGeom>
              <a:noFill/>
              <a:ln w="19050"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cxnSp>
            <p:nvCxnSpPr>
              <p:cNvPr id="66578" name="Straight Connector 31"/>
              <p:cNvCxnSpPr/>
              <p:nvPr/>
            </p:nvCxnSpPr>
            <p:spPr>
              <a:xfrm flipH="1">
                <a:off x="1786358" y="2567533"/>
                <a:ext cx="4536" cy="557893"/>
              </a:xfrm>
              <a:prstGeom prst="line">
                <a:avLst/>
              </a:prstGeom>
              <a:ln w="19050" cap="flat" cmpd="sng">
                <a:solidFill>
                  <a:schemeClr val="tx1"/>
                </a:solidFill>
                <a:prstDash val="solid"/>
                <a:headEnd type="none" w="med" len="med"/>
                <a:tailEnd type="none" w="med" len="med"/>
              </a:ln>
            </p:spPr>
          </p:cxnSp>
          <p:cxnSp>
            <p:nvCxnSpPr>
              <p:cNvPr id="66579" name="Straight Connector 32"/>
              <p:cNvCxnSpPr/>
              <p:nvPr/>
            </p:nvCxnSpPr>
            <p:spPr>
              <a:xfrm flipH="1">
                <a:off x="1911544" y="2566974"/>
                <a:ext cx="4536" cy="557893"/>
              </a:xfrm>
              <a:prstGeom prst="line">
                <a:avLst/>
              </a:prstGeom>
              <a:ln w="19050" cap="flat" cmpd="sng">
                <a:solidFill>
                  <a:schemeClr val="tx1"/>
                </a:solidFill>
                <a:prstDash val="solid"/>
                <a:headEnd type="none" w="med" len="med"/>
                <a:tailEnd type="none" w="med" len="med"/>
              </a:ln>
            </p:spPr>
          </p:cxnSp>
          <p:cxnSp>
            <p:nvCxnSpPr>
              <p:cNvPr id="66580" name="Straight Connector 33"/>
              <p:cNvCxnSpPr/>
              <p:nvPr/>
            </p:nvCxnSpPr>
            <p:spPr>
              <a:xfrm flipH="1">
                <a:off x="2027659" y="2570323"/>
                <a:ext cx="4536" cy="557893"/>
              </a:xfrm>
              <a:prstGeom prst="line">
                <a:avLst/>
              </a:prstGeom>
              <a:ln w="19050" cap="flat" cmpd="sng">
                <a:solidFill>
                  <a:schemeClr val="tx1"/>
                </a:solidFill>
                <a:prstDash val="solid"/>
                <a:headEnd type="none" w="med" len="med"/>
                <a:tailEnd type="none" w="med" len="med"/>
              </a:ln>
            </p:spPr>
          </p:cxnSp>
          <p:cxnSp>
            <p:nvCxnSpPr>
              <p:cNvPr id="66581" name="Straight Connector 34"/>
              <p:cNvCxnSpPr/>
              <p:nvPr/>
            </p:nvCxnSpPr>
            <p:spPr>
              <a:xfrm flipH="1">
                <a:off x="2134843" y="2564600"/>
                <a:ext cx="4536" cy="557893"/>
              </a:xfrm>
              <a:prstGeom prst="line">
                <a:avLst/>
              </a:prstGeom>
              <a:ln w="19050" cap="flat" cmpd="sng">
                <a:solidFill>
                  <a:schemeClr val="tx1"/>
                </a:solidFill>
                <a:prstDash val="solid"/>
                <a:headEnd type="none" w="med" len="med"/>
                <a:tailEnd type="none" w="med" len="med"/>
              </a:ln>
            </p:spPr>
          </p:cxnSp>
          <p:cxnSp>
            <p:nvCxnSpPr>
              <p:cNvPr id="66582" name="Straight Connector 35"/>
              <p:cNvCxnSpPr/>
              <p:nvPr/>
            </p:nvCxnSpPr>
            <p:spPr>
              <a:xfrm flipH="1">
                <a:off x="2244397" y="2566693"/>
                <a:ext cx="4536" cy="557893"/>
              </a:xfrm>
              <a:prstGeom prst="line">
                <a:avLst/>
              </a:prstGeom>
              <a:ln w="19050" cap="flat" cmpd="sng">
                <a:solidFill>
                  <a:schemeClr val="tx1"/>
                </a:solidFill>
                <a:prstDash val="solid"/>
                <a:headEnd type="none" w="med" len="med"/>
                <a:tailEnd type="none" w="med" len="med"/>
              </a:ln>
            </p:spPr>
          </p:cxnSp>
          <p:cxnSp>
            <p:nvCxnSpPr>
              <p:cNvPr id="66583" name="Straight Connector 36"/>
              <p:cNvCxnSpPr/>
              <p:nvPr/>
            </p:nvCxnSpPr>
            <p:spPr>
              <a:xfrm flipH="1">
                <a:off x="2365675" y="2568786"/>
                <a:ext cx="4536" cy="557893"/>
              </a:xfrm>
              <a:prstGeom prst="line">
                <a:avLst/>
              </a:prstGeom>
              <a:ln w="19050" cap="flat" cmpd="sng">
                <a:solidFill>
                  <a:schemeClr val="tx1"/>
                </a:solidFill>
                <a:prstDash val="solid"/>
                <a:headEnd type="none" w="med" len="med"/>
                <a:tailEnd type="none" w="med" len="med"/>
              </a:ln>
            </p:spPr>
          </p:cxnSp>
          <p:cxnSp>
            <p:nvCxnSpPr>
              <p:cNvPr id="66584" name="Straight Connector 37"/>
              <p:cNvCxnSpPr/>
              <p:nvPr/>
            </p:nvCxnSpPr>
            <p:spPr>
              <a:xfrm flipH="1">
                <a:off x="2483045" y="2566971"/>
                <a:ext cx="4536" cy="557893"/>
              </a:xfrm>
              <a:prstGeom prst="line">
                <a:avLst/>
              </a:prstGeom>
              <a:ln w="19050" cap="flat" cmpd="sng">
                <a:solidFill>
                  <a:schemeClr val="tx1"/>
                </a:solidFill>
                <a:prstDash val="solid"/>
                <a:headEnd type="none" w="med" len="med"/>
                <a:tailEnd type="none" w="med" len="med"/>
              </a:ln>
            </p:spPr>
          </p:cxnSp>
        </p:grpSp>
        <p:sp>
          <p:nvSpPr>
            <p:cNvPr id="66576" name="Rectangle 29"/>
            <p:cNvSpPr/>
            <p:nvPr/>
          </p:nvSpPr>
          <p:spPr>
            <a:xfrm>
              <a:off x="1916862" y="2571262"/>
              <a:ext cx="693767" cy="547076"/>
            </a:xfrm>
            <a:prstGeom prst="rect">
              <a:avLst/>
            </a:prstGeom>
            <a:solidFill>
              <a:srgbClr val="000099">
                <a:alpha val="70979"/>
              </a:srgbClr>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66565" name="Oval 27"/>
          <p:cNvSpPr/>
          <p:nvPr/>
        </p:nvSpPr>
        <p:spPr>
          <a:xfrm>
            <a:off x="4799013" y="5103813"/>
            <a:ext cx="631825" cy="628650"/>
          </a:xfrm>
          <a:prstGeom prst="ellipse">
            <a:avLst/>
          </a:prstGeom>
          <a:noFill/>
          <a:ln w="19050" cap="flat" cmpd="sng">
            <a:solidFill>
              <a:schemeClr val="tx1"/>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cxnSp>
        <p:nvCxnSpPr>
          <p:cNvPr id="66566" name="Straight Arrow Connector 11"/>
          <p:cNvCxnSpPr/>
          <p:nvPr/>
        </p:nvCxnSpPr>
        <p:spPr>
          <a:xfrm>
            <a:off x="2532063" y="5414963"/>
            <a:ext cx="1054100" cy="0"/>
          </a:xfrm>
          <a:prstGeom prst="straightConnector1">
            <a:avLst/>
          </a:prstGeom>
          <a:ln w="19050" cap="flat" cmpd="sng">
            <a:solidFill>
              <a:srgbClr val="000099"/>
            </a:solidFill>
            <a:prstDash val="solid"/>
            <a:headEnd type="none" w="med" len="med"/>
            <a:tailEnd type="triangle" w="med" len="med"/>
          </a:ln>
        </p:spPr>
      </p:cxnSp>
      <p:sp>
        <p:nvSpPr>
          <p:cNvPr id="66567" name="TextBox 17"/>
          <p:cNvSpPr txBox="1"/>
          <p:nvPr/>
        </p:nvSpPr>
        <p:spPr>
          <a:xfrm>
            <a:off x="3514725" y="5699125"/>
            <a:ext cx="1273175" cy="523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queue</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(waiting area)</a:t>
            </a:r>
            <a:endParaRPr lang="en-US" altLang="zh-CN" sz="1400">
              <a:latin typeface="Arial" panose="020B0604020202090204" pitchFamily="34" charset="0"/>
              <a:ea typeface="Arial" panose="020B0604020202090204" pitchFamily="34" charset="0"/>
            </a:endParaRPr>
          </a:p>
        </p:txBody>
      </p:sp>
      <p:sp>
        <p:nvSpPr>
          <p:cNvPr id="66568" name="TextBox 18"/>
          <p:cNvSpPr txBox="1"/>
          <p:nvPr/>
        </p:nvSpPr>
        <p:spPr>
          <a:xfrm>
            <a:off x="2673350" y="5459413"/>
            <a:ext cx="763588" cy="5222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packet</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arrivals</a:t>
            </a:r>
            <a:endParaRPr lang="en-US" altLang="zh-CN" sz="1400">
              <a:latin typeface="Arial" panose="020B0604020202090204" pitchFamily="34" charset="0"/>
              <a:ea typeface="Arial" panose="020B0604020202090204" pitchFamily="34" charset="0"/>
            </a:endParaRPr>
          </a:p>
        </p:txBody>
      </p:sp>
      <p:cxnSp>
        <p:nvCxnSpPr>
          <p:cNvPr id="66569" name="Straight Arrow Connector 20"/>
          <p:cNvCxnSpPr/>
          <p:nvPr/>
        </p:nvCxnSpPr>
        <p:spPr>
          <a:xfrm>
            <a:off x="5632450" y="5400675"/>
            <a:ext cx="906463" cy="4763"/>
          </a:xfrm>
          <a:prstGeom prst="straightConnector1">
            <a:avLst/>
          </a:prstGeom>
          <a:ln w="19050" cap="flat" cmpd="sng">
            <a:solidFill>
              <a:srgbClr val="000099"/>
            </a:solidFill>
            <a:prstDash val="solid"/>
            <a:headEnd type="none" w="med" len="med"/>
            <a:tailEnd type="triangle" w="med" len="med"/>
          </a:ln>
        </p:spPr>
      </p:cxnSp>
      <p:sp>
        <p:nvSpPr>
          <p:cNvPr id="66570" name="TextBox 22"/>
          <p:cNvSpPr txBox="1"/>
          <p:nvPr/>
        </p:nvSpPr>
        <p:spPr>
          <a:xfrm>
            <a:off x="5724525" y="5508625"/>
            <a:ext cx="1042988" cy="52228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packet</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departures</a:t>
            </a:r>
            <a:endParaRPr lang="en-US" altLang="zh-CN" sz="1400">
              <a:latin typeface="Arial" panose="020B0604020202090204" pitchFamily="34" charset="0"/>
              <a:ea typeface="Arial" panose="020B0604020202090204" pitchFamily="34" charset="0"/>
            </a:endParaRPr>
          </a:p>
        </p:txBody>
      </p:sp>
      <p:sp>
        <p:nvSpPr>
          <p:cNvPr id="66571" name="TextBox 23"/>
          <p:cNvSpPr txBox="1"/>
          <p:nvPr/>
        </p:nvSpPr>
        <p:spPr>
          <a:xfrm>
            <a:off x="4714875" y="5703888"/>
            <a:ext cx="852488" cy="523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link</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 (server)</a:t>
            </a:r>
            <a:endParaRPr lang="en-US" altLang="zh-CN" sz="1400">
              <a:latin typeface="Arial" panose="020B0604020202090204" pitchFamily="34" charset="0"/>
              <a:ea typeface="Arial" panose="020B0604020202090204" pitchFamily="34" charset="0"/>
            </a:endParaRPr>
          </a:p>
        </p:txBody>
      </p:sp>
      <p:cxnSp>
        <p:nvCxnSpPr>
          <p:cNvPr id="66572" name="Straight Arrow Connector 52"/>
          <p:cNvCxnSpPr>
            <a:stCxn id="66576" idx="3"/>
            <a:endCxn id="66565" idx="2"/>
          </p:cNvCxnSpPr>
          <p:nvPr/>
        </p:nvCxnSpPr>
        <p:spPr>
          <a:xfrm>
            <a:off x="4711700" y="5414963"/>
            <a:ext cx="87313" cy="3175"/>
          </a:xfrm>
          <a:prstGeom prst="straightConnector1">
            <a:avLst/>
          </a:prstGeom>
          <a:ln w="19050" cap="flat" cmpd="sng">
            <a:solidFill>
              <a:schemeClr val="tx1"/>
            </a:solidFill>
            <a:prstDash val="solid"/>
            <a:headEnd type="none" w="med" len="med"/>
            <a:tailEnd type="none" w="med" len="med"/>
          </a:ln>
        </p:spPr>
      </p:cxnSp>
      <p:sp>
        <p:nvSpPr>
          <p:cNvPr id="66573"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52</a:t>
            </a:fld>
            <a:endParaRPr lang="en-US" altLang="zh-CN" sz="1200">
              <a:latin typeface="Tahoma" panose="020B0604030504040204" charset="0"/>
            </a:endParaRPr>
          </a:p>
        </p:txBody>
      </p:sp>
      <p:sp>
        <p:nvSpPr>
          <p:cNvPr id="66574"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09" name="Picture 18" descr="underline_base"/>
          <p:cNvPicPr/>
          <p:nvPr/>
        </p:nvPicPr>
        <p:blipFill>
          <a:blip r:embed="rId3"/>
          <a:stretch>
            <a:fillRect/>
          </a:stretch>
        </p:blipFill>
        <p:spPr>
          <a:xfrm>
            <a:off x="571500" y="831850"/>
            <a:ext cx="6399213" cy="173038"/>
          </a:xfrm>
          <a:prstGeom prst="rect">
            <a:avLst/>
          </a:prstGeom>
          <a:noFill/>
          <a:ln w="9525">
            <a:noFill/>
          </a:ln>
        </p:spPr>
      </p:pic>
      <p:sp>
        <p:nvSpPr>
          <p:cNvPr id="68610" name="Rectangle 2"/>
          <p:cNvSpPr>
            <a:spLocks noGrp="1"/>
          </p:cNvSpPr>
          <p:nvPr>
            <p:ph type="title"/>
          </p:nvPr>
        </p:nvSpPr>
        <p:spPr>
          <a:xfrm>
            <a:off x="533400" y="-14287"/>
            <a:ext cx="7772400" cy="1143000"/>
          </a:xfrm>
        </p:spPr>
        <p:txBody>
          <a:bodyPr vert="horz" wrap="square" lIns="91440" tIns="45720" rIns="91440" bIns="45720" anchor="ctr" anchorCtr="0"/>
          <a:lstStyle/>
          <a:p>
            <a:r>
              <a:rPr lang="en-US" altLang="zh-CN"/>
              <a:t>Scheduling policies: priority</a:t>
            </a:r>
          </a:p>
        </p:txBody>
      </p:sp>
      <p:sp>
        <p:nvSpPr>
          <p:cNvPr id="68611" name="Rectangle 3"/>
          <p:cNvSpPr>
            <a:spLocks noGrp="1"/>
          </p:cNvSpPr>
          <p:nvPr>
            <p:ph idx="1"/>
          </p:nvPr>
        </p:nvSpPr>
        <p:spPr>
          <a:xfrm>
            <a:off x="571500" y="1129030"/>
            <a:ext cx="3884930" cy="5104130"/>
          </a:xfrm>
        </p:spPr>
        <p:txBody>
          <a:bodyPr vert="horz" wrap="square" lIns="91440" tIns="45720" rIns="91440" bIns="45720" anchor="t" anchorCtr="0"/>
          <a:lstStyle/>
          <a:p>
            <a:pPr>
              <a:buNone/>
            </a:pPr>
            <a:r>
              <a:rPr lang="en-US" altLang="zh-CN" i="1">
                <a:solidFill>
                  <a:srgbClr val="CC0000"/>
                </a:solidFill>
              </a:rPr>
              <a:t>priority scheduling: </a:t>
            </a:r>
            <a:r>
              <a:rPr lang="en-US" altLang="zh-CN"/>
              <a:t>send highest priority queued packet </a:t>
            </a:r>
          </a:p>
          <a:p>
            <a:r>
              <a:rPr lang="en-US" altLang="zh-CN"/>
              <a:t>multiple </a:t>
            </a:r>
            <a:r>
              <a:rPr lang="en-US" altLang="zh-CN" i="1"/>
              <a:t>classes</a:t>
            </a:r>
            <a:r>
              <a:rPr lang="en-US" altLang="zh-CN"/>
              <a:t>, with different priorities</a:t>
            </a:r>
          </a:p>
          <a:p>
            <a:pPr lvl="1"/>
            <a:r>
              <a:rPr lang="en-US" altLang="zh-CN"/>
              <a:t>class may depend on marking or other header info, e.g. IP source/dest, port numbers, etc.</a:t>
            </a:r>
          </a:p>
          <a:p>
            <a:pPr lvl="1"/>
            <a:r>
              <a:rPr lang="en-US" altLang="zh-CN"/>
              <a:t>real world example? </a:t>
            </a:r>
          </a:p>
        </p:txBody>
      </p:sp>
      <p:grpSp>
        <p:nvGrpSpPr>
          <p:cNvPr id="68612" name="Group 8"/>
          <p:cNvGrpSpPr/>
          <p:nvPr/>
        </p:nvGrpSpPr>
        <p:grpSpPr>
          <a:xfrm>
            <a:off x="4683125" y="1214438"/>
            <a:ext cx="4051300" cy="2263775"/>
            <a:chOff x="251257" y="1325350"/>
            <a:chExt cx="4051177" cy="2263278"/>
          </a:xfrm>
        </p:grpSpPr>
        <p:grpSp>
          <p:nvGrpSpPr>
            <p:cNvPr id="68695" name="Group 9"/>
            <p:cNvGrpSpPr/>
            <p:nvPr/>
          </p:nvGrpSpPr>
          <p:grpSpPr>
            <a:xfrm>
              <a:off x="1008970" y="1860956"/>
              <a:ext cx="2431250" cy="1240418"/>
              <a:chOff x="5418640" y="1702302"/>
              <a:chExt cx="2431250" cy="1240418"/>
            </a:xfrm>
          </p:grpSpPr>
          <p:grpSp>
            <p:nvGrpSpPr>
              <p:cNvPr id="68711" name="Group 25"/>
              <p:cNvGrpSpPr/>
              <p:nvPr/>
            </p:nvGrpSpPr>
            <p:grpSpPr>
              <a:xfrm>
                <a:off x="6179876" y="2377501"/>
                <a:ext cx="929822" cy="565219"/>
                <a:chOff x="1670312" y="2562997"/>
                <a:chExt cx="929822" cy="565219"/>
              </a:xfrm>
            </p:grpSpPr>
            <p:grpSp>
              <p:nvGrpSpPr>
                <p:cNvPr id="68725" name="Group 39"/>
                <p:cNvGrpSpPr/>
                <p:nvPr/>
              </p:nvGrpSpPr>
              <p:grpSpPr>
                <a:xfrm>
                  <a:off x="1670312" y="2562997"/>
                  <a:ext cx="929822" cy="565219"/>
                  <a:chOff x="1670312" y="2562997"/>
                  <a:chExt cx="929822" cy="565219"/>
                </a:xfrm>
              </p:grpSpPr>
              <p:sp>
                <p:nvSpPr>
                  <p:cNvPr id="68729" name="Rectangle 41"/>
                  <p:cNvSpPr/>
                  <p:nvPr/>
                </p:nvSpPr>
                <p:spPr>
                  <a:xfrm>
                    <a:off x="1670312" y="2562997"/>
                    <a:ext cx="929822" cy="563157"/>
                  </a:xfrm>
                  <a:prstGeom prst="rect">
                    <a:avLst/>
                  </a:prstGeom>
                  <a:noFill/>
                  <a:ln w="19050"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cxnSp>
                <p:nvCxnSpPr>
                  <p:cNvPr id="68730" name="Straight Connector 42"/>
                  <p:cNvCxnSpPr/>
                  <p:nvPr/>
                </p:nvCxnSpPr>
                <p:spPr>
                  <a:xfrm flipH="1">
                    <a:off x="1786358" y="2567533"/>
                    <a:ext cx="4536" cy="557893"/>
                  </a:xfrm>
                  <a:prstGeom prst="line">
                    <a:avLst/>
                  </a:prstGeom>
                  <a:ln w="19050" cap="flat" cmpd="sng">
                    <a:solidFill>
                      <a:schemeClr val="tx1"/>
                    </a:solidFill>
                    <a:prstDash val="solid"/>
                    <a:headEnd type="none" w="med" len="med"/>
                    <a:tailEnd type="none" w="med" len="med"/>
                  </a:ln>
                </p:spPr>
              </p:cxnSp>
              <p:cxnSp>
                <p:nvCxnSpPr>
                  <p:cNvPr id="68731" name="Straight Connector 43"/>
                  <p:cNvCxnSpPr/>
                  <p:nvPr/>
                </p:nvCxnSpPr>
                <p:spPr>
                  <a:xfrm flipH="1">
                    <a:off x="1911544" y="2566974"/>
                    <a:ext cx="4536" cy="557893"/>
                  </a:xfrm>
                  <a:prstGeom prst="line">
                    <a:avLst/>
                  </a:prstGeom>
                  <a:ln w="19050" cap="flat" cmpd="sng">
                    <a:solidFill>
                      <a:schemeClr val="tx1"/>
                    </a:solidFill>
                    <a:prstDash val="solid"/>
                    <a:headEnd type="none" w="med" len="med"/>
                    <a:tailEnd type="none" w="med" len="med"/>
                  </a:ln>
                </p:spPr>
              </p:cxnSp>
              <p:cxnSp>
                <p:nvCxnSpPr>
                  <p:cNvPr id="68732" name="Straight Connector 44"/>
                  <p:cNvCxnSpPr/>
                  <p:nvPr/>
                </p:nvCxnSpPr>
                <p:spPr>
                  <a:xfrm flipH="1">
                    <a:off x="2027659" y="2570323"/>
                    <a:ext cx="4536" cy="557893"/>
                  </a:xfrm>
                  <a:prstGeom prst="line">
                    <a:avLst/>
                  </a:prstGeom>
                  <a:ln w="19050" cap="flat" cmpd="sng">
                    <a:solidFill>
                      <a:schemeClr val="tx1"/>
                    </a:solidFill>
                    <a:prstDash val="solid"/>
                    <a:headEnd type="none" w="med" len="med"/>
                    <a:tailEnd type="none" w="med" len="med"/>
                  </a:ln>
                </p:spPr>
              </p:cxnSp>
              <p:cxnSp>
                <p:nvCxnSpPr>
                  <p:cNvPr id="68733" name="Straight Connector 45"/>
                  <p:cNvCxnSpPr/>
                  <p:nvPr/>
                </p:nvCxnSpPr>
                <p:spPr>
                  <a:xfrm flipH="1">
                    <a:off x="2134843" y="2564600"/>
                    <a:ext cx="4536" cy="557893"/>
                  </a:xfrm>
                  <a:prstGeom prst="line">
                    <a:avLst/>
                  </a:prstGeom>
                  <a:ln w="19050" cap="flat" cmpd="sng">
                    <a:solidFill>
                      <a:schemeClr val="tx1"/>
                    </a:solidFill>
                    <a:prstDash val="solid"/>
                    <a:headEnd type="none" w="med" len="med"/>
                    <a:tailEnd type="none" w="med" len="med"/>
                  </a:ln>
                </p:spPr>
              </p:cxnSp>
              <p:cxnSp>
                <p:nvCxnSpPr>
                  <p:cNvPr id="68734" name="Straight Connector 46"/>
                  <p:cNvCxnSpPr/>
                  <p:nvPr/>
                </p:nvCxnSpPr>
                <p:spPr>
                  <a:xfrm flipH="1">
                    <a:off x="2244397" y="2566693"/>
                    <a:ext cx="4536" cy="557893"/>
                  </a:xfrm>
                  <a:prstGeom prst="line">
                    <a:avLst/>
                  </a:prstGeom>
                  <a:ln w="19050" cap="flat" cmpd="sng">
                    <a:solidFill>
                      <a:schemeClr val="tx1"/>
                    </a:solidFill>
                    <a:prstDash val="solid"/>
                    <a:headEnd type="none" w="med" len="med"/>
                    <a:tailEnd type="none" w="med" len="med"/>
                  </a:ln>
                </p:spPr>
              </p:cxnSp>
              <p:cxnSp>
                <p:nvCxnSpPr>
                  <p:cNvPr id="68735" name="Straight Connector 47"/>
                  <p:cNvCxnSpPr/>
                  <p:nvPr/>
                </p:nvCxnSpPr>
                <p:spPr>
                  <a:xfrm flipH="1">
                    <a:off x="2365675" y="2568786"/>
                    <a:ext cx="4536" cy="557893"/>
                  </a:xfrm>
                  <a:prstGeom prst="line">
                    <a:avLst/>
                  </a:prstGeom>
                  <a:ln w="19050" cap="flat" cmpd="sng">
                    <a:solidFill>
                      <a:schemeClr val="tx1"/>
                    </a:solidFill>
                    <a:prstDash val="solid"/>
                    <a:headEnd type="none" w="med" len="med"/>
                    <a:tailEnd type="none" w="med" len="med"/>
                  </a:ln>
                </p:spPr>
              </p:cxnSp>
              <p:cxnSp>
                <p:nvCxnSpPr>
                  <p:cNvPr id="68736" name="Straight Connector 48"/>
                  <p:cNvCxnSpPr/>
                  <p:nvPr/>
                </p:nvCxnSpPr>
                <p:spPr>
                  <a:xfrm flipH="1">
                    <a:off x="2483045" y="2566971"/>
                    <a:ext cx="4536" cy="557893"/>
                  </a:xfrm>
                  <a:prstGeom prst="line">
                    <a:avLst/>
                  </a:prstGeom>
                  <a:ln w="19050" cap="flat" cmpd="sng">
                    <a:solidFill>
                      <a:schemeClr val="tx1"/>
                    </a:solidFill>
                    <a:prstDash val="solid"/>
                    <a:headEnd type="none" w="med" len="med"/>
                    <a:tailEnd type="none" w="med" len="med"/>
                  </a:ln>
                </p:spPr>
              </p:cxnSp>
            </p:grpSp>
            <p:sp>
              <p:nvSpPr>
                <p:cNvPr id="41" name="Rectangle 40"/>
                <p:cNvSpPr/>
                <p:nvPr/>
              </p:nvSpPr>
              <p:spPr>
                <a:xfrm>
                  <a:off x="2254738" y="2571262"/>
                  <a:ext cx="336062" cy="547076"/>
                </a:xfrm>
                <a:prstGeom prst="rect">
                  <a:avLst/>
                </a:prstGeom>
                <a:gradFill flip="none" rotWithShape="1">
                  <a:gsLst>
                    <a:gs pos="99000">
                      <a:srgbClr val="006633">
                        <a:alpha val="71000"/>
                      </a:srgbClr>
                    </a:gs>
                    <a:gs pos="100000">
                      <a:srgbClr val="FFFFFF"/>
                    </a:gs>
                  </a:gsLst>
                  <a:lin ang="0" scaled="1"/>
                  <a:tileRect/>
                </a:gra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Comic Sans MS" panose="030F0902030302020204" charset="0"/>
                    <a:ea typeface="MS PGothic" charset="0"/>
                    <a:cs typeface="MS PGothic" charset="0"/>
                  </a:endParaRPr>
                </a:p>
              </p:txBody>
            </p:sp>
          </p:grpSp>
          <p:grpSp>
            <p:nvGrpSpPr>
              <p:cNvPr id="68712" name="Group 26"/>
              <p:cNvGrpSpPr/>
              <p:nvPr/>
            </p:nvGrpSpPr>
            <p:grpSpPr>
              <a:xfrm>
                <a:off x="6146757" y="1702302"/>
                <a:ext cx="940317" cy="565219"/>
                <a:chOff x="1670312" y="2562997"/>
                <a:chExt cx="940317" cy="565219"/>
              </a:xfrm>
            </p:grpSpPr>
            <p:grpSp>
              <p:nvGrpSpPr>
                <p:cNvPr id="68715" name="Group 29"/>
                <p:cNvGrpSpPr/>
                <p:nvPr/>
              </p:nvGrpSpPr>
              <p:grpSpPr>
                <a:xfrm>
                  <a:off x="1670312" y="2562997"/>
                  <a:ext cx="929822" cy="565219"/>
                  <a:chOff x="1670312" y="2562997"/>
                  <a:chExt cx="929822" cy="565219"/>
                </a:xfrm>
              </p:grpSpPr>
              <p:sp>
                <p:nvSpPr>
                  <p:cNvPr id="68717" name="Rectangle 31"/>
                  <p:cNvSpPr/>
                  <p:nvPr/>
                </p:nvSpPr>
                <p:spPr>
                  <a:xfrm>
                    <a:off x="1670312" y="2562997"/>
                    <a:ext cx="929822" cy="563157"/>
                  </a:xfrm>
                  <a:prstGeom prst="rect">
                    <a:avLst/>
                  </a:prstGeom>
                  <a:noFill/>
                  <a:ln w="19050"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cxnSp>
                <p:nvCxnSpPr>
                  <p:cNvPr id="68718" name="Straight Connector 32"/>
                  <p:cNvCxnSpPr/>
                  <p:nvPr/>
                </p:nvCxnSpPr>
                <p:spPr>
                  <a:xfrm flipH="1">
                    <a:off x="1786358" y="2567533"/>
                    <a:ext cx="4536" cy="557893"/>
                  </a:xfrm>
                  <a:prstGeom prst="line">
                    <a:avLst/>
                  </a:prstGeom>
                  <a:ln w="19050" cap="flat" cmpd="sng">
                    <a:solidFill>
                      <a:schemeClr val="tx1"/>
                    </a:solidFill>
                    <a:prstDash val="solid"/>
                    <a:headEnd type="none" w="med" len="med"/>
                    <a:tailEnd type="none" w="med" len="med"/>
                  </a:ln>
                </p:spPr>
              </p:cxnSp>
              <p:cxnSp>
                <p:nvCxnSpPr>
                  <p:cNvPr id="68719" name="Straight Connector 33"/>
                  <p:cNvCxnSpPr/>
                  <p:nvPr/>
                </p:nvCxnSpPr>
                <p:spPr>
                  <a:xfrm flipH="1">
                    <a:off x="1911544" y="2566974"/>
                    <a:ext cx="4536" cy="557893"/>
                  </a:xfrm>
                  <a:prstGeom prst="line">
                    <a:avLst/>
                  </a:prstGeom>
                  <a:ln w="19050" cap="flat" cmpd="sng">
                    <a:solidFill>
                      <a:schemeClr val="tx1"/>
                    </a:solidFill>
                    <a:prstDash val="solid"/>
                    <a:headEnd type="none" w="med" len="med"/>
                    <a:tailEnd type="none" w="med" len="med"/>
                  </a:ln>
                </p:spPr>
              </p:cxnSp>
              <p:cxnSp>
                <p:nvCxnSpPr>
                  <p:cNvPr id="68720" name="Straight Connector 34"/>
                  <p:cNvCxnSpPr/>
                  <p:nvPr/>
                </p:nvCxnSpPr>
                <p:spPr>
                  <a:xfrm flipH="1">
                    <a:off x="2027659" y="2570323"/>
                    <a:ext cx="4536" cy="557893"/>
                  </a:xfrm>
                  <a:prstGeom prst="line">
                    <a:avLst/>
                  </a:prstGeom>
                  <a:ln w="19050" cap="flat" cmpd="sng">
                    <a:solidFill>
                      <a:schemeClr val="tx1"/>
                    </a:solidFill>
                    <a:prstDash val="solid"/>
                    <a:headEnd type="none" w="med" len="med"/>
                    <a:tailEnd type="none" w="med" len="med"/>
                  </a:ln>
                </p:spPr>
              </p:cxnSp>
              <p:cxnSp>
                <p:nvCxnSpPr>
                  <p:cNvPr id="68721" name="Straight Connector 35"/>
                  <p:cNvCxnSpPr/>
                  <p:nvPr/>
                </p:nvCxnSpPr>
                <p:spPr>
                  <a:xfrm flipH="1">
                    <a:off x="2134843" y="2564600"/>
                    <a:ext cx="4536" cy="557893"/>
                  </a:xfrm>
                  <a:prstGeom prst="line">
                    <a:avLst/>
                  </a:prstGeom>
                  <a:ln w="19050" cap="flat" cmpd="sng">
                    <a:solidFill>
                      <a:schemeClr val="tx1"/>
                    </a:solidFill>
                    <a:prstDash val="solid"/>
                    <a:headEnd type="none" w="med" len="med"/>
                    <a:tailEnd type="none" w="med" len="med"/>
                  </a:ln>
                </p:spPr>
              </p:cxnSp>
              <p:cxnSp>
                <p:nvCxnSpPr>
                  <p:cNvPr id="68722" name="Straight Connector 36"/>
                  <p:cNvCxnSpPr/>
                  <p:nvPr/>
                </p:nvCxnSpPr>
                <p:spPr>
                  <a:xfrm flipH="1">
                    <a:off x="2244397" y="2566693"/>
                    <a:ext cx="4536" cy="557893"/>
                  </a:xfrm>
                  <a:prstGeom prst="line">
                    <a:avLst/>
                  </a:prstGeom>
                  <a:ln w="19050" cap="flat" cmpd="sng">
                    <a:solidFill>
                      <a:schemeClr val="tx1"/>
                    </a:solidFill>
                    <a:prstDash val="solid"/>
                    <a:headEnd type="none" w="med" len="med"/>
                    <a:tailEnd type="none" w="med" len="med"/>
                  </a:ln>
                </p:spPr>
              </p:cxnSp>
              <p:cxnSp>
                <p:nvCxnSpPr>
                  <p:cNvPr id="68723" name="Straight Connector 37"/>
                  <p:cNvCxnSpPr/>
                  <p:nvPr/>
                </p:nvCxnSpPr>
                <p:spPr>
                  <a:xfrm flipH="1">
                    <a:off x="2365675" y="2568786"/>
                    <a:ext cx="4536" cy="557893"/>
                  </a:xfrm>
                  <a:prstGeom prst="line">
                    <a:avLst/>
                  </a:prstGeom>
                  <a:ln w="19050" cap="flat" cmpd="sng">
                    <a:solidFill>
                      <a:schemeClr val="tx1"/>
                    </a:solidFill>
                    <a:prstDash val="solid"/>
                    <a:headEnd type="none" w="med" len="med"/>
                    <a:tailEnd type="none" w="med" len="med"/>
                  </a:ln>
                </p:spPr>
              </p:cxnSp>
              <p:cxnSp>
                <p:nvCxnSpPr>
                  <p:cNvPr id="68724" name="Straight Connector 38"/>
                  <p:cNvCxnSpPr/>
                  <p:nvPr/>
                </p:nvCxnSpPr>
                <p:spPr>
                  <a:xfrm flipH="1">
                    <a:off x="2483045" y="2566971"/>
                    <a:ext cx="4536" cy="557893"/>
                  </a:xfrm>
                  <a:prstGeom prst="line">
                    <a:avLst/>
                  </a:prstGeom>
                  <a:ln w="19050" cap="flat" cmpd="sng">
                    <a:solidFill>
                      <a:schemeClr val="tx1"/>
                    </a:solidFill>
                    <a:prstDash val="solid"/>
                    <a:headEnd type="none" w="med" len="med"/>
                    <a:tailEnd type="none" w="med" len="med"/>
                  </a:ln>
                </p:spPr>
              </p:cxnSp>
            </p:grpSp>
            <p:sp>
              <p:nvSpPr>
                <p:cNvPr id="68716" name="Rectangle 30"/>
                <p:cNvSpPr/>
                <p:nvPr/>
              </p:nvSpPr>
              <p:spPr>
                <a:xfrm>
                  <a:off x="1916862" y="2571262"/>
                  <a:ext cx="693767" cy="547076"/>
                </a:xfrm>
                <a:prstGeom prst="rect">
                  <a:avLst/>
                </a:prstGeom>
                <a:solidFill>
                  <a:srgbClr val="CC0000">
                    <a:alpha val="70979"/>
                  </a:srgbClr>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68713" name="Isosceles Triangle 27"/>
              <p:cNvSpPr/>
              <p:nvPr/>
            </p:nvSpPr>
            <p:spPr>
              <a:xfrm rot="5400000">
                <a:off x="5346244" y="2083056"/>
                <a:ext cx="575027" cy="430236"/>
              </a:xfrm>
              <a:prstGeom prst="triangle">
                <a:avLst>
                  <a:gd name="adj" fmla="val 50000"/>
                </a:avLst>
              </a:prstGeom>
              <a:noFill/>
              <a:ln w="19050"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714" name="Oval 28"/>
              <p:cNvSpPr/>
              <p:nvPr/>
            </p:nvSpPr>
            <p:spPr>
              <a:xfrm>
                <a:off x="7216951" y="2016897"/>
                <a:ext cx="632939" cy="628813"/>
              </a:xfrm>
              <a:prstGeom prst="ellipse">
                <a:avLst/>
              </a:prstGeom>
              <a:noFill/>
              <a:ln w="19050" cap="flat" cmpd="sng">
                <a:solidFill>
                  <a:schemeClr val="tx1"/>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cxnSp>
          <p:nvCxnSpPr>
            <p:cNvPr id="68696" name="Straight Arrow Connector 10"/>
            <p:cNvCxnSpPr>
              <a:stCxn id="68713" idx="0"/>
              <a:endCxn id="68717" idx="1"/>
            </p:cNvCxnSpPr>
            <p:nvPr/>
          </p:nvCxnSpPr>
          <p:spPr>
            <a:xfrm flipV="1">
              <a:off x="1439206" y="2142535"/>
              <a:ext cx="297881" cy="314295"/>
            </a:xfrm>
            <a:prstGeom prst="straightConnector1">
              <a:avLst/>
            </a:prstGeom>
            <a:ln w="19050" cap="flat" cmpd="sng">
              <a:solidFill>
                <a:srgbClr val="CC0000"/>
              </a:solidFill>
              <a:prstDash val="solid"/>
              <a:headEnd type="none" w="med" len="med"/>
              <a:tailEnd type="triangle" w="med" len="med"/>
            </a:ln>
          </p:spPr>
        </p:cxnSp>
        <p:cxnSp>
          <p:nvCxnSpPr>
            <p:cNvPr id="68697" name="Straight Arrow Connector 11"/>
            <p:cNvCxnSpPr>
              <a:stCxn id="68713" idx="0"/>
              <a:endCxn id="68729" idx="1"/>
            </p:cNvCxnSpPr>
            <p:nvPr/>
          </p:nvCxnSpPr>
          <p:spPr>
            <a:xfrm>
              <a:off x="1439206" y="2456830"/>
              <a:ext cx="331000" cy="360904"/>
            </a:xfrm>
            <a:prstGeom prst="straightConnector1">
              <a:avLst/>
            </a:prstGeom>
            <a:ln w="19050" cap="flat" cmpd="sng">
              <a:solidFill>
                <a:srgbClr val="006633"/>
              </a:solidFill>
              <a:prstDash val="solid"/>
              <a:headEnd type="none" w="med" len="med"/>
              <a:tailEnd type="triangle" w="med" len="med"/>
            </a:ln>
          </p:spPr>
        </p:cxnSp>
        <p:cxnSp>
          <p:nvCxnSpPr>
            <p:cNvPr id="68698" name="Straight Arrow Connector 12"/>
            <p:cNvCxnSpPr/>
            <p:nvPr/>
          </p:nvCxnSpPr>
          <p:spPr>
            <a:xfrm flipV="1">
              <a:off x="414946" y="2332657"/>
              <a:ext cx="485378" cy="6083"/>
            </a:xfrm>
            <a:prstGeom prst="straightConnector1">
              <a:avLst/>
            </a:prstGeom>
            <a:ln w="19050" cap="flat" cmpd="sng">
              <a:solidFill>
                <a:srgbClr val="CC0000"/>
              </a:solidFill>
              <a:prstDash val="solid"/>
              <a:headEnd type="none" w="med" len="med"/>
              <a:tailEnd type="triangle" w="med" len="med"/>
            </a:ln>
          </p:spPr>
        </p:cxnSp>
        <p:cxnSp>
          <p:nvCxnSpPr>
            <p:cNvPr id="68699" name="Straight Arrow Connector 13"/>
            <p:cNvCxnSpPr/>
            <p:nvPr/>
          </p:nvCxnSpPr>
          <p:spPr>
            <a:xfrm flipV="1">
              <a:off x="413380" y="2589841"/>
              <a:ext cx="485378" cy="6083"/>
            </a:xfrm>
            <a:prstGeom prst="straightConnector1">
              <a:avLst/>
            </a:prstGeom>
            <a:ln w="19050" cap="flat" cmpd="sng">
              <a:solidFill>
                <a:srgbClr val="006633"/>
              </a:solidFill>
              <a:prstDash val="solid"/>
              <a:headEnd type="none" w="med" len="med"/>
              <a:tailEnd type="triangle" w="med" len="med"/>
            </a:ln>
          </p:spPr>
        </p:cxnSp>
        <p:cxnSp>
          <p:nvCxnSpPr>
            <p:cNvPr id="68700" name="Straight Arrow Connector 14"/>
            <p:cNvCxnSpPr>
              <a:endCxn id="68714" idx="1"/>
            </p:cNvCxnSpPr>
            <p:nvPr/>
          </p:nvCxnSpPr>
          <p:spPr>
            <a:xfrm>
              <a:off x="2675605" y="2143260"/>
              <a:ext cx="224368" cy="124379"/>
            </a:xfrm>
            <a:prstGeom prst="straightConnector1">
              <a:avLst/>
            </a:prstGeom>
            <a:ln w="19050" cap="flat" cmpd="sng">
              <a:solidFill>
                <a:srgbClr val="CC0000"/>
              </a:solidFill>
              <a:prstDash val="solid"/>
              <a:headEnd type="none" w="med" len="med"/>
              <a:tailEnd type="triangle" w="med" len="med"/>
            </a:ln>
          </p:spPr>
        </p:cxnSp>
        <p:cxnSp>
          <p:nvCxnSpPr>
            <p:cNvPr id="68701" name="Straight Arrow Connector 15"/>
            <p:cNvCxnSpPr/>
            <p:nvPr/>
          </p:nvCxnSpPr>
          <p:spPr>
            <a:xfrm flipV="1">
              <a:off x="2699077" y="2677595"/>
              <a:ext cx="185641" cy="157128"/>
            </a:xfrm>
            <a:prstGeom prst="straightConnector1">
              <a:avLst/>
            </a:prstGeom>
            <a:ln w="19050" cap="flat" cmpd="sng">
              <a:solidFill>
                <a:srgbClr val="006633"/>
              </a:solidFill>
              <a:prstDash val="solid"/>
              <a:headEnd type="none" w="med" len="med"/>
              <a:tailEnd type="triangle" w="med" len="med"/>
            </a:ln>
          </p:spPr>
        </p:cxnSp>
        <p:cxnSp>
          <p:nvCxnSpPr>
            <p:cNvPr id="68702" name="Straight Arrow Connector 16"/>
            <p:cNvCxnSpPr/>
            <p:nvPr/>
          </p:nvCxnSpPr>
          <p:spPr>
            <a:xfrm>
              <a:off x="3435754" y="2488459"/>
              <a:ext cx="390968" cy="1168"/>
            </a:xfrm>
            <a:prstGeom prst="straightConnector1">
              <a:avLst/>
            </a:prstGeom>
            <a:ln w="19050" cap="flat" cmpd="sng">
              <a:solidFill>
                <a:schemeClr val="tx1"/>
              </a:solidFill>
              <a:prstDash val="solid"/>
              <a:headEnd type="none" w="med" len="med"/>
              <a:tailEnd type="triangle" w="med" len="med"/>
            </a:ln>
          </p:spPr>
        </p:cxnSp>
        <p:sp>
          <p:nvSpPr>
            <p:cNvPr id="68703" name="TextBox 17"/>
            <p:cNvSpPr txBox="1"/>
            <p:nvPr/>
          </p:nvSpPr>
          <p:spPr>
            <a:xfrm>
              <a:off x="1145802" y="1325350"/>
              <a:ext cx="1705332" cy="52322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high priority queue</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(waiting area)</a:t>
              </a:r>
              <a:endParaRPr lang="en-US" altLang="zh-CN" sz="1400">
                <a:latin typeface="Arial" panose="020B0604020202090204" pitchFamily="34" charset="0"/>
                <a:ea typeface="Arial" panose="020B0604020202090204" pitchFamily="34" charset="0"/>
              </a:endParaRPr>
            </a:p>
          </p:txBody>
        </p:sp>
        <p:sp>
          <p:nvSpPr>
            <p:cNvPr id="68704" name="TextBox 18"/>
            <p:cNvSpPr txBox="1"/>
            <p:nvPr/>
          </p:nvSpPr>
          <p:spPr>
            <a:xfrm>
              <a:off x="1272157" y="3065408"/>
              <a:ext cx="1591764" cy="52322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low priority queue</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(waiting area)</a:t>
              </a:r>
              <a:endParaRPr lang="en-US" altLang="zh-CN" sz="1400">
                <a:latin typeface="Arial" panose="020B0604020202090204" pitchFamily="34" charset="0"/>
                <a:ea typeface="Arial" panose="020B0604020202090204" pitchFamily="34" charset="0"/>
              </a:endParaRPr>
            </a:p>
          </p:txBody>
        </p:sp>
        <p:sp>
          <p:nvSpPr>
            <p:cNvPr id="68705" name="TextBox 19"/>
            <p:cNvSpPr txBox="1"/>
            <p:nvPr/>
          </p:nvSpPr>
          <p:spPr>
            <a:xfrm>
              <a:off x="251257" y="2002904"/>
              <a:ext cx="763250" cy="30777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arrivals</a:t>
              </a:r>
              <a:endParaRPr lang="en-US" altLang="zh-CN" sz="1400">
                <a:latin typeface="Arial" panose="020B0604020202090204" pitchFamily="34" charset="0"/>
                <a:ea typeface="Arial" panose="020B0604020202090204" pitchFamily="34" charset="0"/>
              </a:endParaRPr>
            </a:p>
          </p:txBody>
        </p:sp>
        <p:sp>
          <p:nvSpPr>
            <p:cNvPr id="68706" name="TextBox 20"/>
            <p:cNvSpPr txBox="1"/>
            <p:nvPr/>
          </p:nvSpPr>
          <p:spPr>
            <a:xfrm>
              <a:off x="778235" y="2735146"/>
              <a:ext cx="787395" cy="30777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classify</a:t>
              </a:r>
              <a:endParaRPr lang="en-US" altLang="zh-CN" sz="1400">
                <a:latin typeface="Arial" panose="020B0604020202090204" pitchFamily="34" charset="0"/>
                <a:ea typeface="Arial" panose="020B0604020202090204" pitchFamily="34" charset="0"/>
              </a:endParaRPr>
            </a:p>
          </p:txBody>
        </p:sp>
        <p:cxnSp>
          <p:nvCxnSpPr>
            <p:cNvPr id="68707" name="Straight Arrow Connector 21"/>
            <p:cNvCxnSpPr/>
            <p:nvPr/>
          </p:nvCxnSpPr>
          <p:spPr>
            <a:xfrm flipV="1">
              <a:off x="3563003" y="2333194"/>
              <a:ext cx="485378" cy="6083"/>
            </a:xfrm>
            <a:prstGeom prst="straightConnector1">
              <a:avLst/>
            </a:prstGeom>
            <a:ln w="19050" cap="flat" cmpd="sng">
              <a:solidFill>
                <a:srgbClr val="CC0000"/>
              </a:solidFill>
              <a:prstDash val="solid"/>
              <a:headEnd type="none" w="med" len="med"/>
              <a:tailEnd type="triangle" w="med" len="med"/>
            </a:ln>
          </p:spPr>
        </p:cxnSp>
        <p:cxnSp>
          <p:nvCxnSpPr>
            <p:cNvPr id="68708" name="Straight Arrow Connector 22"/>
            <p:cNvCxnSpPr/>
            <p:nvPr/>
          </p:nvCxnSpPr>
          <p:spPr>
            <a:xfrm flipV="1">
              <a:off x="3561437" y="2590378"/>
              <a:ext cx="485378" cy="6083"/>
            </a:xfrm>
            <a:prstGeom prst="straightConnector1">
              <a:avLst/>
            </a:prstGeom>
            <a:ln w="19050" cap="flat" cmpd="sng">
              <a:solidFill>
                <a:srgbClr val="006633"/>
              </a:solidFill>
              <a:prstDash val="solid"/>
              <a:headEnd type="none" w="med" len="med"/>
              <a:tailEnd type="triangle" w="med" len="med"/>
            </a:ln>
          </p:spPr>
        </p:cxnSp>
        <p:sp>
          <p:nvSpPr>
            <p:cNvPr id="68709" name="TextBox 23"/>
            <p:cNvSpPr txBox="1"/>
            <p:nvPr/>
          </p:nvSpPr>
          <p:spPr>
            <a:xfrm>
              <a:off x="3259448" y="2003441"/>
              <a:ext cx="1042986" cy="30777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departures</a:t>
              </a:r>
              <a:endParaRPr lang="en-US" altLang="zh-CN" sz="1400">
                <a:latin typeface="Arial" panose="020B0604020202090204" pitchFamily="34" charset="0"/>
                <a:ea typeface="Arial" panose="020B0604020202090204" pitchFamily="34" charset="0"/>
              </a:endParaRPr>
            </a:p>
          </p:txBody>
        </p:sp>
        <p:sp>
          <p:nvSpPr>
            <p:cNvPr id="68710" name="TextBox 24"/>
            <p:cNvSpPr txBox="1"/>
            <p:nvPr/>
          </p:nvSpPr>
          <p:spPr>
            <a:xfrm>
              <a:off x="2706310" y="2735682"/>
              <a:ext cx="852930" cy="52322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link</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 (server)</a:t>
              </a:r>
              <a:endParaRPr lang="en-US" altLang="zh-CN" sz="1400">
                <a:latin typeface="Arial" panose="020B0604020202090204" pitchFamily="34" charset="0"/>
                <a:ea typeface="Arial" panose="020B0604020202090204" pitchFamily="34" charset="0"/>
              </a:endParaRPr>
            </a:p>
          </p:txBody>
        </p:sp>
      </p:grpSp>
      <p:cxnSp>
        <p:nvCxnSpPr>
          <p:cNvPr id="68613" name="Straight Connector 49"/>
          <p:cNvCxnSpPr/>
          <p:nvPr/>
        </p:nvCxnSpPr>
        <p:spPr>
          <a:xfrm>
            <a:off x="5489575" y="4460875"/>
            <a:ext cx="3230563" cy="0"/>
          </a:xfrm>
          <a:prstGeom prst="line">
            <a:avLst/>
          </a:prstGeom>
          <a:ln w="25400" cap="flat" cmpd="sng">
            <a:solidFill>
              <a:schemeClr val="tx1"/>
            </a:solidFill>
            <a:prstDash val="solid"/>
            <a:headEnd type="none" w="med" len="med"/>
            <a:tailEnd type="triangle" w="med" len="med"/>
          </a:ln>
        </p:spPr>
      </p:cxnSp>
      <p:cxnSp>
        <p:nvCxnSpPr>
          <p:cNvPr id="68614" name="Straight Connector 50"/>
          <p:cNvCxnSpPr/>
          <p:nvPr/>
        </p:nvCxnSpPr>
        <p:spPr>
          <a:xfrm>
            <a:off x="5491163" y="5232400"/>
            <a:ext cx="3230562" cy="0"/>
          </a:xfrm>
          <a:prstGeom prst="line">
            <a:avLst/>
          </a:prstGeom>
          <a:ln w="25400" cap="flat" cmpd="sng">
            <a:solidFill>
              <a:schemeClr val="tx1"/>
            </a:solidFill>
            <a:prstDash val="solid"/>
            <a:headEnd type="none" w="med" len="med"/>
            <a:tailEnd type="triangle" w="med" len="med"/>
          </a:ln>
        </p:spPr>
      </p:cxnSp>
      <p:grpSp>
        <p:nvGrpSpPr>
          <p:cNvPr id="52" name="Group 51"/>
          <p:cNvGrpSpPr/>
          <p:nvPr/>
        </p:nvGrpSpPr>
        <p:grpSpPr>
          <a:xfrm>
            <a:off x="5599113" y="4467225"/>
            <a:ext cx="347662" cy="754063"/>
            <a:chOff x="2797204" y="2989241"/>
            <a:chExt cx="347099" cy="755477"/>
          </a:xfrm>
        </p:grpSpPr>
        <p:sp>
          <p:nvSpPr>
            <p:cNvPr id="68691" name="Rectangle 52"/>
            <p:cNvSpPr/>
            <p:nvPr/>
          </p:nvSpPr>
          <p:spPr>
            <a:xfrm>
              <a:off x="2797204" y="2989241"/>
              <a:ext cx="347099" cy="755477"/>
            </a:xfrm>
            <a:prstGeom prst="rect">
              <a:avLst/>
            </a:prstGeom>
            <a:solidFill>
              <a:srgbClr val="CC0000"/>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8692" name="Group 53"/>
            <p:cNvGrpSpPr/>
            <p:nvPr/>
          </p:nvGrpSpPr>
          <p:grpSpPr>
            <a:xfrm>
              <a:off x="2821701" y="3197503"/>
              <a:ext cx="298780" cy="338554"/>
              <a:chOff x="2821701" y="3197503"/>
              <a:chExt cx="298780" cy="338554"/>
            </a:xfrm>
          </p:grpSpPr>
          <p:sp>
            <p:nvSpPr>
              <p:cNvPr id="68693" name="Oval 54"/>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94" name="TextBox 55"/>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1</a:t>
                </a:r>
                <a:endParaRPr lang="en-US" altLang="zh-CN" sz="1600">
                  <a:latin typeface="Arial" panose="020B0604020202090204" pitchFamily="34" charset="0"/>
                  <a:ea typeface="Arial" panose="020B0604020202090204" pitchFamily="34" charset="0"/>
                </a:endParaRPr>
              </a:p>
            </p:txBody>
          </p:sp>
        </p:grpSp>
      </p:grpSp>
      <p:grpSp>
        <p:nvGrpSpPr>
          <p:cNvPr id="57" name="Group 56"/>
          <p:cNvGrpSpPr/>
          <p:nvPr/>
        </p:nvGrpSpPr>
        <p:grpSpPr>
          <a:xfrm>
            <a:off x="5948363" y="4471988"/>
            <a:ext cx="346075" cy="755650"/>
            <a:chOff x="2797204" y="2989241"/>
            <a:chExt cx="347099" cy="755477"/>
          </a:xfrm>
        </p:grpSpPr>
        <p:sp>
          <p:nvSpPr>
            <p:cNvPr id="68687" name="Rectangle 57"/>
            <p:cNvSpPr/>
            <p:nvPr/>
          </p:nvSpPr>
          <p:spPr>
            <a:xfrm>
              <a:off x="2797204" y="2989241"/>
              <a:ext cx="347099" cy="755477"/>
            </a:xfrm>
            <a:prstGeom prst="rect">
              <a:avLst/>
            </a:prstGeom>
            <a:solidFill>
              <a:srgbClr val="CC0000"/>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8688" name="Group 58"/>
            <p:cNvGrpSpPr/>
            <p:nvPr/>
          </p:nvGrpSpPr>
          <p:grpSpPr>
            <a:xfrm>
              <a:off x="2821701" y="3197503"/>
              <a:ext cx="298780" cy="338554"/>
              <a:chOff x="2821701" y="3197503"/>
              <a:chExt cx="298780" cy="338554"/>
            </a:xfrm>
          </p:grpSpPr>
          <p:sp>
            <p:nvSpPr>
              <p:cNvPr id="68689" name="Oval 59"/>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90" name="TextBox 60"/>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3</a:t>
                </a:r>
                <a:endParaRPr lang="en-US" altLang="zh-CN" sz="1600">
                  <a:latin typeface="Arial" panose="020B0604020202090204" pitchFamily="34" charset="0"/>
                  <a:ea typeface="Arial" panose="020B0604020202090204" pitchFamily="34" charset="0"/>
                </a:endParaRPr>
              </a:p>
            </p:txBody>
          </p:sp>
        </p:grpSp>
      </p:grpSp>
      <p:grpSp>
        <p:nvGrpSpPr>
          <p:cNvPr id="62" name="Group 61"/>
          <p:cNvGrpSpPr/>
          <p:nvPr/>
        </p:nvGrpSpPr>
        <p:grpSpPr>
          <a:xfrm>
            <a:off x="6299200" y="4467225"/>
            <a:ext cx="346075" cy="755650"/>
            <a:chOff x="997686" y="3954289"/>
            <a:chExt cx="347099" cy="755477"/>
          </a:xfrm>
        </p:grpSpPr>
        <p:sp>
          <p:nvSpPr>
            <p:cNvPr id="68683" name="Rectangle 62"/>
            <p:cNvSpPr/>
            <p:nvPr/>
          </p:nvSpPr>
          <p:spPr>
            <a:xfrm>
              <a:off x="997686" y="3954289"/>
              <a:ext cx="347099" cy="755477"/>
            </a:xfrm>
            <a:prstGeom prst="rect">
              <a:avLst/>
            </a:prstGeom>
            <a:solidFill>
              <a:srgbClr val="006633"/>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8684" name="Group 63"/>
            <p:cNvGrpSpPr/>
            <p:nvPr/>
          </p:nvGrpSpPr>
          <p:grpSpPr>
            <a:xfrm>
              <a:off x="1022183" y="4162551"/>
              <a:ext cx="298780" cy="338554"/>
              <a:chOff x="2821701" y="3197503"/>
              <a:chExt cx="298780" cy="338554"/>
            </a:xfrm>
          </p:grpSpPr>
          <p:sp>
            <p:nvSpPr>
              <p:cNvPr id="68685" name="Oval 64"/>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86" name="TextBox 65"/>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2</a:t>
                </a:r>
                <a:endParaRPr lang="en-US" altLang="zh-CN" sz="1600">
                  <a:latin typeface="Arial" panose="020B0604020202090204" pitchFamily="34" charset="0"/>
                  <a:ea typeface="Arial" panose="020B0604020202090204" pitchFamily="34" charset="0"/>
                </a:endParaRPr>
              </a:p>
            </p:txBody>
          </p:sp>
        </p:grpSp>
      </p:grpSp>
      <p:grpSp>
        <p:nvGrpSpPr>
          <p:cNvPr id="67" name="Group 66"/>
          <p:cNvGrpSpPr/>
          <p:nvPr/>
        </p:nvGrpSpPr>
        <p:grpSpPr>
          <a:xfrm>
            <a:off x="6654800" y="4465638"/>
            <a:ext cx="347663" cy="754062"/>
            <a:chOff x="2797204" y="2989241"/>
            <a:chExt cx="347099" cy="755477"/>
          </a:xfrm>
        </p:grpSpPr>
        <p:sp>
          <p:nvSpPr>
            <p:cNvPr id="68679" name="Rectangle 67"/>
            <p:cNvSpPr/>
            <p:nvPr/>
          </p:nvSpPr>
          <p:spPr>
            <a:xfrm>
              <a:off x="2797204" y="2989241"/>
              <a:ext cx="347099" cy="755477"/>
            </a:xfrm>
            <a:prstGeom prst="rect">
              <a:avLst/>
            </a:prstGeom>
            <a:solidFill>
              <a:srgbClr val="CC0000"/>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8680" name="Group 68"/>
            <p:cNvGrpSpPr/>
            <p:nvPr/>
          </p:nvGrpSpPr>
          <p:grpSpPr>
            <a:xfrm>
              <a:off x="2821701" y="3197503"/>
              <a:ext cx="298780" cy="338554"/>
              <a:chOff x="2821701" y="3197503"/>
              <a:chExt cx="298780" cy="338554"/>
            </a:xfrm>
          </p:grpSpPr>
          <p:sp>
            <p:nvSpPr>
              <p:cNvPr id="68681" name="Oval 69"/>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82" name="TextBox 70"/>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4</a:t>
                </a:r>
                <a:endParaRPr lang="en-US" altLang="zh-CN" sz="1600">
                  <a:latin typeface="Arial" panose="020B0604020202090204" pitchFamily="34" charset="0"/>
                  <a:ea typeface="Arial" panose="020B0604020202090204" pitchFamily="34" charset="0"/>
                </a:endParaRPr>
              </a:p>
            </p:txBody>
          </p:sp>
        </p:grpSp>
      </p:grpSp>
      <p:grpSp>
        <p:nvGrpSpPr>
          <p:cNvPr id="72" name="Group 71"/>
          <p:cNvGrpSpPr/>
          <p:nvPr/>
        </p:nvGrpSpPr>
        <p:grpSpPr>
          <a:xfrm>
            <a:off x="7716838" y="4473575"/>
            <a:ext cx="347662" cy="755650"/>
            <a:chOff x="997686" y="3954289"/>
            <a:chExt cx="347099" cy="755477"/>
          </a:xfrm>
        </p:grpSpPr>
        <p:sp>
          <p:nvSpPr>
            <p:cNvPr id="68675" name="Rectangle 72"/>
            <p:cNvSpPr/>
            <p:nvPr/>
          </p:nvSpPr>
          <p:spPr>
            <a:xfrm>
              <a:off x="997686" y="3954289"/>
              <a:ext cx="347099" cy="755477"/>
            </a:xfrm>
            <a:prstGeom prst="rect">
              <a:avLst/>
            </a:prstGeom>
            <a:solidFill>
              <a:srgbClr val="006633"/>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68676" name="Group 73"/>
            <p:cNvGrpSpPr/>
            <p:nvPr/>
          </p:nvGrpSpPr>
          <p:grpSpPr>
            <a:xfrm>
              <a:off x="1022183" y="4162551"/>
              <a:ext cx="298780" cy="338554"/>
              <a:chOff x="2821701" y="3197503"/>
              <a:chExt cx="298780" cy="338554"/>
            </a:xfrm>
          </p:grpSpPr>
          <p:sp>
            <p:nvSpPr>
              <p:cNvPr id="68677" name="Oval 74"/>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78" name="TextBox 75"/>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5</a:t>
                </a:r>
                <a:endParaRPr lang="en-US" altLang="zh-CN" sz="1600">
                  <a:latin typeface="Arial" panose="020B0604020202090204" pitchFamily="34" charset="0"/>
                  <a:ea typeface="Arial" panose="020B0604020202090204" pitchFamily="34" charset="0"/>
                </a:endParaRPr>
              </a:p>
            </p:txBody>
          </p:sp>
        </p:grpSp>
      </p:grpSp>
      <p:grpSp>
        <p:nvGrpSpPr>
          <p:cNvPr id="77" name="Group 76"/>
          <p:cNvGrpSpPr/>
          <p:nvPr/>
        </p:nvGrpSpPr>
        <p:grpSpPr>
          <a:xfrm>
            <a:off x="7562850" y="3776663"/>
            <a:ext cx="298450" cy="657225"/>
            <a:chOff x="4760251" y="2300242"/>
            <a:chExt cx="298780" cy="656159"/>
          </a:xfrm>
        </p:grpSpPr>
        <p:cxnSp>
          <p:nvCxnSpPr>
            <p:cNvPr id="68671" name="Straight Connector 77"/>
            <p:cNvCxnSpPr/>
            <p:nvPr/>
          </p:nvCxnSpPr>
          <p:spPr>
            <a:xfrm>
              <a:off x="4912310" y="2592956"/>
              <a:ext cx="12251" cy="363445"/>
            </a:xfrm>
            <a:prstGeom prst="line">
              <a:avLst/>
            </a:prstGeom>
            <a:ln w="22225" cap="flat" cmpd="sng">
              <a:solidFill>
                <a:srgbClr val="006633"/>
              </a:solidFill>
              <a:prstDash val="solid"/>
              <a:headEnd type="none" w="med" len="med"/>
              <a:tailEnd type="triangle" w="med" len="med"/>
            </a:ln>
          </p:spPr>
        </p:cxnSp>
        <p:grpSp>
          <p:nvGrpSpPr>
            <p:cNvPr id="68672" name="Group 78"/>
            <p:cNvGrpSpPr/>
            <p:nvPr/>
          </p:nvGrpSpPr>
          <p:grpSpPr>
            <a:xfrm>
              <a:off x="4760251" y="2300242"/>
              <a:ext cx="298780" cy="338554"/>
              <a:chOff x="6623318" y="3519940"/>
              <a:chExt cx="298780" cy="338554"/>
            </a:xfrm>
          </p:grpSpPr>
          <p:sp>
            <p:nvSpPr>
              <p:cNvPr id="68673" name="Oval 79"/>
              <p:cNvSpPr/>
              <p:nvPr/>
            </p:nvSpPr>
            <p:spPr>
              <a:xfrm>
                <a:off x="6668221" y="3597533"/>
                <a:ext cx="220510" cy="200099"/>
              </a:xfrm>
              <a:prstGeom prst="ellipse">
                <a:avLst/>
              </a:prstGeom>
              <a:solidFill>
                <a:schemeClr val="bg1"/>
              </a:solidFill>
              <a:ln w="15875" cap="flat" cmpd="sng">
                <a:solidFill>
                  <a:srgbClr val="006633"/>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74" name="TextBox 80"/>
              <p:cNvSpPr txBox="1"/>
              <p:nvPr/>
            </p:nvSpPr>
            <p:spPr>
              <a:xfrm>
                <a:off x="6623318" y="3519940"/>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5</a:t>
                </a:r>
                <a:endParaRPr lang="en-US" altLang="zh-CN" sz="1600">
                  <a:latin typeface="Arial" panose="020B0604020202090204" pitchFamily="34" charset="0"/>
                  <a:ea typeface="Arial" panose="020B0604020202090204" pitchFamily="34" charset="0"/>
                </a:endParaRPr>
              </a:p>
            </p:txBody>
          </p:sp>
        </p:grpSp>
      </p:grpSp>
      <p:grpSp>
        <p:nvGrpSpPr>
          <p:cNvPr id="82" name="Group 81"/>
          <p:cNvGrpSpPr/>
          <p:nvPr/>
        </p:nvGrpSpPr>
        <p:grpSpPr>
          <a:xfrm>
            <a:off x="7921625" y="5243513"/>
            <a:ext cx="298450" cy="677862"/>
            <a:chOff x="5119335" y="3766271"/>
            <a:chExt cx="298780" cy="677232"/>
          </a:xfrm>
        </p:grpSpPr>
        <p:cxnSp>
          <p:nvCxnSpPr>
            <p:cNvPr id="68667" name="Straight Connector 82"/>
            <p:cNvCxnSpPr/>
            <p:nvPr/>
          </p:nvCxnSpPr>
          <p:spPr>
            <a:xfrm>
              <a:off x="5256634" y="3766271"/>
              <a:ext cx="12251" cy="363445"/>
            </a:xfrm>
            <a:prstGeom prst="line">
              <a:avLst/>
            </a:prstGeom>
            <a:ln w="22225" cap="flat" cmpd="sng">
              <a:solidFill>
                <a:srgbClr val="006633"/>
              </a:solidFill>
              <a:prstDash val="solid"/>
              <a:headEnd type="none" w="med" len="med"/>
              <a:tailEnd type="triangle" w="med" len="med"/>
            </a:ln>
          </p:spPr>
        </p:cxnSp>
        <p:grpSp>
          <p:nvGrpSpPr>
            <p:cNvPr id="68668" name="Group 83"/>
            <p:cNvGrpSpPr/>
            <p:nvPr/>
          </p:nvGrpSpPr>
          <p:grpSpPr>
            <a:xfrm>
              <a:off x="5119335" y="4104949"/>
              <a:ext cx="298780" cy="338554"/>
              <a:chOff x="6623318" y="3519940"/>
              <a:chExt cx="298780" cy="338554"/>
            </a:xfrm>
          </p:grpSpPr>
          <p:sp>
            <p:nvSpPr>
              <p:cNvPr id="68669" name="Oval 84"/>
              <p:cNvSpPr/>
              <p:nvPr/>
            </p:nvSpPr>
            <p:spPr>
              <a:xfrm>
                <a:off x="6668221" y="3597533"/>
                <a:ext cx="220510" cy="200099"/>
              </a:xfrm>
              <a:prstGeom prst="ellipse">
                <a:avLst/>
              </a:prstGeom>
              <a:solidFill>
                <a:schemeClr val="bg1"/>
              </a:solidFill>
              <a:ln w="15875" cap="flat" cmpd="sng">
                <a:solidFill>
                  <a:srgbClr val="006633"/>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70" name="TextBox 85"/>
              <p:cNvSpPr txBox="1"/>
              <p:nvPr/>
            </p:nvSpPr>
            <p:spPr>
              <a:xfrm>
                <a:off x="6623318" y="3519940"/>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5</a:t>
                </a:r>
                <a:endParaRPr lang="en-US" altLang="zh-CN" sz="1600">
                  <a:latin typeface="Arial" panose="020B0604020202090204" pitchFamily="34" charset="0"/>
                  <a:ea typeface="Arial" panose="020B0604020202090204" pitchFamily="34" charset="0"/>
                </a:endParaRPr>
              </a:p>
            </p:txBody>
          </p:sp>
        </p:grpSp>
      </p:grpSp>
      <p:grpSp>
        <p:nvGrpSpPr>
          <p:cNvPr id="87" name="Group 86"/>
          <p:cNvGrpSpPr/>
          <p:nvPr/>
        </p:nvGrpSpPr>
        <p:grpSpPr>
          <a:xfrm>
            <a:off x="5576888" y="3505200"/>
            <a:ext cx="298450" cy="936625"/>
            <a:chOff x="2774212" y="2028763"/>
            <a:chExt cx="298780" cy="935975"/>
          </a:xfrm>
        </p:grpSpPr>
        <p:cxnSp>
          <p:nvCxnSpPr>
            <p:cNvPr id="68663" name="Straight Connector 87"/>
            <p:cNvCxnSpPr/>
            <p:nvPr/>
          </p:nvCxnSpPr>
          <p:spPr>
            <a:xfrm>
              <a:off x="2916985" y="2311177"/>
              <a:ext cx="12403" cy="653561"/>
            </a:xfrm>
            <a:prstGeom prst="line">
              <a:avLst/>
            </a:prstGeom>
            <a:ln w="22225" cap="flat" cmpd="sng">
              <a:solidFill>
                <a:srgbClr val="006633"/>
              </a:solidFill>
              <a:prstDash val="solid"/>
              <a:headEnd type="none" w="med" len="med"/>
              <a:tailEnd type="triangle" w="med" len="med"/>
            </a:ln>
          </p:spPr>
        </p:cxnSp>
        <p:grpSp>
          <p:nvGrpSpPr>
            <p:cNvPr id="68664" name="Group 88"/>
            <p:cNvGrpSpPr/>
            <p:nvPr/>
          </p:nvGrpSpPr>
          <p:grpSpPr>
            <a:xfrm>
              <a:off x="2774212" y="2028763"/>
              <a:ext cx="298780" cy="338554"/>
              <a:chOff x="6631486" y="3519940"/>
              <a:chExt cx="298780" cy="338554"/>
            </a:xfrm>
          </p:grpSpPr>
          <p:sp>
            <p:nvSpPr>
              <p:cNvPr id="68665" name="Oval 89"/>
              <p:cNvSpPr/>
              <p:nvPr/>
            </p:nvSpPr>
            <p:spPr>
              <a:xfrm>
                <a:off x="6668221" y="3597533"/>
                <a:ext cx="220510" cy="200099"/>
              </a:xfrm>
              <a:prstGeom prst="ellipse">
                <a:avLst/>
              </a:prstGeom>
              <a:solidFill>
                <a:schemeClr val="bg1"/>
              </a:solidFill>
              <a:ln w="15875" cap="flat" cmpd="sng">
                <a:solidFill>
                  <a:srgbClr val="006633"/>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66" name="TextBox 90"/>
              <p:cNvSpPr txBox="1"/>
              <p:nvPr/>
            </p:nvSpPr>
            <p:spPr>
              <a:xfrm>
                <a:off x="6631486" y="3519940"/>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2</a:t>
                </a:r>
                <a:endParaRPr lang="en-US" altLang="zh-CN" sz="1600">
                  <a:latin typeface="Arial" panose="020B0604020202090204" pitchFamily="34" charset="0"/>
                  <a:ea typeface="Arial" panose="020B0604020202090204" pitchFamily="34" charset="0"/>
                </a:endParaRPr>
              </a:p>
            </p:txBody>
          </p:sp>
        </p:grpSp>
      </p:grpSp>
      <p:grpSp>
        <p:nvGrpSpPr>
          <p:cNvPr id="92" name="Group 91"/>
          <p:cNvGrpSpPr/>
          <p:nvPr/>
        </p:nvGrpSpPr>
        <p:grpSpPr>
          <a:xfrm>
            <a:off x="6518275" y="5246688"/>
            <a:ext cx="298450" cy="674687"/>
            <a:chOff x="3715481" y="3769050"/>
            <a:chExt cx="298780" cy="675327"/>
          </a:xfrm>
        </p:grpSpPr>
        <p:cxnSp>
          <p:nvCxnSpPr>
            <p:cNvPr id="68659" name="Straight Connector 92"/>
            <p:cNvCxnSpPr/>
            <p:nvPr/>
          </p:nvCxnSpPr>
          <p:spPr>
            <a:xfrm>
              <a:off x="3846513" y="3769050"/>
              <a:ext cx="12251" cy="363445"/>
            </a:xfrm>
            <a:prstGeom prst="line">
              <a:avLst/>
            </a:prstGeom>
            <a:ln w="22225" cap="flat" cmpd="sng">
              <a:solidFill>
                <a:srgbClr val="006633"/>
              </a:solidFill>
              <a:prstDash val="solid"/>
              <a:headEnd type="none" w="med" len="med"/>
              <a:tailEnd type="triangle" w="med" len="med"/>
            </a:ln>
          </p:spPr>
        </p:cxnSp>
        <p:grpSp>
          <p:nvGrpSpPr>
            <p:cNvPr id="68660" name="Group 93"/>
            <p:cNvGrpSpPr/>
            <p:nvPr/>
          </p:nvGrpSpPr>
          <p:grpSpPr>
            <a:xfrm>
              <a:off x="3715481" y="4105823"/>
              <a:ext cx="298780" cy="338554"/>
              <a:chOff x="6631486" y="3519940"/>
              <a:chExt cx="298780" cy="338554"/>
            </a:xfrm>
          </p:grpSpPr>
          <p:sp>
            <p:nvSpPr>
              <p:cNvPr id="68661" name="Oval 94"/>
              <p:cNvSpPr/>
              <p:nvPr/>
            </p:nvSpPr>
            <p:spPr>
              <a:xfrm>
                <a:off x="6668221" y="3597533"/>
                <a:ext cx="220510" cy="200099"/>
              </a:xfrm>
              <a:prstGeom prst="ellipse">
                <a:avLst/>
              </a:prstGeom>
              <a:solidFill>
                <a:schemeClr val="bg1"/>
              </a:solidFill>
              <a:ln w="15875" cap="flat" cmpd="sng">
                <a:solidFill>
                  <a:srgbClr val="006633"/>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62" name="TextBox 95"/>
              <p:cNvSpPr txBox="1"/>
              <p:nvPr/>
            </p:nvSpPr>
            <p:spPr>
              <a:xfrm>
                <a:off x="6631486" y="3519940"/>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2</a:t>
                </a:r>
                <a:endParaRPr lang="en-US" altLang="zh-CN" sz="1600">
                  <a:latin typeface="Arial" panose="020B0604020202090204" pitchFamily="34" charset="0"/>
                  <a:ea typeface="Arial" panose="020B0604020202090204" pitchFamily="34" charset="0"/>
                </a:endParaRPr>
              </a:p>
            </p:txBody>
          </p:sp>
        </p:grpSp>
      </p:grpSp>
      <p:grpSp>
        <p:nvGrpSpPr>
          <p:cNvPr id="97" name="Group 96"/>
          <p:cNvGrpSpPr/>
          <p:nvPr/>
        </p:nvGrpSpPr>
        <p:grpSpPr>
          <a:xfrm>
            <a:off x="5427663" y="3794125"/>
            <a:ext cx="298450" cy="641350"/>
            <a:chOff x="2625635" y="2316906"/>
            <a:chExt cx="298780" cy="640969"/>
          </a:xfrm>
        </p:grpSpPr>
        <p:cxnSp>
          <p:nvCxnSpPr>
            <p:cNvPr id="68655" name="Straight Connector 97"/>
            <p:cNvCxnSpPr/>
            <p:nvPr/>
          </p:nvCxnSpPr>
          <p:spPr>
            <a:xfrm>
              <a:off x="2774013" y="2594430"/>
              <a:ext cx="12251" cy="363445"/>
            </a:xfrm>
            <a:prstGeom prst="line">
              <a:avLst/>
            </a:prstGeom>
            <a:ln w="22225" cap="flat" cmpd="sng">
              <a:solidFill>
                <a:srgbClr val="CC0000"/>
              </a:solidFill>
              <a:prstDash val="solid"/>
              <a:headEnd type="none" w="med" len="med"/>
              <a:tailEnd type="triangle" w="med" len="med"/>
            </a:ln>
          </p:spPr>
        </p:cxnSp>
        <p:grpSp>
          <p:nvGrpSpPr>
            <p:cNvPr id="68656" name="Group 98"/>
            <p:cNvGrpSpPr/>
            <p:nvPr/>
          </p:nvGrpSpPr>
          <p:grpSpPr>
            <a:xfrm>
              <a:off x="2625635" y="2316906"/>
              <a:ext cx="298780" cy="338554"/>
              <a:chOff x="7118580" y="4088704"/>
              <a:chExt cx="298780" cy="338554"/>
            </a:xfrm>
          </p:grpSpPr>
          <p:sp>
            <p:nvSpPr>
              <p:cNvPr id="68657" name="Oval 99"/>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58" name="TextBox 100"/>
              <p:cNvSpPr txBox="1"/>
              <p:nvPr/>
            </p:nvSpPr>
            <p:spPr>
              <a:xfrm>
                <a:off x="7118580"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1</a:t>
                </a:r>
                <a:endParaRPr lang="en-US" altLang="zh-CN" sz="1600">
                  <a:latin typeface="Arial" panose="020B0604020202090204" pitchFamily="34" charset="0"/>
                  <a:ea typeface="Arial" panose="020B0604020202090204" pitchFamily="34" charset="0"/>
                </a:endParaRPr>
              </a:p>
            </p:txBody>
          </p:sp>
        </p:grpSp>
      </p:grpSp>
      <p:grpSp>
        <p:nvGrpSpPr>
          <p:cNvPr id="102" name="Group 101"/>
          <p:cNvGrpSpPr/>
          <p:nvPr/>
        </p:nvGrpSpPr>
        <p:grpSpPr>
          <a:xfrm>
            <a:off x="5810250" y="5253038"/>
            <a:ext cx="298450" cy="660400"/>
            <a:chOff x="3007422" y="3776327"/>
            <a:chExt cx="298780" cy="659661"/>
          </a:xfrm>
        </p:grpSpPr>
        <p:cxnSp>
          <p:nvCxnSpPr>
            <p:cNvPr id="68651" name="Straight Connector 102"/>
            <p:cNvCxnSpPr/>
            <p:nvPr/>
          </p:nvCxnSpPr>
          <p:spPr>
            <a:xfrm>
              <a:off x="3148837" y="3776327"/>
              <a:ext cx="12251" cy="363445"/>
            </a:xfrm>
            <a:prstGeom prst="line">
              <a:avLst/>
            </a:prstGeom>
            <a:ln w="22225" cap="flat" cmpd="sng">
              <a:solidFill>
                <a:srgbClr val="CC0000"/>
              </a:solidFill>
              <a:prstDash val="solid"/>
              <a:headEnd type="none" w="med" len="med"/>
              <a:tailEnd type="triangle" w="med" len="med"/>
            </a:ln>
          </p:spPr>
        </p:cxnSp>
        <p:grpSp>
          <p:nvGrpSpPr>
            <p:cNvPr id="68652" name="Group 103"/>
            <p:cNvGrpSpPr/>
            <p:nvPr/>
          </p:nvGrpSpPr>
          <p:grpSpPr>
            <a:xfrm>
              <a:off x="3007422" y="4097434"/>
              <a:ext cx="298780" cy="338554"/>
              <a:chOff x="7118580" y="4088704"/>
              <a:chExt cx="298780" cy="338554"/>
            </a:xfrm>
          </p:grpSpPr>
          <p:sp>
            <p:nvSpPr>
              <p:cNvPr id="68653" name="Oval 104"/>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54" name="TextBox 105"/>
              <p:cNvSpPr txBox="1"/>
              <p:nvPr/>
            </p:nvSpPr>
            <p:spPr>
              <a:xfrm>
                <a:off x="7118580"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1</a:t>
                </a:r>
                <a:endParaRPr lang="en-US" altLang="zh-CN" sz="1600">
                  <a:latin typeface="Arial" panose="020B0604020202090204" pitchFamily="34" charset="0"/>
                  <a:ea typeface="Arial" panose="020B0604020202090204" pitchFamily="34" charset="0"/>
                </a:endParaRPr>
              </a:p>
            </p:txBody>
          </p:sp>
        </p:grpSp>
      </p:grpSp>
      <p:grpSp>
        <p:nvGrpSpPr>
          <p:cNvPr id="107" name="Group 106"/>
          <p:cNvGrpSpPr/>
          <p:nvPr/>
        </p:nvGrpSpPr>
        <p:grpSpPr>
          <a:xfrm>
            <a:off x="5708650" y="3810000"/>
            <a:ext cx="298450" cy="642938"/>
            <a:chOff x="2905934" y="2332859"/>
            <a:chExt cx="298780" cy="642655"/>
          </a:xfrm>
        </p:grpSpPr>
        <p:cxnSp>
          <p:nvCxnSpPr>
            <p:cNvPr id="68647" name="Straight Connector 107"/>
            <p:cNvCxnSpPr/>
            <p:nvPr/>
          </p:nvCxnSpPr>
          <p:spPr>
            <a:xfrm>
              <a:off x="3044835" y="2612069"/>
              <a:ext cx="12251" cy="363445"/>
            </a:xfrm>
            <a:prstGeom prst="line">
              <a:avLst/>
            </a:prstGeom>
            <a:ln w="22225" cap="flat" cmpd="sng">
              <a:solidFill>
                <a:srgbClr val="CC0000"/>
              </a:solidFill>
              <a:prstDash val="solid"/>
              <a:headEnd type="none" w="med" len="med"/>
              <a:tailEnd type="triangle" w="med" len="med"/>
            </a:ln>
          </p:spPr>
        </p:cxnSp>
        <p:grpSp>
          <p:nvGrpSpPr>
            <p:cNvPr id="68648" name="Group 108"/>
            <p:cNvGrpSpPr/>
            <p:nvPr/>
          </p:nvGrpSpPr>
          <p:grpSpPr>
            <a:xfrm>
              <a:off x="2905934" y="2332859"/>
              <a:ext cx="298780" cy="338554"/>
              <a:chOff x="7126748" y="4088704"/>
              <a:chExt cx="298780" cy="338554"/>
            </a:xfrm>
          </p:grpSpPr>
          <p:sp>
            <p:nvSpPr>
              <p:cNvPr id="68649" name="Oval 109"/>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50" name="TextBox 110"/>
              <p:cNvSpPr txBox="1"/>
              <p:nvPr/>
            </p:nvSpPr>
            <p:spPr>
              <a:xfrm>
                <a:off x="7126748"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3</a:t>
                </a:r>
                <a:endParaRPr lang="en-US" altLang="zh-CN" sz="1600">
                  <a:latin typeface="Arial" panose="020B0604020202090204" pitchFamily="34" charset="0"/>
                  <a:ea typeface="Arial" panose="020B0604020202090204" pitchFamily="34" charset="0"/>
                </a:endParaRPr>
              </a:p>
            </p:txBody>
          </p:sp>
        </p:grpSp>
      </p:grpSp>
      <p:grpSp>
        <p:nvGrpSpPr>
          <p:cNvPr id="112" name="Group 111"/>
          <p:cNvGrpSpPr/>
          <p:nvPr/>
        </p:nvGrpSpPr>
        <p:grpSpPr>
          <a:xfrm>
            <a:off x="6169025" y="5248275"/>
            <a:ext cx="298450" cy="669925"/>
            <a:chOff x="3366049" y="3770526"/>
            <a:chExt cx="298780" cy="670225"/>
          </a:xfrm>
        </p:grpSpPr>
        <p:cxnSp>
          <p:nvCxnSpPr>
            <p:cNvPr id="68643" name="Straight Connector 112"/>
            <p:cNvCxnSpPr/>
            <p:nvPr/>
          </p:nvCxnSpPr>
          <p:spPr>
            <a:xfrm>
              <a:off x="3496795" y="3770526"/>
              <a:ext cx="12251" cy="363445"/>
            </a:xfrm>
            <a:prstGeom prst="line">
              <a:avLst/>
            </a:prstGeom>
            <a:ln w="22225" cap="flat" cmpd="sng">
              <a:solidFill>
                <a:srgbClr val="CC0000"/>
              </a:solidFill>
              <a:prstDash val="solid"/>
              <a:headEnd type="none" w="med" len="med"/>
              <a:tailEnd type="triangle" w="med" len="med"/>
            </a:ln>
          </p:spPr>
        </p:cxnSp>
        <p:grpSp>
          <p:nvGrpSpPr>
            <p:cNvPr id="68644" name="Group 113"/>
            <p:cNvGrpSpPr/>
            <p:nvPr/>
          </p:nvGrpSpPr>
          <p:grpSpPr>
            <a:xfrm>
              <a:off x="3366049" y="4102197"/>
              <a:ext cx="298780" cy="338554"/>
              <a:chOff x="7126748" y="4088704"/>
              <a:chExt cx="298780" cy="338554"/>
            </a:xfrm>
          </p:grpSpPr>
          <p:sp>
            <p:nvSpPr>
              <p:cNvPr id="68645" name="Oval 114"/>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46" name="TextBox 115"/>
              <p:cNvSpPr txBox="1"/>
              <p:nvPr/>
            </p:nvSpPr>
            <p:spPr>
              <a:xfrm>
                <a:off x="7126748"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3</a:t>
                </a:r>
                <a:endParaRPr lang="en-US" altLang="zh-CN" sz="1600">
                  <a:latin typeface="Arial" panose="020B0604020202090204" pitchFamily="34" charset="0"/>
                  <a:ea typeface="Arial" panose="020B0604020202090204" pitchFamily="34" charset="0"/>
                </a:endParaRPr>
              </a:p>
            </p:txBody>
          </p:sp>
        </p:grpSp>
      </p:grpSp>
      <p:grpSp>
        <p:nvGrpSpPr>
          <p:cNvPr id="117" name="Group 116"/>
          <p:cNvGrpSpPr/>
          <p:nvPr/>
        </p:nvGrpSpPr>
        <p:grpSpPr>
          <a:xfrm>
            <a:off x="6865938" y="5237163"/>
            <a:ext cx="300037" cy="679450"/>
            <a:chOff x="4064326" y="3759579"/>
            <a:chExt cx="298780" cy="680611"/>
          </a:xfrm>
        </p:grpSpPr>
        <p:cxnSp>
          <p:nvCxnSpPr>
            <p:cNvPr id="68639" name="Straight Connector 117"/>
            <p:cNvCxnSpPr/>
            <p:nvPr/>
          </p:nvCxnSpPr>
          <p:spPr>
            <a:xfrm>
              <a:off x="4196385" y="3759579"/>
              <a:ext cx="12251" cy="363445"/>
            </a:xfrm>
            <a:prstGeom prst="line">
              <a:avLst/>
            </a:prstGeom>
            <a:ln w="22225" cap="flat" cmpd="sng">
              <a:solidFill>
                <a:srgbClr val="CC0000"/>
              </a:solidFill>
              <a:prstDash val="solid"/>
              <a:headEnd type="none" w="med" len="med"/>
              <a:tailEnd type="triangle" w="med" len="med"/>
            </a:ln>
          </p:spPr>
        </p:cxnSp>
        <p:grpSp>
          <p:nvGrpSpPr>
            <p:cNvPr id="68640" name="Group 118"/>
            <p:cNvGrpSpPr/>
            <p:nvPr/>
          </p:nvGrpSpPr>
          <p:grpSpPr>
            <a:xfrm>
              <a:off x="4064326" y="4101636"/>
              <a:ext cx="298780" cy="338554"/>
              <a:chOff x="7126748" y="4088704"/>
              <a:chExt cx="298780" cy="338554"/>
            </a:xfrm>
          </p:grpSpPr>
          <p:sp>
            <p:nvSpPr>
              <p:cNvPr id="68641" name="Oval 119"/>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42" name="TextBox 120"/>
              <p:cNvSpPr txBox="1"/>
              <p:nvPr/>
            </p:nvSpPr>
            <p:spPr>
              <a:xfrm>
                <a:off x="7126748"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4</a:t>
                </a:r>
                <a:endParaRPr lang="en-US" altLang="zh-CN" sz="1600">
                  <a:latin typeface="Arial" panose="020B0604020202090204" pitchFamily="34" charset="0"/>
                  <a:ea typeface="Arial" panose="020B0604020202090204" pitchFamily="34" charset="0"/>
                </a:endParaRPr>
              </a:p>
            </p:txBody>
          </p:sp>
        </p:grpSp>
      </p:grpSp>
      <p:grpSp>
        <p:nvGrpSpPr>
          <p:cNvPr id="122" name="Group 121"/>
          <p:cNvGrpSpPr/>
          <p:nvPr/>
        </p:nvGrpSpPr>
        <p:grpSpPr>
          <a:xfrm>
            <a:off x="6330950" y="3789363"/>
            <a:ext cx="298450" cy="647700"/>
            <a:chOff x="3528567" y="2312591"/>
            <a:chExt cx="298780" cy="646584"/>
          </a:xfrm>
        </p:grpSpPr>
        <p:cxnSp>
          <p:nvCxnSpPr>
            <p:cNvPr id="68635" name="Straight Connector 122"/>
            <p:cNvCxnSpPr/>
            <p:nvPr/>
          </p:nvCxnSpPr>
          <p:spPr>
            <a:xfrm>
              <a:off x="3677779" y="2595730"/>
              <a:ext cx="12251" cy="363445"/>
            </a:xfrm>
            <a:prstGeom prst="line">
              <a:avLst/>
            </a:prstGeom>
            <a:ln w="22225" cap="flat" cmpd="sng">
              <a:solidFill>
                <a:srgbClr val="CC0000"/>
              </a:solidFill>
              <a:prstDash val="solid"/>
              <a:headEnd type="none" w="med" len="med"/>
              <a:tailEnd type="triangle" w="med" len="med"/>
            </a:ln>
          </p:spPr>
        </p:cxnSp>
        <p:grpSp>
          <p:nvGrpSpPr>
            <p:cNvPr id="68636" name="Group 123"/>
            <p:cNvGrpSpPr/>
            <p:nvPr/>
          </p:nvGrpSpPr>
          <p:grpSpPr>
            <a:xfrm>
              <a:off x="3528567" y="2312591"/>
              <a:ext cx="298780" cy="338554"/>
              <a:chOff x="7126748" y="4088704"/>
              <a:chExt cx="298780" cy="338554"/>
            </a:xfrm>
          </p:grpSpPr>
          <p:sp>
            <p:nvSpPr>
              <p:cNvPr id="68637" name="Oval 124"/>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38" name="TextBox 125"/>
              <p:cNvSpPr txBox="1"/>
              <p:nvPr/>
            </p:nvSpPr>
            <p:spPr>
              <a:xfrm>
                <a:off x="7126748"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4</a:t>
                </a:r>
                <a:endParaRPr lang="en-US" altLang="zh-CN" sz="1600">
                  <a:latin typeface="Arial" panose="020B0604020202090204" pitchFamily="34" charset="0"/>
                  <a:ea typeface="Arial" panose="020B0604020202090204" pitchFamily="34" charset="0"/>
                </a:endParaRPr>
              </a:p>
            </p:txBody>
          </p:sp>
        </p:grpSp>
      </p:grpSp>
      <p:sp>
        <p:nvSpPr>
          <p:cNvPr id="68630" name="TextBox 126"/>
          <p:cNvSpPr txBox="1"/>
          <p:nvPr/>
        </p:nvSpPr>
        <p:spPr>
          <a:xfrm>
            <a:off x="4743450" y="4062413"/>
            <a:ext cx="806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i="1">
                <a:latin typeface="Arial" panose="020B0604020202090204" pitchFamily="34" charset="0"/>
                <a:cs typeface="Arial" panose="020B0604020202090204" pitchFamily="34" charset="0"/>
              </a:rPr>
              <a:t>arrivals</a:t>
            </a:r>
            <a:endParaRPr lang="en-US" altLang="zh-CN" sz="1400" i="1">
              <a:latin typeface="Arial" panose="020B0604020202090204" pitchFamily="34" charset="0"/>
              <a:ea typeface="Arial" panose="020B0604020202090204" pitchFamily="34" charset="0"/>
            </a:endParaRPr>
          </a:p>
        </p:txBody>
      </p:sp>
      <p:sp>
        <p:nvSpPr>
          <p:cNvPr id="68631" name="TextBox 127"/>
          <p:cNvSpPr txBox="1"/>
          <p:nvPr/>
        </p:nvSpPr>
        <p:spPr>
          <a:xfrm>
            <a:off x="4767263" y="5260975"/>
            <a:ext cx="1087437"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i="1">
                <a:latin typeface="Arial" panose="020B0604020202090204" pitchFamily="34" charset="0"/>
                <a:cs typeface="Arial" panose="020B0604020202090204" pitchFamily="34" charset="0"/>
              </a:rPr>
              <a:t>departures</a:t>
            </a:r>
            <a:endParaRPr lang="en-US" altLang="zh-CN" sz="1400" i="1">
              <a:latin typeface="Arial" panose="020B0604020202090204" pitchFamily="34" charset="0"/>
              <a:ea typeface="Arial" panose="020B0604020202090204" pitchFamily="34" charset="0"/>
            </a:endParaRPr>
          </a:p>
        </p:txBody>
      </p:sp>
      <p:sp>
        <p:nvSpPr>
          <p:cNvPr id="68632" name="TextBox 128"/>
          <p:cNvSpPr txBox="1"/>
          <p:nvPr/>
        </p:nvSpPr>
        <p:spPr>
          <a:xfrm>
            <a:off x="4789488" y="4567238"/>
            <a:ext cx="860425" cy="59372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275"/>
              </a:lnSpc>
              <a:spcBef>
                <a:spcPct val="0"/>
              </a:spcBef>
              <a:buClrTx/>
              <a:buSzTx/>
              <a:buFontTx/>
              <a:buNone/>
            </a:pPr>
            <a:r>
              <a:rPr lang="en-US" altLang="zh-CN" sz="1400" i="1">
                <a:latin typeface="Arial" panose="020B0604020202090204" pitchFamily="34" charset="0"/>
                <a:cs typeface="Arial" panose="020B0604020202090204" pitchFamily="34" charset="0"/>
              </a:rPr>
              <a:t>packet in service</a:t>
            </a:r>
            <a:endParaRPr lang="en-US" altLang="zh-CN" sz="1400" i="1">
              <a:latin typeface="Arial" panose="020B0604020202090204" pitchFamily="34" charset="0"/>
              <a:ea typeface="Arial" panose="020B0604020202090204" pitchFamily="34" charset="0"/>
            </a:endParaRPr>
          </a:p>
        </p:txBody>
      </p:sp>
      <p:sp>
        <p:nvSpPr>
          <p:cNvPr id="68633"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53</a:t>
            </a:fld>
            <a:endParaRPr lang="en-US" altLang="zh-CN" sz="1200">
              <a:latin typeface="Tahoma" panose="020B0604030504040204" charset="0"/>
            </a:endParaRPr>
          </a:p>
        </p:txBody>
      </p:sp>
      <p:sp>
        <p:nvSpPr>
          <p:cNvPr id="68634"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wipe(up)">
                                      <p:cBhvr>
                                        <p:cTn id="7" dur="500"/>
                                        <p:tgtEl>
                                          <p:spTgt spid="97"/>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wipe(up)">
                                      <p:cBhvr>
                                        <p:cTn id="11" dur="500"/>
                                        <p:tgtEl>
                                          <p:spTgt spid="5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87"/>
                                        </p:tgtEl>
                                        <p:attrNameLst>
                                          <p:attrName>style.visibility</p:attrName>
                                        </p:attrNameLst>
                                      </p:cBhvr>
                                      <p:to>
                                        <p:strVal val="visible"/>
                                      </p:to>
                                    </p:set>
                                    <p:animEffect transition="in" filter="wipe(up)">
                                      <p:cBhvr>
                                        <p:cTn id="16" dur="500"/>
                                        <p:tgtEl>
                                          <p:spTgt spid="87"/>
                                        </p:tgtEl>
                                      </p:cBhvr>
                                    </p:animEffect>
                                  </p:childTnLst>
                                </p:cTn>
                              </p:par>
                            </p:childTnLst>
                          </p:cTn>
                        </p:par>
                        <p:par>
                          <p:cTn id="17" fill="hold">
                            <p:stCondLst>
                              <p:cond delay="500"/>
                            </p:stCondLst>
                            <p:childTnLst>
                              <p:par>
                                <p:cTn id="18" presetID="22" presetClass="entr" presetSubtype="1" fill="hold" nodeType="afterEffect">
                                  <p:stCondLst>
                                    <p:cond delay="0"/>
                                  </p:stCondLst>
                                  <p:childTnLst>
                                    <p:set>
                                      <p:cBhvr>
                                        <p:cTn id="19" dur="1" fill="hold">
                                          <p:stCondLst>
                                            <p:cond delay="0"/>
                                          </p:stCondLst>
                                        </p:cTn>
                                        <p:tgtEl>
                                          <p:spTgt spid="107"/>
                                        </p:tgtEl>
                                        <p:attrNameLst>
                                          <p:attrName>style.visibility</p:attrName>
                                        </p:attrNameLst>
                                      </p:cBhvr>
                                      <p:to>
                                        <p:strVal val="visible"/>
                                      </p:to>
                                    </p:set>
                                    <p:animEffect transition="in" filter="wipe(up)">
                                      <p:cBhvr>
                                        <p:cTn id="20" dur="1200"/>
                                        <p:tgtEl>
                                          <p:spTgt spid="10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02"/>
                                        </p:tgtEl>
                                        <p:attrNameLst>
                                          <p:attrName>style.visibility</p:attrName>
                                        </p:attrNameLst>
                                      </p:cBhvr>
                                      <p:to>
                                        <p:strVal val="visible"/>
                                      </p:to>
                                    </p:set>
                                    <p:animEffect transition="in" filter="wipe(up)">
                                      <p:cBhvr>
                                        <p:cTn id="25" dur="500"/>
                                        <p:tgtEl>
                                          <p:spTgt spid="102"/>
                                        </p:tgtEl>
                                      </p:cBhvr>
                                    </p:animEffect>
                                  </p:childTnLst>
                                </p:cTn>
                              </p:par>
                            </p:childTnLst>
                          </p:cTn>
                        </p:par>
                        <p:par>
                          <p:cTn id="26" fill="hold">
                            <p:stCondLst>
                              <p:cond delay="500"/>
                            </p:stCondLst>
                            <p:childTnLst>
                              <p:par>
                                <p:cTn id="27" presetID="22" presetClass="entr" presetSubtype="1" fill="hold" nodeType="afterEffect">
                                  <p:stCondLst>
                                    <p:cond delay="0"/>
                                  </p:stCondLst>
                                  <p:childTnLst>
                                    <p:set>
                                      <p:cBhvr>
                                        <p:cTn id="28" dur="1" fill="hold">
                                          <p:stCondLst>
                                            <p:cond delay="0"/>
                                          </p:stCondLst>
                                        </p:cTn>
                                        <p:tgtEl>
                                          <p:spTgt spid="57"/>
                                        </p:tgtEl>
                                        <p:attrNameLst>
                                          <p:attrName>style.visibility</p:attrName>
                                        </p:attrNameLst>
                                      </p:cBhvr>
                                      <p:to>
                                        <p:strVal val="visible"/>
                                      </p:to>
                                    </p:set>
                                    <p:animEffect transition="in" filter="wipe(up)">
                                      <p:cBhvr>
                                        <p:cTn id="29" dur="500"/>
                                        <p:tgtEl>
                                          <p:spTgt spid="57"/>
                                        </p:tgtEl>
                                      </p:cBhvr>
                                    </p:animEffect>
                                  </p:childTnLst>
                                </p:cTn>
                              </p:par>
                            </p:childTnLst>
                          </p:cTn>
                        </p:par>
                        <p:par>
                          <p:cTn id="30" fill="hold">
                            <p:stCondLst>
                              <p:cond delay="1000"/>
                            </p:stCondLst>
                            <p:childTnLst>
                              <p:par>
                                <p:cTn id="31" presetID="22" presetClass="entr" presetSubtype="1" fill="hold" nodeType="afterEffect">
                                  <p:stCondLst>
                                    <p:cond delay="0"/>
                                  </p:stCondLst>
                                  <p:childTnLst>
                                    <p:set>
                                      <p:cBhvr>
                                        <p:cTn id="32" dur="1" fill="hold">
                                          <p:stCondLst>
                                            <p:cond delay="0"/>
                                          </p:stCondLst>
                                        </p:cTn>
                                        <p:tgtEl>
                                          <p:spTgt spid="112"/>
                                        </p:tgtEl>
                                        <p:attrNameLst>
                                          <p:attrName>style.visibility</p:attrName>
                                        </p:attrNameLst>
                                      </p:cBhvr>
                                      <p:to>
                                        <p:strVal val="visible"/>
                                      </p:to>
                                    </p:set>
                                    <p:animEffect transition="in" filter="wipe(up)">
                                      <p:cBhvr>
                                        <p:cTn id="33" dur="500"/>
                                        <p:tgtEl>
                                          <p:spTgt spid="112"/>
                                        </p:tgtEl>
                                      </p:cBhvr>
                                    </p:animEffect>
                                  </p:childTnLst>
                                </p:cTn>
                              </p:par>
                            </p:childTnLst>
                          </p:cTn>
                        </p:par>
                        <p:par>
                          <p:cTn id="34" fill="hold">
                            <p:stCondLst>
                              <p:cond delay="1500"/>
                            </p:stCondLst>
                            <p:childTnLst>
                              <p:par>
                                <p:cTn id="35" presetID="22" presetClass="entr" presetSubtype="1" fill="hold" nodeType="afterEffect">
                                  <p:stCondLst>
                                    <p:cond delay="0"/>
                                  </p:stCondLst>
                                  <p:childTnLst>
                                    <p:set>
                                      <p:cBhvr>
                                        <p:cTn id="36" dur="1" fill="hold">
                                          <p:stCondLst>
                                            <p:cond delay="0"/>
                                          </p:stCondLst>
                                        </p:cTn>
                                        <p:tgtEl>
                                          <p:spTgt spid="62"/>
                                        </p:tgtEl>
                                        <p:attrNameLst>
                                          <p:attrName>style.visibility</p:attrName>
                                        </p:attrNameLst>
                                      </p:cBhvr>
                                      <p:to>
                                        <p:strVal val="visible"/>
                                      </p:to>
                                    </p:set>
                                    <p:animEffect transition="in" filter="wipe(up)">
                                      <p:cBhvr>
                                        <p:cTn id="37" dur="500"/>
                                        <p:tgtEl>
                                          <p:spTgt spid="62"/>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1" fill="hold" nodeType="clickEffect">
                                  <p:stCondLst>
                                    <p:cond delay="0"/>
                                  </p:stCondLst>
                                  <p:childTnLst>
                                    <p:set>
                                      <p:cBhvr>
                                        <p:cTn id="41" dur="1" fill="hold">
                                          <p:stCondLst>
                                            <p:cond delay="0"/>
                                          </p:stCondLst>
                                        </p:cTn>
                                        <p:tgtEl>
                                          <p:spTgt spid="122"/>
                                        </p:tgtEl>
                                        <p:attrNameLst>
                                          <p:attrName>style.visibility</p:attrName>
                                        </p:attrNameLst>
                                      </p:cBhvr>
                                      <p:to>
                                        <p:strVal val="visible"/>
                                      </p:to>
                                    </p:set>
                                    <p:animEffect transition="in" filter="wipe(up)">
                                      <p:cBhvr>
                                        <p:cTn id="42" dur="500"/>
                                        <p:tgtEl>
                                          <p:spTgt spid="122"/>
                                        </p:tgtEl>
                                      </p:cBhvr>
                                    </p:animEffect>
                                  </p:childTnLst>
                                </p:cTn>
                              </p:par>
                            </p:childTnLst>
                          </p:cTn>
                        </p:par>
                        <p:par>
                          <p:cTn id="43" fill="hold">
                            <p:stCondLst>
                              <p:cond delay="500"/>
                            </p:stCondLst>
                            <p:childTnLst>
                              <p:par>
                                <p:cTn id="44" presetID="22" presetClass="entr" presetSubtype="1" fill="hold" nodeType="afterEffect">
                                  <p:stCondLst>
                                    <p:cond delay="0"/>
                                  </p:stCondLst>
                                  <p:childTnLst>
                                    <p:set>
                                      <p:cBhvr>
                                        <p:cTn id="45" dur="1" fill="hold">
                                          <p:stCondLst>
                                            <p:cond delay="0"/>
                                          </p:stCondLst>
                                        </p:cTn>
                                        <p:tgtEl>
                                          <p:spTgt spid="92"/>
                                        </p:tgtEl>
                                        <p:attrNameLst>
                                          <p:attrName>style.visibility</p:attrName>
                                        </p:attrNameLst>
                                      </p:cBhvr>
                                      <p:to>
                                        <p:strVal val="visible"/>
                                      </p:to>
                                    </p:set>
                                    <p:animEffect transition="in" filter="wipe(up)">
                                      <p:cBhvr>
                                        <p:cTn id="46" dur="500"/>
                                        <p:tgtEl>
                                          <p:spTgt spid="92"/>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67"/>
                                        </p:tgtEl>
                                        <p:attrNameLst>
                                          <p:attrName>style.visibility</p:attrName>
                                        </p:attrNameLst>
                                      </p:cBhvr>
                                      <p:to>
                                        <p:strVal val="visible"/>
                                      </p:to>
                                    </p:set>
                                    <p:animEffect transition="in" filter="wipe(up)">
                                      <p:cBhvr>
                                        <p:cTn id="51" dur="500"/>
                                        <p:tgtEl>
                                          <p:spTgt spid="67"/>
                                        </p:tgtEl>
                                      </p:cBhvr>
                                    </p:animEffect>
                                  </p:childTnLst>
                                </p:cTn>
                              </p:par>
                            </p:childTnLst>
                          </p:cTn>
                        </p:par>
                        <p:par>
                          <p:cTn id="52" fill="hold">
                            <p:stCondLst>
                              <p:cond delay="500"/>
                            </p:stCondLst>
                            <p:childTnLst>
                              <p:par>
                                <p:cTn id="53" presetID="22" presetClass="entr" presetSubtype="1" fill="hold" nodeType="afterEffect">
                                  <p:stCondLst>
                                    <p:cond delay="0"/>
                                  </p:stCondLst>
                                  <p:childTnLst>
                                    <p:set>
                                      <p:cBhvr>
                                        <p:cTn id="54" dur="1" fill="hold">
                                          <p:stCondLst>
                                            <p:cond delay="0"/>
                                          </p:stCondLst>
                                        </p:cTn>
                                        <p:tgtEl>
                                          <p:spTgt spid="117"/>
                                        </p:tgtEl>
                                        <p:attrNameLst>
                                          <p:attrName>style.visibility</p:attrName>
                                        </p:attrNameLst>
                                      </p:cBhvr>
                                      <p:to>
                                        <p:strVal val="visible"/>
                                      </p:to>
                                    </p:set>
                                    <p:animEffect transition="in" filter="wipe(up)">
                                      <p:cBhvr>
                                        <p:cTn id="55" dur="500"/>
                                        <p:tgtEl>
                                          <p:spTgt spid="117"/>
                                        </p:tgtEl>
                                      </p:cBhvr>
                                    </p:animEffect>
                                  </p:childTnLst>
                                </p:cTn>
                              </p:par>
                            </p:childTnLst>
                          </p:cTn>
                        </p:par>
                        <p:par>
                          <p:cTn id="56" fill="hold">
                            <p:stCondLst>
                              <p:cond delay="1000"/>
                            </p:stCondLst>
                            <p:childTnLst>
                              <p:par>
                                <p:cTn id="57" presetID="22" presetClass="entr" presetSubtype="1" fill="hold" nodeType="afterEffect">
                                  <p:stCondLst>
                                    <p:cond delay="0"/>
                                  </p:stCondLst>
                                  <p:childTnLst>
                                    <p:set>
                                      <p:cBhvr>
                                        <p:cTn id="58" dur="1" fill="hold">
                                          <p:stCondLst>
                                            <p:cond delay="0"/>
                                          </p:stCondLst>
                                        </p:cTn>
                                        <p:tgtEl>
                                          <p:spTgt spid="77"/>
                                        </p:tgtEl>
                                        <p:attrNameLst>
                                          <p:attrName>style.visibility</p:attrName>
                                        </p:attrNameLst>
                                      </p:cBhvr>
                                      <p:to>
                                        <p:strVal val="visible"/>
                                      </p:to>
                                    </p:set>
                                    <p:animEffect transition="in" filter="wipe(up)">
                                      <p:cBhvr>
                                        <p:cTn id="59" dur="500"/>
                                        <p:tgtEl>
                                          <p:spTgt spid="77"/>
                                        </p:tgtEl>
                                      </p:cBhvr>
                                    </p:animEffect>
                                  </p:childTnLst>
                                </p:cTn>
                              </p:par>
                            </p:childTnLst>
                          </p:cTn>
                        </p:par>
                        <p:par>
                          <p:cTn id="60" fill="hold">
                            <p:stCondLst>
                              <p:cond delay="1500"/>
                            </p:stCondLst>
                            <p:childTnLst>
                              <p:par>
                                <p:cTn id="61" presetID="22" presetClass="entr" presetSubtype="1" fill="hold" nodeType="afterEffect">
                                  <p:stCondLst>
                                    <p:cond delay="0"/>
                                  </p:stCondLst>
                                  <p:childTnLst>
                                    <p:set>
                                      <p:cBhvr>
                                        <p:cTn id="62" dur="1" fill="hold">
                                          <p:stCondLst>
                                            <p:cond delay="0"/>
                                          </p:stCondLst>
                                        </p:cTn>
                                        <p:tgtEl>
                                          <p:spTgt spid="72"/>
                                        </p:tgtEl>
                                        <p:attrNameLst>
                                          <p:attrName>style.visibility</p:attrName>
                                        </p:attrNameLst>
                                      </p:cBhvr>
                                      <p:to>
                                        <p:strVal val="visible"/>
                                      </p:to>
                                    </p:set>
                                    <p:animEffect transition="in" filter="wipe(up)">
                                      <p:cBhvr>
                                        <p:cTn id="63" dur="500"/>
                                        <p:tgtEl>
                                          <p:spTgt spid="72"/>
                                        </p:tgtEl>
                                      </p:cBhvr>
                                    </p:animEffect>
                                  </p:childTnLst>
                                </p:cTn>
                              </p:par>
                            </p:childTnLst>
                          </p:cTn>
                        </p:par>
                        <p:par>
                          <p:cTn id="64" fill="hold">
                            <p:stCondLst>
                              <p:cond delay="2000"/>
                            </p:stCondLst>
                            <p:childTnLst>
                              <p:par>
                                <p:cTn id="65" presetID="22" presetClass="entr" presetSubtype="1" fill="hold" nodeType="afterEffect">
                                  <p:stCondLst>
                                    <p:cond delay="0"/>
                                  </p:stCondLst>
                                  <p:childTnLst>
                                    <p:set>
                                      <p:cBhvr>
                                        <p:cTn id="66" dur="1" fill="hold">
                                          <p:stCondLst>
                                            <p:cond delay="0"/>
                                          </p:stCondLst>
                                        </p:cTn>
                                        <p:tgtEl>
                                          <p:spTgt spid="82"/>
                                        </p:tgtEl>
                                        <p:attrNameLst>
                                          <p:attrName>style.visibility</p:attrName>
                                        </p:attrNameLst>
                                      </p:cBhvr>
                                      <p:to>
                                        <p:strVal val="visible"/>
                                      </p:to>
                                    </p:set>
                                    <p:animEffect transition="in" filter="wipe(up)">
                                      <p:cBhvr>
                                        <p:cTn id="67"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7" name="Picture 17" descr="underline_base"/>
          <p:cNvPicPr/>
          <p:nvPr/>
        </p:nvPicPr>
        <p:blipFill>
          <a:blip r:embed="rId3"/>
          <a:stretch>
            <a:fillRect/>
          </a:stretch>
        </p:blipFill>
        <p:spPr>
          <a:xfrm>
            <a:off x="617538" y="846138"/>
            <a:ext cx="6856412" cy="173037"/>
          </a:xfrm>
          <a:prstGeom prst="rect">
            <a:avLst/>
          </a:prstGeom>
          <a:noFill/>
          <a:ln w="9525">
            <a:noFill/>
          </a:ln>
        </p:spPr>
      </p:pic>
      <p:sp>
        <p:nvSpPr>
          <p:cNvPr id="70658" name="Rectangle 2"/>
          <p:cNvSpPr>
            <a:spLocks noGrp="1"/>
          </p:cNvSpPr>
          <p:nvPr>
            <p:ph type="title"/>
          </p:nvPr>
        </p:nvSpPr>
        <p:spPr>
          <a:xfrm>
            <a:off x="533400" y="7938"/>
            <a:ext cx="7772400" cy="1143000"/>
          </a:xfrm>
        </p:spPr>
        <p:txBody>
          <a:bodyPr vert="horz" wrap="square" lIns="91440" tIns="45720" rIns="91440" bIns="45720" anchor="ctr" anchorCtr="0"/>
          <a:lstStyle/>
          <a:p>
            <a:r>
              <a:rPr lang="en-US" altLang="zh-CN" sz="4000"/>
              <a:t>Scheduling policies: still more</a:t>
            </a:r>
          </a:p>
        </p:txBody>
      </p:sp>
      <p:sp>
        <p:nvSpPr>
          <p:cNvPr id="70659" name="Rectangle 3"/>
          <p:cNvSpPr>
            <a:spLocks noGrp="1"/>
          </p:cNvSpPr>
          <p:nvPr>
            <p:ph idx="1"/>
          </p:nvPr>
        </p:nvSpPr>
        <p:spPr>
          <a:xfrm>
            <a:off x="522288" y="1214438"/>
            <a:ext cx="7772400" cy="755650"/>
          </a:xfrm>
        </p:spPr>
        <p:txBody>
          <a:bodyPr vert="horz" wrap="square" lIns="91440" tIns="45720" rIns="91440" bIns="45720" anchor="t" anchorCtr="0"/>
          <a:lstStyle/>
          <a:p>
            <a:pPr>
              <a:buNone/>
            </a:pPr>
            <a:r>
              <a:rPr lang="en-US" altLang="zh-CN" i="1">
                <a:solidFill>
                  <a:srgbClr val="CC0000"/>
                </a:solidFill>
              </a:rPr>
              <a:t>Round Robin (RR) scheduling:</a:t>
            </a:r>
          </a:p>
          <a:p>
            <a:r>
              <a:rPr lang="en-US" altLang="zh-CN"/>
              <a:t>multiple classes</a:t>
            </a:r>
          </a:p>
          <a:p>
            <a:r>
              <a:rPr lang="en-US" altLang="zh-CN"/>
              <a:t>cyclically scan class queues, sending one complete packet from each class (if available)</a:t>
            </a:r>
          </a:p>
          <a:p>
            <a:r>
              <a:rPr lang="en-US" altLang="zh-CN"/>
              <a:t>real world example?</a:t>
            </a:r>
          </a:p>
        </p:txBody>
      </p:sp>
      <p:grpSp>
        <p:nvGrpSpPr>
          <p:cNvPr id="70660" name="Group 1"/>
          <p:cNvGrpSpPr/>
          <p:nvPr/>
        </p:nvGrpSpPr>
        <p:grpSpPr>
          <a:xfrm>
            <a:off x="2300923" y="3692208"/>
            <a:ext cx="3978275" cy="2414587"/>
            <a:chOff x="4743786" y="3505977"/>
            <a:chExt cx="3978331" cy="2414740"/>
          </a:xfrm>
        </p:grpSpPr>
        <p:cxnSp>
          <p:nvCxnSpPr>
            <p:cNvPr id="70663" name="Straight Connector 6"/>
            <p:cNvCxnSpPr/>
            <p:nvPr/>
          </p:nvCxnSpPr>
          <p:spPr>
            <a:xfrm>
              <a:off x="5489275" y="4460807"/>
              <a:ext cx="3230339" cy="0"/>
            </a:xfrm>
            <a:prstGeom prst="line">
              <a:avLst/>
            </a:prstGeom>
            <a:ln w="25400" cap="flat" cmpd="sng">
              <a:solidFill>
                <a:schemeClr val="tx1"/>
              </a:solidFill>
              <a:prstDash val="solid"/>
              <a:headEnd type="none" w="med" len="med"/>
              <a:tailEnd type="triangle" w="med" len="med"/>
            </a:ln>
          </p:spPr>
        </p:cxnSp>
        <p:cxnSp>
          <p:nvCxnSpPr>
            <p:cNvPr id="70664" name="Straight Connector 7"/>
            <p:cNvCxnSpPr/>
            <p:nvPr/>
          </p:nvCxnSpPr>
          <p:spPr>
            <a:xfrm>
              <a:off x="5491778" y="5232334"/>
              <a:ext cx="3230339" cy="0"/>
            </a:xfrm>
            <a:prstGeom prst="line">
              <a:avLst/>
            </a:prstGeom>
            <a:ln w="25400" cap="flat" cmpd="sng">
              <a:solidFill>
                <a:schemeClr val="tx1"/>
              </a:solidFill>
              <a:prstDash val="solid"/>
              <a:headEnd type="none" w="med" len="med"/>
              <a:tailEnd type="triangle" w="med" len="med"/>
            </a:ln>
          </p:spPr>
        </p:cxnSp>
        <p:grpSp>
          <p:nvGrpSpPr>
            <p:cNvPr id="70665" name="Group 8"/>
            <p:cNvGrpSpPr/>
            <p:nvPr/>
          </p:nvGrpSpPr>
          <p:grpSpPr>
            <a:xfrm>
              <a:off x="5599591" y="4466455"/>
              <a:ext cx="347099" cy="755477"/>
              <a:chOff x="2797204" y="2989241"/>
              <a:chExt cx="347099" cy="755477"/>
            </a:xfrm>
          </p:grpSpPr>
          <p:sp>
            <p:nvSpPr>
              <p:cNvPr id="70733" name="Rectangle 9"/>
              <p:cNvSpPr/>
              <p:nvPr/>
            </p:nvSpPr>
            <p:spPr>
              <a:xfrm>
                <a:off x="2797204" y="2989241"/>
                <a:ext cx="347099" cy="755477"/>
              </a:xfrm>
              <a:prstGeom prst="rect">
                <a:avLst/>
              </a:prstGeom>
              <a:solidFill>
                <a:srgbClr val="CC0000"/>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70734" name="Group 10"/>
              <p:cNvGrpSpPr/>
              <p:nvPr/>
            </p:nvGrpSpPr>
            <p:grpSpPr>
              <a:xfrm>
                <a:off x="2821701" y="3197503"/>
                <a:ext cx="298780" cy="338554"/>
                <a:chOff x="2821701" y="3197503"/>
                <a:chExt cx="298780" cy="338554"/>
              </a:xfrm>
            </p:grpSpPr>
            <p:sp>
              <p:nvSpPr>
                <p:cNvPr id="70735" name="Oval 11"/>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36" name="TextBox 12"/>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1</a:t>
                  </a:r>
                  <a:endParaRPr lang="en-US" altLang="zh-CN" sz="1600">
                    <a:latin typeface="Arial" panose="020B0604020202090204" pitchFamily="34" charset="0"/>
                    <a:ea typeface="Arial" panose="020B0604020202090204" pitchFamily="34" charset="0"/>
                  </a:endParaRPr>
                </a:p>
              </p:txBody>
            </p:sp>
          </p:grpSp>
        </p:grpSp>
        <p:grpSp>
          <p:nvGrpSpPr>
            <p:cNvPr id="70666" name="Group 13"/>
            <p:cNvGrpSpPr/>
            <p:nvPr/>
          </p:nvGrpSpPr>
          <p:grpSpPr>
            <a:xfrm>
              <a:off x="6300545" y="4463205"/>
              <a:ext cx="347099" cy="755477"/>
              <a:chOff x="2797204" y="2989241"/>
              <a:chExt cx="347099" cy="755477"/>
            </a:xfrm>
          </p:grpSpPr>
          <p:sp>
            <p:nvSpPr>
              <p:cNvPr id="70729" name="Rectangle 14"/>
              <p:cNvSpPr/>
              <p:nvPr/>
            </p:nvSpPr>
            <p:spPr>
              <a:xfrm>
                <a:off x="2797204" y="2989241"/>
                <a:ext cx="347099" cy="755477"/>
              </a:xfrm>
              <a:prstGeom prst="rect">
                <a:avLst/>
              </a:prstGeom>
              <a:solidFill>
                <a:srgbClr val="CC0000"/>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70730" name="Group 15"/>
              <p:cNvGrpSpPr/>
              <p:nvPr/>
            </p:nvGrpSpPr>
            <p:grpSpPr>
              <a:xfrm>
                <a:off x="2821701" y="3197503"/>
                <a:ext cx="298780" cy="338554"/>
                <a:chOff x="2821701" y="3197503"/>
                <a:chExt cx="298780" cy="338554"/>
              </a:xfrm>
            </p:grpSpPr>
            <p:sp>
              <p:nvSpPr>
                <p:cNvPr id="70731" name="Oval 16"/>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32" name="TextBox 17"/>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2</a:t>
                  </a:r>
                  <a:endParaRPr lang="en-US" altLang="zh-CN" sz="1600">
                    <a:latin typeface="Arial" panose="020B0604020202090204" pitchFamily="34" charset="0"/>
                    <a:ea typeface="Arial" panose="020B0604020202090204" pitchFamily="34" charset="0"/>
                  </a:endParaRPr>
                </a:p>
              </p:txBody>
            </p:sp>
          </p:grpSp>
        </p:grpSp>
        <p:grpSp>
          <p:nvGrpSpPr>
            <p:cNvPr id="70667" name="Group 18"/>
            <p:cNvGrpSpPr/>
            <p:nvPr/>
          </p:nvGrpSpPr>
          <p:grpSpPr>
            <a:xfrm>
              <a:off x="5949418" y="4467757"/>
              <a:ext cx="347099" cy="755477"/>
              <a:chOff x="997686" y="3954289"/>
              <a:chExt cx="347099" cy="755477"/>
            </a:xfrm>
          </p:grpSpPr>
          <p:sp>
            <p:nvSpPr>
              <p:cNvPr id="70725" name="Rectangle 19"/>
              <p:cNvSpPr/>
              <p:nvPr/>
            </p:nvSpPr>
            <p:spPr>
              <a:xfrm>
                <a:off x="997686" y="3954289"/>
                <a:ext cx="347099" cy="755477"/>
              </a:xfrm>
              <a:prstGeom prst="rect">
                <a:avLst/>
              </a:prstGeom>
              <a:solidFill>
                <a:srgbClr val="006633"/>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70726" name="Group 20"/>
              <p:cNvGrpSpPr/>
              <p:nvPr/>
            </p:nvGrpSpPr>
            <p:grpSpPr>
              <a:xfrm>
                <a:off x="1022183" y="4162551"/>
                <a:ext cx="298780" cy="338554"/>
                <a:chOff x="2821701" y="3197503"/>
                <a:chExt cx="298780" cy="338554"/>
              </a:xfrm>
            </p:grpSpPr>
            <p:sp>
              <p:nvSpPr>
                <p:cNvPr id="70727" name="Oval 21"/>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28" name="TextBox 22"/>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3</a:t>
                  </a:r>
                  <a:endParaRPr lang="en-US" altLang="zh-CN" sz="1600">
                    <a:latin typeface="Arial" panose="020B0604020202090204" pitchFamily="34" charset="0"/>
                    <a:ea typeface="Arial" panose="020B0604020202090204" pitchFamily="34" charset="0"/>
                  </a:endParaRPr>
                </a:p>
              </p:txBody>
            </p:sp>
          </p:grpSp>
        </p:grpSp>
        <p:grpSp>
          <p:nvGrpSpPr>
            <p:cNvPr id="70668" name="Group 23"/>
            <p:cNvGrpSpPr/>
            <p:nvPr/>
          </p:nvGrpSpPr>
          <p:grpSpPr>
            <a:xfrm>
              <a:off x="6655307" y="4464973"/>
              <a:ext cx="347099" cy="755477"/>
              <a:chOff x="2797204" y="2989241"/>
              <a:chExt cx="347099" cy="755477"/>
            </a:xfrm>
          </p:grpSpPr>
          <p:sp>
            <p:nvSpPr>
              <p:cNvPr id="70721" name="Rectangle 24"/>
              <p:cNvSpPr/>
              <p:nvPr/>
            </p:nvSpPr>
            <p:spPr>
              <a:xfrm>
                <a:off x="2797204" y="2989241"/>
                <a:ext cx="347099" cy="755477"/>
              </a:xfrm>
              <a:prstGeom prst="rect">
                <a:avLst/>
              </a:prstGeom>
              <a:solidFill>
                <a:srgbClr val="CC0000"/>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70722" name="Group 25"/>
              <p:cNvGrpSpPr/>
              <p:nvPr/>
            </p:nvGrpSpPr>
            <p:grpSpPr>
              <a:xfrm>
                <a:off x="2821701" y="3197503"/>
                <a:ext cx="298780" cy="338554"/>
                <a:chOff x="2821701" y="3197503"/>
                <a:chExt cx="298780" cy="338554"/>
              </a:xfrm>
            </p:grpSpPr>
            <p:sp>
              <p:nvSpPr>
                <p:cNvPr id="70723" name="Oval 26"/>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24" name="TextBox 27"/>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4</a:t>
                  </a:r>
                  <a:endParaRPr lang="en-US" altLang="zh-CN" sz="1600">
                    <a:latin typeface="Arial" panose="020B0604020202090204" pitchFamily="34" charset="0"/>
                    <a:ea typeface="Arial" panose="020B0604020202090204" pitchFamily="34" charset="0"/>
                  </a:endParaRPr>
                </a:p>
              </p:txBody>
            </p:sp>
          </p:grpSp>
        </p:grpSp>
        <p:grpSp>
          <p:nvGrpSpPr>
            <p:cNvPr id="70669" name="Group 28"/>
            <p:cNvGrpSpPr/>
            <p:nvPr/>
          </p:nvGrpSpPr>
          <p:grpSpPr>
            <a:xfrm>
              <a:off x="7717471" y="4473145"/>
              <a:ext cx="347099" cy="755477"/>
              <a:chOff x="997686" y="3954289"/>
              <a:chExt cx="347099" cy="755477"/>
            </a:xfrm>
          </p:grpSpPr>
          <p:sp>
            <p:nvSpPr>
              <p:cNvPr id="70717" name="Rectangle 29"/>
              <p:cNvSpPr/>
              <p:nvPr/>
            </p:nvSpPr>
            <p:spPr>
              <a:xfrm>
                <a:off x="997686" y="3954289"/>
                <a:ext cx="347099" cy="755477"/>
              </a:xfrm>
              <a:prstGeom prst="rect">
                <a:avLst/>
              </a:prstGeom>
              <a:solidFill>
                <a:srgbClr val="006633"/>
              </a:solidFill>
              <a:ln w="15875" cap="flat" cmpd="sng">
                <a:solidFill>
                  <a:schemeClr val="tx1"/>
                </a:solidFill>
                <a:prstDash val="solid"/>
                <a:miter/>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70718" name="Group 30"/>
              <p:cNvGrpSpPr/>
              <p:nvPr/>
            </p:nvGrpSpPr>
            <p:grpSpPr>
              <a:xfrm>
                <a:off x="1022183" y="4162551"/>
                <a:ext cx="298780" cy="338554"/>
                <a:chOff x="2821701" y="3197503"/>
                <a:chExt cx="298780" cy="338554"/>
              </a:xfrm>
            </p:grpSpPr>
            <p:sp>
              <p:nvSpPr>
                <p:cNvPr id="70719" name="Oval 31"/>
                <p:cNvSpPr/>
                <p:nvPr/>
              </p:nvSpPr>
              <p:spPr>
                <a:xfrm>
                  <a:off x="2862541" y="3271013"/>
                  <a:ext cx="220510" cy="200099"/>
                </a:xfrm>
                <a:prstGeom prst="ellipse">
                  <a:avLst/>
                </a:prstGeom>
                <a:solidFill>
                  <a:schemeClr val="bg1"/>
                </a:solidFill>
                <a:ln w="1587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20" name="TextBox 32"/>
                <p:cNvSpPr txBox="1"/>
                <p:nvPr/>
              </p:nvSpPr>
              <p:spPr>
                <a:xfrm>
                  <a:off x="2821701" y="3197503"/>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5</a:t>
                  </a:r>
                  <a:endParaRPr lang="en-US" altLang="zh-CN" sz="1600">
                    <a:latin typeface="Arial" panose="020B0604020202090204" pitchFamily="34" charset="0"/>
                    <a:ea typeface="Arial" panose="020B0604020202090204" pitchFamily="34" charset="0"/>
                  </a:endParaRPr>
                </a:p>
              </p:txBody>
            </p:sp>
          </p:grpSp>
        </p:grpSp>
        <p:grpSp>
          <p:nvGrpSpPr>
            <p:cNvPr id="70670" name="Group 33"/>
            <p:cNvGrpSpPr/>
            <p:nvPr/>
          </p:nvGrpSpPr>
          <p:grpSpPr>
            <a:xfrm>
              <a:off x="7562638" y="3777456"/>
              <a:ext cx="298780" cy="656159"/>
              <a:chOff x="4760251" y="2300242"/>
              <a:chExt cx="298780" cy="656159"/>
            </a:xfrm>
          </p:grpSpPr>
          <p:cxnSp>
            <p:nvCxnSpPr>
              <p:cNvPr id="70713" name="Straight Connector 34"/>
              <p:cNvCxnSpPr/>
              <p:nvPr/>
            </p:nvCxnSpPr>
            <p:spPr>
              <a:xfrm>
                <a:off x="4912310" y="2592956"/>
                <a:ext cx="12251" cy="363445"/>
              </a:xfrm>
              <a:prstGeom prst="line">
                <a:avLst/>
              </a:prstGeom>
              <a:ln w="22225" cap="flat" cmpd="sng">
                <a:solidFill>
                  <a:srgbClr val="006633"/>
                </a:solidFill>
                <a:prstDash val="solid"/>
                <a:headEnd type="none" w="med" len="med"/>
                <a:tailEnd type="triangle" w="med" len="med"/>
              </a:ln>
            </p:spPr>
          </p:cxnSp>
          <p:grpSp>
            <p:nvGrpSpPr>
              <p:cNvPr id="70714" name="Group 35"/>
              <p:cNvGrpSpPr/>
              <p:nvPr/>
            </p:nvGrpSpPr>
            <p:grpSpPr>
              <a:xfrm>
                <a:off x="4760251" y="2300242"/>
                <a:ext cx="298780" cy="338554"/>
                <a:chOff x="6623318" y="3519940"/>
                <a:chExt cx="298780" cy="338554"/>
              </a:xfrm>
            </p:grpSpPr>
            <p:sp>
              <p:nvSpPr>
                <p:cNvPr id="70715" name="Oval 36"/>
                <p:cNvSpPr/>
                <p:nvPr/>
              </p:nvSpPr>
              <p:spPr>
                <a:xfrm>
                  <a:off x="6668221" y="3597533"/>
                  <a:ext cx="220510" cy="200099"/>
                </a:xfrm>
                <a:prstGeom prst="ellipse">
                  <a:avLst/>
                </a:prstGeom>
                <a:solidFill>
                  <a:schemeClr val="bg1"/>
                </a:solidFill>
                <a:ln w="15875" cap="flat" cmpd="sng">
                  <a:solidFill>
                    <a:srgbClr val="006633"/>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16" name="TextBox 37"/>
                <p:cNvSpPr txBox="1"/>
                <p:nvPr/>
              </p:nvSpPr>
              <p:spPr>
                <a:xfrm>
                  <a:off x="6623318" y="3519940"/>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5</a:t>
                  </a:r>
                  <a:endParaRPr lang="en-US" altLang="zh-CN" sz="1600">
                    <a:latin typeface="Arial" panose="020B0604020202090204" pitchFamily="34" charset="0"/>
                    <a:ea typeface="Arial" panose="020B0604020202090204" pitchFamily="34" charset="0"/>
                  </a:endParaRPr>
                </a:p>
              </p:txBody>
            </p:sp>
          </p:grpSp>
        </p:grpSp>
        <p:grpSp>
          <p:nvGrpSpPr>
            <p:cNvPr id="70671" name="Group 38"/>
            <p:cNvGrpSpPr/>
            <p:nvPr/>
          </p:nvGrpSpPr>
          <p:grpSpPr>
            <a:xfrm>
              <a:off x="7921722" y="5243485"/>
              <a:ext cx="298780" cy="677232"/>
              <a:chOff x="5119335" y="3766271"/>
              <a:chExt cx="298780" cy="677232"/>
            </a:xfrm>
          </p:grpSpPr>
          <p:cxnSp>
            <p:nvCxnSpPr>
              <p:cNvPr id="70709" name="Straight Connector 39"/>
              <p:cNvCxnSpPr/>
              <p:nvPr/>
            </p:nvCxnSpPr>
            <p:spPr>
              <a:xfrm>
                <a:off x="5256634" y="3766271"/>
                <a:ext cx="12251" cy="363445"/>
              </a:xfrm>
              <a:prstGeom prst="line">
                <a:avLst/>
              </a:prstGeom>
              <a:ln w="22225" cap="flat" cmpd="sng">
                <a:solidFill>
                  <a:srgbClr val="006633"/>
                </a:solidFill>
                <a:prstDash val="solid"/>
                <a:headEnd type="none" w="med" len="med"/>
                <a:tailEnd type="triangle" w="med" len="med"/>
              </a:ln>
            </p:spPr>
          </p:cxnSp>
          <p:grpSp>
            <p:nvGrpSpPr>
              <p:cNvPr id="70710" name="Group 40"/>
              <p:cNvGrpSpPr/>
              <p:nvPr/>
            </p:nvGrpSpPr>
            <p:grpSpPr>
              <a:xfrm>
                <a:off x="5119335" y="4104949"/>
                <a:ext cx="298780" cy="338554"/>
                <a:chOff x="6623318" y="3519940"/>
                <a:chExt cx="298780" cy="338554"/>
              </a:xfrm>
            </p:grpSpPr>
            <p:sp>
              <p:nvSpPr>
                <p:cNvPr id="70711" name="Oval 41"/>
                <p:cNvSpPr/>
                <p:nvPr/>
              </p:nvSpPr>
              <p:spPr>
                <a:xfrm>
                  <a:off x="6668221" y="3597533"/>
                  <a:ext cx="220510" cy="200099"/>
                </a:xfrm>
                <a:prstGeom prst="ellipse">
                  <a:avLst/>
                </a:prstGeom>
                <a:solidFill>
                  <a:schemeClr val="bg1"/>
                </a:solidFill>
                <a:ln w="15875" cap="flat" cmpd="sng">
                  <a:solidFill>
                    <a:srgbClr val="006633"/>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12" name="TextBox 42"/>
                <p:cNvSpPr txBox="1"/>
                <p:nvPr/>
              </p:nvSpPr>
              <p:spPr>
                <a:xfrm>
                  <a:off x="6623318" y="3519940"/>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5</a:t>
                  </a:r>
                  <a:endParaRPr lang="en-US" altLang="zh-CN" sz="1600">
                    <a:latin typeface="Arial" panose="020B0604020202090204" pitchFamily="34" charset="0"/>
                    <a:ea typeface="Arial" panose="020B0604020202090204" pitchFamily="34" charset="0"/>
                  </a:endParaRPr>
                </a:p>
              </p:txBody>
            </p:sp>
          </p:grpSp>
        </p:grpSp>
        <p:cxnSp>
          <p:nvCxnSpPr>
            <p:cNvPr id="70672" name="Straight Connector 44"/>
            <p:cNvCxnSpPr/>
            <p:nvPr/>
          </p:nvCxnSpPr>
          <p:spPr>
            <a:xfrm>
              <a:off x="5719372" y="3788391"/>
              <a:ext cx="12403" cy="653561"/>
            </a:xfrm>
            <a:prstGeom prst="line">
              <a:avLst/>
            </a:prstGeom>
            <a:ln w="22225" cap="flat" cmpd="sng">
              <a:solidFill>
                <a:srgbClr val="CC0000"/>
              </a:solidFill>
              <a:prstDash val="solid"/>
              <a:headEnd type="none" w="med" len="med"/>
              <a:tailEnd type="triangle" w="med" len="med"/>
            </a:ln>
          </p:spPr>
        </p:cxnSp>
        <p:sp>
          <p:nvSpPr>
            <p:cNvPr id="70673" name="Oval 46"/>
            <p:cNvSpPr/>
            <p:nvPr/>
          </p:nvSpPr>
          <p:spPr>
            <a:xfrm>
              <a:off x="5613334" y="3583570"/>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674" name="TextBox 47"/>
            <p:cNvSpPr txBox="1"/>
            <p:nvPr/>
          </p:nvSpPr>
          <p:spPr>
            <a:xfrm>
              <a:off x="5580789" y="3505977"/>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2</a:t>
              </a:r>
              <a:endParaRPr lang="en-US" altLang="zh-CN" sz="1600">
                <a:latin typeface="Arial" panose="020B0604020202090204" pitchFamily="34" charset="0"/>
                <a:ea typeface="Arial" panose="020B0604020202090204" pitchFamily="34" charset="0"/>
              </a:endParaRPr>
            </a:p>
          </p:txBody>
        </p:sp>
        <p:cxnSp>
          <p:nvCxnSpPr>
            <p:cNvPr id="70675" name="Straight Connector 49"/>
            <p:cNvCxnSpPr/>
            <p:nvPr/>
          </p:nvCxnSpPr>
          <p:spPr>
            <a:xfrm>
              <a:off x="6296825" y="5242073"/>
              <a:ext cx="12251" cy="363445"/>
            </a:xfrm>
            <a:prstGeom prst="line">
              <a:avLst/>
            </a:prstGeom>
            <a:ln w="22225" cap="flat" cmpd="sng">
              <a:solidFill>
                <a:srgbClr val="006633"/>
              </a:solidFill>
              <a:prstDash val="solid"/>
              <a:headEnd type="none" w="med" len="med"/>
              <a:tailEnd type="triangle" w="med" len="med"/>
            </a:ln>
          </p:spPr>
        </p:cxnSp>
        <p:sp>
          <p:nvSpPr>
            <p:cNvPr id="70676" name="Oval 51"/>
            <p:cNvSpPr/>
            <p:nvPr/>
          </p:nvSpPr>
          <p:spPr>
            <a:xfrm>
              <a:off x="6202528" y="5656439"/>
              <a:ext cx="220510" cy="200099"/>
            </a:xfrm>
            <a:prstGeom prst="ellipse">
              <a:avLst/>
            </a:prstGeom>
            <a:solidFill>
              <a:schemeClr val="bg1"/>
            </a:solidFill>
            <a:ln w="15875" cap="flat" cmpd="sng">
              <a:solidFill>
                <a:srgbClr val="006633"/>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677" name="TextBox 52"/>
            <p:cNvSpPr txBox="1"/>
            <p:nvPr/>
          </p:nvSpPr>
          <p:spPr>
            <a:xfrm>
              <a:off x="6165793" y="5578846"/>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3</a:t>
              </a:r>
              <a:endParaRPr lang="en-US" altLang="zh-CN" sz="1600">
                <a:latin typeface="Arial" panose="020B0604020202090204" pitchFamily="34" charset="0"/>
                <a:ea typeface="Arial" panose="020B0604020202090204" pitchFamily="34" charset="0"/>
              </a:endParaRPr>
            </a:p>
          </p:txBody>
        </p:sp>
        <p:grpSp>
          <p:nvGrpSpPr>
            <p:cNvPr id="70678" name="Group 53"/>
            <p:cNvGrpSpPr/>
            <p:nvPr/>
          </p:nvGrpSpPr>
          <p:grpSpPr>
            <a:xfrm>
              <a:off x="5428022" y="3794120"/>
              <a:ext cx="298780" cy="640969"/>
              <a:chOff x="2625635" y="2316906"/>
              <a:chExt cx="298780" cy="640969"/>
            </a:xfrm>
          </p:grpSpPr>
          <p:cxnSp>
            <p:nvCxnSpPr>
              <p:cNvPr id="70705" name="Straight Connector 54"/>
              <p:cNvCxnSpPr/>
              <p:nvPr/>
            </p:nvCxnSpPr>
            <p:spPr>
              <a:xfrm>
                <a:off x="2774013" y="2594430"/>
                <a:ext cx="12251" cy="363445"/>
              </a:xfrm>
              <a:prstGeom prst="line">
                <a:avLst/>
              </a:prstGeom>
              <a:ln w="22225" cap="flat" cmpd="sng">
                <a:solidFill>
                  <a:srgbClr val="CC0000"/>
                </a:solidFill>
                <a:prstDash val="solid"/>
                <a:headEnd type="none" w="med" len="med"/>
                <a:tailEnd type="triangle" w="med" len="med"/>
              </a:ln>
            </p:spPr>
          </p:cxnSp>
          <p:grpSp>
            <p:nvGrpSpPr>
              <p:cNvPr id="70706" name="Group 55"/>
              <p:cNvGrpSpPr/>
              <p:nvPr/>
            </p:nvGrpSpPr>
            <p:grpSpPr>
              <a:xfrm>
                <a:off x="2625635" y="2316906"/>
                <a:ext cx="298780" cy="338554"/>
                <a:chOff x="7118580" y="4088704"/>
                <a:chExt cx="298780" cy="338554"/>
              </a:xfrm>
            </p:grpSpPr>
            <p:sp>
              <p:nvSpPr>
                <p:cNvPr id="70707" name="Oval 56"/>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08" name="TextBox 57"/>
                <p:cNvSpPr txBox="1"/>
                <p:nvPr/>
              </p:nvSpPr>
              <p:spPr>
                <a:xfrm>
                  <a:off x="7118580"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1</a:t>
                  </a:r>
                  <a:endParaRPr lang="en-US" altLang="zh-CN" sz="1600">
                    <a:latin typeface="Arial" panose="020B0604020202090204" pitchFamily="34" charset="0"/>
                    <a:ea typeface="Arial" panose="020B0604020202090204" pitchFamily="34" charset="0"/>
                  </a:endParaRPr>
                </a:p>
              </p:txBody>
            </p:sp>
          </p:grpSp>
        </p:grpSp>
        <p:grpSp>
          <p:nvGrpSpPr>
            <p:cNvPr id="70679" name="Group 58"/>
            <p:cNvGrpSpPr/>
            <p:nvPr/>
          </p:nvGrpSpPr>
          <p:grpSpPr>
            <a:xfrm>
              <a:off x="5809809" y="5253541"/>
              <a:ext cx="298780" cy="659661"/>
              <a:chOff x="3007422" y="3776327"/>
              <a:chExt cx="298780" cy="659661"/>
            </a:xfrm>
          </p:grpSpPr>
          <p:cxnSp>
            <p:nvCxnSpPr>
              <p:cNvPr id="70701" name="Straight Connector 59"/>
              <p:cNvCxnSpPr/>
              <p:nvPr/>
            </p:nvCxnSpPr>
            <p:spPr>
              <a:xfrm>
                <a:off x="3148837" y="3776327"/>
                <a:ext cx="12251" cy="363445"/>
              </a:xfrm>
              <a:prstGeom prst="line">
                <a:avLst/>
              </a:prstGeom>
              <a:ln w="22225" cap="flat" cmpd="sng">
                <a:solidFill>
                  <a:srgbClr val="CC0000"/>
                </a:solidFill>
                <a:prstDash val="solid"/>
                <a:headEnd type="none" w="med" len="med"/>
                <a:tailEnd type="triangle" w="med" len="med"/>
              </a:ln>
            </p:spPr>
          </p:cxnSp>
          <p:grpSp>
            <p:nvGrpSpPr>
              <p:cNvPr id="70702" name="Group 60"/>
              <p:cNvGrpSpPr/>
              <p:nvPr/>
            </p:nvGrpSpPr>
            <p:grpSpPr>
              <a:xfrm>
                <a:off x="3007422" y="4097434"/>
                <a:ext cx="298780" cy="338554"/>
                <a:chOff x="7118580" y="4088704"/>
                <a:chExt cx="298780" cy="338554"/>
              </a:xfrm>
            </p:grpSpPr>
            <p:sp>
              <p:nvSpPr>
                <p:cNvPr id="70703" name="Oval 61"/>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04" name="TextBox 62"/>
                <p:cNvSpPr txBox="1"/>
                <p:nvPr/>
              </p:nvSpPr>
              <p:spPr>
                <a:xfrm>
                  <a:off x="7118580"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1</a:t>
                  </a:r>
                  <a:endParaRPr lang="en-US" altLang="zh-CN" sz="1600">
                    <a:latin typeface="Arial" panose="020B0604020202090204" pitchFamily="34" charset="0"/>
                    <a:ea typeface="Arial" panose="020B0604020202090204" pitchFamily="34" charset="0"/>
                  </a:endParaRPr>
                </a:p>
              </p:txBody>
            </p:sp>
          </p:grpSp>
        </p:grpSp>
        <p:cxnSp>
          <p:nvCxnSpPr>
            <p:cNvPr id="70680" name="Straight Connector 64"/>
            <p:cNvCxnSpPr/>
            <p:nvPr/>
          </p:nvCxnSpPr>
          <p:spPr>
            <a:xfrm>
              <a:off x="5847222" y="4089283"/>
              <a:ext cx="12251" cy="363445"/>
            </a:xfrm>
            <a:prstGeom prst="line">
              <a:avLst/>
            </a:prstGeom>
            <a:ln w="22225" cap="flat" cmpd="sng">
              <a:solidFill>
                <a:srgbClr val="006633"/>
              </a:solidFill>
              <a:prstDash val="solid"/>
              <a:headEnd type="none" w="med" len="med"/>
              <a:tailEnd type="triangle" w="med" len="med"/>
            </a:ln>
          </p:spPr>
        </p:cxnSp>
        <p:sp>
          <p:nvSpPr>
            <p:cNvPr id="70681" name="Oval 66"/>
            <p:cNvSpPr/>
            <p:nvPr/>
          </p:nvSpPr>
          <p:spPr>
            <a:xfrm>
              <a:off x="5745055" y="3887666"/>
              <a:ext cx="220510" cy="200099"/>
            </a:xfrm>
            <a:prstGeom prst="ellipse">
              <a:avLst/>
            </a:prstGeom>
            <a:solidFill>
              <a:schemeClr val="bg1"/>
            </a:solidFill>
            <a:ln w="15875" cap="flat" cmpd="sng">
              <a:solidFill>
                <a:srgbClr val="006633"/>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682" name="TextBox 67"/>
            <p:cNvSpPr txBox="1"/>
            <p:nvPr/>
          </p:nvSpPr>
          <p:spPr>
            <a:xfrm>
              <a:off x="5712513" y="3814265"/>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3</a:t>
              </a:r>
              <a:endParaRPr lang="en-US" altLang="zh-CN" sz="1600">
                <a:latin typeface="Arial" panose="020B0604020202090204" pitchFamily="34" charset="0"/>
                <a:ea typeface="Arial" panose="020B0604020202090204" pitchFamily="34" charset="0"/>
              </a:endParaRPr>
            </a:p>
          </p:txBody>
        </p:sp>
        <p:grpSp>
          <p:nvGrpSpPr>
            <p:cNvPr id="70683" name="Group 68"/>
            <p:cNvGrpSpPr/>
            <p:nvPr/>
          </p:nvGrpSpPr>
          <p:grpSpPr>
            <a:xfrm>
              <a:off x="6527391" y="5239838"/>
              <a:ext cx="298780" cy="670225"/>
              <a:chOff x="3366049" y="3770526"/>
              <a:chExt cx="298780" cy="670225"/>
            </a:xfrm>
          </p:grpSpPr>
          <p:cxnSp>
            <p:nvCxnSpPr>
              <p:cNvPr id="70697" name="Straight Connector 69"/>
              <p:cNvCxnSpPr/>
              <p:nvPr/>
            </p:nvCxnSpPr>
            <p:spPr>
              <a:xfrm>
                <a:off x="3496795" y="3770526"/>
                <a:ext cx="12251" cy="363445"/>
              </a:xfrm>
              <a:prstGeom prst="line">
                <a:avLst/>
              </a:prstGeom>
              <a:ln w="22225" cap="flat" cmpd="sng">
                <a:solidFill>
                  <a:srgbClr val="CC0000"/>
                </a:solidFill>
                <a:prstDash val="solid"/>
                <a:headEnd type="none" w="med" len="med"/>
                <a:tailEnd type="triangle" w="med" len="med"/>
              </a:ln>
            </p:spPr>
          </p:cxnSp>
          <p:grpSp>
            <p:nvGrpSpPr>
              <p:cNvPr id="70698" name="Group 70"/>
              <p:cNvGrpSpPr/>
              <p:nvPr/>
            </p:nvGrpSpPr>
            <p:grpSpPr>
              <a:xfrm>
                <a:off x="3366049" y="4102197"/>
                <a:ext cx="298780" cy="338554"/>
                <a:chOff x="7126748" y="4088704"/>
                <a:chExt cx="298780" cy="338554"/>
              </a:xfrm>
            </p:grpSpPr>
            <p:sp>
              <p:nvSpPr>
                <p:cNvPr id="70699" name="Oval 71"/>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700" name="TextBox 72"/>
                <p:cNvSpPr txBox="1"/>
                <p:nvPr/>
              </p:nvSpPr>
              <p:spPr>
                <a:xfrm>
                  <a:off x="7126748"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3</a:t>
                  </a:r>
                  <a:endParaRPr lang="en-US" altLang="zh-CN" sz="1600">
                    <a:latin typeface="Arial" panose="020B0604020202090204" pitchFamily="34" charset="0"/>
                    <a:ea typeface="Arial" panose="020B0604020202090204" pitchFamily="34" charset="0"/>
                  </a:endParaRPr>
                </a:p>
              </p:txBody>
            </p:sp>
          </p:grpSp>
        </p:grpSp>
        <p:grpSp>
          <p:nvGrpSpPr>
            <p:cNvPr id="70684" name="Group 73"/>
            <p:cNvGrpSpPr/>
            <p:nvPr/>
          </p:nvGrpSpPr>
          <p:grpSpPr>
            <a:xfrm>
              <a:off x="6866713" y="5236793"/>
              <a:ext cx="298780" cy="680611"/>
              <a:chOff x="4064326" y="3759579"/>
              <a:chExt cx="298780" cy="680611"/>
            </a:xfrm>
          </p:grpSpPr>
          <p:cxnSp>
            <p:nvCxnSpPr>
              <p:cNvPr id="70693" name="Straight Connector 74"/>
              <p:cNvCxnSpPr/>
              <p:nvPr/>
            </p:nvCxnSpPr>
            <p:spPr>
              <a:xfrm>
                <a:off x="4196385" y="3759579"/>
                <a:ext cx="12251" cy="363445"/>
              </a:xfrm>
              <a:prstGeom prst="line">
                <a:avLst/>
              </a:prstGeom>
              <a:ln w="22225" cap="flat" cmpd="sng">
                <a:solidFill>
                  <a:srgbClr val="CC0000"/>
                </a:solidFill>
                <a:prstDash val="solid"/>
                <a:headEnd type="none" w="med" len="med"/>
                <a:tailEnd type="triangle" w="med" len="med"/>
              </a:ln>
            </p:spPr>
          </p:cxnSp>
          <p:grpSp>
            <p:nvGrpSpPr>
              <p:cNvPr id="70694" name="Group 75"/>
              <p:cNvGrpSpPr/>
              <p:nvPr/>
            </p:nvGrpSpPr>
            <p:grpSpPr>
              <a:xfrm>
                <a:off x="4064326" y="4101636"/>
                <a:ext cx="298780" cy="338554"/>
                <a:chOff x="7126748" y="4088704"/>
                <a:chExt cx="298780" cy="338554"/>
              </a:xfrm>
            </p:grpSpPr>
            <p:sp>
              <p:nvSpPr>
                <p:cNvPr id="70695" name="Oval 76"/>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696" name="TextBox 77"/>
                <p:cNvSpPr txBox="1"/>
                <p:nvPr/>
              </p:nvSpPr>
              <p:spPr>
                <a:xfrm>
                  <a:off x="7126748"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4</a:t>
                  </a:r>
                  <a:endParaRPr lang="en-US" altLang="zh-CN" sz="1600">
                    <a:latin typeface="Arial" panose="020B0604020202090204" pitchFamily="34" charset="0"/>
                    <a:ea typeface="Arial" panose="020B0604020202090204" pitchFamily="34" charset="0"/>
                  </a:endParaRPr>
                </a:p>
              </p:txBody>
            </p:sp>
          </p:grpSp>
        </p:grpSp>
        <p:grpSp>
          <p:nvGrpSpPr>
            <p:cNvPr id="70685" name="Group 78"/>
            <p:cNvGrpSpPr/>
            <p:nvPr/>
          </p:nvGrpSpPr>
          <p:grpSpPr>
            <a:xfrm>
              <a:off x="6330954" y="3789805"/>
              <a:ext cx="298780" cy="646584"/>
              <a:chOff x="3528567" y="2312591"/>
              <a:chExt cx="298780" cy="646584"/>
            </a:xfrm>
          </p:grpSpPr>
          <p:cxnSp>
            <p:nvCxnSpPr>
              <p:cNvPr id="70689" name="Straight Connector 79"/>
              <p:cNvCxnSpPr/>
              <p:nvPr/>
            </p:nvCxnSpPr>
            <p:spPr>
              <a:xfrm>
                <a:off x="3677779" y="2595730"/>
                <a:ext cx="12251" cy="363445"/>
              </a:xfrm>
              <a:prstGeom prst="line">
                <a:avLst/>
              </a:prstGeom>
              <a:ln w="22225" cap="flat" cmpd="sng">
                <a:solidFill>
                  <a:srgbClr val="CC0000"/>
                </a:solidFill>
                <a:prstDash val="solid"/>
                <a:headEnd type="none" w="med" len="med"/>
                <a:tailEnd type="triangle" w="med" len="med"/>
              </a:ln>
            </p:spPr>
          </p:cxnSp>
          <p:grpSp>
            <p:nvGrpSpPr>
              <p:cNvPr id="70690" name="Group 80"/>
              <p:cNvGrpSpPr/>
              <p:nvPr/>
            </p:nvGrpSpPr>
            <p:grpSpPr>
              <a:xfrm>
                <a:off x="3528567" y="2312591"/>
                <a:ext cx="298780" cy="338554"/>
                <a:chOff x="7126748" y="4088704"/>
                <a:chExt cx="298780" cy="338554"/>
              </a:xfrm>
            </p:grpSpPr>
            <p:sp>
              <p:nvSpPr>
                <p:cNvPr id="70691" name="Oval 81"/>
                <p:cNvSpPr/>
                <p:nvPr/>
              </p:nvSpPr>
              <p:spPr>
                <a:xfrm>
                  <a:off x="7163482" y="4166297"/>
                  <a:ext cx="220510" cy="200099"/>
                </a:xfrm>
                <a:prstGeom prst="ellipse">
                  <a:avLst/>
                </a:prstGeom>
                <a:solidFill>
                  <a:schemeClr val="bg1"/>
                </a:solidFill>
                <a:ln w="15875" cap="flat" cmpd="sng">
                  <a:solidFill>
                    <a:srgbClr val="CC0000"/>
                  </a:solidFill>
                  <a:prstDash val="soli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0692" name="TextBox 82"/>
                <p:cNvSpPr txBox="1"/>
                <p:nvPr/>
              </p:nvSpPr>
              <p:spPr>
                <a:xfrm>
                  <a:off x="7126748" y="4088704"/>
                  <a:ext cx="298780"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cs typeface="Arial" panose="020B0604020202090204" pitchFamily="34" charset="0"/>
                    </a:rPr>
                    <a:t>4</a:t>
                  </a:r>
                  <a:endParaRPr lang="en-US" altLang="zh-CN" sz="1600">
                    <a:latin typeface="Arial" panose="020B0604020202090204" pitchFamily="34" charset="0"/>
                    <a:ea typeface="Arial" panose="020B0604020202090204" pitchFamily="34" charset="0"/>
                  </a:endParaRPr>
                </a:p>
              </p:txBody>
            </p:sp>
          </p:grpSp>
        </p:grpSp>
        <p:sp>
          <p:nvSpPr>
            <p:cNvPr id="70686" name="TextBox 83"/>
            <p:cNvSpPr txBox="1"/>
            <p:nvPr/>
          </p:nvSpPr>
          <p:spPr>
            <a:xfrm>
              <a:off x="4743786" y="4062076"/>
              <a:ext cx="806774" cy="30777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i="1">
                  <a:latin typeface="Arial" panose="020B0604020202090204" pitchFamily="34" charset="0"/>
                  <a:cs typeface="Arial" panose="020B0604020202090204" pitchFamily="34" charset="0"/>
                </a:rPr>
                <a:t>arrivals</a:t>
              </a:r>
              <a:endParaRPr lang="en-US" altLang="zh-CN" sz="1400" i="1">
                <a:latin typeface="Arial" panose="020B0604020202090204" pitchFamily="34" charset="0"/>
                <a:ea typeface="Arial" panose="020B0604020202090204" pitchFamily="34" charset="0"/>
              </a:endParaRPr>
            </a:p>
          </p:txBody>
        </p:sp>
        <p:sp>
          <p:nvSpPr>
            <p:cNvPr id="70687" name="TextBox 84"/>
            <p:cNvSpPr txBox="1"/>
            <p:nvPr/>
          </p:nvSpPr>
          <p:spPr>
            <a:xfrm>
              <a:off x="4767502" y="5260730"/>
              <a:ext cx="1086510" cy="30777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i="1">
                  <a:latin typeface="Arial" panose="020B0604020202090204" pitchFamily="34" charset="0"/>
                  <a:cs typeface="Arial" panose="020B0604020202090204" pitchFamily="34" charset="0"/>
                </a:rPr>
                <a:t>departures</a:t>
              </a:r>
              <a:endParaRPr lang="en-US" altLang="zh-CN" sz="1400" i="1">
                <a:latin typeface="Arial" panose="020B0604020202090204" pitchFamily="34" charset="0"/>
                <a:ea typeface="Arial" panose="020B0604020202090204" pitchFamily="34" charset="0"/>
              </a:endParaRPr>
            </a:p>
          </p:txBody>
        </p:sp>
        <p:sp>
          <p:nvSpPr>
            <p:cNvPr id="70688" name="TextBox 85"/>
            <p:cNvSpPr txBox="1"/>
            <p:nvPr/>
          </p:nvSpPr>
          <p:spPr>
            <a:xfrm>
              <a:off x="4789885" y="4566958"/>
              <a:ext cx="860255" cy="59332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275"/>
                </a:lnSpc>
                <a:spcBef>
                  <a:spcPct val="0"/>
                </a:spcBef>
                <a:buClrTx/>
                <a:buSzTx/>
                <a:buFontTx/>
                <a:buNone/>
              </a:pPr>
              <a:r>
                <a:rPr lang="en-US" altLang="zh-CN" sz="1400" i="1">
                  <a:latin typeface="Arial" panose="020B0604020202090204" pitchFamily="34" charset="0"/>
                  <a:cs typeface="Arial" panose="020B0604020202090204" pitchFamily="34" charset="0"/>
                </a:rPr>
                <a:t>packet in service</a:t>
              </a:r>
              <a:endParaRPr lang="en-US" altLang="zh-CN" sz="1400" i="1">
                <a:latin typeface="Arial" panose="020B0604020202090204" pitchFamily="34" charset="0"/>
                <a:ea typeface="Arial" panose="020B0604020202090204" pitchFamily="34" charset="0"/>
              </a:endParaRPr>
            </a:p>
          </p:txBody>
        </p:sp>
      </p:grpSp>
      <p:sp>
        <p:nvSpPr>
          <p:cNvPr id="70661"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54</a:t>
            </a:fld>
            <a:endParaRPr lang="en-US" altLang="zh-CN" sz="1200">
              <a:latin typeface="Tahoma" panose="020B0604030504040204" charset="0"/>
            </a:endParaRPr>
          </a:p>
        </p:txBody>
      </p:sp>
      <p:sp>
        <p:nvSpPr>
          <p:cNvPr id="70662"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Rectangle 3"/>
          <p:cNvSpPr>
            <a:spLocks noGrp="1"/>
          </p:cNvSpPr>
          <p:nvPr>
            <p:ph idx="1"/>
          </p:nvPr>
        </p:nvSpPr>
        <p:spPr>
          <a:xfrm>
            <a:off x="533400" y="1276350"/>
            <a:ext cx="7772400" cy="4908550"/>
          </a:xfrm>
        </p:spPr>
        <p:txBody>
          <a:bodyPr vert="horz" wrap="square" lIns="91440" tIns="45720" rIns="91440" bIns="45720" anchor="t" anchorCtr="0"/>
          <a:lstStyle/>
          <a:p>
            <a:pPr>
              <a:buNone/>
            </a:pPr>
            <a:r>
              <a:rPr lang="en-US" altLang="zh-CN" i="1">
                <a:solidFill>
                  <a:srgbClr val="CC0000"/>
                </a:solidFill>
              </a:rPr>
              <a:t>Weighted Fair Queuing (WFQ): </a:t>
            </a:r>
          </a:p>
          <a:p>
            <a:r>
              <a:rPr lang="en-US" altLang="zh-CN"/>
              <a:t>generalized Round Robin</a:t>
            </a:r>
          </a:p>
          <a:p>
            <a:r>
              <a:rPr lang="en-US" altLang="zh-CN"/>
              <a:t>each class gets weighted amount of service in each cycle</a:t>
            </a:r>
          </a:p>
          <a:p>
            <a:r>
              <a:rPr lang="en-US" altLang="zh-CN"/>
              <a:t>real-world example?</a:t>
            </a:r>
          </a:p>
          <a:p>
            <a:endParaRPr lang="en-US" altLang="zh-CN"/>
          </a:p>
        </p:txBody>
      </p:sp>
      <p:pic>
        <p:nvPicPr>
          <p:cNvPr id="72706" name="Picture 4" descr="666 WFQ"/>
          <p:cNvPicPr>
            <a:picLocks noChangeAspect="1"/>
          </p:cNvPicPr>
          <p:nvPr/>
        </p:nvPicPr>
        <p:blipFill>
          <a:blip r:embed="rId3"/>
          <a:stretch>
            <a:fillRect/>
          </a:stretch>
        </p:blipFill>
        <p:spPr>
          <a:xfrm>
            <a:off x="2387600" y="3844925"/>
            <a:ext cx="5243513" cy="2303463"/>
          </a:xfrm>
          <a:prstGeom prst="rect">
            <a:avLst/>
          </a:prstGeom>
          <a:noFill/>
          <a:ln w="9525">
            <a:noFill/>
          </a:ln>
        </p:spPr>
      </p:pic>
      <p:pic>
        <p:nvPicPr>
          <p:cNvPr id="72707" name="Picture 17" descr="underline_base"/>
          <p:cNvPicPr/>
          <p:nvPr/>
        </p:nvPicPr>
        <p:blipFill>
          <a:blip r:embed="rId4"/>
          <a:stretch>
            <a:fillRect/>
          </a:stretch>
        </p:blipFill>
        <p:spPr>
          <a:xfrm>
            <a:off x="617538" y="846138"/>
            <a:ext cx="6856412" cy="173037"/>
          </a:xfrm>
          <a:prstGeom prst="rect">
            <a:avLst/>
          </a:prstGeom>
          <a:noFill/>
          <a:ln w="9525">
            <a:noFill/>
          </a:ln>
        </p:spPr>
      </p:pic>
      <p:sp>
        <p:nvSpPr>
          <p:cNvPr id="72708" name="Rectangle 2"/>
          <p:cNvSpPr>
            <a:spLocks noGrp="1"/>
          </p:cNvSpPr>
          <p:nvPr>
            <p:ph type="title"/>
          </p:nvPr>
        </p:nvSpPr>
        <p:spPr>
          <a:xfrm>
            <a:off x="533400" y="7938"/>
            <a:ext cx="7772400" cy="1143000"/>
          </a:xfrm>
        </p:spPr>
        <p:txBody>
          <a:bodyPr vert="horz" wrap="square" lIns="91440" tIns="45720" rIns="91440" bIns="45720" anchor="ctr" anchorCtr="0"/>
          <a:lstStyle/>
          <a:p>
            <a:r>
              <a:rPr lang="en-US" altLang="zh-CN" sz="4000"/>
              <a:t>Scheduling policies: still more</a:t>
            </a:r>
          </a:p>
        </p:txBody>
      </p:sp>
      <p:sp>
        <p:nvSpPr>
          <p:cNvPr id="72709"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55</a:t>
            </a:fld>
            <a:endParaRPr lang="en-US" altLang="zh-CN" sz="1200">
              <a:latin typeface="Tahoma" panose="020B0604030504040204" charset="0"/>
            </a:endParaRPr>
          </a:p>
        </p:txBody>
      </p:sp>
      <p:sp>
        <p:nvSpPr>
          <p:cNvPr id="7271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3" name="Picture 2" descr="underline_base"/>
          <p:cNvPicPr/>
          <p:nvPr/>
        </p:nvPicPr>
        <p:blipFill>
          <a:blip r:embed="rId2"/>
          <a:stretch>
            <a:fillRect/>
          </a:stretch>
        </p:blipFill>
        <p:spPr>
          <a:xfrm>
            <a:off x="601663" y="1025525"/>
            <a:ext cx="4113212" cy="173038"/>
          </a:xfrm>
          <a:prstGeom prst="rect">
            <a:avLst/>
          </a:prstGeom>
          <a:noFill/>
          <a:ln w="9525">
            <a:noFill/>
          </a:ln>
        </p:spPr>
      </p:pic>
      <p:sp>
        <p:nvSpPr>
          <p:cNvPr id="74754" name="Rectangle 3"/>
          <p:cNvSpPr>
            <a:spLocks noGrp="1"/>
          </p:cNvSpPr>
          <p:nvPr>
            <p:ph sz="half" idx="1"/>
          </p:nvPr>
        </p:nvSpPr>
        <p:spPr>
          <a:xfrm>
            <a:off x="533400" y="1600200"/>
            <a:ext cx="3963035"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4.1 Overview of Network layer</a:t>
            </a:r>
          </a:p>
          <a:p>
            <a:pPr lvl="1">
              <a:buClr>
                <a:srgbClr val="000099"/>
              </a:buClr>
              <a:buSzTx/>
            </a:pPr>
            <a:r>
              <a:rPr lang="en-US" altLang="zh-CN">
                <a:latin typeface="Gill Sans MT"/>
                <a:ea typeface="MS PGothic" charset="0"/>
                <a:cs typeface="Gill Sans MT"/>
              </a:rPr>
              <a:t>data plane</a:t>
            </a:r>
          </a:p>
          <a:p>
            <a:pPr lvl="1">
              <a:buClr>
                <a:srgbClr val="000099"/>
              </a:buClr>
              <a:buSzTx/>
            </a:pPr>
            <a:r>
              <a:rPr lang="en-US" altLang="zh-CN">
                <a:latin typeface="Gill Sans MT"/>
                <a:ea typeface="MS PGothic" charset="0"/>
                <a:cs typeface="Gill Sans MT"/>
              </a:rPr>
              <a:t>control plane</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4.2 </a:t>
            </a:r>
            <a:r>
              <a:rPr lang="en-US" altLang="zh-CN" sz="2400" b="1">
                <a:solidFill>
                  <a:schemeClr val="accent2"/>
                </a:solidFill>
                <a:latin typeface="+mn-lt"/>
                <a:ea typeface="MS PGothic" charset="0"/>
                <a:cs typeface="MS PGothic" charset="0"/>
              </a:rPr>
              <a:t>What</a:t>
            </a:r>
            <a:r>
              <a:rPr lang="ja-JP" altLang="en-US" sz="2400" b="1">
                <a:solidFill>
                  <a:schemeClr val="accent2"/>
                </a:solidFill>
                <a:latin typeface="+mn-lt"/>
                <a:ea typeface="MS PGothic" charset="0"/>
                <a:cs typeface="MS PGothic" charset="0"/>
              </a:rPr>
              <a:t>’</a:t>
            </a:r>
            <a:r>
              <a:rPr lang="en-US" altLang="ja-JP" sz="2400" b="1">
                <a:solidFill>
                  <a:schemeClr val="accent2"/>
                </a:solidFill>
                <a:latin typeface="+mn-lt"/>
                <a:ea typeface="MS PGothic" charset="0"/>
                <a:cs typeface="MS PGothic" charset="0"/>
              </a:rPr>
              <a:t>s inside a router</a:t>
            </a:r>
            <a:endParaRPr lang="en-US" altLang="ja-JP" sz="2400">
              <a:latin typeface="+mn-lt"/>
              <a:ea typeface="MS PGothic" charset="0"/>
              <a:cs typeface="MS PGothic" charset="0"/>
            </a:endParaRPr>
          </a:p>
          <a:p>
            <a:pPr>
              <a:buClr>
                <a:srgbClr val="000099"/>
              </a:buClr>
              <a:buSzPct val="100000"/>
              <a:buFont typeface="Wingdings" panose="05000000000000000000" pitchFamily="2" charset="2"/>
              <a:buNone/>
            </a:pPr>
            <a:r>
              <a:rPr lang="en-US" altLang="zh-CN" sz="2400">
                <a:solidFill>
                  <a:schemeClr val="tx1"/>
                </a:solidFill>
                <a:latin typeface="+mn-lt"/>
                <a:ea typeface="MS PGothic" charset="0"/>
                <a:cs typeface="MS PGothic" charset="0"/>
              </a:rPr>
              <a:t>4.3 </a:t>
            </a:r>
            <a:r>
              <a:rPr lang="en-US" altLang="zh-CN" sz="2400">
                <a:solidFill>
                  <a:srgbClr val="CC0000"/>
                </a:solidFill>
                <a:latin typeface="+mn-lt"/>
                <a:ea typeface="MS PGothic" charset="0"/>
                <a:cs typeface="MS PGothic" charset="0"/>
              </a:rPr>
              <a:t>IP: Internet Protocol</a:t>
            </a:r>
          </a:p>
          <a:p>
            <a:pPr lvl="1">
              <a:buClr>
                <a:srgbClr val="000099"/>
              </a:buClr>
              <a:buSzTx/>
            </a:pPr>
            <a:r>
              <a:rPr lang="en-US" altLang="zh-CN">
                <a:solidFill>
                  <a:srgbClr val="CC0000"/>
                </a:solidFill>
                <a:latin typeface="Gill Sans MT"/>
                <a:ea typeface="MS PGothic" charset="0"/>
                <a:cs typeface="Gill Sans MT"/>
              </a:rPr>
              <a:t>datagram format</a:t>
            </a:r>
          </a:p>
          <a:p>
            <a:pPr lvl="1">
              <a:buClr>
                <a:srgbClr val="000099"/>
              </a:buClr>
              <a:buSzTx/>
            </a:pPr>
            <a:r>
              <a:rPr lang="en-US" altLang="zh-CN">
                <a:solidFill>
                  <a:srgbClr val="CC0000"/>
                </a:solidFill>
                <a:latin typeface="Gill Sans MT"/>
                <a:ea typeface="MS PGothic" charset="0"/>
                <a:cs typeface="Gill Sans MT"/>
              </a:rPr>
              <a:t>fragmentation</a:t>
            </a:r>
          </a:p>
          <a:p>
            <a:pPr lvl="1">
              <a:buClr>
                <a:srgbClr val="000099"/>
              </a:buClr>
              <a:buSzTx/>
            </a:pPr>
            <a:r>
              <a:rPr lang="en-US" altLang="zh-CN" b="1" u="sng">
                <a:solidFill>
                  <a:srgbClr val="CC0000"/>
                </a:solidFill>
                <a:latin typeface="Gill Sans MT"/>
                <a:ea typeface="MS PGothic" charset="0"/>
                <a:cs typeface="Gill Sans MT"/>
              </a:rPr>
              <a:t>IPv4 addressing</a:t>
            </a:r>
            <a:endParaRPr lang="en-US" altLang="zh-CN">
              <a:solidFill>
                <a:srgbClr val="CC0000"/>
              </a:solidFill>
              <a:latin typeface="Gill Sans MT"/>
              <a:ea typeface="MS PGothic" charset="0"/>
              <a:cs typeface="Gill Sans MT"/>
            </a:endParaRPr>
          </a:p>
          <a:p>
            <a:pPr lvl="1">
              <a:buClr>
                <a:srgbClr val="000099"/>
              </a:buClr>
              <a:buSzTx/>
            </a:pPr>
            <a:r>
              <a:rPr lang="en-US" altLang="zh-CN">
                <a:solidFill>
                  <a:srgbClr val="CC0000"/>
                </a:solidFill>
                <a:latin typeface="Gill Sans MT"/>
                <a:ea typeface="MS PGothic" charset="0"/>
                <a:cs typeface="Gill Sans MT"/>
              </a:rPr>
              <a:t>network address translation</a:t>
            </a:r>
          </a:p>
          <a:p>
            <a:pPr lvl="1">
              <a:buClr>
                <a:srgbClr val="000099"/>
              </a:buClr>
              <a:buSzTx/>
            </a:pPr>
            <a:r>
              <a:rPr lang="en-US" altLang="zh-CN">
                <a:solidFill>
                  <a:srgbClr val="CC0000"/>
                </a:solidFill>
                <a:latin typeface="Gill Sans MT"/>
                <a:ea typeface="MS PGothic" charset="0"/>
                <a:cs typeface="Gill Sans MT"/>
              </a:rPr>
              <a:t>IPv6</a:t>
            </a:r>
          </a:p>
        </p:txBody>
      </p:sp>
      <p:sp>
        <p:nvSpPr>
          <p:cNvPr id="74755" name="Rectangle 4"/>
          <p:cNvSpPr>
            <a:spLocks noGrp="1"/>
          </p:cNvSpPr>
          <p:nvPr>
            <p:ph sz="half" idx="2"/>
          </p:nvPr>
        </p:nvSpPr>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4.4 Generalized Forward and SDN</a:t>
            </a:r>
          </a:p>
          <a:p>
            <a:pPr lvl="1">
              <a:buClr>
                <a:srgbClr val="000099"/>
              </a:buClr>
              <a:buSzTx/>
            </a:pPr>
            <a:r>
              <a:rPr lang="en-US" altLang="zh-CN">
                <a:latin typeface="Gill Sans MT"/>
                <a:ea typeface="MS PGothic" charset="0"/>
                <a:cs typeface="Gill Sans MT"/>
              </a:rPr>
              <a:t>match</a:t>
            </a:r>
          </a:p>
          <a:p>
            <a:pPr lvl="1">
              <a:buClr>
                <a:srgbClr val="000099"/>
              </a:buClr>
              <a:buSzTx/>
            </a:pPr>
            <a:r>
              <a:rPr lang="en-US" altLang="zh-CN">
                <a:latin typeface="Gill Sans MT"/>
                <a:ea typeface="MS PGothic" charset="0"/>
                <a:cs typeface="Gill Sans MT"/>
              </a:rPr>
              <a:t>action</a:t>
            </a:r>
          </a:p>
          <a:p>
            <a:pPr lvl="1">
              <a:buClr>
                <a:srgbClr val="000099"/>
              </a:buClr>
              <a:buSzTx/>
            </a:pPr>
            <a:r>
              <a:rPr lang="en-US" altLang="zh-CN">
                <a:latin typeface="Gill Sans MT"/>
                <a:ea typeface="MS PGothic" charset="0"/>
                <a:cs typeface="Gill Sans MT"/>
              </a:rPr>
              <a:t>OpenFlow  examples of match-plus-action in action</a:t>
            </a:r>
          </a:p>
          <a:p>
            <a:pPr>
              <a:buClr>
                <a:srgbClr val="000099"/>
              </a:buClr>
              <a:buSzPct val="100000"/>
            </a:pPr>
            <a:endParaRPr lang="en-US" altLang="zh-CN" sz="2400">
              <a:latin typeface="+mn-lt"/>
              <a:ea typeface="MS PGothic" charset="0"/>
              <a:cs typeface="MS PGothic" charset="0"/>
            </a:endParaRPr>
          </a:p>
        </p:txBody>
      </p:sp>
      <p:sp>
        <p:nvSpPr>
          <p:cNvPr id="74756" name="Rectangle 2"/>
          <p:cNvSpPr/>
          <p:nvPr/>
        </p:nvSpPr>
        <p:spPr>
          <a:xfrm>
            <a:off x="533400" y="228600"/>
            <a:ext cx="7772400"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Chapter 4: outline</a:t>
            </a:r>
          </a:p>
        </p:txBody>
      </p:sp>
      <p:sp>
        <p:nvSpPr>
          <p:cNvPr id="74757"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56</a:t>
            </a:fld>
            <a:endParaRPr lang="en-US" altLang="zh-CN" sz="1200">
              <a:latin typeface="Tahoma" panose="020B0604030504040204" charset="0"/>
            </a:endParaRPr>
          </a:p>
        </p:txBody>
      </p:sp>
      <p:sp>
        <p:nvSpPr>
          <p:cNvPr id="74758"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2"/>
          <p:cNvSpPr/>
          <p:nvPr/>
        </p:nvSpPr>
        <p:spPr>
          <a:xfrm>
            <a:off x="1704975" y="1781175"/>
            <a:ext cx="6534150" cy="4076700"/>
          </a:xfrm>
          <a:prstGeom prst="rect">
            <a:avLst/>
          </a:prstGeom>
          <a:solidFill>
            <a:schemeClr val="bg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778" name="Rectangle 3"/>
          <p:cNvSpPr/>
          <p:nvPr/>
        </p:nvSpPr>
        <p:spPr>
          <a:xfrm>
            <a:off x="1638300" y="1855788"/>
            <a:ext cx="6534150" cy="4076700"/>
          </a:xfrm>
          <a:prstGeom prst="rect">
            <a:avLst/>
          </a:prstGeom>
          <a:solidFill>
            <a:srgbClr val="FFFFFF"/>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779" name="Rectangle 4"/>
          <p:cNvSpPr>
            <a:spLocks noGrp="1"/>
          </p:cNvSpPr>
          <p:nvPr>
            <p:ph type="title"/>
          </p:nvPr>
        </p:nvSpPr>
        <p:spPr>
          <a:xfrm>
            <a:off x="419100" y="133350"/>
            <a:ext cx="7772400" cy="1143000"/>
          </a:xfrm>
        </p:spPr>
        <p:txBody>
          <a:bodyPr vert="horz" wrap="square" lIns="91440" tIns="45720" rIns="91440" bIns="45720" anchor="ctr" anchorCtr="0"/>
          <a:lstStyle/>
          <a:p>
            <a:r>
              <a:rPr lang="en-US" altLang="zh-CN" sz="4000"/>
              <a:t>The Internet network layer</a:t>
            </a:r>
            <a:endParaRPr lang="en-US" altLang="zh-CN"/>
          </a:p>
        </p:txBody>
      </p:sp>
      <p:grpSp>
        <p:nvGrpSpPr>
          <p:cNvPr id="75780" name="Group 6"/>
          <p:cNvGrpSpPr/>
          <p:nvPr/>
        </p:nvGrpSpPr>
        <p:grpSpPr>
          <a:xfrm>
            <a:off x="3763963" y="3479800"/>
            <a:ext cx="1258887" cy="1214438"/>
            <a:chOff x="3992" y="2883"/>
            <a:chExt cx="613" cy="765"/>
          </a:xfrm>
        </p:grpSpPr>
        <p:sp>
          <p:nvSpPr>
            <p:cNvPr id="75805" name="Rectangle 7"/>
            <p:cNvSpPr/>
            <p:nvPr/>
          </p:nvSpPr>
          <p:spPr>
            <a:xfrm>
              <a:off x="4023" y="2883"/>
              <a:ext cx="582" cy="738"/>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806" name="Rectangle 8"/>
            <p:cNvSpPr/>
            <p:nvPr/>
          </p:nvSpPr>
          <p:spPr>
            <a:xfrm>
              <a:off x="3996" y="2910"/>
              <a:ext cx="582" cy="738"/>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807" name="Text Box 9"/>
            <p:cNvSpPr txBox="1"/>
            <p:nvPr/>
          </p:nvSpPr>
          <p:spPr>
            <a:xfrm>
              <a:off x="3992" y="3071"/>
              <a:ext cx="609"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forwarding</a:t>
              </a:r>
            </a:p>
            <a:p>
              <a:pPr marL="0" lvl="0" indent="0" algn="ctr">
                <a:lnSpc>
                  <a:spcPct val="100000"/>
                </a:lnSpc>
                <a:spcBef>
                  <a:spcPct val="0"/>
                </a:spcBef>
                <a:buClrTx/>
                <a:buSzTx/>
                <a:buFontTx/>
                <a:buNone/>
              </a:pPr>
              <a:r>
                <a:rPr lang="en-US" altLang="zh-CN" sz="1800">
                  <a:latin typeface="Arial" panose="020B0604020202090204" pitchFamily="34" charset="0"/>
                </a:rPr>
                <a:t>table</a:t>
              </a:r>
            </a:p>
          </p:txBody>
        </p:sp>
        <p:sp>
          <p:nvSpPr>
            <p:cNvPr id="75808" name="Line 10"/>
            <p:cNvSpPr/>
            <p:nvPr/>
          </p:nvSpPr>
          <p:spPr>
            <a:xfrm>
              <a:off x="4065" y="2994"/>
              <a:ext cx="435" cy="0"/>
            </a:xfrm>
            <a:prstGeom prst="line">
              <a:avLst/>
            </a:prstGeom>
            <a:ln w="19050" cap="flat" cmpd="sng">
              <a:solidFill>
                <a:schemeClr val="tx1"/>
              </a:solidFill>
              <a:prstDash val="solid"/>
              <a:headEnd type="none" w="med" len="med"/>
              <a:tailEnd type="none" w="med" len="med"/>
            </a:ln>
          </p:spPr>
        </p:sp>
        <p:sp>
          <p:nvSpPr>
            <p:cNvPr id="75809" name="Line 11"/>
            <p:cNvSpPr/>
            <p:nvPr/>
          </p:nvSpPr>
          <p:spPr>
            <a:xfrm>
              <a:off x="4071" y="3048"/>
              <a:ext cx="435" cy="0"/>
            </a:xfrm>
            <a:prstGeom prst="line">
              <a:avLst/>
            </a:prstGeom>
            <a:ln w="19050" cap="flat" cmpd="sng">
              <a:solidFill>
                <a:schemeClr val="tx1"/>
              </a:solidFill>
              <a:prstDash val="solid"/>
              <a:headEnd type="none" w="med" len="med"/>
              <a:tailEnd type="none" w="med" len="med"/>
            </a:ln>
          </p:spPr>
        </p:sp>
        <p:sp>
          <p:nvSpPr>
            <p:cNvPr id="75810" name="Line 12"/>
            <p:cNvSpPr/>
            <p:nvPr/>
          </p:nvSpPr>
          <p:spPr>
            <a:xfrm>
              <a:off x="4074" y="3102"/>
              <a:ext cx="435" cy="0"/>
            </a:xfrm>
            <a:prstGeom prst="line">
              <a:avLst/>
            </a:prstGeom>
            <a:ln w="19050" cap="flat" cmpd="sng">
              <a:solidFill>
                <a:schemeClr val="tx1"/>
              </a:solidFill>
              <a:prstDash val="solid"/>
              <a:headEnd type="none" w="med" len="med"/>
              <a:tailEnd type="none" w="med" len="med"/>
            </a:ln>
          </p:spPr>
        </p:sp>
        <p:sp>
          <p:nvSpPr>
            <p:cNvPr id="75811" name="Line 13"/>
            <p:cNvSpPr/>
            <p:nvPr/>
          </p:nvSpPr>
          <p:spPr>
            <a:xfrm>
              <a:off x="4065" y="3477"/>
              <a:ext cx="435" cy="0"/>
            </a:xfrm>
            <a:prstGeom prst="line">
              <a:avLst/>
            </a:prstGeom>
            <a:ln w="19050" cap="flat" cmpd="sng">
              <a:solidFill>
                <a:schemeClr val="tx1"/>
              </a:solidFill>
              <a:prstDash val="solid"/>
              <a:headEnd type="none" w="med" len="med"/>
              <a:tailEnd type="none" w="med" len="med"/>
            </a:ln>
          </p:spPr>
        </p:sp>
        <p:sp>
          <p:nvSpPr>
            <p:cNvPr id="75812" name="Line 14"/>
            <p:cNvSpPr/>
            <p:nvPr/>
          </p:nvSpPr>
          <p:spPr>
            <a:xfrm>
              <a:off x="4068" y="3528"/>
              <a:ext cx="435" cy="0"/>
            </a:xfrm>
            <a:prstGeom prst="line">
              <a:avLst/>
            </a:prstGeom>
            <a:ln w="19050" cap="flat" cmpd="sng">
              <a:solidFill>
                <a:schemeClr val="tx1"/>
              </a:solidFill>
              <a:prstDash val="solid"/>
              <a:headEnd type="none" w="med" len="med"/>
              <a:tailEnd type="none" w="med" len="med"/>
            </a:ln>
          </p:spPr>
        </p:sp>
        <p:sp>
          <p:nvSpPr>
            <p:cNvPr id="75813" name="Line 15"/>
            <p:cNvSpPr/>
            <p:nvPr/>
          </p:nvSpPr>
          <p:spPr>
            <a:xfrm>
              <a:off x="4071" y="3579"/>
              <a:ext cx="435" cy="0"/>
            </a:xfrm>
            <a:prstGeom prst="line">
              <a:avLst/>
            </a:prstGeom>
            <a:ln w="19050" cap="flat" cmpd="sng">
              <a:solidFill>
                <a:schemeClr val="tx1"/>
              </a:solidFill>
              <a:prstDash val="solid"/>
              <a:headEnd type="none" w="med" len="med"/>
              <a:tailEnd type="none" w="med" len="med"/>
            </a:ln>
          </p:spPr>
        </p:sp>
      </p:grpSp>
      <p:sp>
        <p:nvSpPr>
          <p:cNvPr id="33800" name="Rectangle 16"/>
          <p:cNvSpPr>
            <a:spLocks noGrp="1" noChangeArrowheads="1"/>
          </p:cNvSpPr>
          <p:nvPr>
            <p:ph sz="half" idx="1"/>
          </p:nvPr>
        </p:nvSpPr>
        <p:spPr>
          <a:xfrm>
            <a:off x="558800" y="1189038"/>
            <a:ext cx="7534275" cy="438150"/>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2400" b="0" i="0" u="sng" strike="noStrike" kern="0" cap="none" spc="0" normalizeH="0" baseline="0" noProof="0">
                <a:ln>
                  <a:noFill/>
                </a:ln>
                <a:solidFill>
                  <a:srgbClr val="C00000"/>
                </a:solidFill>
                <a:effectLst/>
                <a:uLnTx/>
                <a:uFillTx/>
                <a:latin typeface="+mn-lt"/>
                <a:ea typeface="MS PGothic" charset="0"/>
                <a:cs typeface="+mn-cs"/>
              </a:rPr>
              <a:t>host, router</a:t>
            </a:r>
            <a:r>
              <a:rPr kumimoji="0" lang="en-US" sz="2400" b="0" i="0" u="none" strike="noStrike" kern="0" cap="none" spc="0" normalizeH="0" baseline="0" noProof="0">
                <a:ln>
                  <a:noFill/>
                </a:ln>
                <a:solidFill>
                  <a:schemeClr val="tx1"/>
                </a:solidFill>
                <a:effectLst/>
                <a:uLnTx/>
                <a:uFillTx/>
                <a:latin typeface="+mn-lt"/>
                <a:ea typeface="MS PGothic" charset="0"/>
                <a:cs typeface="+mn-cs"/>
              </a:rPr>
              <a:t> network layer functions:</a:t>
            </a:r>
          </a:p>
        </p:txBody>
      </p:sp>
      <p:sp>
        <p:nvSpPr>
          <p:cNvPr id="75782" name="Line 17"/>
          <p:cNvSpPr/>
          <p:nvPr/>
        </p:nvSpPr>
        <p:spPr>
          <a:xfrm flipV="1">
            <a:off x="1628775" y="5410200"/>
            <a:ext cx="6505575" cy="9525"/>
          </a:xfrm>
          <a:prstGeom prst="line">
            <a:avLst/>
          </a:prstGeom>
          <a:ln w="19050" cap="flat" cmpd="sng">
            <a:solidFill>
              <a:schemeClr val="tx1"/>
            </a:solidFill>
            <a:prstDash val="solid"/>
            <a:headEnd type="none" w="med" len="med"/>
            <a:tailEnd type="none" w="med" len="med"/>
          </a:ln>
        </p:spPr>
      </p:sp>
      <p:sp>
        <p:nvSpPr>
          <p:cNvPr id="75783" name="Line 18"/>
          <p:cNvSpPr/>
          <p:nvPr/>
        </p:nvSpPr>
        <p:spPr>
          <a:xfrm flipV="1">
            <a:off x="1657350" y="4886325"/>
            <a:ext cx="6524625" cy="9525"/>
          </a:xfrm>
          <a:prstGeom prst="line">
            <a:avLst/>
          </a:prstGeom>
          <a:ln w="19050" cap="flat" cmpd="sng">
            <a:solidFill>
              <a:schemeClr val="tx1"/>
            </a:solidFill>
            <a:prstDash val="solid"/>
            <a:headEnd type="none" w="med" len="med"/>
            <a:tailEnd type="none" w="med" len="med"/>
          </a:ln>
        </p:spPr>
      </p:sp>
      <p:sp>
        <p:nvSpPr>
          <p:cNvPr id="75784" name="Rectangle 20"/>
          <p:cNvSpPr/>
          <p:nvPr/>
        </p:nvSpPr>
        <p:spPr>
          <a:xfrm>
            <a:off x="1914525" y="2667000"/>
            <a:ext cx="1999615" cy="819150"/>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785" name="Rectangle 21"/>
          <p:cNvSpPr/>
          <p:nvPr/>
        </p:nvSpPr>
        <p:spPr>
          <a:xfrm>
            <a:off x="1847850" y="2733675"/>
            <a:ext cx="1978660" cy="819150"/>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786" name="Text Box 22"/>
          <p:cNvSpPr txBox="1"/>
          <p:nvPr/>
        </p:nvSpPr>
        <p:spPr>
          <a:xfrm>
            <a:off x="1939608" y="2699385"/>
            <a:ext cx="1860550" cy="85566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i="1">
                <a:solidFill>
                  <a:srgbClr val="CC0000"/>
                </a:solidFill>
              </a:rPr>
              <a:t>routing protocols</a:t>
            </a:r>
          </a:p>
          <a:p>
            <a:pPr marL="0" lvl="0" indent="0">
              <a:lnSpc>
                <a:spcPct val="100000"/>
              </a:lnSpc>
              <a:spcBef>
                <a:spcPct val="0"/>
              </a:spcBef>
              <a:buClrTx/>
              <a:buSzTx/>
              <a:buFontTx/>
              <a:buChar char="•"/>
            </a:pPr>
            <a:r>
              <a:rPr lang="en-US" altLang="zh-CN" sz="1600">
                <a:latin typeface="Arial" panose="020B0604020202090204" pitchFamily="34" charset="0"/>
              </a:rPr>
              <a:t> path selection</a:t>
            </a:r>
          </a:p>
          <a:p>
            <a:pPr marL="0" lvl="0" indent="0">
              <a:lnSpc>
                <a:spcPct val="100000"/>
              </a:lnSpc>
              <a:spcBef>
                <a:spcPct val="0"/>
              </a:spcBef>
              <a:buClrTx/>
              <a:buSzTx/>
              <a:buFontTx/>
              <a:buChar char="•"/>
            </a:pPr>
            <a:r>
              <a:rPr lang="en-US" altLang="zh-CN" sz="1600">
                <a:latin typeface="Arial" panose="020B0604020202090204" pitchFamily="34" charset="0"/>
              </a:rPr>
              <a:t> RIP, OSPF, BGP</a:t>
            </a:r>
            <a:endParaRPr lang="en-US" altLang="zh-CN" sz="1800">
              <a:latin typeface="Arial" panose="020B0604020202090204" pitchFamily="34" charset="0"/>
            </a:endParaRPr>
          </a:p>
        </p:txBody>
      </p:sp>
      <p:sp>
        <p:nvSpPr>
          <p:cNvPr id="75787" name="Freeform 23"/>
          <p:cNvSpPr/>
          <p:nvPr/>
        </p:nvSpPr>
        <p:spPr>
          <a:xfrm>
            <a:off x="3143250" y="3657600"/>
            <a:ext cx="628650" cy="390525"/>
          </a:xfrm>
          <a:custGeom>
            <a:avLst/>
            <a:gdLst>
              <a:gd name="txL" fmla="*/ 0 w 396"/>
              <a:gd name="txT" fmla="*/ 0 h 246"/>
              <a:gd name="txR" fmla="*/ 396 w 396"/>
              <a:gd name="txB" fmla="*/ 246 h 246"/>
            </a:gdLst>
            <a:ahLst/>
            <a:cxnLst>
              <a:cxn ang="0">
                <a:pos x="0" y="0"/>
              </a:cxn>
              <a:cxn ang="0">
                <a:pos x="2147483646" y="2147483646"/>
              </a:cxn>
              <a:cxn ang="0">
                <a:pos x="2147483646" y="2147483646"/>
              </a:cxn>
            </a:cxnLst>
            <a:rect l="txL" t="txT" r="txR" b="txB"/>
            <a:pathLst>
              <a:path w="396" h="246">
                <a:moveTo>
                  <a:pt x="0" y="0"/>
                </a:moveTo>
                <a:cubicBezTo>
                  <a:pt x="30" y="16"/>
                  <a:pt x="42" y="126"/>
                  <a:pt x="150" y="186"/>
                </a:cubicBezTo>
                <a:cubicBezTo>
                  <a:pt x="258" y="246"/>
                  <a:pt x="345" y="205"/>
                  <a:pt x="396" y="210"/>
                </a:cubicBezTo>
              </a:path>
            </a:pathLst>
          </a:custGeom>
          <a:noFill/>
          <a:ln w="38100" cap="flat" cmpd="sng">
            <a:solidFill>
              <a:srgbClr val="000099">
                <a:alpha val="100000"/>
              </a:srgbClr>
            </a:solidFill>
            <a:prstDash val="solid"/>
            <a:round/>
            <a:headEnd type="triangle" w="med" len="med"/>
            <a:tailEnd type="triangle" w="med" len="med"/>
          </a:ln>
        </p:spPr>
        <p:txBody>
          <a:bodyPr/>
          <a:lstStyle/>
          <a:p>
            <a:endParaRPr lang="zh-CN" altLang="en-US"/>
          </a:p>
        </p:txBody>
      </p:sp>
      <p:grpSp>
        <p:nvGrpSpPr>
          <p:cNvPr id="75788" name="Group 24"/>
          <p:cNvGrpSpPr/>
          <p:nvPr/>
        </p:nvGrpSpPr>
        <p:grpSpPr>
          <a:xfrm>
            <a:off x="5092700" y="2576513"/>
            <a:ext cx="3000375" cy="1181100"/>
            <a:chOff x="102" y="1272"/>
            <a:chExt cx="1890" cy="744"/>
          </a:xfrm>
        </p:grpSpPr>
        <p:sp>
          <p:nvSpPr>
            <p:cNvPr id="75802" name="Rectangle 25"/>
            <p:cNvSpPr/>
            <p:nvPr/>
          </p:nvSpPr>
          <p:spPr>
            <a:xfrm>
              <a:off x="144" y="1272"/>
              <a:ext cx="1848" cy="690"/>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803" name="Rectangle 26"/>
            <p:cNvSpPr/>
            <p:nvPr/>
          </p:nvSpPr>
          <p:spPr>
            <a:xfrm>
              <a:off x="102" y="1314"/>
              <a:ext cx="1848" cy="702"/>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804" name="Text Box 27"/>
            <p:cNvSpPr txBox="1"/>
            <p:nvPr/>
          </p:nvSpPr>
          <p:spPr>
            <a:xfrm>
              <a:off x="116" y="1287"/>
              <a:ext cx="1810" cy="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rPr>
                <a:t>IP protocol</a:t>
              </a:r>
            </a:p>
            <a:p>
              <a:pPr marL="0" lvl="0" indent="0">
                <a:lnSpc>
                  <a:spcPct val="100000"/>
                </a:lnSpc>
                <a:spcBef>
                  <a:spcPct val="0"/>
                </a:spcBef>
                <a:buClrTx/>
                <a:buSzTx/>
                <a:buFontTx/>
                <a:buChar char="•"/>
              </a:pPr>
              <a:r>
                <a:rPr lang="en-US" altLang="zh-CN" sz="1600">
                  <a:latin typeface="Arial" panose="020B0604020202090204" pitchFamily="34" charset="0"/>
                </a:rPr>
                <a:t> addressing conventions</a:t>
              </a:r>
            </a:p>
            <a:p>
              <a:pPr marL="0" lvl="0" indent="0">
                <a:lnSpc>
                  <a:spcPct val="100000"/>
                </a:lnSpc>
                <a:spcBef>
                  <a:spcPct val="0"/>
                </a:spcBef>
                <a:buClrTx/>
                <a:buSzTx/>
                <a:buFontTx/>
                <a:buChar char="•"/>
              </a:pPr>
              <a:r>
                <a:rPr lang="en-US" altLang="zh-CN" sz="1600">
                  <a:latin typeface="Arial" panose="020B0604020202090204" pitchFamily="34" charset="0"/>
                </a:rPr>
                <a:t> datagram format</a:t>
              </a:r>
            </a:p>
            <a:p>
              <a:pPr marL="0" lvl="0" indent="0">
                <a:lnSpc>
                  <a:spcPct val="100000"/>
                </a:lnSpc>
                <a:spcBef>
                  <a:spcPct val="0"/>
                </a:spcBef>
                <a:buClrTx/>
                <a:buSzTx/>
                <a:buFontTx/>
                <a:buChar char="•"/>
              </a:pPr>
              <a:r>
                <a:rPr lang="en-US" altLang="zh-CN" sz="1600">
                  <a:latin typeface="Arial" panose="020B0604020202090204" pitchFamily="34" charset="0"/>
                </a:rPr>
                <a:t> packet handling conventions</a:t>
              </a:r>
              <a:endParaRPr lang="en-US" altLang="zh-CN" sz="1800">
                <a:latin typeface="Arial" panose="020B0604020202090204" pitchFamily="34" charset="0"/>
              </a:endParaRPr>
            </a:p>
          </p:txBody>
        </p:sp>
      </p:grpSp>
      <p:sp>
        <p:nvSpPr>
          <p:cNvPr id="75789" name="Rectangle 29"/>
          <p:cNvSpPr/>
          <p:nvPr/>
        </p:nvSpPr>
        <p:spPr>
          <a:xfrm>
            <a:off x="5216525" y="3878580"/>
            <a:ext cx="1999615" cy="847725"/>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790" name="Rectangle 30"/>
          <p:cNvSpPr/>
          <p:nvPr/>
        </p:nvSpPr>
        <p:spPr>
          <a:xfrm>
            <a:off x="5149850" y="3946525"/>
            <a:ext cx="1999615" cy="847725"/>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5791" name="Text Box 31"/>
          <p:cNvSpPr txBox="1"/>
          <p:nvPr/>
        </p:nvSpPr>
        <p:spPr>
          <a:xfrm>
            <a:off x="5162550" y="3911600"/>
            <a:ext cx="1965960" cy="891540"/>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rPr>
              <a:t>ICMP protocol</a:t>
            </a:r>
          </a:p>
          <a:p>
            <a:pPr marL="0" lvl="0" indent="0">
              <a:lnSpc>
                <a:spcPct val="100000"/>
              </a:lnSpc>
              <a:spcBef>
                <a:spcPct val="0"/>
              </a:spcBef>
              <a:buClrTx/>
              <a:buSzTx/>
              <a:buFontTx/>
              <a:buChar char="•"/>
            </a:pPr>
            <a:r>
              <a:rPr lang="en-US" altLang="zh-CN" sz="1600">
                <a:latin typeface="Arial" panose="020B0604020202090204" pitchFamily="34" charset="0"/>
              </a:rPr>
              <a:t> error reporting</a:t>
            </a:r>
          </a:p>
          <a:p>
            <a:pPr marL="0" lvl="0" indent="0">
              <a:lnSpc>
                <a:spcPct val="100000"/>
              </a:lnSpc>
              <a:spcBef>
                <a:spcPct val="0"/>
              </a:spcBef>
              <a:buClrTx/>
              <a:buSzTx/>
              <a:buFontTx/>
              <a:buChar char="•"/>
            </a:pPr>
            <a:r>
              <a:rPr lang="en-US" altLang="zh-CN" sz="1600">
                <a:latin typeface="Arial" panose="020B0604020202090204" pitchFamily="34" charset="0"/>
              </a:rPr>
              <a:t> router </a:t>
            </a:r>
            <a:r>
              <a:rPr lang="ja-JP" altLang="en-US" sz="1600">
                <a:latin typeface="Arial" panose="020B0604020202090204" pitchFamily="34" charset="0"/>
              </a:rPr>
              <a:t>“</a:t>
            </a:r>
            <a:r>
              <a:rPr lang="en-US" altLang="ja-JP" sz="1600">
                <a:latin typeface="Arial" panose="020B0604020202090204" pitchFamily="34" charset="0"/>
              </a:rPr>
              <a:t>signaling</a:t>
            </a:r>
            <a:r>
              <a:rPr lang="ja-JP" altLang="en-US" sz="1600">
                <a:latin typeface="Arial" panose="020B0604020202090204" pitchFamily="34" charset="0"/>
              </a:rPr>
              <a:t>”</a:t>
            </a:r>
            <a:endParaRPr lang="en-US" altLang="zh-CN" sz="1800">
              <a:latin typeface="Arial" panose="020B0604020202090204" pitchFamily="34" charset="0"/>
            </a:endParaRPr>
          </a:p>
        </p:txBody>
      </p:sp>
      <p:sp>
        <p:nvSpPr>
          <p:cNvPr id="75792" name="Line 32"/>
          <p:cNvSpPr/>
          <p:nvPr/>
        </p:nvSpPr>
        <p:spPr>
          <a:xfrm flipV="1">
            <a:off x="1657350" y="2466975"/>
            <a:ext cx="6524625" cy="9525"/>
          </a:xfrm>
          <a:prstGeom prst="line">
            <a:avLst/>
          </a:prstGeom>
          <a:ln w="19050" cap="flat" cmpd="sng">
            <a:solidFill>
              <a:schemeClr val="tx1"/>
            </a:solidFill>
            <a:prstDash val="solid"/>
            <a:headEnd type="none" w="med" len="med"/>
            <a:tailEnd type="none" w="med" len="med"/>
          </a:ln>
        </p:spPr>
      </p:sp>
      <p:sp>
        <p:nvSpPr>
          <p:cNvPr id="75793" name="Text Box 33"/>
          <p:cNvSpPr txBox="1"/>
          <p:nvPr/>
        </p:nvSpPr>
        <p:spPr>
          <a:xfrm>
            <a:off x="3098800" y="1989138"/>
            <a:ext cx="28384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chemeClr val="bg2"/>
                </a:solidFill>
                <a:latin typeface="Arial" panose="020B0604020202090204" pitchFamily="34" charset="0"/>
              </a:rPr>
              <a:t>transport layer: TCP, UDP</a:t>
            </a:r>
            <a:endParaRPr lang="en-US" altLang="zh-CN" sz="1800">
              <a:latin typeface="Arial" panose="020B0604020202090204" pitchFamily="34" charset="0"/>
            </a:endParaRPr>
          </a:p>
        </p:txBody>
      </p:sp>
      <p:sp>
        <p:nvSpPr>
          <p:cNvPr id="75794" name="Text Box 34"/>
          <p:cNvSpPr txBox="1"/>
          <p:nvPr/>
        </p:nvSpPr>
        <p:spPr>
          <a:xfrm>
            <a:off x="4213225" y="4960938"/>
            <a:ext cx="10858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chemeClr val="bg2"/>
                </a:solidFill>
                <a:latin typeface="Arial" panose="020B0604020202090204" pitchFamily="34" charset="0"/>
              </a:rPr>
              <a:t>link layer</a:t>
            </a:r>
            <a:endParaRPr lang="en-US" altLang="zh-CN" sz="1800">
              <a:latin typeface="Arial" panose="020B0604020202090204" pitchFamily="34" charset="0"/>
            </a:endParaRPr>
          </a:p>
        </p:txBody>
      </p:sp>
      <p:sp>
        <p:nvSpPr>
          <p:cNvPr id="75795" name="Text Box 35"/>
          <p:cNvSpPr txBox="1"/>
          <p:nvPr/>
        </p:nvSpPr>
        <p:spPr>
          <a:xfrm>
            <a:off x="4060825" y="5484813"/>
            <a:ext cx="15684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chemeClr val="bg2"/>
                </a:solidFill>
                <a:latin typeface="Arial" panose="020B0604020202090204" pitchFamily="34" charset="0"/>
              </a:rPr>
              <a:t>physical layer</a:t>
            </a:r>
            <a:endParaRPr lang="en-US" altLang="zh-CN" sz="1800">
              <a:latin typeface="Arial" panose="020B0604020202090204" pitchFamily="34" charset="0"/>
            </a:endParaRPr>
          </a:p>
        </p:txBody>
      </p:sp>
      <p:sp>
        <p:nvSpPr>
          <p:cNvPr id="75796" name="Text Box 36"/>
          <p:cNvSpPr txBox="1"/>
          <p:nvPr/>
        </p:nvSpPr>
        <p:spPr>
          <a:xfrm>
            <a:off x="319088" y="3259138"/>
            <a:ext cx="1252537" cy="8223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2400">
                <a:solidFill>
                  <a:srgbClr val="CC0000"/>
                </a:solidFill>
                <a:latin typeface="Arial" panose="020B0604020202090204" pitchFamily="34" charset="0"/>
              </a:rPr>
              <a:t>network</a:t>
            </a:r>
          </a:p>
          <a:p>
            <a:pPr marL="0" lvl="0" indent="0" algn="r">
              <a:lnSpc>
                <a:spcPct val="100000"/>
              </a:lnSpc>
              <a:spcBef>
                <a:spcPct val="0"/>
              </a:spcBef>
              <a:buClrTx/>
              <a:buSzTx/>
              <a:buFontTx/>
              <a:buNone/>
            </a:pPr>
            <a:r>
              <a:rPr lang="en-US" altLang="zh-CN" sz="2400">
                <a:solidFill>
                  <a:srgbClr val="CC0000"/>
                </a:solidFill>
                <a:latin typeface="Arial" panose="020B0604020202090204" pitchFamily="34" charset="0"/>
              </a:rPr>
              <a:t>layer</a:t>
            </a:r>
            <a:endParaRPr lang="en-US" altLang="zh-CN" sz="1800">
              <a:solidFill>
                <a:srgbClr val="CC0000"/>
              </a:solidFill>
              <a:latin typeface="Arial" panose="020B0604020202090204" pitchFamily="34" charset="0"/>
            </a:endParaRPr>
          </a:p>
        </p:txBody>
      </p:sp>
      <p:sp>
        <p:nvSpPr>
          <p:cNvPr id="75797" name="Line 37"/>
          <p:cNvSpPr/>
          <p:nvPr/>
        </p:nvSpPr>
        <p:spPr>
          <a:xfrm flipV="1">
            <a:off x="1381125" y="2486025"/>
            <a:ext cx="0" cy="742950"/>
          </a:xfrm>
          <a:prstGeom prst="line">
            <a:avLst/>
          </a:prstGeom>
          <a:ln w="28575" cap="flat" cmpd="sng">
            <a:solidFill>
              <a:srgbClr val="CC0000"/>
            </a:solidFill>
            <a:prstDash val="solid"/>
            <a:headEnd type="none" w="med" len="med"/>
            <a:tailEnd type="triangle" w="med" len="med"/>
          </a:ln>
        </p:spPr>
      </p:sp>
      <p:sp>
        <p:nvSpPr>
          <p:cNvPr id="75798" name="Line 38"/>
          <p:cNvSpPr/>
          <p:nvPr/>
        </p:nvSpPr>
        <p:spPr>
          <a:xfrm>
            <a:off x="1381125" y="4152900"/>
            <a:ext cx="0" cy="742950"/>
          </a:xfrm>
          <a:prstGeom prst="line">
            <a:avLst/>
          </a:prstGeom>
          <a:ln w="28575" cap="flat" cmpd="sng">
            <a:solidFill>
              <a:srgbClr val="CC0000"/>
            </a:solidFill>
            <a:prstDash val="solid"/>
            <a:headEnd type="none" w="med" len="med"/>
            <a:tailEnd type="triangle" w="med" len="med"/>
          </a:ln>
        </p:spPr>
      </p:sp>
      <p:pic>
        <p:nvPicPr>
          <p:cNvPr id="75799" name="Picture 40" descr="underline_base"/>
          <p:cNvPicPr/>
          <p:nvPr/>
        </p:nvPicPr>
        <p:blipFill>
          <a:blip r:embed="rId2"/>
          <a:stretch>
            <a:fillRect/>
          </a:stretch>
        </p:blipFill>
        <p:spPr>
          <a:xfrm>
            <a:off x="560388" y="938213"/>
            <a:ext cx="5942012" cy="173037"/>
          </a:xfrm>
          <a:prstGeom prst="rect">
            <a:avLst/>
          </a:prstGeom>
          <a:noFill/>
          <a:ln w="9525">
            <a:noFill/>
          </a:ln>
        </p:spPr>
      </p:pic>
      <p:sp>
        <p:nvSpPr>
          <p:cNvPr id="7580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57</a:t>
            </a:fld>
            <a:endParaRPr lang="en-US" altLang="zh-CN" sz="1200">
              <a:latin typeface="Tahoma" panose="020B0604030504040204" charset="0"/>
            </a:endParaRPr>
          </a:p>
        </p:txBody>
      </p:sp>
      <p:sp>
        <p:nvSpPr>
          <p:cNvPr id="7580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2" name="圆角矩形标注 1"/>
          <p:cNvSpPr/>
          <p:nvPr/>
        </p:nvSpPr>
        <p:spPr>
          <a:xfrm>
            <a:off x="7534910" y="1911350"/>
            <a:ext cx="1382395" cy="549910"/>
          </a:xfrm>
          <a:prstGeom prst="wedgeRoundRectCallout">
            <a:avLst>
              <a:gd name="adj1" fmla="val -40292"/>
              <a:gd name="adj2" fmla="val 219053"/>
              <a:gd name="adj3" fmla="val 16667"/>
            </a:avLst>
          </a:prstGeom>
          <a:solidFill>
            <a:schemeClr val="accent1"/>
          </a:solidFill>
          <a:ln w="9525" cap="flat" cmpd="sng" algn="ctr">
            <a:solidFill>
              <a:schemeClr val="tx1"/>
            </a:solidFill>
            <a:prstDash val="solid"/>
            <a:round/>
            <a:headEnd type="none" w="med" len="med"/>
            <a:tailEnd type="none" w="med" len="med"/>
          </a:ln>
        </p:spPr>
        <p:txBody>
          <a:bodyPr vert="horz" wrap="none" lIns="91440" tIns="45720" rIns="91440" bIns="45720" numCol="1" anchor="ctr" anchorCtr="0" compatLnSpc="1"/>
          <a:lstStyle/>
          <a:p>
            <a:pPr marL="0" marR="0" indent="0" algn="l" defTabSz="914400" rtl="0" eaLnBrk="0" fontAlgn="base" latinLnBrk="0" hangingPunct="0">
              <a:lnSpc>
                <a:spcPct val="100000"/>
              </a:lnSpc>
              <a:spcBef>
                <a:spcPct val="0"/>
              </a:spcBef>
              <a:spcAft>
                <a:spcPct val="0"/>
              </a:spcAft>
              <a:buClrTx/>
              <a:buSzTx/>
              <a:buFontTx/>
              <a:buNone/>
            </a:pPr>
            <a:r>
              <a:rPr kumimoji="0" lang="zh-CN" altLang="en-US" sz="1800" b="1" i="0" u="none" strike="noStrike" cap="none" normalizeH="0" baseline="0">
                <a:ln>
                  <a:noFill/>
                </a:ln>
                <a:solidFill>
                  <a:schemeClr val="bg1"/>
                </a:solidFill>
                <a:effectLst/>
                <a:latin typeface="Arial" panose="020B0604020202090204" pitchFamily="34" charset="0"/>
              </a:rPr>
              <a:t>惯例、规约</a:t>
            </a:r>
          </a:p>
        </p:txBody>
      </p:sp>
    </p:spTree>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801" name="Group 55"/>
          <p:cNvGrpSpPr/>
          <p:nvPr/>
        </p:nvGrpSpPr>
        <p:grpSpPr>
          <a:xfrm>
            <a:off x="3062288" y="963613"/>
            <a:ext cx="4127500" cy="5326062"/>
            <a:chOff x="1929" y="607"/>
            <a:chExt cx="2600" cy="3355"/>
          </a:xfrm>
        </p:grpSpPr>
        <p:sp>
          <p:nvSpPr>
            <p:cNvPr id="76832" name="Rectangle 4"/>
            <p:cNvSpPr/>
            <p:nvPr/>
          </p:nvSpPr>
          <p:spPr>
            <a:xfrm>
              <a:off x="2040" y="868"/>
              <a:ext cx="2489" cy="3039"/>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6833" name="Rectangle 5"/>
            <p:cNvSpPr/>
            <p:nvPr/>
          </p:nvSpPr>
          <p:spPr>
            <a:xfrm>
              <a:off x="1980" y="935"/>
              <a:ext cx="2489" cy="3027"/>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Arial" panose="020B0604020202090204" pitchFamily="34" charset="0"/>
              </a:endParaRPr>
            </a:p>
          </p:txBody>
        </p:sp>
        <p:sp>
          <p:nvSpPr>
            <p:cNvPr id="76834" name="Text Box 6"/>
            <p:cNvSpPr txBox="1"/>
            <p:nvPr/>
          </p:nvSpPr>
          <p:spPr>
            <a:xfrm>
              <a:off x="1954" y="973"/>
              <a:ext cx="316"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ver</a:t>
              </a:r>
              <a:endParaRPr lang="en-US" altLang="zh-CN" sz="2400">
                <a:latin typeface="Arial" panose="020B0604020202090204" pitchFamily="34" charset="0"/>
              </a:endParaRPr>
            </a:p>
          </p:txBody>
        </p:sp>
        <p:sp>
          <p:nvSpPr>
            <p:cNvPr id="76835" name="Text Box 7"/>
            <p:cNvSpPr txBox="1"/>
            <p:nvPr/>
          </p:nvSpPr>
          <p:spPr>
            <a:xfrm>
              <a:off x="3529" y="1012"/>
              <a:ext cx="508"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length</a:t>
              </a:r>
            </a:p>
          </p:txBody>
        </p:sp>
        <p:sp>
          <p:nvSpPr>
            <p:cNvPr id="76836" name="Line 8"/>
            <p:cNvSpPr/>
            <p:nvPr/>
          </p:nvSpPr>
          <p:spPr>
            <a:xfrm>
              <a:off x="1988" y="1261"/>
              <a:ext cx="2486" cy="3"/>
            </a:xfrm>
            <a:prstGeom prst="line">
              <a:avLst/>
            </a:prstGeom>
            <a:ln w="19050" cap="flat" cmpd="sng">
              <a:solidFill>
                <a:schemeClr val="tx1"/>
              </a:solidFill>
              <a:prstDash val="solid"/>
              <a:headEnd type="none" w="med" len="med"/>
              <a:tailEnd type="none" w="med" len="med"/>
            </a:ln>
          </p:spPr>
        </p:sp>
        <p:sp>
          <p:nvSpPr>
            <p:cNvPr id="76837" name="Line 9"/>
            <p:cNvSpPr/>
            <p:nvPr/>
          </p:nvSpPr>
          <p:spPr>
            <a:xfrm flipH="1" flipV="1">
              <a:off x="3210" y="941"/>
              <a:ext cx="0" cy="319"/>
            </a:xfrm>
            <a:prstGeom prst="line">
              <a:avLst/>
            </a:prstGeom>
            <a:ln w="19050" cap="flat" cmpd="sng">
              <a:solidFill>
                <a:schemeClr val="tx1"/>
              </a:solidFill>
              <a:prstDash val="solid"/>
              <a:headEnd type="none" w="med" len="med"/>
              <a:tailEnd type="none" w="med" len="med"/>
            </a:ln>
          </p:spPr>
        </p:sp>
        <p:sp>
          <p:nvSpPr>
            <p:cNvPr id="76838" name="Text Box 10"/>
            <p:cNvSpPr txBox="1"/>
            <p:nvPr/>
          </p:nvSpPr>
          <p:spPr>
            <a:xfrm>
              <a:off x="2922" y="607"/>
              <a:ext cx="540"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32 bits</a:t>
              </a:r>
              <a:endParaRPr lang="en-US" altLang="zh-CN" sz="2400">
                <a:latin typeface="Arial" panose="020B0604020202090204" pitchFamily="34" charset="0"/>
              </a:endParaRPr>
            </a:p>
          </p:txBody>
        </p:sp>
        <p:sp>
          <p:nvSpPr>
            <p:cNvPr id="76839" name="Line 11"/>
            <p:cNvSpPr/>
            <p:nvPr/>
          </p:nvSpPr>
          <p:spPr>
            <a:xfrm>
              <a:off x="3552" y="762"/>
              <a:ext cx="899" cy="3"/>
            </a:xfrm>
            <a:prstGeom prst="line">
              <a:avLst/>
            </a:prstGeom>
            <a:ln w="19050" cap="flat" cmpd="sng">
              <a:solidFill>
                <a:schemeClr val="tx1"/>
              </a:solidFill>
              <a:prstDash val="solid"/>
              <a:headEnd type="none" w="med" len="med"/>
              <a:tailEnd type="triangle" w="med" len="med"/>
            </a:ln>
          </p:spPr>
        </p:sp>
        <p:sp>
          <p:nvSpPr>
            <p:cNvPr id="76840" name="Line 12"/>
            <p:cNvSpPr/>
            <p:nvPr/>
          </p:nvSpPr>
          <p:spPr>
            <a:xfrm rot="10800000">
              <a:off x="1972" y="769"/>
              <a:ext cx="845" cy="0"/>
            </a:xfrm>
            <a:prstGeom prst="line">
              <a:avLst/>
            </a:prstGeom>
            <a:ln w="19050" cap="flat" cmpd="sng">
              <a:solidFill>
                <a:schemeClr val="tx1"/>
              </a:solidFill>
              <a:prstDash val="solid"/>
              <a:headEnd type="none" w="med" len="med"/>
              <a:tailEnd type="triangle" w="med" len="med"/>
            </a:ln>
          </p:spPr>
        </p:sp>
        <p:sp>
          <p:nvSpPr>
            <p:cNvPr id="76841" name="Text Box 13"/>
            <p:cNvSpPr txBox="1"/>
            <p:nvPr/>
          </p:nvSpPr>
          <p:spPr>
            <a:xfrm>
              <a:off x="2606" y="2792"/>
              <a:ext cx="1351" cy="826"/>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2000">
                  <a:latin typeface="Arial" panose="020B0604020202090204" pitchFamily="34" charset="0"/>
                </a:rPr>
                <a:t>data </a:t>
              </a:r>
            </a:p>
            <a:p>
              <a:pPr marL="0" lvl="0" indent="0" algn="ctr">
                <a:lnSpc>
                  <a:spcPct val="100000"/>
                </a:lnSpc>
                <a:spcBef>
                  <a:spcPct val="0"/>
                </a:spcBef>
                <a:buClrTx/>
                <a:buSzTx/>
                <a:buFontTx/>
                <a:buNone/>
              </a:pPr>
              <a:r>
                <a:rPr lang="en-US" altLang="zh-CN" sz="2000">
                  <a:latin typeface="Arial" panose="020B0604020202090204" pitchFamily="34" charset="0"/>
                </a:rPr>
                <a:t>(variable length,</a:t>
              </a:r>
            </a:p>
            <a:p>
              <a:pPr marL="0" lvl="0" indent="0" algn="ctr">
                <a:lnSpc>
                  <a:spcPct val="100000"/>
                </a:lnSpc>
                <a:spcBef>
                  <a:spcPct val="0"/>
                </a:spcBef>
                <a:buClrTx/>
                <a:buSzTx/>
                <a:buFontTx/>
                <a:buNone/>
              </a:pPr>
              <a:r>
                <a:rPr lang="en-US" altLang="zh-CN" sz="2000">
                  <a:latin typeface="Arial" panose="020B0604020202090204" pitchFamily="34" charset="0"/>
                </a:rPr>
                <a:t>typically a TCP </a:t>
              </a:r>
            </a:p>
            <a:p>
              <a:pPr marL="0" lvl="0" indent="0" algn="ctr">
                <a:lnSpc>
                  <a:spcPct val="100000"/>
                </a:lnSpc>
                <a:spcBef>
                  <a:spcPct val="0"/>
                </a:spcBef>
                <a:buClrTx/>
                <a:buSzTx/>
                <a:buFontTx/>
                <a:buNone/>
              </a:pPr>
              <a:r>
                <a:rPr lang="en-US" altLang="zh-CN" sz="2000">
                  <a:latin typeface="Arial" panose="020B0604020202090204" pitchFamily="34" charset="0"/>
                </a:rPr>
                <a:t>or UDP segment)</a:t>
              </a:r>
              <a:endParaRPr lang="en-US" altLang="zh-CN" sz="2400">
                <a:latin typeface="Arial" panose="020B0604020202090204" pitchFamily="34" charset="0"/>
              </a:endParaRPr>
            </a:p>
          </p:txBody>
        </p:sp>
        <p:sp>
          <p:nvSpPr>
            <p:cNvPr id="76842" name="Text Box 14"/>
            <p:cNvSpPr txBox="1"/>
            <p:nvPr/>
          </p:nvSpPr>
          <p:spPr>
            <a:xfrm>
              <a:off x="1929" y="1320"/>
              <a:ext cx="1356" cy="231"/>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16-bit identifier</a:t>
              </a:r>
              <a:endParaRPr lang="en-US" altLang="zh-CN" sz="2000">
                <a:latin typeface="Arial" panose="020B0604020202090204" pitchFamily="34" charset="0"/>
              </a:endParaRPr>
            </a:p>
          </p:txBody>
        </p:sp>
        <p:sp>
          <p:nvSpPr>
            <p:cNvPr id="76843" name="Line 15"/>
            <p:cNvSpPr/>
            <p:nvPr/>
          </p:nvSpPr>
          <p:spPr>
            <a:xfrm flipV="1">
              <a:off x="1984" y="2205"/>
              <a:ext cx="2489" cy="0"/>
            </a:xfrm>
            <a:prstGeom prst="line">
              <a:avLst/>
            </a:prstGeom>
            <a:ln w="19050" cap="flat" cmpd="sng">
              <a:solidFill>
                <a:schemeClr val="tx1"/>
              </a:solidFill>
              <a:prstDash val="solid"/>
              <a:headEnd type="none" w="med" len="med"/>
              <a:tailEnd type="none" w="med" len="med"/>
            </a:ln>
          </p:spPr>
        </p:sp>
        <p:sp>
          <p:nvSpPr>
            <p:cNvPr id="76844" name="Line 16"/>
            <p:cNvSpPr/>
            <p:nvPr/>
          </p:nvSpPr>
          <p:spPr>
            <a:xfrm flipV="1">
              <a:off x="1984" y="2505"/>
              <a:ext cx="2489" cy="0"/>
            </a:xfrm>
            <a:prstGeom prst="line">
              <a:avLst/>
            </a:prstGeom>
            <a:ln w="19050" cap="flat" cmpd="sng">
              <a:solidFill>
                <a:schemeClr val="tx1"/>
              </a:solidFill>
              <a:prstDash val="solid"/>
              <a:headEnd type="none" w="med" len="med"/>
              <a:tailEnd type="none" w="med" len="med"/>
            </a:ln>
          </p:spPr>
        </p:sp>
        <p:sp>
          <p:nvSpPr>
            <p:cNvPr id="76845" name="Text Box 17"/>
            <p:cNvSpPr txBox="1"/>
            <p:nvPr/>
          </p:nvSpPr>
          <p:spPr>
            <a:xfrm>
              <a:off x="3464" y="1549"/>
              <a:ext cx="804"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solidFill>
                    <a:srgbClr val="C00000"/>
                  </a:solidFill>
                  <a:latin typeface="Arial" panose="020B0604020202090204" pitchFamily="34" charset="0"/>
                </a:rPr>
                <a:t>header</a:t>
              </a:r>
              <a:endParaRPr lang="en-US" altLang="zh-CN" sz="1800">
                <a:latin typeface="Arial" panose="020B0604020202090204" pitchFamily="34" charset="0"/>
              </a:endParaRPr>
            </a:p>
            <a:p>
              <a:pPr marL="0" lvl="0" indent="0" algn="ctr">
                <a:lnSpc>
                  <a:spcPct val="100000"/>
                </a:lnSpc>
                <a:spcBef>
                  <a:spcPct val="0"/>
                </a:spcBef>
                <a:buClrTx/>
                <a:buSzTx/>
                <a:buFontTx/>
                <a:buNone/>
              </a:pPr>
              <a:r>
                <a:rPr lang="en-US" altLang="zh-CN" sz="1800">
                  <a:latin typeface="Arial" panose="020B0604020202090204" pitchFamily="34" charset="0"/>
                </a:rPr>
                <a:t> checksum</a:t>
              </a:r>
            </a:p>
          </p:txBody>
        </p:sp>
        <p:sp>
          <p:nvSpPr>
            <p:cNvPr id="76846" name="Text Box 18"/>
            <p:cNvSpPr txBox="1"/>
            <p:nvPr/>
          </p:nvSpPr>
          <p:spPr>
            <a:xfrm>
              <a:off x="2008" y="1531"/>
              <a:ext cx="548"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time to</a:t>
              </a:r>
            </a:p>
            <a:p>
              <a:pPr marL="0" lvl="0" indent="0" algn="ctr">
                <a:lnSpc>
                  <a:spcPct val="100000"/>
                </a:lnSpc>
                <a:spcBef>
                  <a:spcPct val="0"/>
                </a:spcBef>
                <a:buClrTx/>
                <a:buSzTx/>
                <a:buFontTx/>
                <a:buNone/>
              </a:pPr>
              <a:r>
                <a:rPr lang="en-US" altLang="zh-CN" sz="1800">
                  <a:latin typeface="Arial" panose="020B0604020202090204" pitchFamily="34" charset="0"/>
                </a:rPr>
                <a:t>live</a:t>
              </a:r>
            </a:p>
          </p:txBody>
        </p:sp>
        <p:sp>
          <p:nvSpPr>
            <p:cNvPr id="76847" name="Text Box 19"/>
            <p:cNvSpPr txBox="1"/>
            <p:nvPr/>
          </p:nvSpPr>
          <p:spPr>
            <a:xfrm>
              <a:off x="2369" y="1959"/>
              <a:ext cx="1668"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32 bit source IP address</a:t>
              </a:r>
              <a:endParaRPr lang="en-US" altLang="zh-CN" sz="2400">
                <a:latin typeface="Arial" panose="020B0604020202090204" pitchFamily="34" charset="0"/>
              </a:endParaRPr>
            </a:p>
          </p:txBody>
        </p:sp>
        <p:sp>
          <p:nvSpPr>
            <p:cNvPr id="76848" name="Text Box 31"/>
            <p:cNvSpPr txBox="1"/>
            <p:nvPr/>
          </p:nvSpPr>
          <p:spPr>
            <a:xfrm>
              <a:off x="2222" y="907"/>
              <a:ext cx="476"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head.</a:t>
              </a:r>
            </a:p>
            <a:p>
              <a:pPr marL="0" lvl="0" indent="0" algn="ctr">
                <a:lnSpc>
                  <a:spcPct val="100000"/>
                </a:lnSpc>
                <a:spcBef>
                  <a:spcPct val="0"/>
                </a:spcBef>
                <a:buClrTx/>
                <a:buSzTx/>
                <a:buFontTx/>
                <a:buNone/>
              </a:pPr>
              <a:r>
                <a:rPr lang="en-US" altLang="zh-CN" sz="1800">
                  <a:latin typeface="Arial" panose="020B0604020202090204" pitchFamily="34" charset="0"/>
                </a:rPr>
                <a:t>len</a:t>
              </a:r>
              <a:endParaRPr lang="en-US" altLang="zh-CN" sz="2400">
                <a:latin typeface="Arial" panose="020B0604020202090204" pitchFamily="34" charset="0"/>
              </a:endParaRPr>
            </a:p>
          </p:txBody>
        </p:sp>
        <p:sp>
          <p:nvSpPr>
            <p:cNvPr id="76849" name="Text Box 32"/>
            <p:cNvSpPr txBox="1"/>
            <p:nvPr/>
          </p:nvSpPr>
          <p:spPr>
            <a:xfrm>
              <a:off x="2646" y="901"/>
              <a:ext cx="572"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type of</a:t>
              </a:r>
            </a:p>
            <a:p>
              <a:pPr marL="0" lvl="0" indent="0" algn="ctr">
                <a:lnSpc>
                  <a:spcPct val="100000"/>
                </a:lnSpc>
                <a:spcBef>
                  <a:spcPct val="0"/>
                </a:spcBef>
                <a:buClrTx/>
                <a:buSzTx/>
                <a:buFontTx/>
                <a:buNone/>
              </a:pPr>
              <a:r>
                <a:rPr lang="en-US" altLang="zh-CN" sz="1800">
                  <a:latin typeface="Arial" panose="020B0604020202090204" pitchFamily="34" charset="0"/>
                </a:rPr>
                <a:t>service</a:t>
              </a:r>
              <a:endParaRPr lang="en-US" altLang="zh-CN" sz="2400">
                <a:latin typeface="Arial" panose="020B0604020202090204" pitchFamily="34" charset="0"/>
              </a:endParaRPr>
            </a:p>
          </p:txBody>
        </p:sp>
        <p:sp>
          <p:nvSpPr>
            <p:cNvPr id="76850" name="Line 33"/>
            <p:cNvSpPr/>
            <p:nvPr/>
          </p:nvSpPr>
          <p:spPr>
            <a:xfrm flipH="1" flipV="1">
              <a:off x="2646" y="938"/>
              <a:ext cx="0" cy="319"/>
            </a:xfrm>
            <a:prstGeom prst="line">
              <a:avLst/>
            </a:prstGeom>
            <a:ln w="19050" cap="flat" cmpd="sng">
              <a:solidFill>
                <a:schemeClr val="tx1"/>
              </a:solidFill>
              <a:prstDash val="solid"/>
              <a:headEnd type="none" w="med" len="med"/>
              <a:tailEnd type="none" w="med" len="med"/>
            </a:ln>
          </p:spPr>
        </p:sp>
        <p:sp>
          <p:nvSpPr>
            <p:cNvPr id="76851" name="Line 34"/>
            <p:cNvSpPr/>
            <p:nvPr/>
          </p:nvSpPr>
          <p:spPr>
            <a:xfrm flipH="1" flipV="1">
              <a:off x="2259" y="944"/>
              <a:ext cx="0" cy="319"/>
            </a:xfrm>
            <a:prstGeom prst="line">
              <a:avLst/>
            </a:prstGeom>
            <a:ln w="19050" cap="flat" cmpd="sng">
              <a:solidFill>
                <a:schemeClr val="tx1"/>
              </a:solidFill>
              <a:prstDash val="solid"/>
              <a:headEnd type="none" w="med" len="med"/>
              <a:tailEnd type="none" w="med" len="med"/>
            </a:ln>
          </p:spPr>
        </p:sp>
        <p:sp>
          <p:nvSpPr>
            <p:cNvPr id="76852" name="Line 37"/>
            <p:cNvSpPr/>
            <p:nvPr/>
          </p:nvSpPr>
          <p:spPr>
            <a:xfrm flipH="1" flipV="1">
              <a:off x="3210" y="1265"/>
              <a:ext cx="0" cy="319"/>
            </a:xfrm>
            <a:prstGeom prst="line">
              <a:avLst/>
            </a:prstGeom>
            <a:ln w="19050" cap="flat" cmpd="sng">
              <a:solidFill>
                <a:schemeClr val="tx1"/>
              </a:solidFill>
              <a:prstDash val="solid"/>
              <a:headEnd type="none" w="med" len="med"/>
              <a:tailEnd type="none" w="med" len="med"/>
            </a:ln>
          </p:spPr>
        </p:sp>
        <p:sp>
          <p:nvSpPr>
            <p:cNvPr id="76853" name="Text Box 38"/>
            <p:cNvSpPr txBox="1"/>
            <p:nvPr/>
          </p:nvSpPr>
          <p:spPr>
            <a:xfrm>
              <a:off x="3117" y="1314"/>
              <a:ext cx="486" cy="231"/>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flgs</a:t>
              </a:r>
              <a:endParaRPr lang="en-US" altLang="zh-CN" sz="2000">
                <a:latin typeface="Arial" panose="020B0604020202090204" pitchFamily="34" charset="0"/>
              </a:endParaRPr>
            </a:p>
          </p:txBody>
        </p:sp>
        <p:sp>
          <p:nvSpPr>
            <p:cNvPr id="76854" name="Line 39"/>
            <p:cNvSpPr/>
            <p:nvPr/>
          </p:nvSpPr>
          <p:spPr>
            <a:xfrm flipH="1" flipV="1">
              <a:off x="3504" y="1259"/>
              <a:ext cx="0" cy="319"/>
            </a:xfrm>
            <a:prstGeom prst="line">
              <a:avLst/>
            </a:prstGeom>
            <a:ln w="19050" cap="flat" cmpd="sng">
              <a:solidFill>
                <a:schemeClr val="tx1"/>
              </a:solidFill>
              <a:prstDash val="solid"/>
              <a:headEnd type="none" w="med" len="med"/>
              <a:tailEnd type="none" w="med" len="med"/>
            </a:ln>
          </p:spPr>
        </p:sp>
        <p:sp>
          <p:nvSpPr>
            <p:cNvPr id="76855" name="Text Box 40"/>
            <p:cNvSpPr txBox="1"/>
            <p:nvPr/>
          </p:nvSpPr>
          <p:spPr>
            <a:xfrm>
              <a:off x="3531" y="1230"/>
              <a:ext cx="900" cy="404"/>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fragment</a:t>
              </a:r>
            </a:p>
            <a:p>
              <a:pPr marL="0" lvl="0" indent="0" algn="ctr">
                <a:lnSpc>
                  <a:spcPct val="100000"/>
                </a:lnSpc>
                <a:spcBef>
                  <a:spcPct val="0"/>
                </a:spcBef>
                <a:buClrTx/>
                <a:buSzTx/>
                <a:buFontTx/>
                <a:buNone/>
              </a:pPr>
              <a:r>
                <a:rPr lang="en-US" altLang="zh-CN" sz="1800">
                  <a:latin typeface="Arial" panose="020B0604020202090204" pitchFamily="34" charset="0"/>
                </a:rPr>
                <a:t> offset</a:t>
              </a:r>
              <a:endParaRPr lang="en-US" altLang="zh-CN" sz="2000">
                <a:latin typeface="Arial" panose="020B0604020202090204" pitchFamily="34" charset="0"/>
              </a:endParaRPr>
            </a:p>
          </p:txBody>
        </p:sp>
        <p:sp>
          <p:nvSpPr>
            <p:cNvPr id="76856" name="Line 43"/>
            <p:cNvSpPr/>
            <p:nvPr/>
          </p:nvSpPr>
          <p:spPr>
            <a:xfrm flipV="1">
              <a:off x="1984" y="1581"/>
              <a:ext cx="2489" cy="0"/>
            </a:xfrm>
            <a:prstGeom prst="line">
              <a:avLst/>
            </a:prstGeom>
            <a:ln w="19050" cap="flat" cmpd="sng">
              <a:solidFill>
                <a:schemeClr val="tx1"/>
              </a:solidFill>
              <a:prstDash val="solid"/>
              <a:headEnd type="none" w="med" len="med"/>
              <a:tailEnd type="none" w="med" len="med"/>
            </a:ln>
          </p:spPr>
        </p:sp>
        <p:sp>
          <p:nvSpPr>
            <p:cNvPr id="76857" name="Line 44"/>
            <p:cNvSpPr/>
            <p:nvPr/>
          </p:nvSpPr>
          <p:spPr>
            <a:xfrm flipH="1" flipV="1">
              <a:off x="3210" y="1583"/>
              <a:ext cx="0" cy="319"/>
            </a:xfrm>
            <a:prstGeom prst="line">
              <a:avLst/>
            </a:prstGeom>
            <a:ln w="19050" cap="flat" cmpd="sng">
              <a:solidFill>
                <a:schemeClr val="tx1"/>
              </a:solidFill>
              <a:prstDash val="solid"/>
              <a:headEnd type="none" w="med" len="med"/>
              <a:tailEnd type="none" w="med" len="med"/>
            </a:ln>
          </p:spPr>
        </p:sp>
        <p:sp>
          <p:nvSpPr>
            <p:cNvPr id="76858" name="Line 45"/>
            <p:cNvSpPr/>
            <p:nvPr/>
          </p:nvSpPr>
          <p:spPr>
            <a:xfrm flipV="1">
              <a:off x="1972" y="1905"/>
              <a:ext cx="2489" cy="0"/>
            </a:xfrm>
            <a:prstGeom prst="line">
              <a:avLst/>
            </a:prstGeom>
            <a:ln w="19050" cap="flat" cmpd="sng">
              <a:solidFill>
                <a:schemeClr val="tx1"/>
              </a:solidFill>
              <a:prstDash val="solid"/>
              <a:headEnd type="none" w="med" len="med"/>
              <a:tailEnd type="none" w="med" len="med"/>
            </a:ln>
          </p:spPr>
        </p:sp>
        <p:sp>
          <p:nvSpPr>
            <p:cNvPr id="76859" name="Text Box 46"/>
            <p:cNvSpPr txBox="1"/>
            <p:nvPr/>
          </p:nvSpPr>
          <p:spPr>
            <a:xfrm>
              <a:off x="2668" y="1525"/>
              <a:ext cx="484"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upper</a:t>
              </a:r>
            </a:p>
            <a:p>
              <a:pPr marL="0" lvl="0" indent="0" algn="ctr">
                <a:lnSpc>
                  <a:spcPct val="100000"/>
                </a:lnSpc>
                <a:spcBef>
                  <a:spcPct val="0"/>
                </a:spcBef>
                <a:buClrTx/>
                <a:buSzTx/>
                <a:buFontTx/>
                <a:buNone/>
              </a:pPr>
              <a:r>
                <a:rPr lang="en-US" altLang="zh-CN" sz="1800">
                  <a:latin typeface="Arial" panose="020B0604020202090204" pitchFamily="34" charset="0"/>
                </a:rPr>
                <a:t> layer</a:t>
              </a:r>
            </a:p>
          </p:txBody>
        </p:sp>
        <p:sp>
          <p:nvSpPr>
            <p:cNvPr id="76860" name="Line 47"/>
            <p:cNvSpPr/>
            <p:nvPr/>
          </p:nvSpPr>
          <p:spPr>
            <a:xfrm flipH="1" flipV="1">
              <a:off x="2610" y="1589"/>
              <a:ext cx="0" cy="319"/>
            </a:xfrm>
            <a:prstGeom prst="line">
              <a:avLst/>
            </a:prstGeom>
            <a:ln w="19050" cap="flat" cmpd="sng">
              <a:solidFill>
                <a:schemeClr val="tx1"/>
              </a:solidFill>
              <a:prstDash val="solid"/>
              <a:headEnd type="none" w="med" len="med"/>
              <a:tailEnd type="none" w="med" len="med"/>
            </a:ln>
          </p:spPr>
        </p:sp>
        <p:sp>
          <p:nvSpPr>
            <p:cNvPr id="76861" name="Text Box 49"/>
            <p:cNvSpPr txBox="1"/>
            <p:nvPr/>
          </p:nvSpPr>
          <p:spPr>
            <a:xfrm>
              <a:off x="2262" y="2235"/>
              <a:ext cx="193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32 bit destination IP address</a:t>
              </a:r>
              <a:endParaRPr lang="en-US" altLang="zh-CN" sz="2400">
                <a:latin typeface="Arial" panose="020B0604020202090204" pitchFamily="34" charset="0"/>
              </a:endParaRPr>
            </a:p>
          </p:txBody>
        </p:sp>
        <p:sp>
          <p:nvSpPr>
            <p:cNvPr id="76862" name="Line 50"/>
            <p:cNvSpPr/>
            <p:nvPr/>
          </p:nvSpPr>
          <p:spPr>
            <a:xfrm flipV="1">
              <a:off x="1984" y="2787"/>
              <a:ext cx="2489" cy="0"/>
            </a:xfrm>
            <a:prstGeom prst="line">
              <a:avLst/>
            </a:prstGeom>
            <a:ln w="19050" cap="flat" cmpd="sng">
              <a:solidFill>
                <a:schemeClr val="tx1"/>
              </a:solidFill>
              <a:prstDash val="solid"/>
              <a:headEnd type="none" w="med" len="med"/>
              <a:tailEnd type="none" w="med" len="med"/>
            </a:ln>
          </p:spPr>
        </p:sp>
        <p:sp>
          <p:nvSpPr>
            <p:cNvPr id="76863" name="Text Box 51"/>
            <p:cNvSpPr txBox="1"/>
            <p:nvPr/>
          </p:nvSpPr>
          <p:spPr>
            <a:xfrm>
              <a:off x="2673" y="2529"/>
              <a:ext cx="1060"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options (if any)</a:t>
              </a:r>
              <a:endParaRPr lang="en-US" altLang="zh-CN" sz="2400">
                <a:latin typeface="Arial" panose="020B0604020202090204" pitchFamily="34" charset="0"/>
              </a:endParaRPr>
            </a:p>
          </p:txBody>
        </p:sp>
      </p:grpSp>
      <p:sp>
        <p:nvSpPr>
          <p:cNvPr id="76802" name="Rectangle 2"/>
          <p:cNvSpPr>
            <a:spLocks noGrp="1"/>
          </p:cNvSpPr>
          <p:nvPr>
            <p:ph type="title"/>
          </p:nvPr>
        </p:nvSpPr>
        <p:spPr>
          <a:xfrm>
            <a:off x="520700" y="0"/>
            <a:ext cx="7772400" cy="781050"/>
          </a:xfrm>
        </p:spPr>
        <p:txBody>
          <a:bodyPr vert="horz" wrap="square" lIns="91440" tIns="45720" rIns="91440" bIns="45720" anchor="ctr" anchorCtr="0"/>
          <a:lstStyle/>
          <a:p>
            <a:r>
              <a:rPr lang="en-US" altLang="zh-CN" sz="4000"/>
              <a:t>IP datagram format</a:t>
            </a:r>
            <a:endParaRPr lang="en-US" altLang="zh-CN"/>
          </a:p>
        </p:txBody>
      </p:sp>
      <p:grpSp>
        <p:nvGrpSpPr>
          <p:cNvPr id="3" name="Group 56"/>
          <p:cNvGrpSpPr/>
          <p:nvPr/>
        </p:nvGrpSpPr>
        <p:grpSpPr>
          <a:xfrm>
            <a:off x="768350" y="858838"/>
            <a:ext cx="2501900" cy="792162"/>
            <a:chOff x="484" y="541"/>
            <a:chExt cx="1576" cy="499"/>
          </a:xfrm>
        </p:grpSpPr>
        <p:sp>
          <p:nvSpPr>
            <p:cNvPr id="76830" name="Text Box 20"/>
            <p:cNvSpPr txBox="1"/>
            <p:nvPr/>
          </p:nvSpPr>
          <p:spPr>
            <a:xfrm>
              <a:off x="484" y="541"/>
              <a:ext cx="1308"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1800">
                  <a:latin typeface="Arial" panose="020B0604020202090204" pitchFamily="34" charset="0"/>
                </a:rPr>
                <a:t>IP protocol version</a:t>
              </a:r>
            </a:p>
            <a:p>
              <a:pPr marL="0" lvl="0" indent="0" algn="r">
                <a:lnSpc>
                  <a:spcPct val="100000"/>
                </a:lnSpc>
                <a:spcBef>
                  <a:spcPct val="0"/>
                </a:spcBef>
                <a:buClrTx/>
                <a:buSzTx/>
                <a:buFontTx/>
                <a:buNone/>
              </a:pPr>
              <a:r>
                <a:rPr lang="en-US" altLang="zh-CN" sz="1800">
                  <a:latin typeface="Arial" panose="020B0604020202090204" pitchFamily="34" charset="0"/>
                </a:rPr>
                <a:t>number</a:t>
              </a:r>
              <a:endParaRPr lang="en-US" altLang="zh-CN" sz="1000">
                <a:latin typeface="Arial" panose="020B0604020202090204" pitchFamily="34" charset="0"/>
              </a:endParaRPr>
            </a:p>
          </p:txBody>
        </p:sp>
        <p:sp>
          <p:nvSpPr>
            <p:cNvPr id="76831" name="Line 23"/>
            <p:cNvSpPr/>
            <p:nvPr/>
          </p:nvSpPr>
          <p:spPr>
            <a:xfrm>
              <a:off x="1727" y="749"/>
              <a:ext cx="333" cy="291"/>
            </a:xfrm>
            <a:prstGeom prst="line">
              <a:avLst/>
            </a:prstGeom>
            <a:ln w="19050" cap="flat" cmpd="sng">
              <a:solidFill>
                <a:srgbClr val="FF0000"/>
              </a:solidFill>
              <a:prstDash val="solid"/>
              <a:headEnd type="none" w="med" len="med"/>
              <a:tailEnd type="none" w="med" len="med"/>
            </a:ln>
          </p:spPr>
        </p:sp>
      </p:grpSp>
      <p:grpSp>
        <p:nvGrpSpPr>
          <p:cNvPr id="4" name="Group 57"/>
          <p:cNvGrpSpPr/>
          <p:nvPr/>
        </p:nvGrpSpPr>
        <p:grpSpPr>
          <a:xfrm>
            <a:off x="1082675" y="1406525"/>
            <a:ext cx="2592388" cy="644525"/>
            <a:chOff x="682" y="886"/>
            <a:chExt cx="1633" cy="406"/>
          </a:xfrm>
        </p:grpSpPr>
        <p:sp>
          <p:nvSpPr>
            <p:cNvPr id="76828" name="Text Box 21"/>
            <p:cNvSpPr txBox="1"/>
            <p:nvPr/>
          </p:nvSpPr>
          <p:spPr>
            <a:xfrm>
              <a:off x="682" y="886"/>
              <a:ext cx="1107" cy="406"/>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1800">
                  <a:solidFill>
                    <a:srgbClr val="C00000"/>
                  </a:solidFill>
                  <a:latin typeface="Arial" panose="020B0604020202090204" pitchFamily="34" charset="0"/>
                </a:rPr>
                <a:t>header</a:t>
              </a:r>
              <a:r>
                <a:rPr lang="en-US" altLang="zh-CN" sz="1800">
                  <a:latin typeface="Arial" panose="020B0604020202090204" pitchFamily="34" charset="0"/>
                </a:rPr>
                <a:t> length</a:t>
              </a:r>
            </a:p>
            <a:p>
              <a:pPr marL="0" lvl="0" indent="0" algn="r">
                <a:lnSpc>
                  <a:spcPct val="100000"/>
                </a:lnSpc>
                <a:spcBef>
                  <a:spcPct val="0"/>
                </a:spcBef>
                <a:buClrTx/>
                <a:buSzTx/>
                <a:buFontTx/>
                <a:buNone/>
              </a:pPr>
              <a:r>
                <a:rPr lang="en-US" altLang="zh-CN" sz="1800">
                  <a:latin typeface="Arial" panose="020B0604020202090204" pitchFamily="34" charset="0"/>
                </a:rPr>
                <a:t> (4bytes</a:t>
              </a:r>
              <a:r>
                <a:rPr lang="zh-CN" altLang="en-US" sz="1800">
                  <a:latin typeface="Arial" panose="020B0604020202090204" pitchFamily="34" charset="0"/>
                </a:rPr>
                <a:t>为单位</a:t>
              </a:r>
              <a:r>
                <a:rPr lang="en-US" altLang="zh-CN" sz="1800">
                  <a:latin typeface="Arial" panose="020B0604020202090204" pitchFamily="34" charset="0"/>
                </a:rPr>
                <a:t>)</a:t>
              </a:r>
              <a:endParaRPr lang="en-US" altLang="zh-CN" sz="1000">
                <a:latin typeface="Arial" panose="020B0604020202090204" pitchFamily="34" charset="0"/>
              </a:endParaRPr>
            </a:p>
          </p:txBody>
        </p:sp>
        <p:sp>
          <p:nvSpPr>
            <p:cNvPr id="76829" name="Line 24"/>
            <p:cNvSpPr/>
            <p:nvPr/>
          </p:nvSpPr>
          <p:spPr>
            <a:xfrm>
              <a:off x="1745" y="1100"/>
              <a:ext cx="570" cy="93"/>
            </a:xfrm>
            <a:prstGeom prst="line">
              <a:avLst/>
            </a:prstGeom>
            <a:ln w="19050" cap="flat" cmpd="sng">
              <a:solidFill>
                <a:srgbClr val="FF0000"/>
              </a:solidFill>
              <a:prstDash val="solid"/>
              <a:headEnd type="none" w="med" len="med"/>
              <a:tailEnd type="none" w="med" len="med"/>
            </a:ln>
          </p:spPr>
        </p:sp>
      </p:grpSp>
      <p:grpSp>
        <p:nvGrpSpPr>
          <p:cNvPr id="5" name="Group 60"/>
          <p:cNvGrpSpPr/>
          <p:nvPr/>
        </p:nvGrpSpPr>
        <p:grpSpPr>
          <a:xfrm>
            <a:off x="727075" y="2732088"/>
            <a:ext cx="3624263" cy="1592262"/>
            <a:chOff x="458" y="1721"/>
            <a:chExt cx="2283" cy="1003"/>
          </a:xfrm>
        </p:grpSpPr>
        <p:sp>
          <p:nvSpPr>
            <p:cNvPr id="76826" name="Text Box 27"/>
            <p:cNvSpPr txBox="1"/>
            <p:nvPr/>
          </p:nvSpPr>
          <p:spPr>
            <a:xfrm>
              <a:off x="458" y="2320"/>
              <a:ext cx="1404"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1800">
                  <a:latin typeface="Arial" panose="020B0604020202090204" pitchFamily="34" charset="0"/>
                </a:rPr>
                <a:t>upper layer protocol</a:t>
              </a:r>
            </a:p>
            <a:p>
              <a:pPr marL="0" lvl="0" indent="0" algn="r">
                <a:lnSpc>
                  <a:spcPct val="100000"/>
                </a:lnSpc>
                <a:spcBef>
                  <a:spcPct val="0"/>
                </a:spcBef>
                <a:buClrTx/>
                <a:buSzTx/>
                <a:buFontTx/>
                <a:buNone/>
              </a:pPr>
              <a:r>
                <a:rPr lang="en-US" altLang="zh-CN" sz="1800">
                  <a:latin typeface="Arial" panose="020B0604020202090204" pitchFamily="34" charset="0"/>
                </a:rPr>
                <a:t>to deliver payload to</a:t>
              </a:r>
            </a:p>
          </p:txBody>
        </p:sp>
        <p:sp>
          <p:nvSpPr>
            <p:cNvPr id="76827" name="Line 28"/>
            <p:cNvSpPr/>
            <p:nvPr/>
          </p:nvSpPr>
          <p:spPr>
            <a:xfrm flipV="1">
              <a:off x="1817" y="1721"/>
              <a:ext cx="924" cy="708"/>
            </a:xfrm>
            <a:prstGeom prst="line">
              <a:avLst/>
            </a:prstGeom>
            <a:ln w="19050" cap="flat" cmpd="sng">
              <a:solidFill>
                <a:srgbClr val="FF0000"/>
              </a:solidFill>
              <a:prstDash val="solid"/>
              <a:headEnd type="none" w="med" len="med"/>
              <a:tailEnd type="none" w="med" len="med"/>
            </a:ln>
          </p:spPr>
        </p:sp>
      </p:grpSp>
      <p:grpSp>
        <p:nvGrpSpPr>
          <p:cNvPr id="6" name="Group 61"/>
          <p:cNvGrpSpPr/>
          <p:nvPr/>
        </p:nvGrpSpPr>
        <p:grpSpPr>
          <a:xfrm>
            <a:off x="6846888" y="1054100"/>
            <a:ext cx="2176462" cy="735013"/>
            <a:chOff x="4313" y="664"/>
            <a:chExt cx="1371" cy="463"/>
          </a:xfrm>
        </p:grpSpPr>
        <p:sp>
          <p:nvSpPr>
            <p:cNvPr id="76824" name="Text Box 26"/>
            <p:cNvSpPr txBox="1"/>
            <p:nvPr/>
          </p:nvSpPr>
          <p:spPr>
            <a:xfrm>
              <a:off x="4648" y="664"/>
              <a:ext cx="1036"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C00000"/>
                  </a:solidFill>
                  <a:latin typeface="Arial" panose="020B0604020202090204" pitchFamily="34" charset="0"/>
                </a:rPr>
                <a:t>total datagram</a:t>
              </a:r>
              <a:endParaRPr lang="en-US" altLang="zh-CN" sz="1800">
                <a:latin typeface="Arial" panose="020B0604020202090204" pitchFamily="34" charset="0"/>
              </a:endParaRPr>
            </a:p>
            <a:p>
              <a:pPr marL="0" lvl="0" indent="0">
                <a:lnSpc>
                  <a:spcPct val="100000"/>
                </a:lnSpc>
                <a:spcBef>
                  <a:spcPct val="0"/>
                </a:spcBef>
                <a:buClrTx/>
                <a:buSzTx/>
                <a:buFontTx/>
                <a:buNone/>
              </a:pPr>
              <a:r>
                <a:rPr lang="en-US" altLang="zh-CN" sz="1800">
                  <a:latin typeface="Arial" panose="020B0604020202090204" pitchFamily="34" charset="0"/>
                </a:rPr>
                <a:t>length (bytes)</a:t>
              </a:r>
            </a:p>
          </p:txBody>
        </p:sp>
        <p:sp>
          <p:nvSpPr>
            <p:cNvPr id="76825" name="Line 30"/>
            <p:cNvSpPr/>
            <p:nvPr/>
          </p:nvSpPr>
          <p:spPr>
            <a:xfrm flipH="1">
              <a:off x="4313" y="869"/>
              <a:ext cx="402" cy="258"/>
            </a:xfrm>
            <a:prstGeom prst="line">
              <a:avLst/>
            </a:prstGeom>
            <a:ln w="19050" cap="flat" cmpd="sng">
              <a:solidFill>
                <a:srgbClr val="FF0000"/>
              </a:solidFill>
              <a:prstDash val="solid"/>
              <a:headEnd type="none" w="med" len="med"/>
              <a:tailEnd type="none" w="med" len="med"/>
            </a:ln>
          </p:spPr>
        </p:sp>
      </p:grpSp>
      <p:grpSp>
        <p:nvGrpSpPr>
          <p:cNvPr id="7" name="Group 58"/>
          <p:cNvGrpSpPr/>
          <p:nvPr/>
        </p:nvGrpSpPr>
        <p:grpSpPr>
          <a:xfrm>
            <a:off x="1293813" y="1760538"/>
            <a:ext cx="3028950" cy="565150"/>
            <a:chOff x="815" y="1109"/>
            <a:chExt cx="1908" cy="356"/>
          </a:xfrm>
        </p:grpSpPr>
        <p:sp>
          <p:nvSpPr>
            <p:cNvPr id="76822" name="Text Box 35"/>
            <p:cNvSpPr txBox="1"/>
            <p:nvPr/>
          </p:nvSpPr>
          <p:spPr>
            <a:xfrm>
              <a:off x="815" y="1234"/>
              <a:ext cx="1004"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ja-JP" altLang="en-US" sz="1800">
                  <a:latin typeface="Arial" panose="020B0604020202090204" pitchFamily="34" charset="0"/>
                </a:rPr>
                <a:t>“</a:t>
              </a:r>
              <a:r>
                <a:rPr lang="en-US" altLang="ja-JP" sz="1800">
                  <a:latin typeface="Arial" panose="020B0604020202090204" pitchFamily="34" charset="0"/>
                </a:rPr>
                <a:t>type</a:t>
              </a:r>
              <a:r>
                <a:rPr lang="ja-JP" altLang="en-US" sz="1800">
                  <a:latin typeface="Arial" panose="020B0604020202090204" pitchFamily="34" charset="0"/>
                </a:rPr>
                <a:t>”</a:t>
              </a:r>
              <a:r>
                <a:rPr lang="en-US" altLang="ja-JP" sz="1800">
                  <a:latin typeface="Arial" panose="020B0604020202090204" pitchFamily="34" charset="0"/>
                </a:rPr>
                <a:t> of data </a:t>
              </a:r>
              <a:endParaRPr lang="en-US" altLang="zh-CN" sz="1000">
                <a:latin typeface="Arial" panose="020B0604020202090204" pitchFamily="34" charset="0"/>
              </a:endParaRPr>
            </a:p>
          </p:txBody>
        </p:sp>
        <p:sp>
          <p:nvSpPr>
            <p:cNvPr id="76823" name="Line 36"/>
            <p:cNvSpPr/>
            <p:nvPr/>
          </p:nvSpPr>
          <p:spPr>
            <a:xfrm flipV="1">
              <a:off x="1757" y="1109"/>
              <a:ext cx="966" cy="261"/>
            </a:xfrm>
            <a:prstGeom prst="line">
              <a:avLst/>
            </a:prstGeom>
            <a:ln w="19050" cap="flat" cmpd="sng">
              <a:solidFill>
                <a:srgbClr val="FF0000"/>
              </a:solidFill>
              <a:prstDash val="solid"/>
              <a:headEnd type="none" w="med" len="med"/>
              <a:tailEnd type="none" w="med" len="med"/>
            </a:ln>
          </p:spPr>
        </p:sp>
      </p:grpSp>
      <p:grpSp>
        <p:nvGrpSpPr>
          <p:cNvPr id="8" name="Group 62"/>
          <p:cNvGrpSpPr/>
          <p:nvPr/>
        </p:nvGrpSpPr>
        <p:grpSpPr>
          <a:xfrm>
            <a:off x="4951413" y="1787525"/>
            <a:ext cx="4244975" cy="923925"/>
            <a:chOff x="3119" y="1126"/>
            <a:chExt cx="2674" cy="582"/>
          </a:xfrm>
        </p:grpSpPr>
        <p:sp>
          <p:nvSpPr>
            <p:cNvPr id="76818" name="Text Box 25"/>
            <p:cNvSpPr txBox="1">
              <a:spLocks noChangeArrowheads="1"/>
            </p:cNvSpPr>
            <p:nvPr/>
          </p:nvSpPr>
          <p:spPr bwMode="auto">
            <a:xfrm>
              <a:off x="4667" y="1126"/>
              <a:ext cx="1126" cy="582"/>
            </a:xfrm>
            <a:prstGeom prst="rect">
              <a:avLst/>
            </a:prstGeom>
            <a:noFill/>
            <a:ln>
              <a:noFill/>
            </a:ln>
          </p:spPr>
          <p:txBody>
            <a:bodyPr wrap="none">
              <a:spAutoFit/>
            </a:bodyPr>
            <a:lstStyle>
              <a:lvl1pPr>
                <a:lnSpc>
                  <a:spcPct val="85000"/>
                </a:lnSpc>
                <a:spcBef>
                  <a:spcPct val="20000"/>
                </a:spcBef>
                <a:buClr>
                  <a:srgbClr val="000099"/>
                </a:buClr>
                <a:buSzPct val="100000"/>
                <a:buFont typeface="Wingdings" panose="05000000000000000000" pitchFamily="2" charset="2"/>
                <a:buChar char="§"/>
                <a:defRPr sz="2800">
                  <a:solidFill>
                    <a:schemeClr val="tx1"/>
                  </a:solidFill>
                  <a:latin typeface="Gill Sans MT" charset="0"/>
                  <a:ea typeface="MS PGothic" charset="-128"/>
                  <a:cs typeface="MS PGothic" charset="-128"/>
                </a:defRPr>
              </a:lvl1pPr>
              <a:lvl2pPr marL="742950" indent="-285750">
                <a:lnSpc>
                  <a:spcPct val="85000"/>
                </a:lnSpc>
                <a:spcBef>
                  <a:spcPct val="20000"/>
                </a:spcBef>
                <a:buClr>
                  <a:srgbClr val="000099"/>
                </a:buClr>
                <a:buFont typeface="Arial" panose="020B0604020202090204" pitchFamily="34" charset="0"/>
                <a:buChar char="•"/>
                <a:defRPr sz="2400">
                  <a:solidFill>
                    <a:schemeClr val="tx1"/>
                  </a:solidFill>
                  <a:latin typeface="Gill Sans MT" charset="0"/>
                  <a:ea typeface="MS PGothic" charset="-128"/>
                  <a:cs typeface="Gill Sans MT" charset="0"/>
                </a:defRPr>
              </a:lvl2pPr>
              <a:lvl3pPr marL="1143000" indent="-228600">
                <a:spcBef>
                  <a:spcPct val="20000"/>
                </a:spcBef>
                <a:buChar char="•"/>
                <a:defRPr sz="2000">
                  <a:solidFill>
                    <a:schemeClr val="tx1"/>
                  </a:solidFill>
                  <a:latin typeface="Gill Sans MT" charset="0"/>
                  <a:ea typeface="Gill Sans MT" charset="0"/>
                  <a:cs typeface="Gill Sans MT" charset="0"/>
                </a:defRPr>
              </a:lvl3pPr>
              <a:lvl4pPr marL="1600200" indent="-228600">
                <a:spcBef>
                  <a:spcPct val="20000"/>
                </a:spcBef>
                <a:buChar char="–"/>
                <a:defRPr sz="2000">
                  <a:solidFill>
                    <a:schemeClr val="tx1"/>
                  </a:solidFill>
                  <a:latin typeface="Times New Roman" panose="02020503050405090304" charset="0"/>
                  <a:ea typeface="Gill Sans MT" charset="0"/>
                  <a:cs typeface="Gill Sans MT" charset="0"/>
                </a:defRPr>
              </a:lvl4pPr>
              <a:lvl5pPr marL="2057400" indent="-228600">
                <a:spcBef>
                  <a:spcPct val="20000"/>
                </a:spcBef>
                <a:buChar char="»"/>
                <a:defRPr sz="2000">
                  <a:solidFill>
                    <a:schemeClr val="tx1"/>
                  </a:solidFill>
                  <a:latin typeface="Times New Roman" panose="02020503050405090304" charset="0"/>
                  <a:ea typeface="Gill Sans MT" charset="0"/>
                  <a:cs typeface="Gill Sans MT" charset="0"/>
                </a:defRPr>
              </a:lvl5pPr>
              <a:lvl6pPr marL="2514600" indent="-22860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6pPr>
              <a:lvl7pPr marL="2971800" indent="-22860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7pPr>
              <a:lvl8pPr marL="3429000" indent="-22860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8pPr>
              <a:lvl9pPr marL="3886200" indent="-22860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1" i="0" u="none" strike="noStrike" kern="1200" cap="none" spc="0" normalizeH="0" baseline="0" noProof="0" dirty="0">
                  <a:ln>
                    <a:noFill/>
                  </a:ln>
                  <a:solidFill>
                    <a:schemeClr val="accent1">
                      <a:lumMod val="75000"/>
                    </a:schemeClr>
                  </a:solidFill>
                  <a:effectLst/>
                  <a:uLnTx/>
                  <a:uFillTx/>
                  <a:latin typeface="Arial" panose="020B0604020202090204" pitchFamily="34" charset="0"/>
                  <a:ea typeface="MS PGothic" charset="-128"/>
                  <a:cs typeface="MS PGothic" charset="-128"/>
                </a:rPr>
                <a:t>for</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1" i="0" u="none" strike="noStrike" kern="1200" cap="none" spc="0" normalizeH="0" baseline="0" noProof="0" dirty="0">
                  <a:ln>
                    <a:noFill/>
                  </a:ln>
                  <a:solidFill>
                    <a:schemeClr val="accent1">
                      <a:lumMod val="75000"/>
                    </a:schemeClr>
                  </a:solidFill>
                  <a:effectLst/>
                  <a:uLnTx/>
                  <a:uFillTx/>
                  <a:latin typeface="Arial" panose="020B0604020202090204" pitchFamily="34" charset="0"/>
                  <a:ea typeface="MS PGothic" charset="-128"/>
                  <a:cs typeface="MS PGothic" charset="-128"/>
                </a:rPr>
                <a:t>fragmentation/</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1" i="0" u="none" strike="noStrike" kern="1200" cap="none" spc="0" normalizeH="0" baseline="0" noProof="0" dirty="0">
                  <a:ln>
                    <a:noFill/>
                  </a:ln>
                  <a:solidFill>
                    <a:schemeClr val="accent1">
                      <a:lumMod val="75000"/>
                    </a:schemeClr>
                  </a:solidFill>
                  <a:effectLst/>
                  <a:uLnTx/>
                  <a:uFillTx/>
                  <a:latin typeface="Arial" panose="020B0604020202090204" pitchFamily="34" charset="0"/>
                  <a:ea typeface="MS PGothic" charset="-128"/>
                  <a:cs typeface="MS PGothic" charset="-128"/>
                </a:rPr>
                <a:t>reassembly</a:t>
              </a:r>
            </a:p>
          </p:txBody>
        </p:sp>
        <p:sp>
          <p:nvSpPr>
            <p:cNvPr id="76819" name="Line 29"/>
            <p:cNvSpPr/>
            <p:nvPr/>
          </p:nvSpPr>
          <p:spPr>
            <a:xfrm flipH="1">
              <a:off x="3443" y="1415"/>
              <a:ext cx="1284" cy="120"/>
            </a:xfrm>
            <a:prstGeom prst="line">
              <a:avLst/>
            </a:prstGeom>
            <a:ln w="19050" cap="flat" cmpd="sng">
              <a:solidFill>
                <a:srgbClr val="FF0000"/>
              </a:solidFill>
              <a:prstDash val="solid"/>
              <a:headEnd type="none" w="med" len="med"/>
              <a:tailEnd type="none" w="med" len="med"/>
            </a:ln>
          </p:spPr>
        </p:sp>
        <p:sp>
          <p:nvSpPr>
            <p:cNvPr id="76820" name="Line 41"/>
            <p:cNvSpPr/>
            <p:nvPr/>
          </p:nvSpPr>
          <p:spPr>
            <a:xfrm flipH="1" flipV="1">
              <a:off x="4301" y="1349"/>
              <a:ext cx="414" cy="72"/>
            </a:xfrm>
            <a:prstGeom prst="line">
              <a:avLst/>
            </a:prstGeom>
            <a:ln w="19050" cap="flat" cmpd="sng">
              <a:solidFill>
                <a:srgbClr val="FF0000"/>
              </a:solidFill>
              <a:prstDash val="solid"/>
              <a:headEnd type="none" w="med" len="med"/>
              <a:tailEnd type="none" w="med" len="med"/>
            </a:ln>
          </p:spPr>
        </p:sp>
        <p:sp>
          <p:nvSpPr>
            <p:cNvPr id="76821" name="Line 42"/>
            <p:cNvSpPr/>
            <p:nvPr/>
          </p:nvSpPr>
          <p:spPr>
            <a:xfrm flipH="1">
              <a:off x="3119" y="1421"/>
              <a:ext cx="1584" cy="36"/>
            </a:xfrm>
            <a:prstGeom prst="line">
              <a:avLst/>
            </a:prstGeom>
            <a:ln w="19050" cap="flat" cmpd="sng">
              <a:solidFill>
                <a:srgbClr val="FF0000"/>
              </a:solidFill>
              <a:prstDash val="solid"/>
              <a:headEnd type="none" w="med" len="med"/>
              <a:tailEnd type="none" w="med" len="med"/>
            </a:ln>
          </p:spPr>
        </p:sp>
      </p:grpSp>
      <p:grpSp>
        <p:nvGrpSpPr>
          <p:cNvPr id="9" name="Group 59"/>
          <p:cNvGrpSpPr/>
          <p:nvPr/>
        </p:nvGrpSpPr>
        <p:grpSpPr>
          <a:xfrm>
            <a:off x="1019175" y="2406650"/>
            <a:ext cx="2398713" cy="1190625"/>
            <a:chOff x="642" y="1516"/>
            <a:chExt cx="1511" cy="750"/>
          </a:xfrm>
        </p:grpSpPr>
        <p:sp>
          <p:nvSpPr>
            <p:cNvPr id="76816" name="Text Box 22"/>
            <p:cNvSpPr txBox="1"/>
            <p:nvPr/>
          </p:nvSpPr>
          <p:spPr>
            <a:xfrm>
              <a:off x="642" y="1516"/>
              <a:ext cx="1204" cy="7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lnSpc>
                  <a:spcPct val="100000"/>
                </a:lnSpc>
                <a:spcBef>
                  <a:spcPct val="0"/>
                </a:spcBef>
                <a:buClrTx/>
                <a:buSzTx/>
                <a:buFontTx/>
                <a:buNone/>
              </a:pPr>
              <a:r>
                <a:rPr lang="en-US" altLang="zh-CN" sz="1800">
                  <a:latin typeface="Arial" panose="020B0604020202090204" pitchFamily="34" charset="0"/>
                </a:rPr>
                <a:t>max number</a:t>
              </a:r>
            </a:p>
            <a:p>
              <a:pPr marL="0" lvl="0" indent="0" algn="r">
                <a:lnSpc>
                  <a:spcPct val="100000"/>
                </a:lnSpc>
                <a:spcBef>
                  <a:spcPct val="0"/>
                </a:spcBef>
                <a:buClrTx/>
                <a:buSzTx/>
                <a:buFontTx/>
                <a:buNone/>
              </a:pPr>
              <a:r>
                <a:rPr lang="en-US" altLang="zh-CN" sz="1800">
                  <a:latin typeface="Arial" panose="020B0604020202090204" pitchFamily="34" charset="0"/>
                </a:rPr>
                <a:t>remaining hops</a:t>
              </a:r>
            </a:p>
            <a:p>
              <a:pPr marL="0" lvl="0" indent="0" algn="r">
                <a:lnSpc>
                  <a:spcPct val="100000"/>
                </a:lnSpc>
                <a:spcBef>
                  <a:spcPct val="0"/>
                </a:spcBef>
                <a:buClrTx/>
                <a:buSzTx/>
                <a:buFontTx/>
                <a:buNone/>
              </a:pPr>
              <a:r>
                <a:rPr lang="en-US" altLang="zh-CN" sz="1800">
                  <a:latin typeface="Arial" panose="020B0604020202090204" pitchFamily="34" charset="0"/>
                </a:rPr>
                <a:t>(decremented at </a:t>
              </a:r>
            </a:p>
            <a:p>
              <a:pPr marL="0" lvl="0" indent="0" algn="r">
                <a:lnSpc>
                  <a:spcPct val="100000"/>
                </a:lnSpc>
                <a:spcBef>
                  <a:spcPct val="0"/>
                </a:spcBef>
                <a:buClrTx/>
                <a:buSzTx/>
                <a:buFontTx/>
                <a:buNone/>
              </a:pPr>
              <a:r>
                <a:rPr lang="en-US" altLang="zh-CN" sz="1800">
                  <a:latin typeface="Arial" panose="020B0604020202090204" pitchFamily="34" charset="0"/>
                </a:rPr>
                <a:t>each router)</a:t>
              </a:r>
            </a:p>
          </p:txBody>
        </p:sp>
        <p:sp>
          <p:nvSpPr>
            <p:cNvPr id="76817" name="Line 48"/>
            <p:cNvSpPr/>
            <p:nvPr/>
          </p:nvSpPr>
          <p:spPr>
            <a:xfrm>
              <a:off x="1805" y="1700"/>
              <a:ext cx="348" cy="57"/>
            </a:xfrm>
            <a:prstGeom prst="line">
              <a:avLst/>
            </a:prstGeom>
            <a:ln w="19050" cap="flat" cmpd="sng">
              <a:solidFill>
                <a:srgbClr val="FF0000"/>
              </a:solidFill>
              <a:prstDash val="solid"/>
              <a:headEnd type="none" w="med" len="med"/>
              <a:tailEnd type="none" w="med" len="med"/>
            </a:ln>
          </p:spPr>
        </p:sp>
      </p:grpSp>
      <p:grpSp>
        <p:nvGrpSpPr>
          <p:cNvPr id="10" name="Group 63"/>
          <p:cNvGrpSpPr/>
          <p:nvPr/>
        </p:nvGrpSpPr>
        <p:grpSpPr>
          <a:xfrm>
            <a:off x="6532563" y="3987800"/>
            <a:ext cx="2508250" cy="1465263"/>
            <a:chOff x="4115" y="2512"/>
            <a:chExt cx="1580" cy="923"/>
          </a:xfrm>
        </p:grpSpPr>
        <p:sp>
          <p:nvSpPr>
            <p:cNvPr id="76814" name="Text Box 52"/>
            <p:cNvSpPr txBox="1"/>
            <p:nvPr/>
          </p:nvSpPr>
          <p:spPr>
            <a:xfrm>
              <a:off x="4595" y="2512"/>
              <a:ext cx="1100" cy="92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e.g. timestamp,</a:t>
              </a:r>
            </a:p>
            <a:p>
              <a:pPr marL="0" lvl="0" indent="0">
                <a:lnSpc>
                  <a:spcPct val="100000"/>
                </a:lnSpc>
                <a:spcBef>
                  <a:spcPct val="0"/>
                </a:spcBef>
                <a:buClrTx/>
                <a:buSzTx/>
                <a:buFontTx/>
                <a:buNone/>
              </a:pPr>
              <a:r>
                <a:rPr lang="en-US" altLang="zh-CN" sz="1800">
                  <a:latin typeface="Arial" panose="020B0604020202090204" pitchFamily="34" charset="0"/>
                </a:rPr>
                <a:t>record route</a:t>
              </a:r>
            </a:p>
            <a:p>
              <a:pPr marL="0" lvl="0" indent="0">
                <a:lnSpc>
                  <a:spcPct val="100000"/>
                </a:lnSpc>
                <a:spcBef>
                  <a:spcPct val="0"/>
                </a:spcBef>
                <a:buClrTx/>
                <a:buSzTx/>
                <a:buFontTx/>
                <a:buNone/>
              </a:pPr>
              <a:r>
                <a:rPr lang="en-US" altLang="zh-CN" sz="1800">
                  <a:latin typeface="Arial" panose="020B0604020202090204" pitchFamily="34" charset="0"/>
                </a:rPr>
                <a:t>taken, specify</a:t>
              </a:r>
            </a:p>
            <a:p>
              <a:pPr marL="0" lvl="0" indent="0">
                <a:lnSpc>
                  <a:spcPct val="100000"/>
                </a:lnSpc>
                <a:spcBef>
                  <a:spcPct val="0"/>
                </a:spcBef>
                <a:buClrTx/>
                <a:buSzTx/>
                <a:buFontTx/>
                <a:buNone/>
              </a:pPr>
              <a:r>
                <a:rPr lang="en-US" altLang="zh-CN" sz="1800">
                  <a:latin typeface="Arial" panose="020B0604020202090204" pitchFamily="34" charset="0"/>
                </a:rPr>
                <a:t>list of routers </a:t>
              </a:r>
            </a:p>
            <a:p>
              <a:pPr marL="0" lvl="0" indent="0">
                <a:lnSpc>
                  <a:spcPct val="100000"/>
                </a:lnSpc>
                <a:spcBef>
                  <a:spcPct val="0"/>
                </a:spcBef>
                <a:buClrTx/>
                <a:buSzTx/>
                <a:buFontTx/>
                <a:buNone/>
              </a:pPr>
              <a:r>
                <a:rPr lang="en-US" altLang="zh-CN" sz="1800">
                  <a:latin typeface="Arial" panose="020B0604020202090204" pitchFamily="34" charset="0"/>
                </a:rPr>
                <a:t>to visit.</a:t>
              </a:r>
            </a:p>
          </p:txBody>
        </p:sp>
        <p:sp>
          <p:nvSpPr>
            <p:cNvPr id="76815" name="Line 53"/>
            <p:cNvSpPr/>
            <p:nvPr/>
          </p:nvSpPr>
          <p:spPr>
            <a:xfrm flipH="1">
              <a:off x="4115" y="2651"/>
              <a:ext cx="516" cy="6"/>
            </a:xfrm>
            <a:prstGeom prst="line">
              <a:avLst/>
            </a:prstGeom>
            <a:ln w="19050" cap="flat" cmpd="sng">
              <a:solidFill>
                <a:srgbClr val="FF0000"/>
              </a:solidFill>
              <a:prstDash val="solid"/>
              <a:headEnd type="none" w="med" len="med"/>
              <a:tailEnd type="none" w="med" len="med"/>
            </a:ln>
          </p:spPr>
        </p:sp>
      </p:grpSp>
      <p:sp>
        <p:nvSpPr>
          <p:cNvPr id="76812"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58</a:t>
            </a:fld>
            <a:endParaRPr lang="en-US" altLang="zh-CN" sz="1200">
              <a:latin typeface="Tahoma" panose="020B0604030504040204" charset="0"/>
            </a:endParaRPr>
          </a:p>
        </p:txBody>
      </p:sp>
      <p:sp>
        <p:nvSpPr>
          <p:cNvPr id="7681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11" name="Text Box 26"/>
          <p:cNvSpPr txBox="1"/>
          <p:nvPr/>
        </p:nvSpPr>
        <p:spPr>
          <a:xfrm>
            <a:off x="7306945" y="2813050"/>
            <a:ext cx="1783080" cy="3683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zh-CN" altLang="en-US" sz="1800">
                <a:solidFill>
                  <a:srgbClr val="C00000"/>
                </a:solidFill>
                <a:latin typeface="Arial" panose="020B0604020202090204" pitchFamily="34" charset="0"/>
              </a:rPr>
              <a:t>每一跳重新计算</a:t>
            </a:r>
          </a:p>
        </p:txBody>
      </p:sp>
      <p:sp>
        <p:nvSpPr>
          <p:cNvPr id="12" name="Line 30"/>
          <p:cNvSpPr/>
          <p:nvPr/>
        </p:nvSpPr>
        <p:spPr>
          <a:xfrm flipH="1" flipV="1">
            <a:off x="6756400" y="2813050"/>
            <a:ext cx="657225" cy="325755"/>
          </a:xfrm>
          <a:prstGeom prst="line">
            <a:avLst/>
          </a:prstGeom>
          <a:ln w="19050" cap="flat" cmpd="sng">
            <a:solidFill>
              <a:srgbClr val="FF0000"/>
            </a:solidFill>
            <a:prstDash val="solid"/>
            <a:headEnd type="none" w="med" len="med"/>
            <a:tailEnd type="none" w="med" len="med"/>
          </a:ln>
        </p:spPr>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dissolv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dissolv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dissolve">
                                      <p:cBhvr>
                                        <p:cTn id="37" dur="5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2"/>
          <p:cNvSpPr>
            <a:spLocks noGrp="1"/>
          </p:cNvSpPr>
          <p:nvPr>
            <p:ph type="title"/>
          </p:nvPr>
        </p:nvSpPr>
        <p:spPr>
          <a:xfrm>
            <a:off x="533400" y="185738"/>
            <a:ext cx="7772400" cy="930275"/>
          </a:xfrm>
        </p:spPr>
        <p:txBody>
          <a:bodyPr vert="horz" wrap="square" lIns="91440" tIns="45720" rIns="91440" bIns="45720" anchor="ctr" anchorCtr="0"/>
          <a:lstStyle/>
          <a:p>
            <a:r>
              <a:rPr lang="en-US" altLang="zh-CN"/>
              <a:t>IP fragmentation, reassembly</a:t>
            </a:r>
            <a:endParaRPr lang="en-US" altLang="zh-CN" sz="4800"/>
          </a:p>
        </p:txBody>
      </p:sp>
      <p:sp>
        <p:nvSpPr>
          <p:cNvPr id="77826" name="Rectangle 3"/>
          <p:cNvSpPr>
            <a:spLocks noGrp="1"/>
          </p:cNvSpPr>
          <p:nvPr>
            <p:ph sz="half" idx="1"/>
          </p:nvPr>
        </p:nvSpPr>
        <p:spPr>
          <a:xfrm>
            <a:off x="311150" y="1180148"/>
            <a:ext cx="3810000" cy="5094287"/>
          </a:xfrm>
        </p:spPr>
        <p:txBody>
          <a:bodyPr vert="horz" wrap="square" lIns="91440" tIns="45720" rIns="91440" bIns="45720" anchor="t" anchorCtr="0"/>
          <a:lstStyle/>
          <a:p>
            <a:pPr>
              <a:buClr>
                <a:srgbClr val="000099"/>
              </a:buClr>
              <a:buSzPct val="100000"/>
            </a:pPr>
            <a:r>
              <a:rPr lang="en-US" altLang="zh-CN" sz="2200">
                <a:latin typeface="+mn-lt"/>
                <a:ea typeface="MS PGothic" charset="0"/>
                <a:cs typeface="MS PGothic" charset="0"/>
              </a:rPr>
              <a:t>network links have </a:t>
            </a:r>
            <a:r>
              <a:rPr lang="en-US" altLang="zh-CN" sz="2200" b="1">
                <a:solidFill>
                  <a:srgbClr val="C00000"/>
                </a:solidFill>
                <a:latin typeface="+mn-lt"/>
                <a:ea typeface="MS PGothic" charset="0"/>
                <a:cs typeface="MS PGothic" charset="0"/>
              </a:rPr>
              <a:t>MTU</a:t>
            </a:r>
            <a:r>
              <a:rPr lang="en-US" altLang="zh-CN" sz="2200">
                <a:latin typeface="+mn-lt"/>
                <a:ea typeface="MS PGothic" charset="0"/>
                <a:cs typeface="MS PGothic" charset="0"/>
              </a:rPr>
              <a:t> (max.transfer size) - largest possible link-level frame</a:t>
            </a:r>
          </a:p>
          <a:p>
            <a:pPr lvl="1">
              <a:buClr>
                <a:srgbClr val="000099"/>
              </a:buClr>
              <a:buSzTx/>
            </a:pPr>
            <a:r>
              <a:rPr lang="en-US" altLang="zh-CN" sz="2200">
                <a:latin typeface="Gill Sans MT"/>
                <a:ea typeface="MS PGothic" charset="0"/>
                <a:cs typeface="Gill Sans MT"/>
              </a:rPr>
              <a:t>different link types, different MTUs </a:t>
            </a:r>
          </a:p>
          <a:p>
            <a:pPr>
              <a:buClr>
                <a:srgbClr val="000099"/>
              </a:buClr>
              <a:buSzPct val="100000"/>
            </a:pPr>
            <a:r>
              <a:rPr lang="en-US" altLang="zh-CN" sz="2200">
                <a:latin typeface="+mn-lt"/>
                <a:ea typeface="MS PGothic" charset="0"/>
                <a:cs typeface="MS PGothic" charset="0"/>
              </a:rPr>
              <a:t>large IP datagram </a:t>
            </a:r>
            <a:r>
              <a:rPr lang="en-US" altLang="zh-CN" sz="2200" b="1">
                <a:solidFill>
                  <a:srgbClr val="C00000"/>
                </a:solidFill>
                <a:latin typeface="+mn-lt"/>
                <a:ea typeface="MS PGothic" charset="0"/>
                <a:cs typeface="MS PGothic" charset="0"/>
              </a:rPr>
              <a:t>divided (</a:t>
            </a:r>
            <a:r>
              <a:rPr lang="ja-JP" altLang="en-US" sz="2200" b="1">
                <a:solidFill>
                  <a:srgbClr val="C00000"/>
                </a:solidFill>
                <a:latin typeface="+mn-lt"/>
                <a:ea typeface="MS PGothic" charset="0"/>
                <a:cs typeface="MS PGothic" charset="0"/>
              </a:rPr>
              <a:t>“</a:t>
            </a:r>
            <a:r>
              <a:rPr lang="en-US" altLang="ja-JP" sz="2200" b="1">
                <a:solidFill>
                  <a:srgbClr val="C00000"/>
                </a:solidFill>
                <a:latin typeface="+mn-lt"/>
                <a:ea typeface="MS PGothic" charset="0"/>
                <a:cs typeface="MS PGothic" charset="0"/>
              </a:rPr>
              <a:t>fragmented</a:t>
            </a:r>
            <a:r>
              <a:rPr lang="ja-JP" altLang="en-US" sz="2200" b="1">
                <a:solidFill>
                  <a:srgbClr val="C00000"/>
                </a:solidFill>
                <a:latin typeface="+mn-lt"/>
                <a:ea typeface="MS PGothic" charset="0"/>
                <a:cs typeface="MS PGothic" charset="0"/>
              </a:rPr>
              <a:t>”</a:t>
            </a:r>
            <a:r>
              <a:rPr lang="en-US" altLang="ja-JP" sz="2200" b="1">
                <a:solidFill>
                  <a:srgbClr val="C00000"/>
                </a:solidFill>
                <a:latin typeface="+mn-lt"/>
                <a:ea typeface="MS PGothic" charset="0"/>
                <a:cs typeface="MS PGothic" charset="0"/>
              </a:rPr>
              <a:t>) within net</a:t>
            </a:r>
            <a:endParaRPr lang="en-US" altLang="ja-JP" sz="2200">
              <a:latin typeface="+mn-lt"/>
              <a:ea typeface="MS PGothic" charset="0"/>
              <a:cs typeface="MS PGothic" charset="0"/>
            </a:endParaRPr>
          </a:p>
          <a:p>
            <a:pPr lvl="1">
              <a:buClr>
                <a:srgbClr val="000099"/>
              </a:buClr>
              <a:buSzTx/>
            </a:pPr>
            <a:r>
              <a:rPr lang="en-US" altLang="zh-CN" sz="2200">
                <a:latin typeface="Gill Sans MT"/>
                <a:ea typeface="MS PGothic" charset="0"/>
                <a:cs typeface="Gill Sans MT"/>
              </a:rPr>
              <a:t>one datagram becomes several datagrams</a:t>
            </a:r>
          </a:p>
          <a:p>
            <a:pPr lvl="1">
              <a:buClr>
                <a:srgbClr val="000099"/>
              </a:buClr>
              <a:buSzTx/>
            </a:pPr>
            <a:r>
              <a:rPr lang="ja-JP" altLang="en-US" sz="2200">
                <a:latin typeface="Gill Sans MT"/>
                <a:ea typeface="MS PGothic" charset="0"/>
                <a:cs typeface="Gill Sans MT"/>
              </a:rPr>
              <a:t>“</a:t>
            </a:r>
            <a:r>
              <a:rPr lang="en-US" altLang="ja-JP" sz="2200">
                <a:latin typeface="Gill Sans MT"/>
                <a:ea typeface="MS PGothic" charset="0"/>
                <a:cs typeface="Gill Sans MT"/>
              </a:rPr>
              <a:t>reassembled</a:t>
            </a:r>
            <a:r>
              <a:rPr lang="ja-JP" altLang="en-US" sz="2200">
                <a:latin typeface="Gill Sans MT"/>
                <a:ea typeface="MS PGothic" charset="0"/>
                <a:cs typeface="Gill Sans MT"/>
              </a:rPr>
              <a:t>”</a:t>
            </a:r>
            <a:r>
              <a:rPr lang="en-US" altLang="ja-JP" sz="2200">
                <a:latin typeface="Gill Sans MT"/>
                <a:ea typeface="MS PGothic" charset="0"/>
                <a:cs typeface="Gill Sans MT"/>
              </a:rPr>
              <a:t> only at </a:t>
            </a:r>
            <a:r>
              <a:rPr lang="en-US" altLang="ja-JP" sz="2200" b="1">
                <a:solidFill>
                  <a:srgbClr val="C00000"/>
                </a:solidFill>
                <a:latin typeface="Gill Sans MT"/>
                <a:ea typeface="MS PGothic" charset="0"/>
                <a:cs typeface="Gill Sans MT"/>
              </a:rPr>
              <a:t>final destination</a:t>
            </a:r>
            <a:endParaRPr lang="en-US" altLang="ja-JP" sz="2200">
              <a:solidFill>
                <a:srgbClr val="C00000"/>
              </a:solidFill>
              <a:latin typeface="Gill Sans MT"/>
              <a:ea typeface="MS PGothic" charset="0"/>
              <a:cs typeface="Gill Sans MT"/>
            </a:endParaRPr>
          </a:p>
          <a:p>
            <a:pPr lvl="1">
              <a:buClr>
                <a:srgbClr val="000099"/>
              </a:buClr>
              <a:buSzTx/>
            </a:pPr>
            <a:r>
              <a:rPr lang="en-US" altLang="zh-CN" sz="2200">
                <a:latin typeface="Gill Sans MT"/>
                <a:ea typeface="MS PGothic" charset="0"/>
                <a:cs typeface="Gill Sans MT"/>
              </a:rPr>
              <a:t>IP header bits used to identify, order related fragments</a:t>
            </a:r>
          </a:p>
        </p:txBody>
      </p:sp>
      <p:sp>
        <p:nvSpPr>
          <p:cNvPr id="77827" name="Freeform 4"/>
          <p:cNvSpPr/>
          <p:nvPr/>
        </p:nvSpPr>
        <p:spPr>
          <a:xfrm>
            <a:off x="4714875" y="1537970"/>
            <a:ext cx="2436813" cy="2255838"/>
          </a:xfrm>
          <a:custGeom>
            <a:avLst/>
            <a:gdLst>
              <a:gd name="txL" fmla="*/ 0 w 1292"/>
              <a:gd name="txT" fmla="*/ 0 h 1255"/>
              <a:gd name="txR" fmla="*/ 1292 w 1292"/>
              <a:gd name="txB" fmla="*/ 1255 h 1255"/>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66CCFF">
              <a:alpha val="100000"/>
            </a:srgbClr>
          </a:solidFill>
          <a:ln w="9525">
            <a:noFill/>
          </a:ln>
        </p:spPr>
        <p:txBody>
          <a:bodyPr/>
          <a:lstStyle/>
          <a:p>
            <a:endParaRPr lang="zh-CN" altLang="en-US"/>
          </a:p>
        </p:txBody>
      </p:sp>
      <p:sp>
        <p:nvSpPr>
          <p:cNvPr id="77828" name="Freeform 5"/>
          <p:cNvSpPr/>
          <p:nvPr/>
        </p:nvSpPr>
        <p:spPr>
          <a:xfrm>
            <a:off x="4714875" y="3939858"/>
            <a:ext cx="1976438" cy="1987550"/>
          </a:xfrm>
          <a:custGeom>
            <a:avLst/>
            <a:gdLst>
              <a:gd name="txL" fmla="*/ 0 w 873"/>
              <a:gd name="txT" fmla="*/ 0 h 940"/>
              <a:gd name="txR" fmla="*/ 873 w 873"/>
              <a:gd name="txB" fmla="*/ 940 h 940"/>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66CCFF">
              <a:alpha val="100000"/>
            </a:srgbClr>
          </a:solidFill>
          <a:ln w="9525">
            <a:noFill/>
          </a:ln>
        </p:spPr>
        <p:txBody>
          <a:bodyPr/>
          <a:lstStyle/>
          <a:p>
            <a:endParaRPr lang="zh-CN" altLang="en-US"/>
          </a:p>
        </p:txBody>
      </p:sp>
      <p:sp>
        <p:nvSpPr>
          <p:cNvPr id="77829" name="Line 16"/>
          <p:cNvSpPr/>
          <p:nvPr/>
        </p:nvSpPr>
        <p:spPr>
          <a:xfrm flipV="1">
            <a:off x="4787900" y="2493645"/>
            <a:ext cx="127000" cy="3175"/>
          </a:xfrm>
          <a:prstGeom prst="line">
            <a:avLst/>
          </a:prstGeom>
          <a:ln w="12700" cap="flat" cmpd="sng">
            <a:solidFill>
              <a:schemeClr val="tx1"/>
            </a:solidFill>
            <a:prstDash val="solid"/>
            <a:headEnd type="none" w="med" len="med"/>
            <a:tailEnd type="none" w="med" len="med"/>
          </a:ln>
        </p:spPr>
      </p:sp>
      <p:sp>
        <p:nvSpPr>
          <p:cNvPr id="77830" name="Line 17"/>
          <p:cNvSpPr/>
          <p:nvPr/>
        </p:nvSpPr>
        <p:spPr>
          <a:xfrm>
            <a:off x="5364163" y="1818958"/>
            <a:ext cx="658812" cy="279400"/>
          </a:xfrm>
          <a:prstGeom prst="line">
            <a:avLst/>
          </a:prstGeom>
          <a:ln w="12700" cap="flat" cmpd="sng">
            <a:solidFill>
              <a:schemeClr val="tx1"/>
            </a:solidFill>
            <a:prstDash val="solid"/>
            <a:headEnd type="none" w="med" len="med"/>
            <a:tailEnd type="none" w="med" len="med"/>
          </a:ln>
        </p:spPr>
      </p:sp>
      <p:sp>
        <p:nvSpPr>
          <p:cNvPr id="77831" name="Line 18"/>
          <p:cNvSpPr/>
          <p:nvPr/>
        </p:nvSpPr>
        <p:spPr>
          <a:xfrm>
            <a:off x="6210300" y="2155508"/>
            <a:ext cx="196850" cy="669925"/>
          </a:xfrm>
          <a:prstGeom prst="line">
            <a:avLst/>
          </a:prstGeom>
          <a:ln w="12700" cap="flat" cmpd="sng">
            <a:solidFill>
              <a:schemeClr val="tx1"/>
            </a:solidFill>
            <a:prstDash val="solid"/>
            <a:headEnd type="none" w="med" len="med"/>
            <a:tailEnd type="none" w="med" len="med"/>
          </a:ln>
        </p:spPr>
      </p:sp>
      <p:sp>
        <p:nvSpPr>
          <p:cNvPr id="77832" name="Line 19"/>
          <p:cNvSpPr/>
          <p:nvPr/>
        </p:nvSpPr>
        <p:spPr>
          <a:xfrm>
            <a:off x="5113338" y="1931670"/>
            <a:ext cx="1587" cy="582613"/>
          </a:xfrm>
          <a:prstGeom prst="line">
            <a:avLst/>
          </a:prstGeom>
          <a:ln w="12700" cap="flat" cmpd="sng">
            <a:solidFill>
              <a:schemeClr val="tx1"/>
            </a:solidFill>
            <a:prstDash val="solid"/>
            <a:headEnd type="none" w="med" len="med"/>
            <a:tailEnd type="none" w="med" len="med"/>
          </a:ln>
        </p:spPr>
      </p:sp>
      <p:sp>
        <p:nvSpPr>
          <p:cNvPr id="77833" name="Line 20"/>
          <p:cNvSpPr/>
          <p:nvPr/>
        </p:nvSpPr>
        <p:spPr>
          <a:xfrm>
            <a:off x="5348288" y="2585720"/>
            <a:ext cx="971550" cy="401638"/>
          </a:xfrm>
          <a:prstGeom prst="line">
            <a:avLst/>
          </a:prstGeom>
          <a:ln w="12700" cap="flat" cmpd="sng">
            <a:solidFill>
              <a:schemeClr val="tx1"/>
            </a:solidFill>
            <a:prstDash val="solid"/>
            <a:headEnd type="none" w="med" len="med"/>
            <a:tailEnd type="none" w="med" len="med"/>
          </a:ln>
        </p:spPr>
      </p:sp>
      <p:sp>
        <p:nvSpPr>
          <p:cNvPr id="77834" name="Line 21"/>
          <p:cNvSpPr/>
          <p:nvPr/>
        </p:nvSpPr>
        <p:spPr>
          <a:xfrm flipH="1" flipV="1">
            <a:off x="6621463" y="3115945"/>
            <a:ext cx="476250" cy="687388"/>
          </a:xfrm>
          <a:prstGeom prst="line">
            <a:avLst/>
          </a:prstGeom>
          <a:ln w="12700" cap="flat" cmpd="sng">
            <a:solidFill>
              <a:schemeClr val="tx1"/>
            </a:solidFill>
            <a:prstDash val="solid"/>
            <a:headEnd type="none" w="med" len="med"/>
            <a:tailEnd type="none" w="med" len="med"/>
          </a:ln>
        </p:spPr>
      </p:sp>
      <p:sp>
        <p:nvSpPr>
          <p:cNvPr id="77835" name="Line 22"/>
          <p:cNvSpPr/>
          <p:nvPr/>
        </p:nvSpPr>
        <p:spPr>
          <a:xfrm flipH="1">
            <a:off x="5372100" y="2123758"/>
            <a:ext cx="758825" cy="517525"/>
          </a:xfrm>
          <a:prstGeom prst="line">
            <a:avLst/>
          </a:prstGeom>
          <a:ln w="12700" cap="flat" cmpd="sng">
            <a:solidFill>
              <a:schemeClr val="tx1"/>
            </a:solidFill>
            <a:prstDash val="solid"/>
            <a:headEnd type="none" w="med" len="med"/>
            <a:tailEnd type="none" w="med" len="med"/>
          </a:ln>
        </p:spPr>
      </p:sp>
      <p:sp>
        <p:nvSpPr>
          <p:cNvPr id="77836" name="Line 23"/>
          <p:cNvSpPr/>
          <p:nvPr/>
        </p:nvSpPr>
        <p:spPr>
          <a:xfrm flipH="1">
            <a:off x="5381625" y="1563370"/>
            <a:ext cx="476250" cy="342900"/>
          </a:xfrm>
          <a:prstGeom prst="line">
            <a:avLst/>
          </a:prstGeom>
          <a:ln w="12700" cap="flat" cmpd="sng">
            <a:solidFill>
              <a:schemeClr val="tx1"/>
            </a:solidFill>
            <a:prstDash val="solid"/>
            <a:headEnd type="none" w="med" len="med"/>
            <a:tailEnd type="none" w="med" len="med"/>
          </a:ln>
        </p:spPr>
      </p:sp>
      <p:sp>
        <p:nvSpPr>
          <p:cNvPr id="77837" name="Line 24"/>
          <p:cNvSpPr/>
          <p:nvPr/>
        </p:nvSpPr>
        <p:spPr>
          <a:xfrm flipH="1">
            <a:off x="6099175" y="1739583"/>
            <a:ext cx="273050" cy="236537"/>
          </a:xfrm>
          <a:prstGeom prst="line">
            <a:avLst/>
          </a:prstGeom>
          <a:ln w="12700" cap="flat" cmpd="sng">
            <a:solidFill>
              <a:schemeClr val="tx1"/>
            </a:solidFill>
            <a:prstDash val="solid"/>
            <a:headEnd type="none" w="med" len="med"/>
            <a:tailEnd type="none" w="med" len="med"/>
          </a:ln>
        </p:spPr>
      </p:sp>
      <p:sp>
        <p:nvSpPr>
          <p:cNvPr id="77838" name="Line 119"/>
          <p:cNvSpPr/>
          <p:nvPr/>
        </p:nvSpPr>
        <p:spPr>
          <a:xfrm flipH="1">
            <a:off x="6578600" y="4116070"/>
            <a:ext cx="636588" cy="877888"/>
          </a:xfrm>
          <a:prstGeom prst="line">
            <a:avLst/>
          </a:prstGeom>
          <a:ln w="12700" cap="flat" cmpd="sng">
            <a:solidFill>
              <a:schemeClr val="tx1"/>
            </a:solidFill>
            <a:prstDash val="solid"/>
            <a:headEnd type="none" w="med" len="med"/>
            <a:tailEnd type="none" w="med" len="med"/>
          </a:ln>
        </p:spPr>
      </p:sp>
      <p:grpSp>
        <p:nvGrpSpPr>
          <p:cNvPr id="2" name="Group 199"/>
          <p:cNvGrpSpPr/>
          <p:nvPr/>
        </p:nvGrpSpPr>
        <p:grpSpPr>
          <a:xfrm>
            <a:off x="5121275" y="2865120"/>
            <a:ext cx="1222375" cy="403225"/>
            <a:chOff x="3152" y="1862"/>
            <a:chExt cx="770" cy="254"/>
          </a:xfrm>
        </p:grpSpPr>
        <p:grpSp>
          <p:nvGrpSpPr>
            <p:cNvPr id="77954" name="Group 120"/>
            <p:cNvGrpSpPr/>
            <p:nvPr/>
          </p:nvGrpSpPr>
          <p:grpSpPr>
            <a:xfrm rot="1433392">
              <a:off x="3152" y="1862"/>
              <a:ext cx="648" cy="108"/>
              <a:chOff x="4712" y="1742"/>
              <a:chExt cx="648" cy="108"/>
            </a:xfrm>
          </p:grpSpPr>
          <p:sp>
            <p:nvSpPr>
              <p:cNvPr id="77956" name="Rectangle 121"/>
              <p:cNvSpPr/>
              <p:nvPr/>
            </p:nvSpPr>
            <p:spPr>
              <a:xfrm>
                <a:off x="4712" y="1742"/>
                <a:ext cx="648" cy="108"/>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7957" name="Rectangle 122"/>
              <p:cNvSpPr/>
              <p:nvPr/>
            </p:nvSpPr>
            <p:spPr>
              <a:xfrm>
                <a:off x="4710" y="1742"/>
                <a:ext cx="534" cy="108"/>
              </a:xfrm>
              <a:prstGeom prst="rect">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77955" name="Line 132"/>
            <p:cNvSpPr/>
            <p:nvPr/>
          </p:nvSpPr>
          <p:spPr>
            <a:xfrm>
              <a:off x="3784" y="2060"/>
              <a:ext cx="138" cy="56"/>
            </a:xfrm>
            <a:prstGeom prst="line">
              <a:avLst/>
            </a:prstGeom>
            <a:ln w="9525" cap="flat" cmpd="sng">
              <a:solidFill>
                <a:schemeClr val="tx1"/>
              </a:solidFill>
              <a:prstDash val="solid"/>
              <a:headEnd type="none" w="med" len="med"/>
              <a:tailEnd type="triangle" w="med" len="med"/>
            </a:ln>
          </p:spPr>
        </p:sp>
      </p:grpSp>
      <p:sp>
        <p:nvSpPr>
          <p:cNvPr id="576648" name="Text Box 136"/>
          <p:cNvSpPr txBox="1"/>
          <p:nvPr/>
        </p:nvSpPr>
        <p:spPr>
          <a:xfrm>
            <a:off x="6676708" y="2055495"/>
            <a:ext cx="2466975" cy="8255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i="1">
                <a:solidFill>
                  <a:srgbClr val="CC0000"/>
                </a:solidFill>
                <a:latin typeface="Arial" panose="020B0604020202090204" pitchFamily="34" charset="0"/>
              </a:rPr>
              <a:t>fragmentation:</a:t>
            </a:r>
            <a:r>
              <a:rPr lang="en-US" altLang="zh-CN" sz="1600">
                <a:latin typeface="Arial" panose="020B0604020202090204" pitchFamily="34" charset="0"/>
              </a:rPr>
              <a:t> </a:t>
            </a:r>
          </a:p>
          <a:p>
            <a:pPr marL="0" lvl="0" indent="0">
              <a:lnSpc>
                <a:spcPct val="100000"/>
              </a:lnSpc>
              <a:spcBef>
                <a:spcPct val="0"/>
              </a:spcBef>
              <a:buClrTx/>
              <a:buSzTx/>
              <a:buFontTx/>
              <a:buNone/>
            </a:pPr>
            <a:r>
              <a:rPr lang="en-US" altLang="zh-CN" sz="1600" b="1" i="1">
                <a:solidFill>
                  <a:srgbClr val="000099"/>
                </a:solidFill>
                <a:latin typeface="Arial" panose="020B0604020202090204" pitchFamily="34" charset="0"/>
              </a:rPr>
              <a:t>in:</a:t>
            </a:r>
            <a:r>
              <a:rPr lang="en-US" altLang="zh-CN" sz="1600">
                <a:latin typeface="Arial" panose="020B0604020202090204" pitchFamily="34" charset="0"/>
              </a:rPr>
              <a:t> one large datagram</a:t>
            </a:r>
          </a:p>
          <a:p>
            <a:pPr marL="0" lvl="0" indent="0">
              <a:lnSpc>
                <a:spcPct val="100000"/>
              </a:lnSpc>
              <a:spcBef>
                <a:spcPct val="0"/>
              </a:spcBef>
              <a:buClrTx/>
              <a:buSzTx/>
              <a:buFontTx/>
              <a:buNone/>
            </a:pPr>
            <a:r>
              <a:rPr lang="en-US" altLang="zh-CN" sz="1600" b="1" i="1">
                <a:solidFill>
                  <a:srgbClr val="000099"/>
                </a:solidFill>
                <a:latin typeface="Arial" panose="020B0604020202090204" pitchFamily="34" charset="0"/>
              </a:rPr>
              <a:t>out:</a:t>
            </a:r>
            <a:r>
              <a:rPr lang="en-US" altLang="zh-CN" sz="1600">
                <a:latin typeface="Arial" panose="020B0604020202090204" pitchFamily="34" charset="0"/>
              </a:rPr>
              <a:t> 3 smaller datagrams</a:t>
            </a:r>
            <a:endParaRPr lang="en-US" altLang="zh-CN" sz="1800">
              <a:latin typeface="Arial" panose="020B0604020202090204" pitchFamily="34" charset="0"/>
            </a:endParaRPr>
          </a:p>
        </p:txBody>
      </p:sp>
      <p:sp>
        <p:nvSpPr>
          <p:cNvPr id="77841" name="Line 118"/>
          <p:cNvSpPr/>
          <p:nvPr/>
        </p:nvSpPr>
        <p:spPr>
          <a:xfrm>
            <a:off x="5602288" y="5087620"/>
            <a:ext cx="287337" cy="3175"/>
          </a:xfrm>
          <a:prstGeom prst="line">
            <a:avLst/>
          </a:prstGeom>
          <a:ln w="12700" cap="flat" cmpd="sng">
            <a:solidFill>
              <a:schemeClr val="tx1"/>
            </a:solidFill>
            <a:prstDash val="solid"/>
            <a:headEnd type="none" w="med" len="med"/>
            <a:tailEnd type="none" w="med" len="med"/>
          </a:ln>
        </p:spPr>
      </p:sp>
      <p:grpSp>
        <p:nvGrpSpPr>
          <p:cNvPr id="4" name="Group 220"/>
          <p:cNvGrpSpPr/>
          <p:nvPr/>
        </p:nvGrpSpPr>
        <p:grpSpPr>
          <a:xfrm>
            <a:off x="5524500" y="4262120"/>
            <a:ext cx="708025" cy="558800"/>
            <a:chOff x="3406" y="2742"/>
            <a:chExt cx="446" cy="352"/>
          </a:xfrm>
        </p:grpSpPr>
        <p:grpSp>
          <p:nvGrpSpPr>
            <p:cNvPr id="77942" name="Group 137"/>
            <p:cNvGrpSpPr/>
            <p:nvPr/>
          </p:nvGrpSpPr>
          <p:grpSpPr>
            <a:xfrm rot="-10773343">
              <a:off x="3566" y="2742"/>
              <a:ext cx="282" cy="108"/>
              <a:chOff x="5078" y="1860"/>
              <a:chExt cx="282" cy="108"/>
            </a:xfrm>
          </p:grpSpPr>
          <p:sp>
            <p:nvSpPr>
              <p:cNvPr id="77952" name="Rectangle 138"/>
              <p:cNvSpPr/>
              <p:nvPr/>
            </p:nvSpPr>
            <p:spPr>
              <a:xfrm>
                <a:off x="5216" y="1860"/>
                <a:ext cx="144" cy="108"/>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7953" name="Rectangle 139"/>
              <p:cNvSpPr/>
              <p:nvPr/>
            </p:nvSpPr>
            <p:spPr>
              <a:xfrm>
                <a:off x="5080" y="1860"/>
                <a:ext cx="166" cy="108"/>
              </a:xfrm>
              <a:prstGeom prst="rect">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77943" name="Group 140"/>
            <p:cNvGrpSpPr/>
            <p:nvPr/>
          </p:nvGrpSpPr>
          <p:grpSpPr>
            <a:xfrm rot="-10773343">
              <a:off x="3568" y="2864"/>
              <a:ext cx="282" cy="108"/>
              <a:chOff x="5078" y="1860"/>
              <a:chExt cx="282" cy="108"/>
            </a:xfrm>
          </p:grpSpPr>
          <p:sp>
            <p:nvSpPr>
              <p:cNvPr id="77950" name="Rectangle 141"/>
              <p:cNvSpPr/>
              <p:nvPr/>
            </p:nvSpPr>
            <p:spPr>
              <a:xfrm>
                <a:off x="5216" y="1860"/>
                <a:ext cx="144" cy="108"/>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7951" name="Rectangle 142"/>
              <p:cNvSpPr/>
              <p:nvPr/>
            </p:nvSpPr>
            <p:spPr>
              <a:xfrm>
                <a:off x="5080" y="1860"/>
                <a:ext cx="166" cy="108"/>
              </a:xfrm>
              <a:prstGeom prst="rect">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77944" name="Group 143"/>
            <p:cNvGrpSpPr/>
            <p:nvPr/>
          </p:nvGrpSpPr>
          <p:grpSpPr>
            <a:xfrm rot="-10773343">
              <a:off x="3570" y="2986"/>
              <a:ext cx="282" cy="108"/>
              <a:chOff x="5078" y="1860"/>
              <a:chExt cx="282" cy="108"/>
            </a:xfrm>
          </p:grpSpPr>
          <p:sp>
            <p:nvSpPr>
              <p:cNvPr id="77948" name="Rectangle 144"/>
              <p:cNvSpPr/>
              <p:nvPr/>
            </p:nvSpPr>
            <p:spPr>
              <a:xfrm>
                <a:off x="5216" y="1860"/>
                <a:ext cx="144" cy="108"/>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7949" name="Rectangle 145"/>
              <p:cNvSpPr/>
              <p:nvPr/>
            </p:nvSpPr>
            <p:spPr>
              <a:xfrm>
                <a:off x="5080" y="1860"/>
                <a:ext cx="166" cy="108"/>
              </a:xfrm>
              <a:prstGeom prst="rect">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77945" name="Line 146"/>
            <p:cNvSpPr/>
            <p:nvPr/>
          </p:nvSpPr>
          <p:spPr>
            <a:xfrm rot="9691848">
              <a:off x="3412" y="2778"/>
              <a:ext cx="138" cy="44"/>
            </a:xfrm>
            <a:prstGeom prst="line">
              <a:avLst/>
            </a:prstGeom>
            <a:ln w="9525" cap="flat" cmpd="sng">
              <a:solidFill>
                <a:schemeClr val="tx1"/>
              </a:solidFill>
              <a:prstDash val="solid"/>
              <a:headEnd type="none" w="med" len="med"/>
              <a:tailEnd type="triangle" w="med" len="med"/>
            </a:ln>
          </p:spPr>
        </p:sp>
        <p:sp>
          <p:nvSpPr>
            <p:cNvPr id="77946" name="Line 147"/>
            <p:cNvSpPr/>
            <p:nvPr/>
          </p:nvSpPr>
          <p:spPr>
            <a:xfrm rot="9691848">
              <a:off x="3406" y="2888"/>
              <a:ext cx="138" cy="44"/>
            </a:xfrm>
            <a:prstGeom prst="line">
              <a:avLst/>
            </a:prstGeom>
            <a:ln w="9525" cap="flat" cmpd="sng">
              <a:solidFill>
                <a:schemeClr val="tx1"/>
              </a:solidFill>
              <a:prstDash val="solid"/>
              <a:headEnd type="none" w="med" len="med"/>
              <a:tailEnd type="triangle" w="med" len="med"/>
            </a:ln>
          </p:spPr>
        </p:sp>
        <p:sp>
          <p:nvSpPr>
            <p:cNvPr id="77947" name="Line 148"/>
            <p:cNvSpPr/>
            <p:nvPr/>
          </p:nvSpPr>
          <p:spPr>
            <a:xfrm rot="9691848">
              <a:off x="3408" y="3018"/>
              <a:ext cx="138" cy="44"/>
            </a:xfrm>
            <a:prstGeom prst="line">
              <a:avLst/>
            </a:prstGeom>
            <a:ln w="9525" cap="flat" cmpd="sng">
              <a:solidFill>
                <a:schemeClr val="tx1"/>
              </a:solidFill>
              <a:prstDash val="solid"/>
              <a:headEnd type="none" w="med" len="med"/>
              <a:tailEnd type="triangle" w="med" len="med"/>
            </a:ln>
          </p:spPr>
        </p:sp>
      </p:grpSp>
      <p:grpSp>
        <p:nvGrpSpPr>
          <p:cNvPr id="8" name="Group 233"/>
          <p:cNvGrpSpPr/>
          <p:nvPr/>
        </p:nvGrpSpPr>
        <p:grpSpPr>
          <a:xfrm>
            <a:off x="4405313" y="3781108"/>
            <a:ext cx="1395412" cy="490537"/>
            <a:chOff x="2701" y="2439"/>
            <a:chExt cx="879" cy="309"/>
          </a:xfrm>
        </p:grpSpPr>
        <p:grpSp>
          <p:nvGrpSpPr>
            <p:cNvPr id="77936" name="Group 232"/>
            <p:cNvGrpSpPr/>
            <p:nvPr/>
          </p:nvGrpSpPr>
          <p:grpSpPr>
            <a:xfrm>
              <a:off x="2701" y="2639"/>
              <a:ext cx="806" cy="109"/>
              <a:chOff x="2540" y="2639"/>
              <a:chExt cx="806" cy="109"/>
            </a:xfrm>
          </p:grpSpPr>
          <p:grpSp>
            <p:nvGrpSpPr>
              <p:cNvPr id="77938" name="Group 149"/>
              <p:cNvGrpSpPr/>
              <p:nvPr/>
            </p:nvGrpSpPr>
            <p:grpSpPr>
              <a:xfrm rot="10793026">
                <a:off x="2697" y="2639"/>
                <a:ext cx="649" cy="109"/>
                <a:chOff x="4712" y="1742"/>
                <a:chExt cx="648" cy="108"/>
              </a:xfrm>
            </p:grpSpPr>
            <p:sp>
              <p:nvSpPr>
                <p:cNvPr id="77940" name="Rectangle 150"/>
                <p:cNvSpPr/>
                <p:nvPr/>
              </p:nvSpPr>
              <p:spPr>
                <a:xfrm>
                  <a:off x="4712" y="1742"/>
                  <a:ext cx="648" cy="108"/>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7941" name="Rectangle 151"/>
                <p:cNvSpPr/>
                <p:nvPr/>
              </p:nvSpPr>
              <p:spPr>
                <a:xfrm>
                  <a:off x="4714" y="1744"/>
                  <a:ext cx="534" cy="108"/>
                </a:xfrm>
                <a:prstGeom prst="rect">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77939" name="Line 152"/>
              <p:cNvSpPr/>
              <p:nvPr/>
            </p:nvSpPr>
            <p:spPr>
              <a:xfrm rot="9691848">
                <a:off x="2540" y="2666"/>
                <a:ext cx="138" cy="44"/>
              </a:xfrm>
              <a:prstGeom prst="line">
                <a:avLst/>
              </a:prstGeom>
              <a:ln w="9525" cap="flat" cmpd="sng">
                <a:solidFill>
                  <a:schemeClr val="tx1"/>
                </a:solidFill>
                <a:prstDash val="solid"/>
                <a:headEnd type="none" w="med" len="med"/>
                <a:tailEnd type="triangle" w="med" len="med"/>
              </a:ln>
            </p:spPr>
          </p:sp>
        </p:grpSp>
        <p:sp>
          <p:nvSpPr>
            <p:cNvPr id="77937" name="Text Box 153"/>
            <p:cNvSpPr txBox="1"/>
            <p:nvPr/>
          </p:nvSpPr>
          <p:spPr>
            <a:xfrm>
              <a:off x="2810" y="2439"/>
              <a:ext cx="77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i="1">
                  <a:solidFill>
                    <a:srgbClr val="CC0000"/>
                  </a:solidFill>
                  <a:latin typeface="Arial" panose="020B0604020202090204" pitchFamily="34" charset="0"/>
                </a:rPr>
                <a:t>reassembly</a:t>
              </a:r>
              <a:endParaRPr lang="en-US" altLang="zh-CN" sz="1800" i="1">
                <a:solidFill>
                  <a:srgbClr val="CC0000"/>
                </a:solidFill>
                <a:latin typeface="Arial" panose="020B0604020202090204" pitchFamily="34" charset="0"/>
              </a:endParaRPr>
            </a:p>
          </p:txBody>
        </p:sp>
      </p:grpSp>
      <p:pic>
        <p:nvPicPr>
          <p:cNvPr id="77844" name="Picture 154" descr="underline_base"/>
          <p:cNvPicPr/>
          <p:nvPr/>
        </p:nvPicPr>
        <p:blipFill>
          <a:blip r:embed="rId2"/>
          <a:stretch>
            <a:fillRect/>
          </a:stretch>
        </p:blipFill>
        <p:spPr>
          <a:xfrm>
            <a:off x="581025" y="881063"/>
            <a:ext cx="6856413" cy="173037"/>
          </a:xfrm>
          <a:prstGeom prst="rect">
            <a:avLst/>
          </a:prstGeom>
          <a:noFill/>
          <a:ln w="9525">
            <a:noFill/>
          </a:ln>
        </p:spPr>
      </p:pic>
      <p:grpSp>
        <p:nvGrpSpPr>
          <p:cNvPr id="77845" name="Group 162"/>
          <p:cNvGrpSpPr/>
          <p:nvPr/>
        </p:nvGrpSpPr>
        <p:grpSpPr>
          <a:xfrm>
            <a:off x="3967163" y="1617345"/>
            <a:ext cx="838200" cy="1720850"/>
            <a:chOff x="2345" y="1140"/>
            <a:chExt cx="528" cy="1084"/>
          </a:xfrm>
        </p:grpSpPr>
        <p:sp>
          <p:nvSpPr>
            <p:cNvPr id="77926" name="Line 8"/>
            <p:cNvSpPr/>
            <p:nvPr/>
          </p:nvSpPr>
          <p:spPr>
            <a:xfrm flipV="1">
              <a:off x="2811" y="1459"/>
              <a:ext cx="62" cy="5"/>
            </a:xfrm>
            <a:prstGeom prst="line">
              <a:avLst/>
            </a:prstGeom>
            <a:ln w="19050" cap="flat" cmpd="sng">
              <a:solidFill>
                <a:schemeClr val="tx1"/>
              </a:solidFill>
              <a:prstDash val="solid"/>
              <a:headEnd type="none" w="med" len="med"/>
              <a:tailEnd type="none" w="med" len="med"/>
            </a:ln>
          </p:spPr>
        </p:sp>
        <p:sp>
          <p:nvSpPr>
            <p:cNvPr id="77927" name="Line 10"/>
            <p:cNvSpPr/>
            <p:nvPr/>
          </p:nvSpPr>
          <p:spPr>
            <a:xfrm flipV="1">
              <a:off x="2811" y="1967"/>
              <a:ext cx="62" cy="2"/>
            </a:xfrm>
            <a:prstGeom prst="line">
              <a:avLst/>
            </a:prstGeom>
            <a:ln w="19050" cap="flat" cmpd="sng">
              <a:solidFill>
                <a:schemeClr val="tx1"/>
              </a:solidFill>
              <a:prstDash val="solid"/>
              <a:headEnd type="none" w="med" len="med"/>
              <a:tailEnd type="none" w="med" len="med"/>
            </a:ln>
          </p:spPr>
        </p:sp>
        <p:sp>
          <p:nvSpPr>
            <p:cNvPr id="77928" name="Line 15"/>
            <p:cNvSpPr/>
            <p:nvPr/>
          </p:nvSpPr>
          <p:spPr>
            <a:xfrm>
              <a:off x="2868" y="1456"/>
              <a:ext cx="0" cy="510"/>
            </a:xfrm>
            <a:prstGeom prst="line">
              <a:avLst/>
            </a:prstGeom>
            <a:ln w="12700" cap="flat" cmpd="sng">
              <a:solidFill>
                <a:schemeClr val="tx1"/>
              </a:solidFill>
              <a:prstDash val="solid"/>
              <a:headEnd type="none" w="med" len="med"/>
              <a:tailEnd type="none" w="med" len="med"/>
            </a:ln>
          </p:spPr>
        </p:sp>
        <p:grpSp>
          <p:nvGrpSpPr>
            <p:cNvPr id="77929" name="Group 155"/>
            <p:cNvGrpSpPr/>
            <p:nvPr/>
          </p:nvGrpSpPr>
          <p:grpSpPr>
            <a:xfrm>
              <a:off x="2345" y="1140"/>
              <a:ext cx="503" cy="444"/>
              <a:chOff x="-44" y="1473"/>
              <a:chExt cx="981" cy="1105"/>
            </a:xfrm>
          </p:grpSpPr>
          <p:pic>
            <p:nvPicPr>
              <p:cNvPr id="77934" name="Picture 156"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77935" name="Freeform 157"/>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sp>
          <p:nvSpPr>
            <p:cNvPr id="77930" name="Text Box 158"/>
            <p:cNvSpPr txBox="1"/>
            <p:nvPr/>
          </p:nvSpPr>
          <p:spPr>
            <a:xfrm rot="5400000">
              <a:off x="2525" y="1509"/>
              <a:ext cx="340" cy="32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a:latin typeface="Arial" panose="020B0604020202090204" pitchFamily="34" charset="0"/>
                </a:rPr>
                <a:t>…</a:t>
              </a:r>
            </a:p>
          </p:txBody>
        </p:sp>
        <p:grpSp>
          <p:nvGrpSpPr>
            <p:cNvPr id="77931" name="Group 159"/>
            <p:cNvGrpSpPr/>
            <p:nvPr/>
          </p:nvGrpSpPr>
          <p:grpSpPr>
            <a:xfrm>
              <a:off x="2357" y="1780"/>
              <a:ext cx="503" cy="444"/>
              <a:chOff x="-44" y="1473"/>
              <a:chExt cx="981" cy="1105"/>
            </a:xfrm>
          </p:grpSpPr>
          <p:pic>
            <p:nvPicPr>
              <p:cNvPr id="77932" name="Picture 160"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77933" name="Freeform 161"/>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grpSp>
        <p:nvGrpSpPr>
          <p:cNvPr id="77846" name="Group 163"/>
          <p:cNvGrpSpPr/>
          <p:nvPr/>
        </p:nvGrpSpPr>
        <p:grpSpPr>
          <a:xfrm>
            <a:off x="6088063" y="2804795"/>
            <a:ext cx="698500" cy="355600"/>
            <a:chOff x="4396" y="1245"/>
            <a:chExt cx="672" cy="248"/>
          </a:xfrm>
        </p:grpSpPr>
        <p:sp>
          <p:nvSpPr>
            <p:cNvPr id="77918"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919"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920"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77921" name="Group 167"/>
            <p:cNvGrpSpPr/>
            <p:nvPr/>
          </p:nvGrpSpPr>
          <p:grpSpPr>
            <a:xfrm>
              <a:off x="4530" y="1287"/>
              <a:ext cx="377" cy="75"/>
              <a:chOff x="2468" y="1332"/>
              <a:chExt cx="310" cy="60"/>
            </a:xfrm>
          </p:grpSpPr>
          <p:sp>
            <p:nvSpPr>
              <p:cNvPr id="77924" name="Freeform 168"/>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77925" name="Freeform 169"/>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77922" name="Line 170"/>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77923" name="Line 171"/>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77847" name="Group 172"/>
          <p:cNvGrpSpPr/>
          <p:nvPr/>
        </p:nvGrpSpPr>
        <p:grpSpPr>
          <a:xfrm>
            <a:off x="4875213" y="1699895"/>
            <a:ext cx="698500" cy="355600"/>
            <a:chOff x="4396" y="1245"/>
            <a:chExt cx="672" cy="248"/>
          </a:xfrm>
        </p:grpSpPr>
        <p:sp>
          <p:nvSpPr>
            <p:cNvPr id="77910"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911"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912"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77913" name="Group 176"/>
            <p:cNvGrpSpPr/>
            <p:nvPr/>
          </p:nvGrpSpPr>
          <p:grpSpPr>
            <a:xfrm>
              <a:off x="4530" y="1287"/>
              <a:ext cx="377" cy="75"/>
              <a:chOff x="2468" y="1332"/>
              <a:chExt cx="310" cy="60"/>
            </a:xfrm>
          </p:grpSpPr>
          <p:sp>
            <p:nvSpPr>
              <p:cNvPr id="77916" name="Freeform 177"/>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77917" name="Freeform 178"/>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77914" name="Line 179"/>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77915" name="Line 180"/>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77848" name="Group 181"/>
          <p:cNvGrpSpPr/>
          <p:nvPr/>
        </p:nvGrpSpPr>
        <p:grpSpPr>
          <a:xfrm>
            <a:off x="4881563" y="2334895"/>
            <a:ext cx="698500" cy="355600"/>
            <a:chOff x="4396" y="1245"/>
            <a:chExt cx="672" cy="248"/>
          </a:xfrm>
        </p:grpSpPr>
        <p:sp>
          <p:nvSpPr>
            <p:cNvPr id="77902"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903"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904"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77905" name="Group 185"/>
            <p:cNvGrpSpPr/>
            <p:nvPr/>
          </p:nvGrpSpPr>
          <p:grpSpPr>
            <a:xfrm>
              <a:off x="4530" y="1287"/>
              <a:ext cx="377" cy="75"/>
              <a:chOff x="2468" y="1332"/>
              <a:chExt cx="310" cy="60"/>
            </a:xfrm>
          </p:grpSpPr>
          <p:sp>
            <p:nvSpPr>
              <p:cNvPr id="77908" name="Freeform 186"/>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77909" name="Freeform 187"/>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77906" name="Line 188"/>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77907" name="Line 189"/>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77849" name="Group 190"/>
          <p:cNvGrpSpPr/>
          <p:nvPr/>
        </p:nvGrpSpPr>
        <p:grpSpPr>
          <a:xfrm>
            <a:off x="5713413" y="1909445"/>
            <a:ext cx="698500" cy="355600"/>
            <a:chOff x="4396" y="1245"/>
            <a:chExt cx="672" cy="248"/>
          </a:xfrm>
        </p:grpSpPr>
        <p:sp>
          <p:nvSpPr>
            <p:cNvPr id="77894"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895"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896"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77897" name="Group 194"/>
            <p:cNvGrpSpPr/>
            <p:nvPr/>
          </p:nvGrpSpPr>
          <p:grpSpPr>
            <a:xfrm>
              <a:off x="4530" y="1287"/>
              <a:ext cx="377" cy="75"/>
              <a:chOff x="2468" y="1332"/>
              <a:chExt cx="310" cy="60"/>
            </a:xfrm>
          </p:grpSpPr>
          <p:sp>
            <p:nvSpPr>
              <p:cNvPr id="77900" name="Freeform 19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77901" name="Freeform 19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77898" name="Line 197"/>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77899" name="Line 198"/>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22" name="Group 200"/>
          <p:cNvGrpSpPr/>
          <p:nvPr/>
        </p:nvGrpSpPr>
        <p:grpSpPr>
          <a:xfrm>
            <a:off x="6538913" y="3012758"/>
            <a:ext cx="1033462" cy="801687"/>
            <a:chOff x="4045" y="1955"/>
            <a:chExt cx="651" cy="505"/>
          </a:xfrm>
        </p:grpSpPr>
        <p:grpSp>
          <p:nvGrpSpPr>
            <p:cNvPr id="77882" name="Group 123"/>
            <p:cNvGrpSpPr/>
            <p:nvPr/>
          </p:nvGrpSpPr>
          <p:grpSpPr>
            <a:xfrm rot="3346875">
              <a:off x="3958" y="2042"/>
              <a:ext cx="282" cy="108"/>
              <a:chOff x="5078" y="1860"/>
              <a:chExt cx="282" cy="108"/>
            </a:xfrm>
          </p:grpSpPr>
          <p:sp>
            <p:nvSpPr>
              <p:cNvPr id="77892" name="Rectangle 124"/>
              <p:cNvSpPr/>
              <p:nvPr/>
            </p:nvSpPr>
            <p:spPr>
              <a:xfrm>
                <a:off x="5215" y="1861"/>
                <a:ext cx="144" cy="108"/>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7893" name="Rectangle 125"/>
              <p:cNvSpPr/>
              <p:nvPr/>
            </p:nvSpPr>
            <p:spPr>
              <a:xfrm>
                <a:off x="5078" y="1860"/>
                <a:ext cx="166" cy="108"/>
              </a:xfrm>
              <a:prstGeom prst="rect">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77883" name="Group 126"/>
            <p:cNvGrpSpPr/>
            <p:nvPr/>
          </p:nvGrpSpPr>
          <p:grpSpPr>
            <a:xfrm rot="3215306">
              <a:off x="4158" y="2108"/>
              <a:ext cx="282" cy="108"/>
              <a:chOff x="5078" y="1860"/>
              <a:chExt cx="282" cy="108"/>
            </a:xfrm>
          </p:grpSpPr>
          <p:sp>
            <p:nvSpPr>
              <p:cNvPr id="77890" name="Rectangle 127"/>
              <p:cNvSpPr/>
              <p:nvPr/>
            </p:nvSpPr>
            <p:spPr>
              <a:xfrm>
                <a:off x="5214" y="1860"/>
                <a:ext cx="144" cy="108"/>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7891" name="Rectangle 128"/>
              <p:cNvSpPr/>
              <p:nvPr/>
            </p:nvSpPr>
            <p:spPr>
              <a:xfrm>
                <a:off x="5076" y="1860"/>
                <a:ext cx="166" cy="108"/>
              </a:xfrm>
              <a:prstGeom prst="rect">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77884" name="Group 129"/>
            <p:cNvGrpSpPr/>
            <p:nvPr/>
          </p:nvGrpSpPr>
          <p:grpSpPr>
            <a:xfrm rot="3051000">
              <a:off x="4380" y="2184"/>
              <a:ext cx="282" cy="108"/>
              <a:chOff x="5078" y="1860"/>
              <a:chExt cx="282" cy="108"/>
            </a:xfrm>
          </p:grpSpPr>
          <p:sp>
            <p:nvSpPr>
              <p:cNvPr id="77888" name="Rectangle 130"/>
              <p:cNvSpPr/>
              <p:nvPr/>
            </p:nvSpPr>
            <p:spPr>
              <a:xfrm>
                <a:off x="5214" y="1860"/>
                <a:ext cx="144" cy="108"/>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7889" name="Rectangle 131"/>
              <p:cNvSpPr/>
              <p:nvPr/>
            </p:nvSpPr>
            <p:spPr>
              <a:xfrm>
                <a:off x="5078" y="1860"/>
                <a:ext cx="166" cy="108"/>
              </a:xfrm>
              <a:prstGeom prst="rect">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77885" name="Line 133"/>
            <p:cNvSpPr/>
            <p:nvPr/>
          </p:nvSpPr>
          <p:spPr>
            <a:xfrm>
              <a:off x="4184" y="2216"/>
              <a:ext cx="84" cy="112"/>
            </a:xfrm>
            <a:prstGeom prst="line">
              <a:avLst/>
            </a:prstGeom>
            <a:ln w="9525" cap="flat" cmpd="sng">
              <a:solidFill>
                <a:schemeClr val="tx1"/>
              </a:solidFill>
              <a:prstDash val="solid"/>
              <a:headEnd type="none" w="med" len="med"/>
              <a:tailEnd type="triangle" w="med" len="med"/>
            </a:ln>
          </p:spPr>
        </p:sp>
        <p:sp>
          <p:nvSpPr>
            <p:cNvPr id="77886" name="Line 134"/>
            <p:cNvSpPr/>
            <p:nvPr/>
          </p:nvSpPr>
          <p:spPr>
            <a:xfrm>
              <a:off x="4388" y="2278"/>
              <a:ext cx="82" cy="112"/>
            </a:xfrm>
            <a:prstGeom prst="line">
              <a:avLst/>
            </a:prstGeom>
            <a:ln w="9525" cap="flat" cmpd="sng">
              <a:solidFill>
                <a:schemeClr val="tx1"/>
              </a:solidFill>
              <a:prstDash val="solid"/>
              <a:headEnd type="none" w="med" len="med"/>
              <a:tailEnd type="triangle" w="med" len="med"/>
            </a:ln>
          </p:spPr>
        </p:sp>
        <p:sp>
          <p:nvSpPr>
            <p:cNvPr id="77887" name="Line 135"/>
            <p:cNvSpPr/>
            <p:nvPr/>
          </p:nvSpPr>
          <p:spPr>
            <a:xfrm>
              <a:off x="4620" y="2350"/>
              <a:ext cx="76" cy="110"/>
            </a:xfrm>
            <a:prstGeom prst="line">
              <a:avLst/>
            </a:prstGeom>
            <a:ln w="9525" cap="flat" cmpd="sng">
              <a:solidFill>
                <a:schemeClr val="tx1"/>
              </a:solidFill>
              <a:prstDash val="solid"/>
              <a:headEnd type="none" w="med" len="med"/>
              <a:tailEnd type="triangle" w="med" len="med"/>
            </a:ln>
          </p:spPr>
        </p:sp>
      </p:grpSp>
      <p:grpSp>
        <p:nvGrpSpPr>
          <p:cNvPr id="77851" name="Group 201"/>
          <p:cNvGrpSpPr/>
          <p:nvPr/>
        </p:nvGrpSpPr>
        <p:grpSpPr>
          <a:xfrm>
            <a:off x="6811963" y="3795395"/>
            <a:ext cx="698500" cy="355600"/>
            <a:chOff x="4396" y="1245"/>
            <a:chExt cx="672" cy="248"/>
          </a:xfrm>
        </p:grpSpPr>
        <p:sp>
          <p:nvSpPr>
            <p:cNvPr id="77874"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875"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876"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77877" name="Group 205"/>
            <p:cNvGrpSpPr/>
            <p:nvPr/>
          </p:nvGrpSpPr>
          <p:grpSpPr>
            <a:xfrm>
              <a:off x="4530" y="1287"/>
              <a:ext cx="377" cy="75"/>
              <a:chOff x="2468" y="1332"/>
              <a:chExt cx="310" cy="60"/>
            </a:xfrm>
          </p:grpSpPr>
          <p:sp>
            <p:nvSpPr>
              <p:cNvPr id="77880" name="Freeform 206"/>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77881" name="Freeform 207"/>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77878" name="Line 208"/>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77879" name="Line 209"/>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77852" name="Group 210"/>
          <p:cNvGrpSpPr/>
          <p:nvPr/>
        </p:nvGrpSpPr>
        <p:grpSpPr>
          <a:xfrm>
            <a:off x="5908675" y="4863783"/>
            <a:ext cx="698500" cy="355600"/>
            <a:chOff x="4396" y="1245"/>
            <a:chExt cx="672" cy="248"/>
          </a:xfrm>
        </p:grpSpPr>
        <p:sp>
          <p:nvSpPr>
            <p:cNvPr id="77866"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867"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77868"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77869" name="Group 214"/>
            <p:cNvGrpSpPr/>
            <p:nvPr/>
          </p:nvGrpSpPr>
          <p:grpSpPr>
            <a:xfrm>
              <a:off x="4530" y="1287"/>
              <a:ext cx="377" cy="75"/>
              <a:chOff x="2468" y="1332"/>
              <a:chExt cx="310" cy="60"/>
            </a:xfrm>
          </p:grpSpPr>
          <p:sp>
            <p:nvSpPr>
              <p:cNvPr id="77872" name="Freeform 21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77873" name="Freeform 21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77870" name="Line 217"/>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77871" name="Line 218"/>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77853" name="Group 221"/>
          <p:cNvGrpSpPr/>
          <p:nvPr/>
        </p:nvGrpSpPr>
        <p:grpSpPr>
          <a:xfrm>
            <a:off x="4870450" y="4309745"/>
            <a:ext cx="738188" cy="1385888"/>
            <a:chOff x="2345" y="1140"/>
            <a:chExt cx="528" cy="1084"/>
          </a:xfrm>
        </p:grpSpPr>
        <p:sp>
          <p:nvSpPr>
            <p:cNvPr id="77856" name="Line 222"/>
            <p:cNvSpPr/>
            <p:nvPr/>
          </p:nvSpPr>
          <p:spPr>
            <a:xfrm flipV="1">
              <a:off x="2811" y="1459"/>
              <a:ext cx="62" cy="5"/>
            </a:xfrm>
            <a:prstGeom prst="line">
              <a:avLst/>
            </a:prstGeom>
            <a:ln w="19050" cap="flat" cmpd="sng">
              <a:solidFill>
                <a:schemeClr val="tx1"/>
              </a:solidFill>
              <a:prstDash val="solid"/>
              <a:headEnd type="none" w="med" len="med"/>
              <a:tailEnd type="none" w="med" len="med"/>
            </a:ln>
          </p:spPr>
        </p:sp>
        <p:sp>
          <p:nvSpPr>
            <p:cNvPr id="77857" name="Line 223"/>
            <p:cNvSpPr/>
            <p:nvPr/>
          </p:nvSpPr>
          <p:spPr>
            <a:xfrm flipV="1">
              <a:off x="2811" y="1967"/>
              <a:ext cx="62" cy="2"/>
            </a:xfrm>
            <a:prstGeom prst="line">
              <a:avLst/>
            </a:prstGeom>
            <a:ln w="19050" cap="flat" cmpd="sng">
              <a:solidFill>
                <a:schemeClr val="tx1"/>
              </a:solidFill>
              <a:prstDash val="solid"/>
              <a:headEnd type="none" w="med" len="med"/>
              <a:tailEnd type="none" w="med" len="med"/>
            </a:ln>
          </p:spPr>
        </p:sp>
        <p:sp>
          <p:nvSpPr>
            <p:cNvPr id="77858" name="Line 224"/>
            <p:cNvSpPr/>
            <p:nvPr/>
          </p:nvSpPr>
          <p:spPr>
            <a:xfrm>
              <a:off x="2868" y="1455"/>
              <a:ext cx="0" cy="509"/>
            </a:xfrm>
            <a:prstGeom prst="line">
              <a:avLst/>
            </a:prstGeom>
            <a:ln w="12700" cap="flat" cmpd="sng">
              <a:solidFill>
                <a:schemeClr val="tx1"/>
              </a:solidFill>
              <a:prstDash val="solid"/>
              <a:headEnd type="none" w="med" len="med"/>
              <a:tailEnd type="none" w="med" len="med"/>
            </a:ln>
          </p:spPr>
        </p:sp>
        <p:grpSp>
          <p:nvGrpSpPr>
            <p:cNvPr id="77859" name="Group 225"/>
            <p:cNvGrpSpPr/>
            <p:nvPr/>
          </p:nvGrpSpPr>
          <p:grpSpPr>
            <a:xfrm>
              <a:off x="2345" y="1140"/>
              <a:ext cx="503" cy="444"/>
              <a:chOff x="-44" y="1473"/>
              <a:chExt cx="981" cy="1105"/>
            </a:xfrm>
          </p:grpSpPr>
          <p:pic>
            <p:nvPicPr>
              <p:cNvPr id="77864" name="Picture 226"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77865" name="Freeform 227"/>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sp>
          <p:nvSpPr>
            <p:cNvPr id="77860" name="Text Box 228"/>
            <p:cNvSpPr txBox="1"/>
            <p:nvPr/>
          </p:nvSpPr>
          <p:spPr>
            <a:xfrm rot="5400000">
              <a:off x="2462" y="1529"/>
              <a:ext cx="422" cy="37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a:latin typeface="Arial" panose="020B0604020202090204" pitchFamily="34" charset="0"/>
                </a:rPr>
                <a:t>…</a:t>
              </a:r>
            </a:p>
          </p:txBody>
        </p:sp>
        <p:grpSp>
          <p:nvGrpSpPr>
            <p:cNvPr id="77861" name="Group 229"/>
            <p:cNvGrpSpPr/>
            <p:nvPr/>
          </p:nvGrpSpPr>
          <p:grpSpPr>
            <a:xfrm>
              <a:off x="2357" y="1780"/>
              <a:ext cx="503" cy="444"/>
              <a:chOff x="-44" y="1473"/>
              <a:chExt cx="981" cy="1105"/>
            </a:xfrm>
          </p:grpSpPr>
          <p:pic>
            <p:nvPicPr>
              <p:cNvPr id="77862" name="Picture 230"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77863" name="Freeform 231"/>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sp>
        <p:nvSpPr>
          <p:cNvPr id="77854"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59</a:t>
            </a:fld>
            <a:endParaRPr lang="en-US" altLang="zh-CN" sz="1200">
              <a:latin typeface="Tahoma" panose="020B0604030504040204" charset="0"/>
            </a:endParaRPr>
          </a:p>
        </p:txBody>
      </p:sp>
      <p:sp>
        <p:nvSpPr>
          <p:cNvPr id="77855"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wipe(up)">
                                      <p:cBhvr>
                                        <p:cTn id="12" dur="1000"/>
                                        <p:tgtEl>
                                          <p:spTgt spid="22"/>
                                        </p:tgtEl>
                                      </p:cBhvr>
                                    </p:animEffect>
                                  </p:childTnLst>
                                </p:cTn>
                              </p:par>
                              <p:par>
                                <p:cTn id="13" presetID="9" presetClass="entr" presetSubtype="0" fill="hold" nodeType="withEffect">
                                  <p:stCondLst>
                                    <p:cond delay="0"/>
                                  </p:stCondLst>
                                  <p:childTnLst>
                                    <p:set>
                                      <p:cBhvr>
                                        <p:cTn id="14" dur="1" fill="hold">
                                          <p:stCondLst>
                                            <p:cond delay="0"/>
                                          </p:stCondLst>
                                        </p:cTn>
                                        <p:tgtEl>
                                          <p:spTgt spid="576648">
                                            <p:txEl>
                                              <p:pRg st="0" end="0"/>
                                            </p:txEl>
                                          </p:spTgt>
                                        </p:tgtEl>
                                        <p:attrNameLst>
                                          <p:attrName>style.visibility</p:attrName>
                                        </p:attrNameLst>
                                      </p:cBhvr>
                                      <p:to>
                                        <p:strVal val="visible"/>
                                      </p:to>
                                    </p:set>
                                    <p:animEffect transition="in" filter="dissolve">
                                      <p:cBhvr>
                                        <p:cTn id="15" dur="500"/>
                                        <p:tgtEl>
                                          <p:spTgt spid="576648">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76648">
                                            <p:txEl>
                                              <p:pRg st="1" end="1"/>
                                            </p:txEl>
                                          </p:spTgt>
                                        </p:tgtEl>
                                        <p:attrNameLst>
                                          <p:attrName>style.visibility</p:attrName>
                                        </p:attrNameLst>
                                      </p:cBhvr>
                                      <p:to>
                                        <p:strVal val="visible"/>
                                      </p:to>
                                    </p:set>
                                    <p:animEffect transition="in" filter="dissolve">
                                      <p:cBhvr>
                                        <p:cTn id="18" dur="500"/>
                                        <p:tgtEl>
                                          <p:spTgt spid="576648">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76648">
                                            <p:txEl>
                                              <p:pRg st="2" end="2"/>
                                            </p:txEl>
                                          </p:spTgt>
                                        </p:tgtEl>
                                        <p:attrNameLst>
                                          <p:attrName>style.visibility</p:attrName>
                                        </p:attrNameLst>
                                      </p:cBhvr>
                                      <p:to>
                                        <p:strVal val="visible"/>
                                      </p:to>
                                    </p:set>
                                    <p:animEffect transition="in" filter="dissolve">
                                      <p:cBhvr>
                                        <p:cTn id="21" dur="500"/>
                                        <p:tgtEl>
                                          <p:spTgt spid="576648">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right)">
                                      <p:cBhvr>
                                        <p:cTn id="26" dur="1000"/>
                                        <p:tgtEl>
                                          <p:spTgt spid="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right)">
                                      <p:cBhvr>
                                        <p:cTn id="3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73" name="Rectangle 66"/>
          <p:cNvSpPr>
            <a:spLocks noGrp="1" noChangeArrowheads="1"/>
          </p:cNvSpPr>
          <p:nvPr>
            <p:ph type="title"/>
          </p:nvPr>
        </p:nvSpPr>
        <p:spPr>
          <a:xfrm>
            <a:off x="533400" y="185738"/>
            <a:ext cx="7772400" cy="930275"/>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IP fragmentation, reassembly</a:t>
            </a:r>
          </a:p>
        </p:txBody>
      </p:sp>
      <p:pic>
        <p:nvPicPr>
          <p:cNvPr id="78855" name="Picture 67" descr="underline_base"/>
          <p:cNvPicPr/>
          <p:nvPr/>
        </p:nvPicPr>
        <p:blipFill>
          <a:blip r:embed="rId2"/>
          <a:stretch>
            <a:fillRect/>
          </a:stretch>
        </p:blipFill>
        <p:spPr>
          <a:xfrm>
            <a:off x="581025" y="881063"/>
            <a:ext cx="6856413" cy="173037"/>
          </a:xfrm>
          <a:prstGeom prst="rect">
            <a:avLst/>
          </a:prstGeom>
          <a:noFill/>
          <a:ln w="9525">
            <a:noFill/>
          </a:ln>
        </p:spPr>
      </p:pic>
      <p:sp>
        <p:nvSpPr>
          <p:cNvPr id="7885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60</a:t>
            </a:fld>
            <a:endParaRPr lang="en-US" altLang="zh-CN" sz="1200">
              <a:latin typeface="Tahoma" panose="020B0604030504040204" charset="0"/>
            </a:endParaRPr>
          </a:p>
        </p:txBody>
      </p:sp>
      <p:sp>
        <p:nvSpPr>
          <p:cNvPr id="7885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pic>
        <p:nvPicPr>
          <p:cNvPr id="6" name="图片 5"/>
          <p:cNvPicPr>
            <a:picLocks noChangeAspect="1"/>
          </p:cNvPicPr>
          <p:nvPr/>
        </p:nvPicPr>
        <p:blipFill>
          <a:blip r:embed="rId3"/>
          <a:stretch>
            <a:fillRect/>
          </a:stretch>
        </p:blipFill>
        <p:spPr>
          <a:xfrm>
            <a:off x="457835" y="1296670"/>
            <a:ext cx="8227695" cy="4850765"/>
          </a:xfrm>
          <a:prstGeom prst="rect">
            <a:avLst/>
          </a:prstGeom>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849" name="Group 4"/>
          <p:cNvGrpSpPr/>
          <p:nvPr/>
        </p:nvGrpSpPr>
        <p:grpSpPr>
          <a:xfrm>
            <a:off x="3595688" y="1527175"/>
            <a:ext cx="4248150" cy="660400"/>
            <a:chOff x="3006" y="1205"/>
            <a:chExt cx="2676" cy="416"/>
          </a:xfrm>
        </p:grpSpPr>
        <p:sp>
          <p:nvSpPr>
            <p:cNvPr id="78909" name="Rectangle 5"/>
            <p:cNvSpPr/>
            <p:nvPr/>
          </p:nvSpPr>
          <p:spPr>
            <a:xfrm>
              <a:off x="3048" y="1212"/>
              <a:ext cx="2634" cy="342"/>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800">
                <a:latin typeface="Arial" panose="020B0604020202090204" pitchFamily="34" charset="0"/>
              </a:endParaRPr>
            </a:p>
          </p:txBody>
        </p:sp>
        <p:sp>
          <p:nvSpPr>
            <p:cNvPr id="78910" name="Rectangle 6"/>
            <p:cNvSpPr/>
            <p:nvPr/>
          </p:nvSpPr>
          <p:spPr>
            <a:xfrm>
              <a:off x="3006" y="1242"/>
              <a:ext cx="2634" cy="342"/>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8911" name="Text Box 7"/>
            <p:cNvSpPr txBox="1"/>
            <p:nvPr/>
          </p:nvSpPr>
          <p:spPr>
            <a:xfrm>
              <a:off x="3734" y="1205"/>
              <a:ext cx="272"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ID</a:t>
              </a:r>
            </a:p>
            <a:p>
              <a:pPr marL="0" lvl="0" indent="0">
                <a:lnSpc>
                  <a:spcPct val="100000"/>
                </a:lnSpc>
                <a:spcBef>
                  <a:spcPct val="0"/>
                </a:spcBef>
                <a:buClrTx/>
                <a:buSzTx/>
                <a:buFontTx/>
                <a:buNone/>
              </a:pPr>
              <a:r>
                <a:rPr lang="en-US" altLang="zh-CN" sz="1800">
                  <a:latin typeface="Arial" panose="020B0604020202090204" pitchFamily="34" charset="0"/>
                </a:rPr>
                <a:t>=x</a:t>
              </a:r>
            </a:p>
          </p:txBody>
        </p:sp>
        <p:sp>
          <p:nvSpPr>
            <p:cNvPr id="78912" name="Text Box 8"/>
            <p:cNvSpPr txBox="1"/>
            <p:nvPr/>
          </p:nvSpPr>
          <p:spPr>
            <a:xfrm>
              <a:off x="4648" y="1217"/>
              <a:ext cx="468"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offset</a:t>
              </a:r>
            </a:p>
            <a:p>
              <a:pPr marL="0" lvl="0" indent="0" algn="ctr">
                <a:lnSpc>
                  <a:spcPct val="100000"/>
                </a:lnSpc>
                <a:spcBef>
                  <a:spcPct val="0"/>
                </a:spcBef>
                <a:buClrTx/>
                <a:buSzTx/>
                <a:buFontTx/>
                <a:buNone/>
              </a:pPr>
              <a:r>
                <a:rPr lang="en-US" altLang="zh-CN" sz="1800">
                  <a:latin typeface="Arial" panose="020B0604020202090204" pitchFamily="34" charset="0"/>
                </a:rPr>
                <a:t>=0</a:t>
              </a:r>
            </a:p>
          </p:txBody>
        </p:sp>
        <p:sp>
          <p:nvSpPr>
            <p:cNvPr id="78913" name="Text Box 9"/>
            <p:cNvSpPr txBox="1"/>
            <p:nvPr/>
          </p:nvSpPr>
          <p:spPr>
            <a:xfrm>
              <a:off x="4017" y="1217"/>
              <a:ext cx="596"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fragflag</a:t>
              </a:r>
            </a:p>
            <a:p>
              <a:pPr marL="0" lvl="0" indent="0" algn="ctr">
                <a:lnSpc>
                  <a:spcPct val="100000"/>
                </a:lnSpc>
                <a:spcBef>
                  <a:spcPct val="0"/>
                </a:spcBef>
                <a:buClrTx/>
                <a:buSzTx/>
                <a:buFontTx/>
                <a:buNone/>
              </a:pPr>
              <a:r>
                <a:rPr lang="en-US" altLang="zh-CN" sz="1800">
                  <a:latin typeface="Arial" panose="020B0604020202090204" pitchFamily="34" charset="0"/>
                </a:rPr>
                <a:t>=0</a:t>
              </a:r>
            </a:p>
          </p:txBody>
        </p:sp>
        <p:sp>
          <p:nvSpPr>
            <p:cNvPr id="78914" name="Text Box 10"/>
            <p:cNvSpPr txBox="1"/>
            <p:nvPr/>
          </p:nvSpPr>
          <p:spPr>
            <a:xfrm>
              <a:off x="3230" y="1205"/>
              <a:ext cx="520"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length</a:t>
              </a:r>
            </a:p>
            <a:p>
              <a:pPr marL="0" lvl="0" indent="0">
                <a:lnSpc>
                  <a:spcPct val="100000"/>
                </a:lnSpc>
                <a:spcBef>
                  <a:spcPct val="0"/>
                </a:spcBef>
                <a:buClrTx/>
                <a:buSzTx/>
                <a:buFontTx/>
                <a:buNone/>
              </a:pPr>
              <a:r>
                <a:rPr lang="en-US" altLang="zh-CN" sz="1800">
                  <a:latin typeface="Arial" panose="020B0604020202090204" pitchFamily="34" charset="0"/>
                </a:rPr>
                <a:t>=4000</a:t>
              </a:r>
            </a:p>
          </p:txBody>
        </p:sp>
        <p:sp>
          <p:nvSpPr>
            <p:cNvPr id="78915" name="Line 11"/>
            <p:cNvSpPr/>
            <p:nvPr/>
          </p:nvSpPr>
          <p:spPr>
            <a:xfrm>
              <a:off x="3246" y="1242"/>
              <a:ext cx="0" cy="342"/>
            </a:xfrm>
            <a:prstGeom prst="line">
              <a:avLst/>
            </a:prstGeom>
            <a:ln w="19050" cap="flat" cmpd="sng">
              <a:solidFill>
                <a:schemeClr val="tx1"/>
              </a:solidFill>
              <a:prstDash val="solid"/>
              <a:headEnd type="none" w="med" len="med"/>
              <a:tailEnd type="none" w="med" len="med"/>
            </a:ln>
          </p:spPr>
        </p:sp>
        <p:sp>
          <p:nvSpPr>
            <p:cNvPr id="78916" name="Line 12"/>
            <p:cNvSpPr/>
            <p:nvPr/>
          </p:nvSpPr>
          <p:spPr>
            <a:xfrm>
              <a:off x="3750" y="1242"/>
              <a:ext cx="0" cy="342"/>
            </a:xfrm>
            <a:prstGeom prst="line">
              <a:avLst/>
            </a:prstGeom>
            <a:ln w="19050" cap="flat" cmpd="sng">
              <a:solidFill>
                <a:schemeClr val="tx1"/>
              </a:solidFill>
              <a:prstDash val="solid"/>
              <a:headEnd type="none" w="med" len="med"/>
              <a:tailEnd type="none" w="med" len="med"/>
            </a:ln>
          </p:spPr>
        </p:sp>
        <p:sp>
          <p:nvSpPr>
            <p:cNvPr id="78917" name="Line 13"/>
            <p:cNvSpPr/>
            <p:nvPr/>
          </p:nvSpPr>
          <p:spPr>
            <a:xfrm>
              <a:off x="4020" y="1254"/>
              <a:ext cx="0" cy="342"/>
            </a:xfrm>
            <a:prstGeom prst="line">
              <a:avLst/>
            </a:prstGeom>
            <a:ln w="19050" cap="flat" cmpd="sng">
              <a:solidFill>
                <a:schemeClr val="tx1"/>
              </a:solidFill>
              <a:prstDash val="solid"/>
              <a:headEnd type="none" w="med" len="med"/>
              <a:tailEnd type="none" w="med" len="med"/>
            </a:ln>
          </p:spPr>
        </p:sp>
        <p:sp>
          <p:nvSpPr>
            <p:cNvPr id="78918" name="Line 14"/>
            <p:cNvSpPr/>
            <p:nvPr/>
          </p:nvSpPr>
          <p:spPr>
            <a:xfrm>
              <a:off x="4638" y="1242"/>
              <a:ext cx="0" cy="342"/>
            </a:xfrm>
            <a:prstGeom prst="line">
              <a:avLst/>
            </a:prstGeom>
            <a:ln w="19050" cap="flat" cmpd="sng">
              <a:solidFill>
                <a:schemeClr val="tx1"/>
              </a:solidFill>
              <a:prstDash val="solid"/>
              <a:headEnd type="none" w="med" len="med"/>
              <a:tailEnd type="none" w="med" len="med"/>
            </a:ln>
          </p:spPr>
        </p:sp>
        <p:sp>
          <p:nvSpPr>
            <p:cNvPr id="78919" name="Line 15"/>
            <p:cNvSpPr/>
            <p:nvPr/>
          </p:nvSpPr>
          <p:spPr>
            <a:xfrm>
              <a:off x="5112" y="1242"/>
              <a:ext cx="0" cy="342"/>
            </a:xfrm>
            <a:prstGeom prst="line">
              <a:avLst/>
            </a:prstGeom>
            <a:ln w="19050" cap="flat" cmpd="sng">
              <a:solidFill>
                <a:schemeClr val="tx1"/>
              </a:solidFill>
              <a:prstDash val="solid"/>
              <a:headEnd type="none" w="med" len="med"/>
              <a:tailEnd type="none" w="med" len="med"/>
            </a:ln>
          </p:spPr>
        </p:sp>
        <p:sp>
          <p:nvSpPr>
            <p:cNvPr id="78920" name="Rectangle 16"/>
            <p:cNvSpPr/>
            <p:nvPr/>
          </p:nvSpPr>
          <p:spPr>
            <a:xfrm>
              <a:off x="5232" y="1212"/>
              <a:ext cx="138" cy="378"/>
            </a:xfrm>
            <a:prstGeom prst="rect">
              <a:avLst/>
            </a:prstGeom>
            <a:solidFill>
              <a:srgbClr val="FFFF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3" name="Group 70"/>
          <p:cNvGrpSpPr/>
          <p:nvPr/>
        </p:nvGrpSpPr>
        <p:grpSpPr>
          <a:xfrm>
            <a:off x="3684588" y="2290763"/>
            <a:ext cx="4711700" cy="3278187"/>
            <a:chOff x="2321" y="1443"/>
            <a:chExt cx="2968" cy="2065"/>
          </a:xfrm>
        </p:grpSpPr>
        <p:grpSp>
          <p:nvGrpSpPr>
            <p:cNvPr id="78866" name="Group 17"/>
            <p:cNvGrpSpPr/>
            <p:nvPr/>
          </p:nvGrpSpPr>
          <p:grpSpPr>
            <a:xfrm>
              <a:off x="2613" y="2066"/>
              <a:ext cx="2676" cy="416"/>
              <a:chOff x="3006" y="1205"/>
              <a:chExt cx="2676" cy="416"/>
            </a:xfrm>
          </p:grpSpPr>
          <p:sp>
            <p:nvSpPr>
              <p:cNvPr id="78897" name="Rectangle 18"/>
              <p:cNvSpPr/>
              <p:nvPr/>
            </p:nvSpPr>
            <p:spPr>
              <a:xfrm>
                <a:off x="3048" y="1212"/>
                <a:ext cx="2634" cy="342"/>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800">
                  <a:latin typeface="Arial" panose="020B0604020202090204" pitchFamily="34" charset="0"/>
                </a:endParaRPr>
              </a:p>
            </p:txBody>
          </p:sp>
          <p:sp>
            <p:nvSpPr>
              <p:cNvPr id="78898" name="Rectangle 19"/>
              <p:cNvSpPr/>
              <p:nvPr/>
            </p:nvSpPr>
            <p:spPr>
              <a:xfrm>
                <a:off x="3006" y="1242"/>
                <a:ext cx="2634" cy="342"/>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8899" name="Text Box 20"/>
              <p:cNvSpPr txBox="1"/>
              <p:nvPr/>
            </p:nvSpPr>
            <p:spPr>
              <a:xfrm>
                <a:off x="3734" y="1205"/>
                <a:ext cx="272"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ID</a:t>
                </a:r>
              </a:p>
              <a:p>
                <a:pPr marL="0" lvl="0" indent="0">
                  <a:lnSpc>
                    <a:spcPct val="100000"/>
                  </a:lnSpc>
                  <a:spcBef>
                    <a:spcPct val="0"/>
                  </a:spcBef>
                  <a:buClrTx/>
                  <a:buSzTx/>
                  <a:buFontTx/>
                  <a:buNone/>
                </a:pPr>
                <a:r>
                  <a:rPr lang="en-US" altLang="zh-CN" sz="1800">
                    <a:latin typeface="Arial" panose="020B0604020202090204" pitchFamily="34" charset="0"/>
                  </a:rPr>
                  <a:t>=x</a:t>
                </a:r>
              </a:p>
            </p:txBody>
          </p:sp>
          <p:sp>
            <p:nvSpPr>
              <p:cNvPr id="78900" name="Text Box 21"/>
              <p:cNvSpPr txBox="1"/>
              <p:nvPr/>
            </p:nvSpPr>
            <p:spPr>
              <a:xfrm>
                <a:off x="4648" y="1217"/>
                <a:ext cx="468"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offset</a:t>
                </a:r>
              </a:p>
              <a:p>
                <a:pPr marL="0" lvl="0" indent="0" algn="ctr">
                  <a:lnSpc>
                    <a:spcPct val="100000"/>
                  </a:lnSpc>
                  <a:spcBef>
                    <a:spcPct val="0"/>
                  </a:spcBef>
                  <a:buClrTx/>
                  <a:buSzTx/>
                  <a:buFontTx/>
                  <a:buNone/>
                </a:pPr>
                <a:r>
                  <a:rPr lang="en-US" altLang="zh-CN" sz="1800">
                    <a:latin typeface="Arial" panose="020B0604020202090204" pitchFamily="34" charset="0"/>
                  </a:rPr>
                  <a:t>=0</a:t>
                </a:r>
              </a:p>
            </p:txBody>
          </p:sp>
          <p:sp>
            <p:nvSpPr>
              <p:cNvPr id="78901" name="Text Box 22"/>
              <p:cNvSpPr txBox="1"/>
              <p:nvPr/>
            </p:nvSpPr>
            <p:spPr>
              <a:xfrm>
                <a:off x="4017" y="1217"/>
                <a:ext cx="596"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fragflag</a:t>
                </a:r>
              </a:p>
              <a:p>
                <a:pPr marL="0" lvl="0" indent="0" algn="ctr">
                  <a:lnSpc>
                    <a:spcPct val="100000"/>
                  </a:lnSpc>
                  <a:spcBef>
                    <a:spcPct val="0"/>
                  </a:spcBef>
                  <a:buClrTx/>
                  <a:buSzTx/>
                  <a:buFontTx/>
                  <a:buNone/>
                </a:pPr>
                <a:r>
                  <a:rPr lang="en-US" altLang="zh-CN" sz="1800">
                    <a:latin typeface="Arial" panose="020B0604020202090204" pitchFamily="34" charset="0"/>
                  </a:rPr>
                  <a:t>=1</a:t>
                </a:r>
              </a:p>
            </p:txBody>
          </p:sp>
          <p:sp>
            <p:nvSpPr>
              <p:cNvPr id="78902" name="Text Box 23"/>
              <p:cNvSpPr txBox="1"/>
              <p:nvPr/>
            </p:nvSpPr>
            <p:spPr>
              <a:xfrm>
                <a:off x="3230" y="1205"/>
                <a:ext cx="520"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length</a:t>
                </a:r>
              </a:p>
              <a:p>
                <a:pPr marL="0" lvl="0" indent="0">
                  <a:lnSpc>
                    <a:spcPct val="100000"/>
                  </a:lnSpc>
                  <a:spcBef>
                    <a:spcPct val="0"/>
                  </a:spcBef>
                  <a:buClrTx/>
                  <a:buSzTx/>
                  <a:buFontTx/>
                  <a:buNone/>
                </a:pPr>
                <a:r>
                  <a:rPr lang="en-US" altLang="zh-CN" sz="1800">
                    <a:latin typeface="Arial" panose="020B0604020202090204" pitchFamily="34" charset="0"/>
                  </a:rPr>
                  <a:t>=1500</a:t>
                </a:r>
              </a:p>
            </p:txBody>
          </p:sp>
          <p:sp>
            <p:nvSpPr>
              <p:cNvPr id="78903" name="Line 24"/>
              <p:cNvSpPr/>
              <p:nvPr/>
            </p:nvSpPr>
            <p:spPr>
              <a:xfrm>
                <a:off x="3246" y="1242"/>
                <a:ext cx="0" cy="342"/>
              </a:xfrm>
              <a:prstGeom prst="line">
                <a:avLst/>
              </a:prstGeom>
              <a:ln w="19050" cap="flat" cmpd="sng">
                <a:solidFill>
                  <a:schemeClr val="tx1"/>
                </a:solidFill>
                <a:prstDash val="solid"/>
                <a:headEnd type="none" w="med" len="med"/>
                <a:tailEnd type="none" w="med" len="med"/>
              </a:ln>
            </p:spPr>
          </p:sp>
          <p:sp>
            <p:nvSpPr>
              <p:cNvPr id="78904" name="Line 25"/>
              <p:cNvSpPr/>
              <p:nvPr/>
            </p:nvSpPr>
            <p:spPr>
              <a:xfrm>
                <a:off x="3750" y="1242"/>
                <a:ext cx="0" cy="342"/>
              </a:xfrm>
              <a:prstGeom prst="line">
                <a:avLst/>
              </a:prstGeom>
              <a:ln w="19050" cap="flat" cmpd="sng">
                <a:solidFill>
                  <a:schemeClr val="tx1"/>
                </a:solidFill>
                <a:prstDash val="solid"/>
                <a:headEnd type="none" w="med" len="med"/>
                <a:tailEnd type="none" w="med" len="med"/>
              </a:ln>
            </p:spPr>
          </p:sp>
          <p:sp>
            <p:nvSpPr>
              <p:cNvPr id="78905" name="Line 26"/>
              <p:cNvSpPr/>
              <p:nvPr/>
            </p:nvSpPr>
            <p:spPr>
              <a:xfrm>
                <a:off x="4020" y="1254"/>
                <a:ext cx="0" cy="342"/>
              </a:xfrm>
              <a:prstGeom prst="line">
                <a:avLst/>
              </a:prstGeom>
              <a:ln w="19050" cap="flat" cmpd="sng">
                <a:solidFill>
                  <a:schemeClr val="tx1"/>
                </a:solidFill>
                <a:prstDash val="solid"/>
                <a:headEnd type="none" w="med" len="med"/>
                <a:tailEnd type="none" w="med" len="med"/>
              </a:ln>
            </p:spPr>
          </p:sp>
          <p:sp>
            <p:nvSpPr>
              <p:cNvPr id="78906" name="Line 27"/>
              <p:cNvSpPr/>
              <p:nvPr/>
            </p:nvSpPr>
            <p:spPr>
              <a:xfrm>
                <a:off x="4638" y="1242"/>
                <a:ext cx="0" cy="342"/>
              </a:xfrm>
              <a:prstGeom prst="line">
                <a:avLst/>
              </a:prstGeom>
              <a:ln w="19050" cap="flat" cmpd="sng">
                <a:solidFill>
                  <a:schemeClr val="tx1"/>
                </a:solidFill>
                <a:prstDash val="solid"/>
                <a:headEnd type="none" w="med" len="med"/>
                <a:tailEnd type="none" w="med" len="med"/>
              </a:ln>
            </p:spPr>
          </p:sp>
          <p:sp>
            <p:nvSpPr>
              <p:cNvPr id="78907" name="Line 28"/>
              <p:cNvSpPr/>
              <p:nvPr/>
            </p:nvSpPr>
            <p:spPr>
              <a:xfrm>
                <a:off x="5112" y="1242"/>
                <a:ext cx="0" cy="342"/>
              </a:xfrm>
              <a:prstGeom prst="line">
                <a:avLst/>
              </a:prstGeom>
              <a:ln w="19050" cap="flat" cmpd="sng">
                <a:solidFill>
                  <a:schemeClr val="tx1"/>
                </a:solidFill>
                <a:prstDash val="solid"/>
                <a:headEnd type="none" w="med" len="med"/>
                <a:tailEnd type="none" w="med" len="med"/>
              </a:ln>
            </p:spPr>
          </p:sp>
          <p:sp>
            <p:nvSpPr>
              <p:cNvPr id="78908" name="Rectangle 29"/>
              <p:cNvSpPr/>
              <p:nvPr/>
            </p:nvSpPr>
            <p:spPr>
              <a:xfrm>
                <a:off x="5232" y="1212"/>
                <a:ext cx="138" cy="378"/>
              </a:xfrm>
              <a:prstGeom prst="rect">
                <a:avLst/>
              </a:prstGeom>
              <a:solidFill>
                <a:srgbClr val="FFFF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78867" name="Group 30"/>
            <p:cNvGrpSpPr/>
            <p:nvPr/>
          </p:nvGrpSpPr>
          <p:grpSpPr>
            <a:xfrm>
              <a:off x="2613" y="2570"/>
              <a:ext cx="2676" cy="416"/>
              <a:chOff x="3006" y="1205"/>
              <a:chExt cx="2676" cy="416"/>
            </a:xfrm>
          </p:grpSpPr>
          <p:sp>
            <p:nvSpPr>
              <p:cNvPr id="78885" name="Rectangle 31"/>
              <p:cNvSpPr/>
              <p:nvPr/>
            </p:nvSpPr>
            <p:spPr>
              <a:xfrm>
                <a:off x="3048" y="1212"/>
                <a:ext cx="2634" cy="342"/>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800">
                  <a:latin typeface="Arial" panose="020B0604020202090204" pitchFamily="34" charset="0"/>
                </a:endParaRPr>
              </a:p>
            </p:txBody>
          </p:sp>
          <p:sp>
            <p:nvSpPr>
              <p:cNvPr id="78886" name="Rectangle 32"/>
              <p:cNvSpPr/>
              <p:nvPr/>
            </p:nvSpPr>
            <p:spPr>
              <a:xfrm>
                <a:off x="3006" y="1242"/>
                <a:ext cx="2634" cy="342"/>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8887" name="Text Box 33"/>
              <p:cNvSpPr txBox="1"/>
              <p:nvPr/>
            </p:nvSpPr>
            <p:spPr>
              <a:xfrm>
                <a:off x="3734" y="1205"/>
                <a:ext cx="272"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ID</a:t>
                </a:r>
              </a:p>
              <a:p>
                <a:pPr marL="0" lvl="0" indent="0">
                  <a:lnSpc>
                    <a:spcPct val="100000"/>
                  </a:lnSpc>
                  <a:spcBef>
                    <a:spcPct val="0"/>
                  </a:spcBef>
                  <a:buClrTx/>
                  <a:buSzTx/>
                  <a:buFontTx/>
                  <a:buNone/>
                </a:pPr>
                <a:r>
                  <a:rPr lang="en-US" altLang="zh-CN" sz="1800">
                    <a:latin typeface="Arial" panose="020B0604020202090204" pitchFamily="34" charset="0"/>
                  </a:rPr>
                  <a:t>=x</a:t>
                </a:r>
              </a:p>
            </p:txBody>
          </p:sp>
          <p:sp>
            <p:nvSpPr>
              <p:cNvPr id="78888" name="Text Box 34"/>
              <p:cNvSpPr txBox="1"/>
              <p:nvPr/>
            </p:nvSpPr>
            <p:spPr>
              <a:xfrm>
                <a:off x="4648" y="1217"/>
                <a:ext cx="468"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offset</a:t>
                </a:r>
              </a:p>
              <a:p>
                <a:pPr marL="0" lvl="0" indent="0" algn="ctr">
                  <a:lnSpc>
                    <a:spcPct val="100000"/>
                  </a:lnSpc>
                  <a:spcBef>
                    <a:spcPct val="0"/>
                  </a:spcBef>
                  <a:buClrTx/>
                  <a:buSzTx/>
                  <a:buFontTx/>
                  <a:buNone/>
                </a:pPr>
                <a:r>
                  <a:rPr lang="en-US" altLang="zh-CN" sz="1800">
                    <a:latin typeface="Arial" panose="020B0604020202090204" pitchFamily="34" charset="0"/>
                  </a:rPr>
                  <a:t>=185</a:t>
                </a:r>
              </a:p>
            </p:txBody>
          </p:sp>
          <p:sp>
            <p:nvSpPr>
              <p:cNvPr id="78889" name="Text Box 35"/>
              <p:cNvSpPr txBox="1"/>
              <p:nvPr/>
            </p:nvSpPr>
            <p:spPr>
              <a:xfrm>
                <a:off x="4017" y="1217"/>
                <a:ext cx="596"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fragflag</a:t>
                </a:r>
              </a:p>
              <a:p>
                <a:pPr marL="0" lvl="0" indent="0" algn="ctr">
                  <a:lnSpc>
                    <a:spcPct val="100000"/>
                  </a:lnSpc>
                  <a:spcBef>
                    <a:spcPct val="0"/>
                  </a:spcBef>
                  <a:buClrTx/>
                  <a:buSzTx/>
                  <a:buFontTx/>
                  <a:buNone/>
                </a:pPr>
                <a:r>
                  <a:rPr lang="en-US" altLang="zh-CN" sz="1800">
                    <a:latin typeface="Arial" panose="020B0604020202090204" pitchFamily="34" charset="0"/>
                  </a:rPr>
                  <a:t>=1</a:t>
                </a:r>
              </a:p>
            </p:txBody>
          </p:sp>
          <p:sp>
            <p:nvSpPr>
              <p:cNvPr id="78890" name="Text Box 36"/>
              <p:cNvSpPr txBox="1"/>
              <p:nvPr/>
            </p:nvSpPr>
            <p:spPr>
              <a:xfrm>
                <a:off x="3230" y="1205"/>
                <a:ext cx="520"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length</a:t>
                </a:r>
              </a:p>
              <a:p>
                <a:pPr marL="0" lvl="0" indent="0">
                  <a:lnSpc>
                    <a:spcPct val="100000"/>
                  </a:lnSpc>
                  <a:spcBef>
                    <a:spcPct val="0"/>
                  </a:spcBef>
                  <a:buClrTx/>
                  <a:buSzTx/>
                  <a:buFontTx/>
                  <a:buNone/>
                </a:pPr>
                <a:r>
                  <a:rPr lang="en-US" altLang="zh-CN" sz="1800">
                    <a:latin typeface="Arial" panose="020B0604020202090204" pitchFamily="34" charset="0"/>
                  </a:rPr>
                  <a:t>=1500</a:t>
                </a:r>
              </a:p>
            </p:txBody>
          </p:sp>
          <p:sp>
            <p:nvSpPr>
              <p:cNvPr id="78891" name="Line 37"/>
              <p:cNvSpPr/>
              <p:nvPr/>
            </p:nvSpPr>
            <p:spPr>
              <a:xfrm>
                <a:off x="3246" y="1242"/>
                <a:ext cx="0" cy="342"/>
              </a:xfrm>
              <a:prstGeom prst="line">
                <a:avLst/>
              </a:prstGeom>
              <a:ln w="19050" cap="flat" cmpd="sng">
                <a:solidFill>
                  <a:schemeClr val="tx1"/>
                </a:solidFill>
                <a:prstDash val="solid"/>
                <a:headEnd type="none" w="med" len="med"/>
                <a:tailEnd type="none" w="med" len="med"/>
              </a:ln>
            </p:spPr>
          </p:sp>
          <p:sp>
            <p:nvSpPr>
              <p:cNvPr id="78892" name="Line 38"/>
              <p:cNvSpPr/>
              <p:nvPr/>
            </p:nvSpPr>
            <p:spPr>
              <a:xfrm>
                <a:off x="3750" y="1242"/>
                <a:ext cx="0" cy="342"/>
              </a:xfrm>
              <a:prstGeom prst="line">
                <a:avLst/>
              </a:prstGeom>
              <a:ln w="19050" cap="flat" cmpd="sng">
                <a:solidFill>
                  <a:schemeClr val="tx1"/>
                </a:solidFill>
                <a:prstDash val="solid"/>
                <a:headEnd type="none" w="med" len="med"/>
                <a:tailEnd type="none" w="med" len="med"/>
              </a:ln>
            </p:spPr>
          </p:sp>
          <p:sp>
            <p:nvSpPr>
              <p:cNvPr id="78893" name="Line 39"/>
              <p:cNvSpPr/>
              <p:nvPr/>
            </p:nvSpPr>
            <p:spPr>
              <a:xfrm>
                <a:off x="4020" y="1254"/>
                <a:ext cx="0" cy="342"/>
              </a:xfrm>
              <a:prstGeom prst="line">
                <a:avLst/>
              </a:prstGeom>
              <a:ln w="19050" cap="flat" cmpd="sng">
                <a:solidFill>
                  <a:schemeClr val="tx1"/>
                </a:solidFill>
                <a:prstDash val="solid"/>
                <a:headEnd type="none" w="med" len="med"/>
                <a:tailEnd type="none" w="med" len="med"/>
              </a:ln>
            </p:spPr>
          </p:sp>
          <p:sp>
            <p:nvSpPr>
              <p:cNvPr id="78894" name="Line 40"/>
              <p:cNvSpPr/>
              <p:nvPr/>
            </p:nvSpPr>
            <p:spPr>
              <a:xfrm>
                <a:off x="4638" y="1242"/>
                <a:ext cx="0" cy="342"/>
              </a:xfrm>
              <a:prstGeom prst="line">
                <a:avLst/>
              </a:prstGeom>
              <a:ln w="19050" cap="flat" cmpd="sng">
                <a:solidFill>
                  <a:schemeClr val="tx1"/>
                </a:solidFill>
                <a:prstDash val="solid"/>
                <a:headEnd type="none" w="med" len="med"/>
                <a:tailEnd type="none" w="med" len="med"/>
              </a:ln>
            </p:spPr>
          </p:sp>
          <p:sp>
            <p:nvSpPr>
              <p:cNvPr id="78895" name="Line 41"/>
              <p:cNvSpPr/>
              <p:nvPr/>
            </p:nvSpPr>
            <p:spPr>
              <a:xfrm>
                <a:off x="5112" y="1242"/>
                <a:ext cx="0" cy="342"/>
              </a:xfrm>
              <a:prstGeom prst="line">
                <a:avLst/>
              </a:prstGeom>
              <a:ln w="19050" cap="flat" cmpd="sng">
                <a:solidFill>
                  <a:schemeClr val="tx1"/>
                </a:solidFill>
                <a:prstDash val="solid"/>
                <a:headEnd type="none" w="med" len="med"/>
                <a:tailEnd type="none" w="med" len="med"/>
              </a:ln>
            </p:spPr>
          </p:sp>
          <p:sp>
            <p:nvSpPr>
              <p:cNvPr id="78896" name="Rectangle 42"/>
              <p:cNvSpPr/>
              <p:nvPr/>
            </p:nvSpPr>
            <p:spPr>
              <a:xfrm>
                <a:off x="5232" y="1212"/>
                <a:ext cx="138" cy="378"/>
              </a:xfrm>
              <a:prstGeom prst="rect">
                <a:avLst/>
              </a:prstGeom>
              <a:solidFill>
                <a:srgbClr val="FFFF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78868" name="Group 43"/>
            <p:cNvGrpSpPr/>
            <p:nvPr/>
          </p:nvGrpSpPr>
          <p:grpSpPr>
            <a:xfrm>
              <a:off x="2607" y="3092"/>
              <a:ext cx="2676" cy="416"/>
              <a:chOff x="3006" y="1205"/>
              <a:chExt cx="2676" cy="416"/>
            </a:xfrm>
          </p:grpSpPr>
          <p:sp>
            <p:nvSpPr>
              <p:cNvPr id="78873" name="Rectangle 44"/>
              <p:cNvSpPr/>
              <p:nvPr/>
            </p:nvSpPr>
            <p:spPr>
              <a:xfrm>
                <a:off x="3048" y="1212"/>
                <a:ext cx="2634" cy="342"/>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800">
                  <a:latin typeface="Arial" panose="020B0604020202090204" pitchFamily="34" charset="0"/>
                </a:endParaRPr>
              </a:p>
            </p:txBody>
          </p:sp>
          <p:sp>
            <p:nvSpPr>
              <p:cNvPr id="78874" name="Rectangle 45"/>
              <p:cNvSpPr/>
              <p:nvPr/>
            </p:nvSpPr>
            <p:spPr>
              <a:xfrm>
                <a:off x="3006" y="1242"/>
                <a:ext cx="2634" cy="342"/>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78875" name="Text Box 46"/>
              <p:cNvSpPr txBox="1"/>
              <p:nvPr/>
            </p:nvSpPr>
            <p:spPr>
              <a:xfrm>
                <a:off x="3734" y="1205"/>
                <a:ext cx="272"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ID</a:t>
                </a:r>
              </a:p>
              <a:p>
                <a:pPr marL="0" lvl="0" indent="0">
                  <a:lnSpc>
                    <a:spcPct val="100000"/>
                  </a:lnSpc>
                  <a:spcBef>
                    <a:spcPct val="0"/>
                  </a:spcBef>
                  <a:buClrTx/>
                  <a:buSzTx/>
                  <a:buFontTx/>
                  <a:buNone/>
                </a:pPr>
                <a:r>
                  <a:rPr lang="en-US" altLang="zh-CN" sz="1800">
                    <a:latin typeface="Arial" panose="020B0604020202090204" pitchFamily="34" charset="0"/>
                  </a:rPr>
                  <a:t>=x</a:t>
                </a:r>
              </a:p>
            </p:txBody>
          </p:sp>
          <p:sp>
            <p:nvSpPr>
              <p:cNvPr id="78876" name="Text Box 47"/>
              <p:cNvSpPr txBox="1"/>
              <p:nvPr/>
            </p:nvSpPr>
            <p:spPr>
              <a:xfrm>
                <a:off x="4648" y="1217"/>
                <a:ext cx="468"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offset</a:t>
                </a:r>
              </a:p>
              <a:p>
                <a:pPr marL="0" lvl="0" indent="0" algn="ctr">
                  <a:lnSpc>
                    <a:spcPct val="100000"/>
                  </a:lnSpc>
                  <a:spcBef>
                    <a:spcPct val="0"/>
                  </a:spcBef>
                  <a:buClrTx/>
                  <a:buSzTx/>
                  <a:buFontTx/>
                  <a:buNone/>
                </a:pPr>
                <a:r>
                  <a:rPr lang="en-US" altLang="zh-CN" sz="1800">
                    <a:latin typeface="Arial" panose="020B0604020202090204" pitchFamily="34" charset="0"/>
                  </a:rPr>
                  <a:t>=370</a:t>
                </a:r>
              </a:p>
            </p:txBody>
          </p:sp>
          <p:sp>
            <p:nvSpPr>
              <p:cNvPr id="78877" name="Text Box 48"/>
              <p:cNvSpPr txBox="1"/>
              <p:nvPr/>
            </p:nvSpPr>
            <p:spPr>
              <a:xfrm>
                <a:off x="4017" y="1217"/>
                <a:ext cx="596"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fragflag</a:t>
                </a:r>
              </a:p>
              <a:p>
                <a:pPr marL="0" lvl="0" indent="0" algn="ctr">
                  <a:lnSpc>
                    <a:spcPct val="100000"/>
                  </a:lnSpc>
                  <a:spcBef>
                    <a:spcPct val="0"/>
                  </a:spcBef>
                  <a:buClrTx/>
                  <a:buSzTx/>
                  <a:buFontTx/>
                  <a:buNone/>
                </a:pPr>
                <a:r>
                  <a:rPr lang="en-US" altLang="zh-CN" sz="1800">
                    <a:latin typeface="Arial" panose="020B0604020202090204" pitchFamily="34" charset="0"/>
                  </a:rPr>
                  <a:t>=0</a:t>
                </a:r>
              </a:p>
            </p:txBody>
          </p:sp>
          <p:sp>
            <p:nvSpPr>
              <p:cNvPr id="78878" name="Text Box 49"/>
              <p:cNvSpPr txBox="1"/>
              <p:nvPr/>
            </p:nvSpPr>
            <p:spPr>
              <a:xfrm>
                <a:off x="3230" y="1205"/>
                <a:ext cx="520"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length</a:t>
                </a:r>
              </a:p>
              <a:p>
                <a:pPr marL="0" lvl="0" indent="0">
                  <a:lnSpc>
                    <a:spcPct val="100000"/>
                  </a:lnSpc>
                  <a:spcBef>
                    <a:spcPct val="0"/>
                  </a:spcBef>
                  <a:buClrTx/>
                  <a:buSzTx/>
                  <a:buFontTx/>
                  <a:buNone/>
                </a:pPr>
                <a:r>
                  <a:rPr lang="en-US" altLang="zh-CN" sz="1800">
                    <a:latin typeface="Arial" panose="020B0604020202090204" pitchFamily="34" charset="0"/>
                  </a:rPr>
                  <a:t>=1040</a:t>
                </a:r>
              </a:p>
            </p:txBody>
          </p:sp>
          <p:sp>
            <p:nvSpPr>
              <p:cNvPr id="78879" name="Line 50"/>
              <p:cNvSpPr/>
              <p:nvPr/>
            </p:nvSpPr>
            <p:spPr>
              <a:xfrm>
                <a:off x="3246" y="1242"/>
                <a:ext cx="0" cy="342"/>
              </a:xfrm>
              <a:prstGeom prst="line">
                <a:avLst/>
              </a:prstGeom>
              <a:ln w="19050" cap="flat" cmpd="sng">
                <a:solidFill>
                  <a:schemeClr val="tx1"/>
                </a:solidFill>
                <a:prstDash val="solid"/>
                <a:headEnd type="none" w="med" len="med"/>
                <a:tailEnd type="none" w="med" len="med"/>
              </a:ln>
            </p:spPr>
          </p:sp>
          <p:sp>
            <p:nvSpPr>
              <p:cNvPr id="78880" name="Line 51"/>
              <p:cNvSpPr/>
              <p:nvPr/>
            </p:nvSpPr>
            <p:spPr>
              <a:xfrm>
                <a:off x="3750" y="1242"/>
                <a:ext cx="0" cy="342"/>
              </a:xfrm>
              <a:prstGeom prst="line">
                <a:avLst/>
              </a:prstGeom>
              <a:ln w="19050" cap="flat" cmpd="sng">
                <a:solidFill>
                  <a:schemeClr val="tx1"/>
                </a:solidFill>
                <a:prstDash val="solid"/>
                <a:headEnd type="none" w="med" len="med"/>
                <a:tailEnd type="none" w="med" len="med"/>
              </a:ln>
            </p:spPr>
          </p:sp>
          <p:sp>
            <p:nvSpPr>
              <p:cNvPr id="78881" name="Line 52"/>
              <p:cNvSpPr/>
              <p:nvPr/>
            </p:nvSpPr>
            <p:spPr>
              <a:xfrm>
                <a:off x="4020" y="1254"/>
                <a:ext cx="0" cy="342"/>
              </a:xfrm>
              <a:prstGeom prst="line">
                <a:avLst/>
              </a:prstGeom>
              <a:ln w="19050" cap="flat" cmpd="sng">
                <a:solidFill>
                  <a:schemeClr val="tx1"/>
                </a:solidFill>
                <a:prstDash val="solid"/>
                <a:headEnd type="none" w="med" len="med"/>
                <a:tailEnd type="none" w="med" len="med"/>
              </a:ln>
            </p:spPr>
          </p:sp>
          <p:sp>
            <p:nvSpPr>
              <p:cNvPr id="78882" name="Line 53"/>
              <p:cNvSpPr/>
              <p:nvPr/>
            </p:nvSpPr>
            <p:spPr>
              <a:xfrm>
                <a:off x="4638" y="1242"/>
                <a:ext cx="0" cy="342"/>
              </a:xfrm>
              <a:prstGeom prst="line">
                <a:avLst/>
              </a:prstGeom>
              <a:ln w="19050" cap="flat" cmpd="sng">
                <a:solidFill>
                  <a:schemeClr val="tx1"/>
                </a:solidFill>
                <a:prstDash val="solid"/>
                <a:headEnd type="none" w="med" len="med"/>
                <a:tailEnd type="none" w="med" len="med"/>
              </a:ln>
            </p:spPr>
          </p:sp>
          <p:sp>
            <p:nvSpPr>
              <p:cNvPr id="78883" name="Line 54"/>
              <p:cNvSpPr/>
              <p:nvPr/>
            </p:nvSpPr>
            <p:spPr>
              <a:xfrm>
                <a:off x="5112" y="1242"/>
                <a:ext cx="0" cy="342"/>
              </a:xfrm>
              <a:prstGeom prst="line">
                <a:avLst/>
              </a:prstGeom>
              <a:ln w="19050" cap="flat" cmpd="sng">
                <a:solidFill>
                  <a:schemeClr val="tx1"/>
                </a:solidFill>
                <a:prstDash val="solid"/>
                <a:headEnd type="none" w="med" len="med"/>
                <a:tailEnd type="none" w="med" len="med"/>
              </a:ln>
            </p:spPr>
          </p:sp>
          <p:sp>
            <p:nvSpPr>
              <p:cNvPr id="78884" name="Rectangle 55"/>
              <p:cNvSpPr/>
              <p:nvPr/>
            </p:nvSpPr>
            <p:spPr>
              <a:xfrm>
                <a:off x="5232" y="1212"/>
                <a:ext cx="138" cy="378"/>
              </a:xfrm>
              <a:prstGeom prst="rect">
                <a:avLst/>
              </a:prstGeom>
              <a:solidFill>
                <a:srgbClr val="FFFF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78869" name="Freeform 56"/>
            <p:cNvSpPr/>
            <p:nvPr/>
          </p:nvSpPr>
          <p:spPr>
            <a:xfrm>
              <a:off x="2337" y="1443"/>
              <a:ext cx="210" cy="1362"/>
            </a:xfrm>
            <a:custGeom>
              <a:avLst/>
              <a:gdLst>
                <a:gd name="txL" fmla="*/ 0 w 210"/>
                <a:gd name="txT" fmla="*/ 0 h 1362"/>
                <a:gd name="txR" fmla="*/ 210 w 210"/>
                <a:gd name="txB" fmla="*/ 1362 h 1362"/>
              </a:gdLst>
              <a:ahLst/>
              <a:cxnLst>
                <a:cxn ang="0">
                  <a:pos x="0" y="0"/>
                </a:cxn>
                <a:cxn ang="0">
                  <a:pos x="0" y="1362"/>
                </a:cxn>
                <a:cxn ang="0">
                  <a:pos x="210" y="858"/>
                </a:cxn>
              </a:cxnLst>
              <a:rect l="txL" t="txT" r="txR" b="txB"/>
              <a:pathLst>
                <a:path w="210" h="1362">
                  <a:moveTo>
                    <a:pt x="0" y="0"/>
                  </a:moveTo>
                  <a:lnTo>
                    <a:pt x="0" y="1362"/>
                  </a:lnTo>
                  <a:lnTo>
                    <a:pt x="210" y="858"/>
                  </a:lnTo>
                </a:path>
              </a:pathLst>
            </a:custGeom>
            <a:noFill/>
            <a:ln w="19050" cap="flat" cmpd="sng">
              <a:solidFill>
                <a:srgbClr val="CC0000">
                  <a:alpha val="100000"/>
                </a:srgbClr>
              </a:solidFill>
              <a:prstDash val="solid"/>
              <a:round/>
              <a:headEnd type="none" w="med" len="med"/>
              <a:tailEnd type="triangle" w="med" len="med"/>
            </a:ln>
          </p:spPr>
          <p:txBody>
            <a:bodyPr/>
            <a:lstStyle/>
            <a:p>
              <a:endParaRPr lang="zh-CN" altLang="en-US"/>
            </a:p>
          </p:txBody>
        </p:sp>
        <p:sp>
          <p:nvSpPr>
            <p:cNvPr id="78870" name="Line 57"/>
            <p:cNvSpPr/>
            <p:nvPr/>
          </p:nvSpPr>
          <p:spPr>
            <a:xfrm>
              <a:off x="2337" y="2787"/>
              <a:ext cx="228" cy="0"/>
            </a:xfrm>
            <a:prstGeom prst="line">
              <a:avLst/>
            </a:prstGeom>
            <a:ln w="19050" cap="flat" cmpd="sng">
              <a:solidFill>
                <a:srgbClr val="CC0000"/>
              </a:solidFill>
              <a:prstDash val="solid"/>
              <a:headEnd type="none" w="med" len="med"/>
              <a:tailEnd type="triangle" w="med" len="med"/>
            </a:ln>
          </p:spPr>
        </p:sp>
        <p:sp>
          <p:nvSpPr>
            <p:cNvPr id="78871" name="Line 58"/>
            <p:cNvSpPr/>
            <p:nvPr/>
          </p:nvSpPr>
          <p:spPr>
            <a:xfrm>
              <a:off x="2343" y="2793"/>
              <a:ext cx="210" cy="498"/>
            </a:xfrm>
            <a:prstGeom prst="line">
              <a:avLst/>
            </a:prstGeom>
            <a:ln w="19050" cap="flat" cmpd="sng">
              <a:solidFill>
                <a:srgbClr val="CC0000"/>
              </a:solidFill>
              <a:prstDash val="solid"/>
              <a:headEnd type="none" w="med" len="med"/>
              <a:tailEnd type="triangle" w="med" len="med"/>
            </a:ln>
          </p:spPr>
        </p:sp>
        <p:sp>
          <p:nvSpPr>
            <p:cNvPr id="78872" name="Text Box 59"/>
            <p:cNvSpPr txBox="1"/>
            <p:nvPr/>
          </p:nvSpPr>
          <p:spPr>
            <a:xfrm>
              <a:off x="2321" y="1490"/>
              <a:ext cx="1988"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i="1">
                  <a:solidFill>
                    <a:srgbClr val="CC0000"/>
                  </a:solidFill>
                  <a:latin typeface="Arial" panose="020B0604020202090204" pitchFamily="34" charset="0"/>
                </a:rPr>
                <a:t>one large datagram becomes</a:t>
              </a:r>
            </a:p>
            <a:p>
              <a:pPr marL="0" lvl="0" indent="0">
                <a:lnSpc>
                  <a:spcPct val="100000"/>
                </a:lnSpc>
                <a:spcBef>
                  <a:spcPct val="0"/>
                </a:spcBef>
                <a:buClrTx/>
                <a:buSzTx/>
                <a:buFontTx/>
                <a:buNone/>
              </a:pPr>
              <a:r>
                <a:rPr lang="en-US" altLang="zh-CN" sz="1800" i="1">
                  <a:solidFill>
                    <a:srgbClr val="CC0000"/>
                  </a:solidFill>
                  <a:latin typeface="Arial" panose="020B0604020202090204" pitchFamily="34" charset="0"/>
                </a:rPr>
                <a:t>several smaller datagrams</a:t>
              </a:r>
            </a:p>
          </p:txBody>
        </p:sp>
      </p:grpSp>
      <p:sp>
        <p:nvSpPr>
          <p:cNvPr id="78851" name="Rectangle 60"/>
          <p:cNvSpPr/>
          <p:nvPr/>
        </p:nvSpPr>
        <p:spPr>
          <a:xfrm>
            <a:off x="331788" y="1801813"/>
            <a:ext cx="2830512" cy="1677987"/>
          </a:xfrm>
          <a:prstGeom prst="rect">
            <a:avLst/>
          </a:prstGeom>
          <a:noFill/>
          <a:ln w="9525">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342900" lvl="0" indent="-342900">
              <a:buSzPct val="65000"/>
              <a:buNone/>
            </a:pPr>
            <a:r>
              <a:rPr lang="en-US" altLang="zh-CN" i="1" dirty="0">
                <a:solidFill>
                  <a:srgbClr val="CC0000"/>
                </a:solidFill>
              </a:rPr>
              <a:t>example:</a:t>
            </a:r>
          </a:p>
          <a:p>
            <a:pPr marL="342900" lvl="0" indent="-342900">
              <a:buSzPct val="65000"/>
              <a:buFont typeface="Wingdings" panose="05000000000000000000" pitchFamily="2" charset="2"/>
              <a:buChar char="v"/>
            </a:pPr>
            <a:r>
              <a:rPr lang="en-US" altLang="zh-CN" sz="2000" dirty="0"/>
              <a:t>4000 byte datagram</a:t>
            </a:r>
          </a:p>
          <a:p>
            <a:pPr marL="0" lvl="0" indent="0">
              <a:buSzPct val="65000"/>
              <a:buNone/>
            </a:pPr>
            <a:r>
              <a:rPr lang="en-US" altLang="zh-CN" sz="2000" dirty="0"/>
              <a:t>     (20H+3980D)</a:t>
            </a:r>
          </a:p>
          <a:p>
            <a:pPr marL="342900" lvl="0" indent="-342900">
              <a:buSzPct val="65000"/>
              <a:buFont typeface="Wingdings" panose="05000000000000000000" pitchFamily="2" charset="2"/>
              <a:buChar char="v"/>
            </a:pPr>
            <a:r>
              <a:rPr lang="en-US" altLang="zh-CN" sz="2000" dirty="0"/>
              <a:t>MTU = 1500 bytes</a:t>
            </a:r>
          </a:p>
          <a:p>
            <a:pPr marL="342900" lvl="0" indent="-342900">
              <a:buSzPct val="65000"/>
              <a:buFont typeface="Wingdings" panose="05000000000000000000" pitchFamily="2" charset="2"/>
              <a:buChar char="v"/>
            </a:pPr>
            <a:endParaRPr lang="en-US" altLang="zh-CN" sz="2000" dirty="0"/>
          </a:p>
        </p:txBody>
      </p:sp>
      <p:sp>
        <p:nvSpPr>
          <p:cNvPr id="577597" name="Text Box 61"/>
          <p:cNvSpPr txBox="1"/>
          <p:nvPr/>
        </p:nvSpPr>
        <p:spPr>
          <a:xfrm>
            <a:off x="1042988" y="3238500"/>
            <a:ext cx="1606550" cy="6413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1480 bytes in </a:t>
            </a:r>
            <a:br>
              <a:rPr lang="en-US" altLang="zh-CN" sz="1800">
                <a:latin typeface="Arial" panose="020B0604020202090204" pitchFamily="34" charset="0"/>
              </a:rPr>
            </a:br>
            <a:r>
              <a:rPr lang="en-US" altLang="zh-CN" sz="1800">
                <a:latin typeface="Arial" panose="020B0604020202090204" pitchFamily="34" charset="0"/>
              </a:rPr>
              <a:t>data field</a:t>
            </a:r>
          </a:p>
        </p:txBody>
      </p:sp>
      <p:sp>
        <p:nvSpPr>
          <p:cNvPr id="577599" name="Text Box 63"/>
          <p:cNvSpPr txBox="1"/>
          <p:nvPr/>
        </p:nvSpPr>
        <p:spPr>
          <a:xfrm>
            <a:off x="1504950" y="4071938"/>
            <a:ext cx="946150" cy="6413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offset =</a:t>
            </a:r>
          </a:p>
          <a:p>
            <a:pPr marL="0" lvl="0" indent="0">
              <a:lnSpc>
                <a:spcPct val="100000"/>
              </a:lnSpc>
              <a:spcBef>
                <a:spcPct val="0"/>
              </a:spcBef>
              <a:buClrTx/>
              <a:buSzTx/>
              <a:buFontTx/>
              <a:buNone/>
            </a:pPr>
            <a:r>
              <a:rPr lang="en-US" altLang="zh-CN" sz="1800">
                <a:latin typeface="Arial" panose="020B0604020202090204" pitchFamily="34" charset="0"/>
              </a:rPr>
              <a:t>1480/8 </a:t>
            </a:r>
          </a:p>
        </p:txBody>
      </p:sp>
      <p:sp>
        <p:nvSpPr>
          <p:cNvPr id="36873" name="Rectangle 66"/>
          <p:cNvSpPr>
            <a:spLocks noGrp="1" noChangeArrowheads="1"/>
          </p:cNvSpPr>
          <p:nvPr>
            <p:ph type="title"/>
          </p:nvPr>
        </p:nvSpPr>
        <p:spPr>
          <a:xfrm>
            <a:off x="533400" y="185738"/>
            <a:ext cx="7772400" cy="930275"/>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IP fragmentation, reassembly</a:t>
            </a:r>
          </a:p>
        </p:txBody>
      </p:sp>
      <p:pic>
        <p:nvPicPr>
          <p:cNvPr id="78855" name="Picture 67" descr="underline_base"/>
          <p:cNvPicPr/>
          <p:nvPr/>
        </p:nvPicPr>
        <p:blipFill>
          <a:blip r:embed="rId2"/>
          <a:stretch>
            <a:fillRect/>
          </a:stretch>
        </p:blipFill>
        <p:spPr>
          <a:xfrm>
            <a:off x="581025" y="881063"/>
            <a:ext cx="6856413" cy="173037"/>
          </a:xfrm>
          <a:prstGeom prst="rect">
            <a:avLst/>
          </a:prstGeom>
          <a:noFill/>
          <a:ln w="9525">
            <a:noFill/>
          </a:ln>
        </p:spPr>
      </p:pic>
      <p:sp>
        <p:nvSpPr>
          <p:cNvPr id="577604" name="Line 68"/>
          <p:cNvSpPr/>
          <p:nvPr/>
        </p:nvSpPr>
        <p:spPr>
          <a:xfrm>
            <a:off x="1985963" y="3590925"/>
            <a:ext cx="2619375" cy="0"/>
          </a:xfrm>
          <a:prstGeom prst="line">
            <a:avLst/>
          </a:prstGeom>
          <a:ln w="9525" cap="flat" cmpd="sng">
            <a:solidFill>
              <a:schemeClr val="tx1"/>
            </a:solidFill>
            <a:prstDash val="solid"/>
            <a:headEnd type="none" w="med" len="med"/>
            <a:tailEnd type="none" w="med" len="med"/>
          </a:ln>
        </p:spPr>
      </p:sp>
      <p:sp>
        <p:nvSpPr>
          <p:cNvPr id="577605" name="Line 69"/>
          <p:cNvSpPr/>
          <p:nvPr/>
        </p:nvSpPr>
        <p:spPr>
          <a:xfrm flipH="1">
            <a:off x="2319338" y="4394200"/>
            <a:ext cx="4672012" cy="0"/>
          </a:xfrm>
          <a:prstGeom prst="line">
            <a:avLst/>
          </a:prstGeom>
          <a:ln w="9525" cap="flat" cmpd="sng">
            <a:solidFill>
              <a:schemeClr val="tx1"/>
            </a:solidFill>
            <a:prstDash val="solid"/>
            <a:headEnd type="none" w="med" len="med"/>
            <a:tailEnd type="none" w="med" len="med"/>
          </a:ln>
        </p:spPr>
      </p:sp>
      <p:sp>
        <p:nvSpPr>
          <p:cNvPr id="7885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61</a:t>
            </a:fld>
            <a:endParaRPr lang="en-US" altLang="zh-CN" sz="1200">
              <a:latin typeface="Tahoma" panose="020B0604030504040204" charset="0"/>
            </a:endParaRPr>
          </a:p>
        </p:txBody>
      </p:sp>
      <p:sp>
        <p:nvSpPr>
          <p:cNvPr id="7885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2" name="Text Box 59"/>
          <p:cNvSpPr txBox="1">
            <a:spLocks noChangeArrowheads="1"/>
          </p:cNvSpPr>
          <p:nvPr/>
        </p:nvSpPr>
        <p:spPr bwMode="auto">
          <a:xfrm>
            <a:off x="731155" y="5683667"/>
            <a:ext cx="3005951" cy="400110"/>
          </a:xfrm>
          <a:prstGeom prst="rect">
            <a:avLst/>
          </a:prstGeom>
          <a:solidFill>
            <a:srgbClr val="800000"/>
          </a:solidFill>
          <a:ln>
            <a:noFill/>
          </a:ln>
          <a:scene3d>
            <a:camera prst="orthographicFront"/>
            <a:lightRig rig="threePt" dir="t"/>
          </a:scene3d>
          <a:sp3d>
            <a:bevelT/>
          </a:sp3d>
        </p:spPr>
        <p:txBody>
          <a:bodyPr wrap="none">
            <a:spAutoFit/>
          </a:bodyPr>
          <a:lstStyle/>
          <a:p>
            <a:pPr algn="ctr">
              <a:buNone/>
            </a:pPr>
            <a:r>
              <a:rPr lang="zh-CN" altLang="en-US" sz="2000" b="1">
                <a:solidFill>
                  <a:schemeClr val="bg1"/>
                </a:solidFill>
                <a:latin typeface="Hiragino Sans GB W3" panose="020B0300000000000000" charset="-122"/>
                <a:ea typeface="宋体" pitchFamily="2" charset="-122"/>
              </a:rPr>
              <a:t>这些数值如何计算得到？</a:t>
            </a:r>
            <a:endParaRPr lang="en-US" altLang="zh-CN" sz="2000" b="1">
              <a:solidFill>
                <a:schemeClr val="bg1"/>
              </a:solidFill>
              <a:latin typeface="Hiragino Sans GB W3" panose="020B0300000000000000" charset="-122"/>
              <a:ea typeface="宋体" pitchFamily="2" charset="-122"/>
            </a:endParaRPr>
          </a:p>
        </p:txBody>
      </p:sp>
      <p:sp>
        <p:nvSpPr>
          <p:cNvPr id="4" name="Text Box 59"/>
          <p:cNvSpPr txBox="1">
            <a:spLocks noChangeArrowheads="1"/>
          </p:cNvSpPr>
          <p:nvPr/>
        </p:nvSpPr>
        <p:spPr bwMode="auto">
          <a:xfrm>
            <a:off x="430554" y="6310214"/>
            <a:ext cx="1917513" cy="369332"/>
          </a:xfrm>
          <a:prstGeom prst="rect">
            <a:avLst/>
          </a:prstGeom>
          <a:solidFill>
            <a:srgbClr val="800000"/>
          </a:solidFill>
          <a:ln>
            <a:noFill/>
          </a:ln>
          <a:scene3d>
            <a:camera prst="orthographicFront"/>
            <a:lightRig rig="threePt" dir="t"/>
          </a:scene3d>
          <a:sp3d>
            <a:bevelT/>
          </a:sp3d>
        </p:spPr>
        <p:txBody>
          <a:bodyPr wrap="none">
            <a:spAutoFit/>
          </a:bodyPr>
          <a:lstStyle>
            <a:lvl1pPr>
              <a:defRPr kumimoji="1" sz="2400">
                <a:solidFill>
                  <a:schemeClr val="tx1"/>
                </a:solidFill>
                <a:latin typeface="Comic Sans MS" panose="030F0902030302020204" charset="0"/>
                <a:ea typeface="宋体" charset="0"/>
                <a:cs typeface="宋体" charset="0"/>
              </a:defRPr>
            </a:lvl1pPr>
            <a:lvl2pPr marL="742950" indent="-285750">
              <a:defRPr kumimoji="1" sz="2400">
                <a:solidFill>
                  <a:schemeClr val="tx1"/>
                </a:solidFill>
                <a:latin typeface="Comic Sans MS" panose="030F0902030302020204" charset="0"/>
                <a:ea typeface="宋体" charset="0"/>
              </a:defRPr>
            </a:lvl2pPr>
            <a:lvl3pPr marL="1143000" indent="-228600">
              <a:defRPr kumimoji="1" sz="2400">
                <a:solidFill>
                  <a:schemeClr val="tx1"/>
                </a:solidFill>
                <a:latin typeface="Comic Sans MS" panose="030F0902030302020204" charset="0"/>
                <a:ea typeface="宋体" charset="0"/>
              </a:defRPr>
            </a:lvl3pPr>
            <a:lvl4pPr marL="1600200" indent="-228600">
              <a:defRPr kumimoji="1" sz="2400">
                <a:solidFill>
                  <a:schemeClr val="tx1"/>
                </a:solidFill>
                <a:latin typeface="Comic Sans MS" panose="030F0902030302020204" charset="0"/>
                <a:ea typeface="宋体" charset="0"/>
              </a:defRPr>
            </a:lvl4pPr>
            <a:lvl5pPr marL="2057400" indent="-228600">
              <a:defRPr kumimoji="1" sz="2400">
                <a:solidFill>
                  <a:schemeClr val="tx1"/>
                </a:solidFill>
                <a:latin typeface="Comic Sans MS" panose="030F0902030302020204" charset="0"/>
                <a:ea typeface="宋体" charset="0"/>
              </a:defRPr>
            </a:lvl5pPr>
            <a:lvl6pPr marL="2514600" indent="-228600" eaLnBrk="0" fontAlgn="base" hangingPunct="0">
              <a:spcBef>
                <a:spcPct val="0"/>
              </a:spcBef>
              <a:spcAft>
                <a:spcPct val="0"/>
              </a:spcAft>
              <a:defRPr kumimoji="1" sz="2400">
                <a:solidFill>
                  <a:schemeClr val="tx1"/>
                </a:solidFill>
                <a:latin typeface="Comic Sans MS" panose="030F0902030302020204" charset="0"/>
                <a:ea typeface="宋体" charset="0"/>
              </a:defRPr>
            </a:lvl6pPr>
            <a:lvl7pPr marL="2971800" indent="-228600" eaLnBrk="0" fontAlgn="base" hangingPunct="0">
              <a:spcBef>
                <a:spcPct val="0"/>
              </a:spcBef>
              <a:spcAft>
                <a:spcPct val="0"/>
              </a:spcAft>
              <a:defRPr kumimoji="1" sz="2400">
                <a:solidFill>
                  <a:schemeClr val="tx1"/>
                </a:solidFill>
                <a:latin typeface="Comic Sans MS" panose="030F0902030302020204" charset="0"/>
                <a:ea typeface="宋体" charset="0"/>
              </a:defRPr>
            </a:lvl7pPr>
            <a:lvl8pPr marL="3429000" indent="-228600" eaLnBrk="0" fontAlgn="base" hangingPunct="0">
              <a:spcBef>
                <a:spcPct val="0"/>
              </a:spcBef>
              <a:spcAft>
                <a:spcPct val="0"/>
              </a:spcAft>
              <a:defRPr kumimoji="1" sz="2400">
                <a:solidFill>
                  <a:schemeClr val="tx1"/>
                </a:solidFill>
                <a:latin typeface="Comic Sans MS" panose="030F0902030302020204" charset="0"/>
                <a:ea typeface="宋体" charset="0"/>
              </a:defRPr>
            </a:lvl8pPr>
            <a:lvl9pPr marL="3886200" indent="-228600" eaLnBrk="0" fontAlgn="base" hangingPunct="0">
              <a:spcBef>
                <a:spcPct val="0"/>
              </a:spcBef>
              <a:spcAft>
                <a:spcPct val="0"/>
              </a:spcAft>
              <a:defRPr kumimoji="1" sz="2400">
                <a:solidFill>
                  <a:schemeClr val="tx1"/>
                </a:solidFill>
                <a:latin typeface="Comic Sans MS" panose="030F0902030302020204" charset="0"/>
                <a:ea typeface="宋体"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1" i="0" u="none" strike="noStrike" kern="1200" cap="none" spc="0" normalizeH="0" baseline="0" noProof="0" dirty="0">
                <a:ln>
                  <a:noFill/>
                </a:ln>
                <a:solidFill>
                  <a:schemeClr val="bg1"/>
                </a:solidFill>
                <a:effectLst/>
                <a:uLnTx/>
                <a:uFillTx/>
                <a:latin typeface="Bodoni 72 Book" panose="00000400000000000000" pitchFamily="2" charset="0"/>
                <a:ea typeface="Hiragino Sans GB W3" panose="020B0300000000000000" charset="-122"/>
                <a:cs typeface="Hiragino Sans GB W3" panose="020B0300000000000000" charset="-122"/>
              </a:rPr>
              <a:t>MOOC</a:t>
            </a:r>
            <a:r>
              <a:rPr kumimoji="0" lang="zh-CN" altLang="en-US" sz="1800" b="1" i="0" u="none" strike="noStrike" kern="1200" cap="none" spc="0" normalizeH="0" baseline="0" noProof="0" dirty="0">
                <a:ln>
                  <a:noFill/>
                </a:ln>
                <a:solidFill>
                  <a:schemeClr val="bg1"/>
                </a:solidFill>
                <a:effectLst/>
                <a:uLnTx/>
                <a:uFillTx/>
                <a:latin typeface="Bodoni 72 Book" panose="00000400000000000000" pitchFamily="2" charset="0"/>
                <a:ea typeface="Hiragino Sans GB W3" panose="020B0300000000000000" charset="-122"/>
                <a:cs typeface="Hiragino Sans GB W3" panose="020B0300000000000000" charset="-122"/>
              </a:rPr>
              <a:t> </a:t>
            </a:r>
            <a:r>
              <a:rPr kumimoji="0" lang="en-US" altLang="zh-CN" sz="1800" b="1" i="0" u="none" strike="noStrike" kern="1200" cap="none" spc="0" normalizeH="0" baseline="0" noProof="0" dirty="0">
                <a:ln>
                  <a:noFill/>
                </a:ln>
                <a:solidFill>
                  <a:schemeClr val="bg1"/>
                </a:solidFill>
                <a:effectLst/>
                <a:uLnTx/>
                <a:uFillTx/>
                <a:latin typeface="Bodoni 72 Book" panose="00000400000000000000" pitchFamily="2" charset="0"/>
                <a:ea typeface="Hiragino Sans GB W3" panose="020B0300000000000000" charset="-122"/>
                <a:cs typeface="Hiragino Sans GB W3" panose="020B0300000000000000" charset="-122"/>
              </a:rPr>
              <a:t>4.3.2</a:t>
            </a:r>
            <a:r>
              <a:rPr kumimoji="0" lang="zh-CN" altLang="en-US" sz="1800" b="1" i="0" u="none" strike="noStrike" kern="1200" cap="none" spc="0" normalizeH="0" baseline="0" noProof="0" dirty="0">
                <a:ln>
                  <a:noFill/>
                </a:ln>
                <a:solidFill>
                  <a:schemeClr val="bg1"/>
                </a:solidFill>
                <a:effectLst/>
                <a:uLnTx/>
                <a:uFillTx/>
                <a:latin typeface="Bodoni 72 Book" panose="00000400000000000000" pitchFamily="2" charset="0"/>
                <a:ea typeface="Hiragino Sans GB W3" panose="020B0300000000000000" charset="-122"/>
                <a:cs typeface="Hiragino Sans GB W3" panose="020B0300000000000000" charset="-122"/>
              </a:rPr>
              <a:t>  </a:t>
            </a:r>
            <a:r>
              <a:rPr kumimoji="0" lang="en-US" altLang="zh-CN" sz="1800" b="1" i="0" u="none" strike="noStrike" kern="1200" cap="none" spc="0" normalizeH="0" baseline="0" noProof="0" dirty="0">
                <a:ln>
                  <a:noFill/>
                </a:ln>
                <a:solidFill>
                  <a:schemeClr val="bg1"/>
                </a:solidFill>
                <a:effectLst/>
                <a:uLnTx/>
                <a:uFillTx/>
                <a:latin typeface="Bodoni 72 Book" panose="00000400000000000000" pitchFamily="2" charset="0"/>
                <a:ea typeface="Hiragino Sans GB W3" panose="020B0300000000000000" charset="-122"/>
                <a:cs typeface="Hiragino Sans GB W3" panose="020B0300000000000000" charset="-122"/>
              </a:rPr>
              <a:t>6:10</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7597"/>
                                        </p:tgtEl>
                                        <p:attrNameLst>
                                          <p:attrName>style.visibility</p:attrName>
                                        </p:attrNameLst>
                                      </p:cBhvr>
                                      <p:to>
                                        <p:strVal val="visible"/>
                                      </p:to>
                                    </p:set>
                                    <p:animEffect transition="in" filter="dissolve">
                                      <p:cBhvr>
                                        <p:cTn id="12" dur="500"/>
                                        <p:tgtEl>
                                          <p:spTgt spid="577597"/>
                                        </p:tgtEl>
                                      </p:cBhvr>
                                    </p:animEffect>
                                  </p:childTnLst>
                                </p:cTn>
                              </p:par>
                              <p:par>
                                <p:cTn id="13" presetID="9" presetClass="entr" presetSubtype="0" fill="hold" nodeType="withEffect">
                                  <p:stCondLst>
                                    <p:cond delay="0"/>
                                  </p:stCondLst>
                                  <p:childTnLst>
                                    <p:set>
                                      <p:cBhvr>
                                        <p:cTn id="14" dur="1" fill="hold">
                                          <p:stCondLst>
                                            <p:cond delay="0"/>
                                          </p:stCondLst>
                                        </p:cTn>
                                        <p:tgtEl>
                                          <p:spTgt spid="577604"/>
                                        </p:tgtEl>
                                        <p:attrNameLst>
                                          <p:attrName>style.visibility</p:attrName>
                                        </p:attrNameLst>
                                      </p:cBhvr>
                                      <p:to>
                                        <p:strVal val="visible"/>
                                      </p:to>
                                    </p:set>
                                    <p:animEffect transition="in" filter="dissolve">
                                      <p:cBhvr>
                                        <p:cTn id="15" dur="500"/>
                                        <p:tgtEl>
                                          <p:spTgt spid="57760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577599"/>
                                        </p:tgtEl>
                                        <p:attrNameLst>
                                          <p:attrName>style.visibility</p:attrName>
                                        </p:attrNameLst>
                                      </p:cBhvr>
                                      <p:to>
                                        <p:strVal val="visible"/>
                                      </p:to>
                                    </p:set>
                                    <p:animEffect transition="in" filter="dissolve">
                                      <p:cBhvr>
                                        <p:cTn id="20" dur="500"/>
                                        <p:tgtEl>
                                          <p:spTgt spid="577599"/>
                                        </p:tgtEl>
                                      </p:cBhvr>
                                    </p:animEffect>
                                  </p:childTnLst>
                                </p:cTn>
                              </p:par>
                              <p:par>
                                <p:cTn id="21" presetID="9" presetClass="entr" presetSubtype="0" fill="hold" nodeType="withEffect">
                                  <p:stCondLst>
                                    <p:cond delay="0"/>
                                  </p:stCondLst>
                                  <p:childTnLst>
                                    <p:set>
                                      <p:cBhvr>
                                        <p:cTn id="22" dur="1" fill="hold">
                                          <p:stCondLst>
                                            <p:cond delay="0"/>
                                          </p:stCondLst>
                                        </p:cTn>
                                        <p:tgtEl>
                                          <p:spTgt spid="577605"/>
                                        </p:tgtEl>
                                        <p:attrNameLst>
                                          <p:attrName>style.visibility</p:attrName>
                                        </p:attrNameLst>
                                      </p:cBhvr>
                                      <p:to>
                                        <p:strVal val="visible"/>
                                      </p:to>
                                    </p:set>
                                    <p:animEffect transition="in" filter="dissolve">
                                      <p:cBhvr>
                                        <p:cTn id="23" dur="500"/>
                                        <p:tgtEl>
                                          <p:spTgt spid="57760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dissolve">
                                      <p:cBhvr>
                                        <p:cTn id="28" dur="7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7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7597" grpId="0"/>
      <p:bldP spid="577599"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3" name="Picture 2" descr="underline_base"/>
          <p:cNvPicPr/>
          <p:nvPr/>
        </p:nvPicPr>
        <p:blipFill>
          <a:blip r:embed="rId2"/>
          <a:stretch>
            <a:fillRect/>
          </a:stretch>
        </p:blipFill>
        <p:spPr>
          <a:xfrm>
            <a:off x="601663" y="1025525"/>
            <a:ext cx="4113212" cy="173038"/>
          </a:xfrm>
          <a:prstGeom prst="rect">
            <a:avLst/>
          </a:prstGeom>
          <a:noFill/>
          <a:ln w="9525">
            <a:noFill/>
          </a:ln>
        </p:spPr>
      </p:pic>
      <p:sp>
        <p:nvSpPr>
          <p:cNvPr id="79874" name="Rectangle 3"/>
          <p:cNvSpPr>
            <a:spLocks noGrp="1"/>
          </p:cNvSpPr>
          <p:nvPr>
            <p:ph sz="half" idx="1"/>
          </p:nvPr>
        </p:nvSpPr>
        <p:spPr>
          <a:xfrm>
            <a:off x="533400" y="1600200"/>
            <a:ext cx="3879850"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4.1 Overview of Network layer</a:t>
            </a:r>
          </a:p>
          <a:p>
            <a:pPr lvl="1">
              <a:buClr>
                <a:srgbClr val="000099"/>
              </a:buClr>
              <a:buSzTx/>
            </a:pPr>
            <a:r>
              <a:rPr lang="en-US" altLang="zh-CN">
                <a:latin typeface="Gill Sans MT"/>
                <a:ea typeface="MS PGothic" charset="0"/>
                <a:cs typeface="Gill Sans MT"/>
              </a:rPr>
              <a:t>data plane</a:t>
            </a:r>
          </a:p>
          <a:p>
            <a:pPr lvl="1">
              <a:buClr>
                <a:srgbClr val="000099"/>
              </a:buClr>
              <a:buSzTx/>
            </a:pPr>
            <a:r>
              <a:rPr lang="en-US" altLang="zh-CN">
                <a:latin typeface="Gill Sans MT"/>
                <a:ea typeface="MS PGothic" charset="0"/>
                <a:cs typeface="Gill Sans MT"/>
              </a:rPr>
              <a:t>control plane</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4.2 What</a:t>
            </a:r>
            <a:r>
              <a:rPr lang="ja-JP" altLang="en-US" sz="2400">
                <a:latin typeface="+mn-lt"/>
                <a:ea typeface="MS PGothic" charset="0"/>
                <a:cs typeface="MS PGothic" charset="0"/>
              </a:rPr>
              <a:t>’</a:t>
            </a:r>
            <a:r>
              <a:rPr lang="en-US" altLang="ja-JP" sz="2400">
                <a:latin typeface="+mn-lt"/>
                <a:ea typeface="MS PGothic" charset="0"/>
                <a:cs typeface="MS PGothic" charset="0"/>
              </a:rPr>
              <a:t>s inside a router</a:t>
            </a:r>
          </a:p>
          <a:p>
            <a:pPr>
              <a:buClr>
                <a:srgbClr val="000099"/>
              </a:buClr>
              <a:buSzPct val="100000"/>
              <a:buFont typeface="Wingdings" panose="05000000000000000000" pitchFamily="2" charset="2"/>
              <a:buNone/>
            </a:pPr>
            <a:r>
              <a:rPr lang="en-US" altLang="zh-CN" sz="2400">
                <a:solidFill>
                  <a:srgbClr val="CC0000"/>
                </a:solidFill>
                <a:latin typeface="+mn-lt"/>
                <a:ea typeface="MS PGothic" charset="0"/>
                <a:cs typeface="MS PGothic" charset="0"/>
              </a:rPr>
              <a:t>4.3 IP: Internet Protocol</a:t>
            </a:r>
          </a:p>
          <a:p>
            <a:pPr lvl="1">
              <a:buClr>
                <a:srgbClr val="000099"/>
              </a:buClr>
              <a:buSzTx/>
            </a:pPr>
            <a:r>
              <a:rPr lang="en-US" altLang="zh-CN">
                <a:latin typeface="Gill Sans MT"/>
                <a:ea typeface="MS PGothic" charset="0"/>
                <a:cs typeface="Gill Sans MT"/>
              </a:rPr>
              <a:t>datagram format</a:t>
            </a:r>
          </a:p>
          <a:p>
            <a:pPr lvl="1">
              <a:buClr>
                <a:srgbClr val="000099"/>
              </a:buClr>
              <a:buSzTx/>
            </a:pPr>
            <a:r>
              <a:rPr lang="en-US" altLang="zh-CN">
                <a:latin typeface="Gill Sans MT"/>
                <a:ea typeface="MS PGothic" charset="0"/>
                <a:cs typeface="Gill Sans MT"/>
              </a:rPr>
              <a:t>fragmentation</a:t>
            </a:r>
          </a:p>
          <a:p>
            <a:pPr lvl="1">
              <a:buClr>
                <a:srgbClr val="000099"/>
              </a:buClr>
              <a:buSzTx/>
            </a:pPr>
            <a:r>
              <a:rPr lang="en-US" altLang="zh-CN">
                <a:solidFill>
                  <a:srgbClr val="CC0000"/>
                </a:solidFill>
                <a:latin typeface="Gill Sans MT"/>
                <a:ea typeface="MS PGothic" charset="0"/>
                <a:cs typeface="Gill Sans MT"/>
              </a:rPr>
              <a:t>IPv4 addressing</a:t>
            </a:r>
          </a:p>
          <a:p>
            <a:pPr lvl="1">
              <a:buClr>
                <a:srgbClr val="000099"/>
              </a:buClr>
              <a:buSzTx/>
            </a:pPr>
            <a:r>
              <a:rPr lang="en-US" altLang="zh-CN">
                <a:solidFill>
                  <a:srgbClr val="000000"/>
                </a:solidFill>
                <a:latin typeface="Gill Sans MT"/>
                <a:ea typeface="MS PGothic" charset="0"/>
                <a:cs typeface="Gill Sans MT"/>
              </a:rPr>
              <a:t>network address translation</a:t>
            </a:r>
          </a:p>
          <a:p>
            <a:pPr lvl="1">
              <a:buClr>
                <a:srgbClr val="000099"/>
              </a:buClr>
              <a:buSzTx/>
            </a:pPr>
            <a:r>
              <a:rPr lang="en-US" altLang="zh-CN">
                <a:solidFill>
                  <a:srgbClr val="000000"/>
                </a:solidFill>
                <a:latin typeface="Gill Sans MT"/>
                <a:ea typeface="MS PGothic" charset="0"/>
                <a:cs typeface="Gill Sans MT"/>
              </a:rPr>
              <a:t>IPv6</a:t>
            </a:r>
          </a:p>
        </p:txBody>
      </p:sp>
      <p:sp>
        <p:nvSpPr>
          <p:cNvPr id="79875" name="Rectangle 4"/>
          <p:cNvSpPr>
            <a:spLocks noGrp="1"/>
          </p:cNvSpPr>
          <p:nvPr>
            <p:ph sz="half" idx="2"/>
          </p:nvPr>
        </p:nvSpPr>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4.4 Generalized Forward and SDN</a:t>
            </a:r>
          </a:p>
          <a:p>
            <a:pPr lvl="1">
              <a:buClr>
                <a:srgbClr val="000099"/>
              </a:buClr>
              <a:buSzTx/>
            </a:pPr>
            <a:r>
              <a:rPr lang="en-US" altLang="zh-CN">
                <a:latin typeface="Gill Sans MT"/>
                <a:ea typeface="MS PGothic" charset="0"/>
                <a:cs typeface="Gill Sans MT"/>
              </a:rPr>
              <a:t>match</a:t>
            </a:r>
          </a:p>
          <a:p>
            <a:pPr lvl="1">
              <a:buClr>
                <a:srgbClr val="000099"/>
              </a:buClr>
              <a:buSzTx/>
            </a:pPr>
            <a:r>
              <a:rPr lang="en-US" altLang="zh-CN">
                <a:latin typeface="Gill Sans MT"/>
                <a:ea typeface="MS PGothic" charset="0"/>
                <a:cs typeface="Gill Sans MT"/>
              </a:rPr>
              <a:t>action</a:t>
            </a:r>
          </a:p>
          <a:p>
            <a:pPr lvl="1">
              <a:buClr>
                <a:srgbClr val="000099"/>
              </a:buClr>
              <a:buSzTx/>
            </a:pPr>
            <a:r>
              <a:rPr lang="en-US" altLang="zh-CN">
                <a:latin typeface="Gill Sans MT"/>
                <a:ea typeface="MS PGothic" charset="0"/>
                <a:cs typeface="Gill Sans MT"/>
              </a:rPr>
              <a:t>OpenFlow  examples of match-plus-action in action</a:t>
            </a:r>
          </a:p>
          <a:p>
            <a:pPr>
              <a:buClr>
                <a:srgbClr val="000099"/>
              </a:buClr>
              <a:buSzPct val="100000"/>
            </a:pPr>
            <a:endParaRPr lang="en-US" altLang="zh-CN" sz="2400">
              <a:latin typeface="+mn-lt"/>
              <a:ea typeface="MS PGothic" charset="0"/>
              <a:cs typeface="MS PGothic" charset="0"/>
            </a:endParaRPr>
          </a:p>
        </p:txBody>
      </p:sp>
      <p:sp>
        <p:nvSpPr>
          <p:cNvPr id="79876" name="Rectangle 2"/>
          <p:cNvSpPr/>
          <p:nvPr/>
        </p:nvSpPr>
        <p:spPr>
          <a:xfrm>
            <a:off x="533400" y="228600"/>
            <a:ext cx="7772400"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Chapter 4: outline</a:t>
            </a:r>
          </a:p>
        </p:txBody>
      </p:sp>
      <p:sp>
        <p:nvSpPr>
          <p:cNvPr id="79877"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62</a:t>
            </a:fld>
            <a:endParaRPr lang="en-US" altLang="zh-CN" sz="1200">
              <a:latin typeface="Tahoma" panose="020B0604030504040204" charset="0"/>
            </a:endParaRPr>
          </a:p>
        </p:txBody>
      </p:sp>
      <p:sp>
        <p:nvSpPr>
          <p:cNvPr id="79878"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Freeform 140"/>
          <p:cNvSpPr/>
          <p:nvPr/>
        </p:nvSpPr>
        <p:spPr>
          <a:xfrm rot="-5400000">
            <a:off x="6202363" y="3195638"/>
            <a:ext cx="846137" cy="1593850"/>
          </a:xfrm>
          <a:custGeom>
            <a:avLst/>
            <a:gdLst>
              <a:gd name="txL" fmla="*/ 0 w 10315"/>
              <a:gd name="txT" fmla="*/ 0 h 10000"/>
              <a:gd name="txR" fmla="*/ 10315 w 10315"/>
              <a:gd name="txB" fmla="*/ 10000 h 10000"/>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66CCFF">
              <a:alpha val="100000"/>
            </a:srgbClr>
          </a:solidFill>
          <a:ln w="9525">
            <a:noFill/>
          </a:ln>
        </p:spPr>
        <p:txBody>
          <a:bodyPr/>
          <a:lstStyle/>
          <a:p>
            <a:endParaRPr lang="zh-CN" altLang="en-US"/>
          </a:p>
        </p:txBody>
      </p:sp>
      <p:sp>
        <p:nvSpPr>
          <p:cNvPr id="80898" name="Freeform 140"/>
          <p:cNvSpPr/>
          <p:nvPr/>
        </p:nvSpPr>
        <p:spPr>
          <a:xfrm rot="10800000">
            <a:off x="7200900" y="1870075"/>
            <a:ext cx="846138" cy="1593850"/>
          </a:xfrm>
          <a:custGeom>
            <a:avLst/>
            <a:gdLst>
              <a:gd name="txL" fmla="*/ 0 w 10315"/>
              <a:gd name="txT" fmla="*/ 0 h 10000"/>
              <a:gd name="txR" fmla="*/ 10315 w 10315"/>
              <a:gd name="txB" fmla="*/ 10000 h 10000"/>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66CCFF">
              <a:alpha val="100000"/>
            </a:srgbClr>
          </a:solidFill>
          <a:ln w="9525">
            <a:noFill/>
          </a:ln>
        </p:spPr>
        <p:txBody>
          <a:bodyPr/>
          <a:lstStyle/>
          <a:p>
            <a:endParaRPr lang="zh-CN" altLang="en-US"/>
          </a:p>
        </p:txBody>
      </p:sp>
      <p:sp>
        <p:nvSpPr>
          <p:cNvPr id="80899" name="Freeform 140"/>
          <p:cNvSpPr/>
          <p:nvPr/>
        </p:nvSpPr>
        <p:spPr>
          <a:xfrm>
            <a:off x="5165725" y="1452563"/>
            <a:ext cx="1038225" cy="1927225"/>
          </a:xfrm>
          <a:custGeom>
            <a:avLst/>
            <a:gdLst>
              <a:gd name="txL" fmla="*/ 0 w 1223"/>
              <a:gd name="txT" fmla="*/ 0 h 1291"/>
              <a:gd name="txR" fmla="*/ 1223 w 1223"/>
              <a:gd name="txB" fmla="*/ 1291 h 1291"/>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66CCFF">
              <a:alpha val="100000"/>
            </a:srgbClr>
          </a:solidFill>
          <a:ln w="9525">
            <a:noFill/>
          </a:ln>
        </p:spPr>
        <p:txBody>
          <a:bodyPr/>
          <a:lstStyle/>
          <a:p>
            <a:endParaRPr lang="zh-CN" altLang="en-US"/>
          </a:p>
        </p:txBody>
      </p:sp>
      <p:sp>
        <p:nvSpPr>
          <p:cNvPr id="80900" name="Rectangle 2"/>
          <p:cNvSpPr>
            <a:spLocks noGrp="1"/>
          </p:cNvSpPr>
          <p:nvPr>
            <p:ph type="title"/>
          </p:nvPr>
        </p:nvSpPr>
        <p:spPr>
          <a:xfrm>
            <a:off x="533400" y="230188"/>
            <a:ext cx="7772400" cy="952500"/>
          </a:xfrm>
        </p:spPr>
        <p:txBody>
          <a:bodyPr vert="horz" wrap="square" lIns="91440" tIns="45720" rIns="91440" bIns="45720" anchor="ctr" anchorCtr="0"/>
          <a:lstStyle/>
          <a:p>
            <a:r>
              <a:rPr lang="en-US" altLang="zh-CN" sz="4000"/>
              <a:t>IP addressing: introduction</a:t>
            </a:r>
            <a:endParaRPr lang="en-US" altLang="zh-CN"/>
          </a:p>
        </p:txBody>
      </p:sp>
      <p:sp>
        <p:nvSpPr>
          <p:cNvPr id="80901" name="Rectangle 3"/>
          <p:cNvSpPr>
            <a:spLocks noGrp="1"/>
          </p:cNvSpPr>
          <p:nvPr>
            <p:ph sz="half" idx="1"/>
          </p:nvPr>
        </p:nvSpPr>
        <p:spPr>
          <a:xfrm>
            <a:off x="476250" y="1444625"/>
            <a:ext cx="3695700" cy="4648200"/>
          </a:xfrm>
        </p:spPr>
        <p:txBody>
          <a:bodyPr vert="horz" wrap="square" lIns="91440" tIns="45720" rIns="91440" bIns="45720" anchor="t" anchorCtr="0"/>
          <a:lstStyle/>
          <a:p>
            <a:pPr>
              <a:buClr>
                <a:srgbClr val="000099"/>
              </a:buClr>
              <a:buSzPct val="100000"/>
            </a:pPr>
            <a:r>
              <a:rPr lang="en-US" altLang="zh-CN" i="1">
                <a:solidFill>
                  <a:srgbClr val="CC0000"/>
                </a:solidFill>
                <a:latin typeface="+mn-lt"/>
                <a:ea typeface="MS PGothic" charset="0"/>
                <a:cs typeface="MS PGothic" charset="0"/>
              </a:rPr>
              <a:t>IP address:</a:t>
            </a:r>
            <a:r>
              <a:rPr lang="en-US" altLang="zh-CN" sz="2400">
                <a:latin typeface="+mn-lt"/>
                <a:ea typeface="MS PGothic" charset="0"/>
                <a:cs typeface="MS PGothic" charset="0"/>
              </a:rPr>
              <a:t> 32-bit identifier for host, router </a:t>
            </a:r>
            <a:r>
              <a:rPr lang="en-US" altLang="zh-CN" sz="2400" i="1">
                <a:latin typeface="+mn-lt"/>
                <a:ea typeface="MS PGothic" charset="0"/>
                <a:cs typeface="MS PGothic" charset="0"/>
              </a:rPr>
              <a:t>interface</a:t>
            </a:r>
            <a:r>
              <a:rPr lang="en-US" altLang="zh-CN" sz="2400">
                <a:latin typeface="+mn-lt"/>
                <a:ea typeface="MS PGothic" charset="0"/>
                <a:cs typeface="MS PGothic" charset="0"/>
              </a:rPr>
              <a:t> </a:t>
            </a:r>
          </a:p>
          <a:p>
            <a:pPr>
              <a:buClr>
                <a:srgbClr val="000099"/>
              </a:buClr>
              <a:buSzPct val="100000"/>
            </a:pPr>
            <a:r>
              <a:rPr lang="en-US" altLang="zh-CN" i="1">
                <a:solidFill>
                  <a:srgbClr val="CC0000"/>
                </a:solidFill>
                <a:latin typeface="+mn-lt"/>
                <a:ea typeface="MS PGothic" charset="0"/>
                <a:cs typeface="MS PGothic" charset="0"/>
              </a:rPr>
              <a:t>interface:</a:t>
            </a:r>
            <a:r>
              <a:rPr lang="en-US" altLang="zh-CN" sz="2400">
                <a:latin typeface="+mn-lt"/>
                <a:ea typeface="MS PGothic" charset="0"/>
                <a:cs typeface="MS PGothic" charset="0"/>
              </a:rPr>
              <a:t> connection between host/router and physical link</a:t>
            </a:r>
          </a:p>
          <a:p>
            <a:pPr lvl="1">
              <a:buClr>
                <a:srgbClr val="000099"/>
              </a:buClr>
              <a:buSzTx/>
            </a:pPr>
            <a:r>
              <a:rPr lang="en-US" altLang="zh-CN" sz="2000">
                <a:latin typeface="Gill Sans MT"/>
                <a:ea typeface="MS PGothic" charset="0"/>
                <a:cs typeface="Gill Sans MT"/>
              </a:rPr>
              <a:t>router</a:t>
            </a:r>
            <a:r>
              <a:rPr lang="ja-JP" altLang="en-US" sz="2000">
                <a:latin typeface="Gill Sans MT"/>
                <a:ea typeface="MS PGothic" charset="0"/>
                <a:cs typeface="Gill Sans MT"/>
              </a:rPr>
              <a:t>’</a:t>
            </a:r>
            <a:r>
              <a:rPr lang="en-US" altLang="ja-JP" sz="2000">
                <a:latin typeface="Gill Sans MT"/>
                <a:ea typeface="MS PGothic" charset="0"/>
                <a:cs typeface="Gill Sans MT"/>
              </a:rPr>
              <a:t>s typically have multiple interfaces</a:t>
            </a:r>
          </a:p>
          <a:p>
            <a:pPr lvl="1">
              <a:buClr>
                <a:srgbClr val="000099"/>
              </a:buClr>
              <a:buSzTx/>
            </a:pPr>
            <a:r>
              <a:rPr lang="en-US" altLang="zh-CN" sz="2000">
                <a:latin typeface="Gill Sans MT"/>
                <a:ea typeface="MS PGothic" charset="0"/>
                <a:cs typeface="Gill Sans MT"/>
              </a:rPr>
              <a:t>host typically has one or two interfaces (e.g., wired Ethernet, wireless 802.11)</a:t>
            </a:r>
          </a:p>
          <a:p>
            <a:pPr>
              <a:buClr>
                <a:srgbClr val="000099"/>
              </a:buClr>
              <a:buSzPct val="100000"/>
            </a:pPr>
            <a:r>
              <a:rPr lang="en-US" altLang="zh-CN" sz="2400" i="1">
                <a:solidFill>
                  <a:srgbClr val="CC0000"/>
                </a:solidFill>
                <a:latin typeface="+mn-lt"/>
                <a:ea typeface="MS PGothic" charset="0"/>
                <a:cs typeface="MS PGothic" charset="0"/>
              </a:rPr>
              <a:t>IP addresses associated with each interface</a:t>
            </a:r>
          </a:p>
        </p:txBody>
      </p:sp>
      <p:sp>
        <p:nvSpPr>
          <p:cNvPr id="80902" name="Text Box 26"/>
          <p:cNvSpPr txBox="1"/>
          <p:nvPr/>
        </p:nvSpPr>
        <p:spPr>
          <a:xfrm>
            <a:off x="4548188" y="1282700"/>
            <a:ext cx="825500" cy="2778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223.1.1.1</a:t>
            </a:r>
            <a:endParaRPr lang="en-US" altLang="zh-CN" sz="1200">
              <a:latin typeface="Comic Sans MS" panose="030F0902030302020204" charset="0"/>
            </a:endParaRPr>
          </a:p>
        </p:txBody>
      </p:sp>
      <p:grpSp>
        <p:nvGrpSpPr>
          <p:cNvPr id="80903" name="Group 27"/>
          <p:cNvGrpSpPr/>
          <p:nvPr/>
        </p:nvGrpSpPr>
        <p:grpSpPr>
          <a:xfrm>
            <a:off x="3814763" y="2243138"/>
            <a:ext cx="920750" cy="276225"/>
            <a:chOff x="3251" y="608"/>
            <a:chExt cx="580" cy="174"/>
          </a:xfrm>
        </p:grpSpPr>
        <p:sp>
          <p:nvSpPr>
            <p:cNvPr id="80966" name="Rectangle 28"/>
            <p:cNvSpPr/>
            <p:nvPr/>
          </p:nvSpPr>
          <p:spPr>
            <a:xfrm>
              <a:off x="3306" y="657"/>
              <a:ext cx="525" cy="114"/>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200">
                <a:latin typeface="Arial" panose="020B0604020202090204" pitchFamily="34" charset="0"/>
              </a:endParaRPr>
            </a:p>
          </p:txBody>
        </p:sp>
        <p:sp>
          <p:nvSpPr>
            <p:cNvPr id="80967" name="Text Box 29"/>
            <p:cNvSpPr txBox="1"/>
            <p:nvPr/>
          </p:nvSpPr>
          <p:spPr>
            <a:xfrm>
              <a:off x="3251" y="608"/>
              <a:ext cx="521" cy="17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223.1.1.2</a:t>
              </a:r>
              <a:endParaRPr lang="en-US" altLang="zh-CN" sz="1200">
                <a:latin typeface="Comic Sans MS" panose="030F0902030302020204" charset="0"/>
              </a:endParaRPr>
            </a:p>
          </p:txBody>
        </p:sp>
      </p:grpSp>
      <p:sp>
        <p:nvSpPr>
          <p:cNvPr id="80904" name="Text Box 30"/>
          <p:cNvSpPr txBox="1"/>
          <p:nvPr/>
        </p:nvSpPr>
        <p:spPr>
          <a:xfrm>
            <a:off x="4652963" y="3238500"/>
            <a:ext cx="827087"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223.1.1.3</a:t>
            </a:r>
            <a:endParaRPr lang="en-US" altLang="zh-CN" sz="1200">
              <a:latin typeface="Comic Sans MS" panose="030F0902030302020204" charset="0"/>
            </a:endParaRPr>
          </a:p>
        </p:txBody>
      </p:sp>
      <p:sp>
        <p:nvSpPr>
          <p:cNvPr id="80905" name="Text Box 31"/>
          <p:cNvSpPr txBox="1"/>
          <p:nvPr/>
        </p:nvSpPr>
        <p:spPr>
          <a:xfrm>
            <a:off x="5753100" y="2368550"/>
            <a:ext cx="827088"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223.1.1.4</a:t>
            </a:r>
            <a:endParaRPr lang="en-US" altLang="zh-CN" sz="1200">
              <a:latin typeface="Comic Sans MS" panose="030F0902030302020204" charset="0"/>
            </a:endParaRPr>
          </a:p>
        </p:txBody>
      </p:sp>
      <p:sp>
        <p:nvSpPr>
          <p:cNvPr id="80906" name="Line 32"/>
          <p:cNvSpPr/>
          <p:nvPr/>
        </p:nvSpPr>
        <p:spPr>
          <a:xfrm>
            <a:off x="6854825" y="2668588"/>
            <a:ext cx="581025" cy="4762"/>
          </a:xfrm>
          <a:prstGeom prst="line">
            <a:avLst/>
          </a:prstGeom>
          <a:ln w="19050" cap="flat" cmpd="sng">
            <a:solidFill>
              <a:schemeClr val="tx1"/>
            </a:solidFill>
            <a:prstDash val="solid"/>
            <a:headEnd type="none" w="med" len="med"/>
            <a:tailEnd type="none" w="med" len="med"/>
          </a:ln>
        </p:spPr>
      </p:sp>
      <p:sp>
        <p:nvSpPr>
          <p:cNvPr id="80907" name="Text Box 33"/>
          <p:cNvSpPr txBox="1"/>
          <p:nvPr/>
        </p:nvSpPr>
        <p:spPr>
          <a:xfrm>
            <a:off x="6729413" y="2378075"/>
            <a:ext cx="827087" cy="2778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223.1.2.9</a:t>
            </a:r>
            <a:endParaRPr lang="en-US" altLang="zh-CN" sz="1200">
              <a:latin typeface="Comic Sans MS" panose="030F0902030302020204" charset="0"/>
            </a:endParaRPr>
          </a:p>
        </p:txBody>
      </p:sp>
      <p:sp>
        <p:nvSpPr>
          <p:cNvPr id="80908" name="Line 36"/>
          <p:cNvSpPr/>
          <p:nvPr/>
        </p:nvSpPr>
        <p:spPr>
          <a:xfrm>
            <a:off x="7878763" y="1978025"/>
            <a:ext cx="234950" cy="6350"/>
          </a:xfrm>
          <a:prstGeom prst="line">
            <a:avLst/>
          </a:prstGeom>
          <a:ln w="19050" cap="flat" cmpd="sng">
            <a:solidFill>
              <a:schemeClr val="tx1"/>
            </a:solidFill>
            <a:prstDash val="solid"/>
            <a:headEnd type="none" w="med" len="med"/>
            <a:tailEnd type="none" w="med" len="med"/>
          </a:ln>
        </p:spPr>
      </p:sp>
      <p:sp>
        <p:nvSpPr>
          <p:cNvPr id="80909" name="Line 38"/>
          <p:cNvSpPr/>
          <p:nvPr/>
        </p:nvSpPr>
        <p:spPr>
          <a:xfrm>
            <a:off x="7878763" y="3249613"/>
            <a:ext cx="234950" cy="6350"/>
          </a:xfrm>
          <a:prstGeom prst="line">
            <a:avLst/>
          </a:prstGeom>
          <a:ln w="19050" cap="flat" cmpd="sng">
            <a:solidFill>
              <a:schemeClr val="tx1"/>
            </a:solidFill>
            <a:prstDash val="solid"/>
            <a:headEnd type="none" w="med" len="med"/>
            <a:tailEnd type="none" w="med" len="med"/>
          </a:ln>
        </p:spPr>
      </p:sp>
      <p:sp>
        <p:nvSpPr>
          <p:cNvPr id="80910" name="Text Box 41"/>
          <p:cNvSpPr txBox="1"/>
          <p:nvPr/>
        </p:nvSpPr>
        <p:spPr>
          <a:xfrm>
            <a:off x="7458075" y="3349625"/>
            <a:ext cx="827088"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223.1.2.2</a:t>
            </a:r>
            <a:endParaRPr lang="en-US" altLang="zh-CN" sz="1200">
              <a:latin typeface="Comic Sans MS" panose="030F0902030302020204" charset="0"/>
            </a:endParaRPr>
          </a:p>
        </p:txBody>
      </p:sp>
      <p:sp>
        <p:nvSpPr>
          <p:cNvPr id="80911" name="Text Box 44"/>
          <p:cNvSpPr txBox="1"/>
          <p:nvPr/>
        </p:nvSpPr>
        <p:spPr>
          <a:xfrm>
            <a:off x="7250113" y="1743075"/>
            <a:ext cx="827087"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223.1.2.1</a:t>
            </a:r>
            <a:endParaRPr lang="en-US" altLang="zh-CN" sz="1200">
              <a:latin typeface="Comic Sans MS" panose="030F0902030302020204" charset="0"/>
            </a:endParaRPr>
          </a:p>
        </p:txBody>
      </p:sp>
      <p:sp>
        <p:nvSpPr>
          <p:cNvPr id="80912" name="Line 45"/>
          <p:cNvSpPr/>
          <p:nvPr/>
        </p:nvSpPr>
        <p:spPr>
          <a:xfrm>
            <a:off x="6616700" y="3006725"/>
            <a:ext cx="0" cy="757238"/>
          </a:xfrm>
          <a:prstGeom prst="line">
            <a:avLst/>
          </a:prstGeom>
          <a:ln w="19050" cap="flat" cmpd="sng">
            <a:solidFill>
              <a:schemeClr val="tx1"/>
            </a:solidFill>
            <a:prstDash val="solid"/>
            <a:headEnd type="none" w="med" len="med"/>
            <a:tailEnd type="none" w="med" len="med"/>
          </a:ln>
        </p:spPr>
      </p:sp>
      <p:sp>
        <p:nvSpPr>
          <p:cNvPr id="80913" name="Line 47"/>
          <p:cNvSpPr/>
          <p:nvPr/>
        </p:nvSpPr>
        <p:spPr>
          <a:xfrm flipH="1" flipV="1">
            <a:off x="6003925" y="4279900"/>
            <a:ext cx="3175" cy="241300"/>
          </a:xfrm>
          <a:prstGeom prst="line">
            <a:avLst/>
          </a:prstGeom>
          <a:ln w="19050" cap="flat" cmpd="sng">
            <a:solidFill>
              <a:schemeClr val="tx1"/>
            </a:solidFill>
            <a:prstDash val="solid"/>
            <a:headEnd type="none" w="med" len="med"/>
            <a:tailEnd type="none" w="med" len="med"/>
          </a:ln>
        </p:spPr>
      </p:sp>
      <p:sp>
        <p:nvSpPr>
          <p:cNvPr id="80914" name="Line 48"/>
          <p:cNvSpPr/>
          <p:nvPr/>
        </p:nvSpPr>
        <p:spPr>
          <a:xfrm flipH="1" flipV="1">
            <a:off x="7180263" y="4284663"/>
            <a:ext cx="3175" cy="241300"/>
          </a:xfrm>
          <a:prstGeom prst="line">
            <a:avLst/>
          </a:prstGeom>
          <a:ln w="19050" cap="flat" cmpd="sng">
            <a:solidFill>
              <a:schemeClr val="tx1"/>
            </a:solidFill>
            <a:prstDash val="solid"/>
            <a:headEnd type="none" w="med" len="med"/>
            <a:tailEnd type="none" w="med" len="med"/>
          </a:ln>
        </p:spPr>
      </p:sp>
      <p:sp>
        <p:nvSpPr>
          <p:cNvPr id="80915" name="Text Box 53"/>
          <p:cNvSpPr txBox="1"/>
          <p:nvPr/>
        </p:nvSpPr>
        <p:spPr>
          <a:xfrm>
            <a:off x="7212013" y="4344988"/>
            <a:ext cx="827087"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223.1.3.2</a:t>
            </a:r>
            <a:endParaRPr lang="en-US" altLang="zh-CN" sz="1200">
              <a:latin typeface="Comic Sans MS" panose="030F0902030302020204" charset="0"/>
            </a:endParaRPr>
          </a:p>
        </p:txBody>
      </p:sp>
      <p:sp>
        <p:nvSpPr>
          <p:cNvPr id="80916" name="Text Box 56"/>
          <p:cNvSpPr txBox="1"/>
          <p:nvPr/>
        </p:nvSpPr>
        <p:spPr>
          <a:xfrm>
            <a:off x="5969000" y="4349750"/>
            <a:ext cx="827088" cy="2778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223.1.3.1</a:t>
            </a:r>
            <a:endParaRPr lang="en-US" altLang="zh-CN" sz="1200">
              <a:latin typeface="Comic Sans MS" panose="030F0902030302020204" charset="0"/>
            </a:endParaRPr>
          </a:p>
        </p:txBody>
      </p:sp>
      <p:grpSp>
        <p:nvGrpSpPr>
          <p:cNvPr id="80917" name="Group 57"/>
          <p:cNvGrpSpPr/>
          <p:nvPr/>
        </p:nvGrpSpPr>
        <p:grpSpPr>
          <a:xfrm>
            <a:off x="6113463" y="3101975"/>
            <a:ext cx="935037" cy="276225"/>
            <a:chOff x="4532" y="1229"/>
            <a:chExt cx="589" cy="174"/>
          </a:xfrm>
        </p:grpSpPr>
        <p:sp>
          <p:nvSpPr>
            <p:cNvPr id="80964" name="Rectangle 58"/>
            <p:cNvSpPr/>
            <p:nvPr/>
          </p:nvSpPr>
          <p:spPr>
            <a:xfrm>
              <a:off x="4587" y="1284"/>
              <a:ext cx="534" cy="114"/>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200">
                <a:latin typeface="Arial" panose="020B0604020202090204" pitchFamily="34" charset="0"/>
              </a:endParaRPr>
            </a:p>
          </p:txBody>
        </p:sp>
        <p:sp>
          <p:nvSpPr>
            <p:cNvPr id="80965" name="Text Box 59"/>
            <p:cNvSpPr txBox="1"/>
            <p:nvPr/>
          </p:nvSpPr>
          <p:spPr>
            <a:xfrm>
              <a:off x="4532" y="1229"/>
              <a:ext cx="575" cy="17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223.1.3.27</a:t>
              </a:r>
              <a:endParaRPr lang="en-US" altLang="zh-CN" sz="1200">
                <a:latin typeface="Comic Sans MS" panose="030F0902030302020204" charset="0"/>
              </a:endParaRPr>
            </a:p>
          </p:txBody>
        </p:sp>
      </p:grpSp>
      <p:sp>
        <p:nvSpPr>
          <p:cNvPr id="80918" name="Text Box 60"/>
          <p:cNvSpPr txBox="1"/>
          <p:nvPr/>
        </p:nvSpPr>
        <p:spPr>
          <a:xfrm>
            <a:off x="3984625" y="5341938"/>
            <a:ext cx="5043488"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223.1.1.1 = 11011111 00000001 00000001 00000001</a:t>
            </a:r>
            <a:endParaRPr lang="en-US" altLang="zh-CN" sz="1800">
              <a:latin typeface="Comic Sans MS" panose="030F0902030302020204" charset="0"/>
            </a:endParaRPr>
          </a:p>
        </p:txBody>
      </p:sp>
      <p:sp>
        <p:nvSpPr>
          <p:cNvPr id="80919" name="Freeform 61"/>
          <p:cNvSpPr/>
          <p:nvPr/>
        </p:nvSpPr>
        <p:spPr>
          <a:xfrm>
            <a:off x="5162550" y="5597525"/>
            <a:ext cx="892175" cy="92075"/>
          </a:xfrm>
          <a:custGeom>
            <a:avLst/>
            <a:gdLst>
              <a:gd name="txL" fmla="*/ 0 w 562"/>
              <a:gd name="txT" fmla="*/ 0 h 58"/>
              <a:gd name="txR" fmla="*/ 562 w 562"/>
              <a:gd name="txB" fmla="*/ 58 h 58"/>
            </a:gdLst>
            <a:ahLst/>
            <a:cxnLst>
              <a:cxn ang="0">
                <a:pos x="0" y="0"/>
              </a:cxn>
              <a:cxn ang="0">
                <a:pos x="0" y="2147483646"/>
              </a:cxn>
              <a:cxn ang="0">
                <a:pos x="2147483646" y="2147483646"/>
              </a:cxn>
              <a:cxn ang="0">
                <a:pos x="2147483646" y="2147483646"/>
              </a:cxn>
            </a:cxnLst>
            <a:rect l="txL" t="txT" r="txR" b="txB"/>
            <a:pathLst>
              <a:path w="562" h="58">
                <a:moveTo>
                  <a:pt x="0" y="0"/>
                </a:moveTo>
                <a:lnTo>
                  <a:pt x="0" y="58"/>
                </a:lnTo>
                <a:lnTo>
                  <a:pt x="562" y="58"/>
                </a:lnTo>
                <a:lnTo>
                  <a:pt x="562" y="16"/>
                </a:lnTo>
              </a:path>
            </a:pathLst>
          </a:custGeom>
          <a:noFill/>
          <a:ln w="1905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80920" name="Freeform 62"/>
          <p:cNvSpPr/>
          <p:nvPr/>
        </p:nvSpPr>
        <p:spPr>
          <a:xfrm>
            <a:off x="6124575" y="5616575"/>
            <a:ext cx="892175" cy="79375"/>
          </a:xfrm>
          <a:custGeom>
            <a:avLst/>
            <a:gdLst>
              <a:gd name="txL" fmla="*/ 0 w 562"/>
              <a:gd name="txT" fmla="*/ 0 h 50"/>
              <a:gd name="txR" fmla="*/ 562 w 562"/>
              <a:gd name="txB" fmla="*/ 50 h 50"/>
            </a:gdLst>
            <a:ahLst/>
            <a:cxnLst>
              <a:cxn ang="0">
                <a:pos x="0" y="0"/>
              </a:cxn>
              <a:cxn ang="0">
                <a:pos x="0" y="2147483646"/>
              </a:cxn>
              <a:cxn ang="0">
                <a:pos x="2147483646" y="2147483646"/>
              </a:cxn>
              <a:cxn ang="0">
                <a:pos x="2147483646" y="2147483646"/>
              </a:cxn>
            </a:cxnLst>
            <a:rect l="txL" t="txT" r="txR" b="txB"/>
            <a:pathLst>
              <a:path w="562" h="50">
                <a:moveTo>
                  <a:pt x="0" y="0"/>
                </a:moveTo>
                <a:lnTo>
                  <a:pt x="0" y="50"/>
                </a:lnTo>
                <a:lnTo>
                  <a:pt x="562" y="50"/>
                </a:lnTo>
                <a:lnTo>
                  <a:pt x="562" y="8"/>
                </a:lnTo>
              </a:path>
            </a:pathLst>
          </a:custGeom>
          <a:noFill/>
          <a:ln w="1905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80921" name="Freeform 63"/>
          <p:cNvSpPr/>
          <p:nvPr/>
        </p:nvSpPr>
        <p:spPr>
          <a:xfrm>
            <a:off x="7089775" y="5619750"/>
            <a:ext cx="869950" cy="79375"/>
          </a:xfrm>
          <a:custGeom>
            <a:avLst/>
            <a:gdLst>
              <a:gd name="txL" fmla="*/ 0 w 562"/>
              <a:gd name="txT" fmla="*/ 0 h 50"/>
              <a:gd name="txR" fmla="*/ 562 w 562"/>
              <a:gd name="txB" fmla="*/ 50 h 50"/>
            </a:gdLst>
            <a:ahLst/>
            <a:cxnLst>
              <a:cxn ang="0">
                <a:pos x="0" y="0"/>
              </a:cxn>
              <a:cxn ang="0">
                <a:pos x="0" y="2147483646"/>
              </a:cxn>
              <a:cxn ang="0">
                <a:pos x="2147483646" y="2147483646"/>
              </a:cxn>
              <a:cxn ang="0">
                <a:pos x="2147483646" y="2147483646"/>
              </a:cxn>
            </a:cxnLst>
            <a:rect l="txL" t="txT" r="txR" b="txB"/>
            <a:pathLst>
              <a:path w="562" h="50">
                <a:moveTo>
                  <a:pt x="0" y="0"/>
                </a:moveTo>
                <a:lnTo>
                  <a:pt x="0" y="50"/>
                </a:lnTo>
                <a:lnTo>
                  <a:pt x="562" y="50"/>
                </a:lnTo>
                <a:lnTo>
                  <a:pt x="562" y="8"/>
                </a:lnTo>
              </a:path>
            </a:pathLst>
          </a:custGeom>
          <a:noFill/>
          <a:ln w="1905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80922" name="Freeform 64"/>
          <p:cNvSpPr/>
          <p:nvPr/>
        </p:nvSpPr>
        <p:spPr>
          <a:xfrm>
            <a:off x="8054975" y="5622925"/>
            <a:ext cx="869950" cy="79375"/>
          </a:xfrm>
          <a:custGeom>
            <a:avLst/>
            <a:gdLst>
              <a:gd name="txL" fmla="*/ 0 w 562"/>
              <a:gd name="txT" fmla="*/ 0 h 50"/>
              <a:gd name="txR" fmla="*/ 562 w 562"/>
              <a:gd name="txB" fmla="*/ 50 h 50"/>
            </a:gdLst>
            <a:ahLst/>
            <a:cxnLst>
              <a:cxn ang="0">
                <a:pos x="0" y="0"/>
              </a:cxn>
              <a:cxn ang="0">
                <a:pos x="0" y="2147483646"/>
              </a:cxn>
              <a:cxn ang="0">
                <a:pos x="2147483646" y="2147483646"/>
              </a:cxn>
              <a:cxn ang="0">
                <a:pos x="2147483646" y="2147483646"/>
              </a:cxn>
            </a:cxnLst>
            <a:rect l="txL" t="txT" r="txR" b="txB"/>
            <a:pathLst>
              <a:path w="562" h="50">
                <a:moveTo>
                  <a:pt x="0" y="0"/>
                </a:moveTo>
                <a:lnTo>
                  <a:pt x="0" y="50"/>
                </a:lnTo>
                <a:lnTo>
                  <a:pt x="562" y="50"/>
                </a:lnTo>
                <a:lnTo>
                  <a:pt x="562" y="8"/>
                </a:lnTo>
              </a:path>
            </a:pathLst>
          </a:custGeom>
          <a:noFill/>
          <a:ln w="1905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80923" name="Text Box 65"/>
          <p:cNvSpPr txBox="1"/>
          <p:nvPr/>
        </p:nvSpPr>
        <p:spPr>
          <a:xfrm>
            <a:off x="5360988" y="5818188"/>
            <a:ext cx="522287"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a:t>
            </a:r>
            <a:endParaRPr lang="en-US" altLang="zh-CN" sz="1800">
              <a:latin typeface="Comic Sans MS" panose="030F0902030302020204" charset="0"/>
            </a:endParaRPr>
          </a:p>
        </p:txBody>
      </p:sp>
      <p:sp>
        <p:nvSpPr>
          <p:cNvPr id="80924" name="Text Box 66"/>
          <p:cNvSpPr txBox="1"/>
          <p:nvPr/>
        </p:nvSpPr>
        <p:spPr>
          <a:xfrm>
            <a:off x="6403975" y="5827713"/>
            <a:ext cx="296863"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a:t>
            </a:r>
            <a:endParaRPr lang="en-US" altLang="zh-CN" sz="1800">
              <a:latin typeface="Comic Sans MS" panose="030F0902030302020204" charset="0"/>
            </a:endParaRPr>
          </a:p>
        </p:txBody>
      </p:sp>
      <p:sp>
        <p:nvSpPr>
          <p:cNvPr id="80925" name="Text Box 67"/>
          <p:cNvSpPr txBox="1"/>
          <p:nvPr/>
        </p:nvSpPr>
        <p:spPr>
          <a:xfrm>
            <a:off x="8361363" y="5827713"/>
            <a:ext cx="296862"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a:t>
            </a:r>
            <a:endParaRPr lang="en-US" altLang="zh-CN" sz="1800">
              <a:latin typeface="Comic Sans MS" panose="030F0902030302020204" charset="0"/>
            </a:endParaRPr>
          </a:p>
        </p:txBody>
      </p:sp>
      <p:sp>
        <p:nvSpPr>
          <p:cNvPr id="80926" name="Text Box 68"/>
          <p:cNvSpPr txBox="1"/>
          <p:nvPr/>
        </p:nvSpPr>
        <p:spPr>
          <a:xfrm>
            <a:off x="7342188" y="5827713"/>
            <a:ext cx="296862"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a:t>
            </a:r>
            <a:endParaRPr lang="en-US" altLang="zh-CN" sz="1800">
              <a:latin typeface="Comic Sans MS" panose="030F0902030302020204" charset="0"/>
            </a:endParaRPr>
          </a:p>
        </p:txBody>
      </p:sp>
      <p:grpSp>
        <p:nvGrpSpPr>
          <p:cNvPr id="80927" name="Group 73"/>
          <p:cNvGrpSpPr/>
          <p:nvPr/>
        </p:nvGrpSpPr>
        <p:grpSpPr>
          <a:xfrm>
            <a:off x="4373563" y="1528763"/>
            <a:ext cx="641350" cy="558800"/>
            <a:chOff x="-44" y="1473"/>
            <a:chExt cx="981" cy="1105"/>
          </a:xfrm>
        </p:grpSpPr>
        <p:pic>
          <p:nvPicPr>
            <p:cNvPr id="80962" name="Picture 74"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0963" name="Freeform 7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0928" name="Group 80"/>
          <p:cNvGrpSpPr/>
          <p:nvPr/>
        </p:nvGrpSpPr>
        <p:grpSpPr>
          <a:xfrm>
            <a:off x="4368800" y="2127250"/>
            <a:ext cx="641350" cy="558800"/>
            <a:chOff x="-44" y="1473"/>
            <a:chExt cx="981" cy="1105"/>
          </a:xfrm>
        </p:grpSpPr>
        <p:pic>
          <p:nvPicPr>
            <p:cNvPr id="80960" name="Picture 81"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0961" name="Freeform 82"/>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0929" name="Group 83"/>
          <p:cNvGrpSpPr/>
          <p:nvPr/>
        </p:nvGrpSpPr>
        <p:grpSpPr>
          <a:xfrm>
            <a:off x="4397375" y="2736850"/>
            <a:ext cx="641350" cy="558800"/>
            <a:chOff x="-44" y="1473"/>
            <a:chExt cx="981" cy="1105"/>
          </a:xfrm>
        </p:grpSpPr>
        <p:pic>
          <p:nvPicPr>
            <p:cNvPr id="80958" name="Picture 84"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0959" name="Freeform 8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0930" name="Group 87"/>
          <p:cNvGrpSpPr/>
          <p:nvPr/>
        </p:nvGrpSpPr>
        <p:grpSpPr>
          <a:xfrm flipH="1">
            <a:off x="8056563" y="1685925"/>
            <a:ext cx="641350" cy="558800"/>
            <a:chOff x="-44" y="1473"/>
            <a:chExt cx="981" cy="1105"/>
          </a:xfrm>
        </p:grpSpPr>
        <p:pic>
          <p:nvPicPr>
            <p:cNvPr id="80956" name="Picture 88"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0957" name="Freeform 89"/>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0931" name="Group 90"/>
          <p:cNvGrpSpPr/>
          <p:nvPr/>
        </p:nvGrpSpPr>
        <p:grpSpPr>
          <a:xfrm flipH="1">
            <a:off x="8070850" y="2965450"/>
            <a:ext cx="641350" cy="558800"/>
            <a:chOff x="-44" y="1473"/>
            <a:chExt cx="981" cy="1105"/>
          </a:xfrm>
        </p:grpSpPr>
        <p:pic>
          <p:nvPicPr>
            <p:cNvPr id="80954" name="Picture 91"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0955" name="Freeform 92"/>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0932" name="Group 93"/>
          <p:cNvGrpSpPr/>
          <p:nvPr/>
        </p:nvGrpSpPr>
        <p:grpSpPr>
          <a:xfrm flipH="1">
            <a:off x="6972300" y="4489450"/>
            <a:ext cx="641350" cy="558800"/>
            <a:chOff x="-44" y="1473"/>
            <a:chExt cx="981" cy="1105"/>
          </a:xfrm>
        </p:grpSpPr>
        <p:pic>
          <p:nvPicPr>
            <p:cNvPr id="80952" name="Picture 94"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0953" name="Freeform 9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0933" name="Group 96"/>
          <p:cNvGrpSpPr/>
          <p:nvPr/>
        </p:nvGrpSpPr>
        <p:grpSpPr>
          <a:xfrm flipH="1">
            <a:off x="5808663" y="4530725"/>
            <a:ext cx="641350" cy="558800"/>
            <a:chOff x="-44" y="1473"/>
            <a:chExt cx="981" cy="1105"/>
          </a:xfrm>
        </p:grpSpPr>
        <p:pic>
          <p:nvPicPr>
            <p:cNvPr id="80950" name="Picture 97"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0951" name="Freeform 98"/>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0934" name="Group 99"/>
          <p:cNvGrpSpPr/>
          <p:nvPr/>
        </p:nvGrpSpPr>
        <p:grpSpPr>
          <a:xfrm>
            <a:off x="6237288" y="2624138"/>
            <a:ext cx="698500" cy="355600"/>
            <a:chOff x="4396" y="1245"/>
            <a:chExt cx="672" cy="248"/>
          </a:xfrm>
        </p:grpSpPr>
        <p:sp>
          <p:nvSpPr>
            <p:cNvPr id="80942"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200">
                <a:latin typeface="Times New Roman" panose="02020503050405090304" charset="0"/>
                <a:ea typeface="Arial" panose="020B0604020202090204" pitchFamily="34" charset="0"/>
              </a:endParaRPr>
            </a:p>
          </p:txBody>
        </p:sp>
        <p:sp>
          <p:nvSpPr>
            <p:cNvPr id="80943"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200">
                <a:latin typeface="Times New Roman" panose="02020503050405090304" charset="0"/>
                <a:ea typeface="Arial" panose="020B0604020202090204" pitchFamily="34" charset="0"/>
              </a:endParaRPr>
            </a:p>
          </p:txBody>
        </p:sp>
        <p:sp>
          <p:nvSpPr>
            <p:cNvPr id="80944"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200">
                <a:latin typeface="Times New Roman" panose="02020503050405090304" charset="0"/>
                <a:ea typeface="Arial" panose="020B0604020202090204" pitchFamily="34" charset="0"/>
              </a:endParaRPr>
            </a:p>
          </p:txBody>
        </p:sp>
        <p:grpSp>
          <p:nvGrpSpPr>
            <p:cNvPr id="80945" name="Group 103"/>
            <p:cNvGrpSpPr/>
            <p:nvPr/>
          </p:nvGrpSpPr>
          <p:grpSpPr>
            <a:xfrm>
              <a:off x="4530" y="1287"/>
              <a:ext cx="377" cy="75"/>
              <a:chOff x="2468" y="1332"/>
              <a:chExt cx="310" cy="60"/>
            </a:xfrm>
          </p:grpSpPr>
          <p:sp>
            <p:nvSpPr>
              <p:cNvPr id="80948" name="Freeform 104"/>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80949" name="Freeform 105"/>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80946" name="Line 106"/>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80947" name="Line 107"/>
            <p:cNvSpPr/>
            <p:nvPr/>
          </p:nvSpPr>
          <p:spPr>
            <a:xfrm>
              <a:off x="5063" y="1326"/>
              <a:ext cx="0" cy="107"/>
            </a:xfrm>
            <a:prstGeom prst="line">
              <a:avLst/>
            </a:prstGeom>
            <a:ln w="19050" cap="flat" cmpd="sng">
              <a:solidFill>
                <a:srgbClr val="000000"/>
              </a:solidFill>
              <a:prstDash val="solid"/>
              <a:headEnd type="none" w="med" len="med"/>
              <a:tailEnd type="none" w="med" len="med"/>
            </a:ln>
          </p:spPr>
        </p:sp>
      </p:grpSp>
      <p:pic>
        <p:nvPicPr>
          <p:cNvPr id="80935" name="Picture 108" descr="underline_base"/>
          <p:cNvPicPr/>
          <p:nvPr/>
        </p:nvPicPr>
        <p:blipFill>
          <a:blip r:embed="rId3"/>
          <a:stretch>
            <a:fillRect/>
          </a:stretch>
        </p:blipFill>
        <p:spPr>
          <a:xfrm>
            <a:off x="628650" y="911225"/>
            <a:ext cx="5484813" cy="173038"/>
          </a:xfrm>
          <a:prstGeom prst="rect">
            <a:avLst/>
          </a:prstGeom>
          <a:noFill/>
          <a:ln w="9525">
            <a:noFill/>
          </a:ln>
        </p:spPr>
      </p:pic>
      <p:sp>
        <p:nvSpPr>
          <p:cNvPr id="80936" name="Line 5"/>
          <p:cNvSpPr/>
          <p:nvPr/>
        </p:nvSpPr>
        <p:spPr>
          <a:xfrm>
            <a:off x="4979988" y="1816100"/>
            <a:ext cx="390525" cy="6350"/>
          </a:xfrm>
          <a:prstGeom prst="line">
            <a:avLst/>
          </a:prstGeom>
          <a:ln w="19050" cap="flat" cmpd="sng">
            <a:solidFill>
              <a:schemeClr val="tx1"/>
            </a:solidFill>
            <a:prstDash val="solid"/>
            <a:headEnd type="none" w="med" len="med"/>
            <a:tailEnd type="none" w="med" len="med"/>
          </a:ln>
        </p:spPr>
      </p:sp>
      <p:sp>
        <p:nvSpPr>
          <p:cNvPr id="80937" name="Line 7"/>
          <p:cNvSpPr/>
          <p:nvPr/>
        </p:nvSpPr>
        <p:spPr>
          <a:xfrm flipV="1">
            <a:off x="5014913" y="2555875"/>
            <a:ext cx="277812" cy="3175"/>
          </a:xfrm>
          <a:prstGeom prst="line">
            <a:avLst/>
          </a:prstGeom>
          <a:ln w="19050" cap="flat" cmpd="sng">
            <a:solidFill>
              <a:schemeClr val="tx1"/>
            </a:solidFill>
            <a:prstDash val="solid"/>
            <a:headEnd type="none" w="med" len="med"/>
            <a:tailEnd type="none" w="med" len="med"/>
          </a:ln>
        </p:spPr>
      </p:sp>
      <p:sp>
        <p:nvSpPr>
          <p:cNvPr id="80938" name="Line 8"/>
          <p:cNvSpPr/>
          <p:nvPr/>
        </p:nvSpPr>
        <p:spPr>
          <a:xfrm>
            <a:off x="5026025" y="3087688"/>
            <a:ext cx="422275" cy="4762"/>
          </a:xfrm>
          <a:prstGeom prst="line">
            <a:avLst/>
          </a:prstGeom>
          <a:ln w="19050" cap="flat" cmpd="sng">
            <a:solidFill>
              <a:schemeClr val="tx1"/>
            </a:solidFill>
            <a:prstDash val="solid"/>
            <a:headEnd type="none" w="med" len="med"/>
            <a:tailEnd type="none" w="med" len="med"/>
          </a:ln>
        </p:spPr>
      </p:sp>
      <p:sp>
        <p:nvSpPr>
          <p:cNvPr id="80939" name="Line 11"/>
          <p:cNvSpPr/>
          <p:nvPr/>
        </p:nvSpPr>
        <p:spPr>
          <a:xfrm>
            <a:off x="5780088" y="2663825"/>
            <a:ext cx="561975" cy="1588"/>
          </a:xfrm>
          <a:prstGeom prst="line">
            <a:avLst/>
          </a:prstGeom>
          <a:ln w="19050" cap="flat" cmpd="sng">
            <a:solidFill>
              <a:schemeClr val="tx1"/>
            </a:solidFill>
            <a:prstDash val="solid"/>
            <a:headEnd type="none" w="med" len="med"/>
            <a:tailEnd type="none" w="med" len="med"/>
          </a:ln>
        </p:spPr>
      </p:sp>
      <p:sp>
        <p:nvSpPr>
          <p:cNvPr id="8094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63</a:t>
            </a:fld>
            <a:endParaRPr lang="en-US" altLang="zh-CN" sz="1200">
              <a:latin typeface="Tahoma" panose="020B0604030504040204" charset="0"/>
            </a:endParaRPr>
          </a:p>
        </p:txBody>
      </p:sp>
      <p:sp>
        <p:nvSpPr>
          <p:cNvPr id="8094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Freeform 140"/>
          <p:cNvSpPr/>
          <p:nvPr/>
        </p:nvSpPr>
        <p:spPr>
          <a:xfrm rot="-5400000">
            <a:off x="6202363" y="3195638"/>
            <a:ext cx="846137" cy="1593850"/>
          </a:xfrm>
          <a:custGeom>
            <a:avLst/>
            <a:gdLst>
              <a:gd name="txL" fmla="*/ 0 w 10315"/>
              <a:gd name="txT" fmla="*/ 0 h 10000"/>
              <a:gd name="txR" fmla="*/ 10315 w 10315"/>
              <a:gd name="txB" fmla="*/ 10000 h 10000"/>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66CCFF">
              <a:alpha val="100000"/>
            </a:srgbClr>
          </a:solidFill>
          <a:ln w="9525">
            <a:noFill/>
          </a:ln>
        </p:spPr>
        <p:txBody>
          <a:bodyPr/>
          <a:lstStyle/>
          <a:p>
            <a:endParaRPr lang="zh-CN" altLang="en-US"/>
          </a:p>
        </p:txBody>
      </p:sp>
      <p:sp>
        <p:nvSpPr>
          <p:cNvPr id="81922" name="Freeform 140"/>
          <p:cNvSpPr/>
          <p:nvPr/>
        </p:nvSpPr>
        <p:spPr>
          <a:xfrm rot="10800000">
            <a:off x="7200900" y="1870075"/>
            <a:ext cx="846138" cy="1593850"/>
          </a:xfrm>
          <a:custGeom>
            <a:avLst/>
            <a:gdLst>
              <a:gd name="txL" fmla="*/ 0 w 10315"/>
              <a:gd name="txT" fmla="*/ 0 h 10000"/>
              <a:gd name="txR" fmla="*/ 10315 w 10315"/>
              <a:gd name="txB" fmla="*/ 10000 h 10000"/>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66CCFF">
              <a:alpha val="100000"/>
            </a:srgbClr>
          </a:solidFill>
          <a:ln w="9525">
            <a:noFill/>
          </a:ln>
        </p:spPr>
        <p:txBody>
          <a:bodyPr/>
          <a:lstStyle/>
          <a:p>
            <a:endParaRPr lang="zh-CN" altLang="en-US"/>
          </a:p>
        </p:txBody>
      </p:sp>
      <p:sp>
        <p:nvSpPr>
          <p:cNvPr id="81923" name="Freeform 140"/>
          <p:cNvSpPr/>
          <p:nvPr/>
        </p:nvSpPr>
        <p:spPr>
          <a:xfrm>
            <a:off x="5165725" y="1452563"/>
            <a:ext cx="1038225" cy="1927225"/>
          </a:xfrm>
          <a:custGeom>
            <a:avLst/>
            <a:gdLst>
              <a:gd name="txL" fmla="*/ 0 w 1223"/>
              <a:gd name="txT" fmla="*/ 0 h 1291"/>
              <a:gd name="txR" fmla="*/ 1223 w 1223"/>
              <a:gd name="txB" fmla="*/ 1291 h 1291"/>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66CCFF">
              <a:alpha val="100000"/>
            </a:srgbClr>
          </a:solidFill>
          <a:ln w="9525">
            <a:noFill/>
          </a:ln>
        </p:spPr>
        <p:txBody>
          <a:bodyPr/>
          <a:lstStyle/>
          <a:p>
            <a:endParaRPr lang="zh-CN" altLang="en-US"/>
          </a:p>
        </p:txBody>
      </p:sp>
      <p:sp>
        <p:nvSpPr>
          <p:cNvPr id="81924" name="Rectangle 2"/>
          <p:cNvSpPr>
            <a:spLocks noGrp="1"/>
          </p:cNvSpPr>
          <p:nvPr>
            <p:ph type="title"/>
          </p:nvPr>
        </p:nvSpPr>
        <p:spPr>
          <a:xfrm>
            <a:off x="533400" y="230188"/>
            <a:ext cx="7772400" cy="952500"/>
          </a:xfrm>
        </p:spPr>
        <p:txBody>
          <a:bodyPr vert="horz" wrap="square" lIns="91440" tIns="45720" rIns="91440" bIns="45720" anchor="ctr" anchorCtr="0"/>
          <a:lstStyle/>
          <a:p>
            <a:r>
              <a:rPr lang="en-US" altLang="zh-CN" sz="4000"/>
              <a:t>IP addressing: introduction</a:t>
            </a:r>
            <a:endParaRPr lang="en-US" altLang="zh-CN"/>
          </a:p>
        </p:txBody>
      </p:sp>
      <p:sp>
        <p:nvSpPr>
          <p:cNvPr id="81925" name="Rectangle 3"/>
          <p:cNvSpPr>
            <a:spLocks noGrp="1"/>
          </p:cNvSpPr>
          <p:nvPr>
            <p:ph sz="half" idx="1"/>
          </p:nvPr>
        </p:nvSpPr>
        <p:spPr>
          <a:xfrm>
            <a:off x="476250" y="1444625"/>
            <a:ext cx="3695700" cy="1681163"/>
          </a:xfrm>
        </p:spPr>
        <p:txBody>
          <a:bodyPr vert="horz" wrap="square" lIns="91440" tIns="45720" rIns="91440" bIns="45720" anchor="t" anchorCtr="0"/>
          <a:lstStyle/>
          <a:p>
            <a:pPr marL="0" indent="0">
              <a:buClr>
                <a:srgbClr val="000099"/>
              </a:buClr>
              <a:buSzPct val="100000"/>
              <a:buFont typeface="Wingdings" panose="05000000000000000000" pitchFamily="2" charset="2"/>
              <a:buNone/>
            </a:pPr>
            <a:r>
              <a:rPr lang="en-US" altLang="zh-CN" i="1">
                <a:solidFill>
                  <a:srgbClr val="CC0000"/>
                </a:solidFill>
                <a:latin typeface="+mn-lt"/>
                <a:ea typeface="MS PGothic" charset="0"/>
                <a:cs typeface="MS PGothic" charset="0"/>
              </a:rPr>
              <a:t>Q: how are interfaces actually connected?</a:t>
            </a:r>
          </a:p>
          <a:p>
            <a:pPr marL="0" indent="0">
              <a:buClr>
                <a:srgbClr val="000099"/>
              </a:buClr>
              <a:buSzPct val="100000"/>
              <a:buFont typeface="Wingdings" panose="05000000000000000000" pitchFamily="2" charset="2"/>
              <a:buNone/>
            </a:pPr>
            <a:r>
              <a:rPr lang="en-US" altLang="zh-CN" i="1">
                <a:solidFill>
                  <a:srgbClr val="CC0000"/>
                </a:solidFill>
                <a:latin typeface="+mn-lt"/>
                <a:ea typeface="MS PGothic" charset="0"/>
                <a:cs typeface="MS PGothic" charset="0"/>
              </a:rPr>
              <a:t>A: </a:t>
            </a:r>
            <a:r>
              <a:rPr lang="en-US" altLang="zh-CN" i="1">
                <a:latin typeface="+mn-lt"/>
                <a:ea typeface="MS PGothic" charset="0"/>
                <a:cs typeface="MS PGothic" charset="0"/>
              </a:rPr>
              <a:t>we</a:t>
            </a:r>
            <a:r>
              <a:rPr lang="en-US" altLang="en-US" i="1">
                <a:latin typeface="+mn-lt"/>
                <a:ea typeface="MS PGothic" charset="0"/>
                <a:cs typeface="MS PGothic" charset="0"/>
              </a:rPr>
              <a:t>’</a:t>
            </a:r>
            <a:r>
              <a:rPr lang="en-US" altLang="zh-CN" i="1">
                <a:latin typeface="+mn-lt"/>
                <a:ea typeface="MS PGothic" charset="0"/>
                <a:cs typeface="MS PGothic" charset="0"/>
              </a:rPr>
              <a:t>ll learn about that in chapter 5, 6.</a:t>
            </a:r>
          </a:p>
        </p:txBody>
      </p:sp>
      <p:sp>
        <p:nvSpPr>
          <p:cNvPr id="81926" name="Line 5"/>
          <p:cNvSpPr/>
          <p:nvPr/>
        </p:nvSpPr>
        <p:spPr>
          <a:xfrm>
            <a:off x="4979988" y="1816100"/>
            <a:ext cx="390525" cy="6350"/>
          </a:xfrm>
          <a:prstGeom prst="line">
            <a:avLst/>
          </a:prstGeom>
          <a:ln w="19050" cap="flat" cmpd="sng">
            <a:solidFill>
              <a:schemeClr val="tx1"/>
            </a:solidFill>
            <a:prstDash val="solid"/>
            <a:headEnd type="none" w="med" len="med"/>
            <a:tailEnd type="none" w="med" len="med"/>
          </a:ln>
        </p:spPr>
      </p:sp>
      <p:sp>
        <p:nvSpPr>
          <p:cNvPr id="81927" name="Line 7"/>
          <p:cNvSpPr/>
          <p:nvPr/>
        </p:nvSpPr>
        <p:spPr>
          <a:xfrm flipV="1">
            <a:off x="5014913" y="2555875"/>
            <a:ext cx="277812" cy="3175"/>
          </a:xfrm>
          <a:prstGeom prst="line">
            <a:avLst/>
          </a:prstGeom>
          <a:ln w="19050" cap="flat" cmpd="sng">
            <a:solidFill>
              <a:schemeClr val="tx1"/>
            </a:solidFill>
            <a:prstDash val="solid"/>
            <a:headEnd type="none" w="med" len="med"/>
            <a:tailEnd type="none" w="med" len="med"/>
          </a:ln>
        </p:spPr>
      </p:sp>
      <p:sp>
        <p:nvSpPr>
          <p:cNvPr id="81928" name="Line 8"/>
          <p:cNvSpPr/>
          <p:nvPr/>
        </p:nvSpPr>
        <p:spPr>
          <a:xfrm>
            <a:off x="5026025" y="3087688"/>
            <a:ext cx="422275" cy="4762"/>
          </a:xfrm>
          <a:prstGeom prst="line">
            <a:avLst/>
          </a:prstGeom>
          <a:ln w="19050" cap="flat" cmpd="sng">
            <a:solidFill>
              <a:schemeClr val="tx1"/>
            </a:solidFill>
            <a:prstDash val="solid"/>
            <a:headEnd type="none" w="med" len="med"/>
            <a:tailEnd type="none" w="med" len="med"/>
          </a:ln>
        </p:spPr>
      </p:sp>
      <p:sp>
        <p:nvSpPr>
          <p:cNvPr id="81929" name="Line 11"/>
          <p:cNvSpPr/>
          <p:nvPr/>
        </p:nvSpPr>
        <p:spPr>
          <a:xfrm>
            <a:off x="5780088" y="2663825"/>
            <a:ext cx="561975" cy="1588"/>
          </a:xfrm>
          <a:prstGeom prst="line">
            <a:avLst/>
          </a:prstGeom>
          <a:ln w="19050" cap="flat" cmpd="sng">
            <a:solidFill>
              <a:schemeClr val="tx1"/>
            </a:solidFill>
            <a:prstDash val="solid"/>
            <a:headEnd type="none" w="med" len="med"/>
            <a:tailEnd type="none" w="med" len="med"/>
          </a:ln>
        </p:spPr>
      </p:sp>
      <p:sp>
        <p:nvSpPr>
          <p:cNvPr id="81930" name="Text Box 26"/>
          <p:cNvSpPr txBox="1"/>
          <p:nvPr/>
        </p:nvSpPr>
        <p:spPr>
          <a:xfrm>
            <a:off x="4548188" y="1282700"/>
            <a:ext cx="825500" cy="2778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223.1.1.1</a:t>
            </a:r>
            <a:endParaRPr lang="en-US" altLang="zh-CN" sz="1200">
              <a:latin typeface="Comic Sans MS" panose="030F0902030302020204" charset="0"/>
            </a:endParaRPr>
          </a:p>
        </p:txBody>
      </p:sp>
      <p:grpSp>
        <p:nvGrpSpPr>
          <p:cNvPr id="81931" name="Group 27"/>
          <p:cNvGrpSpPr/>
          <p:nvPr/>
        </p:nvGrpSpPr>
        <p:grpSpPr>
          <a:xfrm>
            <a:off x="3814763" y="2243138"/>
            <a:ext cx="920750" cy="276225"/>
            <a:chOff x="3251" y="608"/>
            <a:chExt cx="580" cy="174"/>
          </a:xfrm>
        </p:grpSpPr>
        <p:sp>
          <p:nvSpPr>
            <p:cNvPr id="81993" name="Rectangle 28"/>
            <p:cNvSpPr/>
            <p:nvPr/>
          </p:nvSpPr>
          <p:spPr>
            <a:xfrm>
              <a:off x="3306" y="657"/>
              <a:ext cx="525" cy="114"/>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200">
                <a:latin typeface="Arial" panose="020B0604020202090204" pitchFamily="34" charset="0"/>
              </a:endParaRPr>
            </a:p>
          </p:txBody>
        </p:sp>
        <p:sp>
          <p:nvSpPr>
            <p:cNvPr id="81994" name="Text Box 29"/>
            <p:cNvSpPr txBox="1"/>
            <p:nvPr/>
          </p:nvSpPr>
          <p:spPr>
            <a:xfrm>
              <a:off x="3251" y="608"/>
              <a:ext cx="521" cy="17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223.1.1.2</a:t>
              </a:r>
              <a:endParaRPr lang="en-US" altLang="zh-CN" sz="1200">
                <a:latin typeface="Comic Sans MS" panose="030F0902030302020204" charset="0"/>
              </a:endParaRPr>
            </a:p>
          </p:txBody>
        </p:sp>
      </p:grpSp>
      <p:sp>
        <p:nvSpPr>
          <p:cNvPr id="81932" name="Text Box 30"/>
          <p:cNvSpPr txBox="1"/>
          <p:nvPr/>
        </p:nvSpPr>
        <p:spPr>
          <a:xfrm>
            <a:off x="4652963" y="3238500"/>
            <a:ext cx="827087"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223.1.1.3</a:t>
            </a:r>
            <a:endParaRPr lang="en-US" altLang="zh-CN" sz="1200">
              <a:latin typeface="Comic Sans MS" panose="030F0902030302020204" charset="0"/>
            </a:endParaRPr>
          </a:p>
        </p:txBody>
      </p:sp>
      <p:sp>
        <p:nvSpPr>
          <p:cNvPr id="81933" name="Text Box 31"/>
          <p:cNvSpPr txBox="1"/>
          <p:nvPr/>
        </p:nvSpPr>
        <p:spPr>
          <a:xfrm>
            <a:off x="5753100" y="2368550"/>
            <a:ext cx="827088"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223.1.1.4</a:t>
            </a:r>
            <a:endParaRPr lang="en-US" altLang="zh-CN" sz="1200">
              <a:latin typeface="Comic Sans MS" panose="030F0902030302020204" charset="0"/>
            </a:endParaRPr>
          </a:p>
        </p:txBody>
      </p:sp>
      <p:sp>
        <p:nvSpPr>
          <p:cNvPr id="81934" name="Line 32"/>
          <p:cNvSpPr/>
          <p:nvPr/>
        </p:nvSpPr>
        <p:spPr>
          <a:xfrm>
            <a:off x="6854825" y="2668588"/>
            <a:ext cx="581025" cy="4762"/>
          </a:xfrm>
          <a:prstGeom prst="line">
            <a:avLst/>
          </a:prstGeom>
          <a:ln w="19050" cap="flat" cmpd="sng">
            <a:solidFill>
              <a:schemeClr val="tx1"/>
            </a:solidFill>
            <a:prstDash val="solid"/>
            <a:headEnd type="none" w="med" len="med"/>
            <a:tailEnd type="none" w="med" len="med"/>
          </a:ln>
        </p:spPr>
      </p:sp>
      <p:sp>
        <p:nvSpPr>
          <p:cNvPr id="81935" name="Text Box 33"/>
          <p:cNvSpPr txBox="1"/>
          <p:nvPr/>
        </p:nvSpPr>
        <p:spPr>
          <a:xfrm>
            <a:off x="6729413" y="2378075"/>
            <a:ext cx="827087" cy="2778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223.1.2.9</a:t>
            </a:r>
            <a:endParaRPr lang="en-US" altLang="zh-CN" sz="1200">
              <a:latin typeface="Comic Sans MS" panose="030F0902030302020204" charset="0"/>
            </a:endParaRPr>
          </a:p>
        </p:txBody>
      </p:sp>
      <p:sp>
        <p:nvSpPr>
          <p:cNvPr id="81936" name="Line 36"/>
          <p:cNvSpPr/>
          <p:nvPr/>
        </p:nvSpPr>
        <p:spPr>
          <a:xfrm>
            <a:off x="7878763" y="1978025"/>
            <a:ext cx="234950" cy="6350"/>
          </a:xfrm>
          <a:prstGeom prst="line">
            <a:avLst/>
          </a:prstGeom>
          <a:ln w="19050" cap="flat" cmpd="sng">
            <a:solidFill>
              <a:schemeClr val="tx1"/>
            </a:solidFill>
            <a:prstDash val="solid"/>
            <a:headEnd type="none" w="med" len="med"/>
            <a:tailEnd type="none" w="med" len="med"/>
          </a:ln>
        </p:spPr>
      </p:sp>
      <p:sp>
        <p:nvSpPr>
          <p:cNvPr id="81937" name="Line 38"/>
          <p:cNvSpPr/>
          <p:nvPr/>
        </p:nvSpPr>
        <p:spPr>
          <a:xfrm>
            <a:off x="7878763" y="3249613"/>
            <a:ext cx="234950" cy="6350"/>
          </a:xfrm>
          <a:prstGeom prst="line">
            <a:avLst/>
          </a:prstGeom>
          <a:ln w="19050" cap="flat" cmpd="sng">
            <a:solidFill>
              <a:schemeClr val="tx1"/>
            </a:solidFill>
            <a:prstDash val="solid"/>
            <a:headEnd type="none" w="med" len="med"/>
            <a:tailEnd type="none" w="med" len="med"/>
          </a:ln>
        </p:spPr>
      </p:sp>
      <p:sp>
        <p:nvSpPr>
          <p:cNvPr id="81938" name="Text Box 41"/>
          <p:cNvSpPr txBox="1"/>
          <p:nvPr/>
        </p:nvSpPr>
        <p:spPr>
          <a:xfrm>
            <a:off x="7458075" y="3349625"/>
            <a:ext cx="827088"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223.1.2.2</a:t>
            </a:r>
            <a:endParaRPr lang="en-US" altLang="zh-CN" sz="1200">
              <a:latin typeface="Comic Sans MS" panose="030F0902030302020204" charset="0"/>
            </a:endParaRPr>
          </a:p>
        </p:txBody>
      </p:sp>
      <p:sp>
        <p:nvSpPr>
          <p:cNvPr id="81939" name="Text Box 44"/>
          <p:cNvSpPr txBox="1"/>
          <p:nvPr/>
        </p:nvSpPr>
        <p:spPr>
          <a:xfrm>
            <a:off x="7250113" y="1743075"/>
            <a:ext cx="827087"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223.1.2.1</a:t>
            </a:r>
            <a:endParaRPr lang="en-US" altLang="zh-CN" sz="1200">
              <a:latin typeface="Comic Sans MS" panose="030F0902030302020204" charset="0"/>
            </a:endParaRPr>
          </a:p>
        </p:txBody>
      </p:sp>
      <p:sp>
        <p:nvSpPr>
          <p:cNvPr id="81940" name="Line 45"/>
          <p:cNvSpPr/>
          <p:nvPr/>
        </p:nvSpPr>
        <p:spPr>
          <a:xfrm>
            <a:off x="6616700" y="3006725"/>
            <a:ext cx="0" cy="757238"/>
          </a:xfrm>
          <a:prstGeom prst="line">
            <a:avLst/>
          </a:prstGeom>
          <a:ln w="19050" cap="flat" cmpd="sng">
            <a:solidFill>
              <a:schemeClr val="tx1"/>
            </a:solidFill>
            <a:prstDash val="solid"/>
            <a:headEnd type="none" w="med" len="med"/>
            <a:tailEnd type="none" w="med" len="med"/>
          </a:ln>
        </p:spPr>
      </p:sp>
      <p:sp>
        <p:nvSpPr>
          <p:cNvPr id="81941" name="Line 47"/>
          <p:cNvSpPr/>
          <p:nvPr/>
        </p:nvSpPr>
        <p:spPr>
          <a:xfrm flipH="1" flipV="1">
            <a:off x="6003925" y="4279900"/>
            <a:ext cx="3175" cy="241300"/>
          </a:xfrm>
          <a:prstGeom prst="line">
            <a:avLst/>
          </a:prstGeom>
          <a:ln w="19050" cap="flat" cmpd="sng">
            <a:solidFill>
              <a:schemeClr val="tx1"/>
            </a:solidFill>
            <a:prstDash val="solid"/>
            <a:headEnd type="none" w="med" len="med"/>
            <a:tailEnd type="none" w="med" len="med"/>
          </a:ln>
        </p:spPr>
      </p:sp>
      <p:sp>
        <p:nvSpPr>
          <p:cNvPr id="81942" name="Line 48"/>
          <p:cNvSpPr/>
          <p:nvPr/>
        </p:nvSpPr>
        <p:spPr>
          <a:xfrm flipH="1" flipV="1">
            <a:off x="7180263" y="4284663"/>
            <a:ext cx="3175" cy="241300"/>
          </a:xfrm>
          <a:prstGeom prst="line">
            <a:avLst/>
          </a:prstGeom>
          <a:ln w="19050" cap="flat" cmpd="sng">
            <a:solidFill>
              <a:schemeClr val="tx1"/>
            </a:solidFill>
            <a:prstDash val="solid"/>
            <a:headEnd type="none" w="med" len="med"/>
            <a:tailEnd type="none" w="med" len="med"/>
          </a:ln>
        </p:spPr>
      </p:sp>
      <p:sp>
        <p:nvSpPr>
          <p:cNvPr id="81943" name="Text Box 53"/>
          <p:cNvSpPr txBox="1"/>
          <p:nvPr/>
        </p:nvSpPr>
        <p:spPr>
          <a:xfrm>
            <a:off x="7212013" y="4344988"/>
            <a:ext cx="827087"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223.1.3.2</a:t>
            </a:r>
            <a:endParaRPr lang="en-US" altLang="zh-CN" sz="1200">
              <a:latin typeface="Comic Sans MS" panose="030F0902030302020204" charset="0"/>
            </a:endParaRPr>
          </a:p>
        </p:txBody>
      </p:sp>
      <p:sp>
        <p:nvSpPr>
          <p:cNvPr id="81944" name="Text Box 56"/>
          <p:cNvSpPr txBox="1"/>
          <p:nvPr/>
        </p:nvSpPr>
        <p:spPr>
          <a:xfrm>
            <a:off x="5969000" y="4349750"/>
            <a:ext cx="827088" cy="2778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223.1.3.1</a:t>
            </a:r>
            <a:endParaRPr lang="en-US" altLang="zh-CN" sz="1200">
              <a:latin typeface="Comic Sans MS" panose="030F0902030302020204" charset="0"/>
            </a:endParaRPr>
          </a:p>
        </p:txBody>
      </p:sp>
      <p:grpSp>
        <p:nvGrpSpPr>
          <p:cNvPr id="81945" name="Group 57"/>
          <p:cNvGrpSpPr/>
          <p:nvPr/>
        </p:nvGrpSpPr>
        <p:grpSpPr>
          <a:xfrm>
            <a:off x="6113463" y="3101975"/>
            <a:ext cx="935037" cy="276225"/>
            <a:chOff x="4532" y="1229"/>
            <a:chExt cx="589" cy="174"/>
          </a:xfrm>
        </p:grpSpPr>
        <p:sp>
          <p:nvSpPr>
            <p:cNvPr id="81991" name="Rectangle 58"/>
            <p:cNvSpPr/>
            <p:nvPr/>
          </p:nvSpPr>
          <p:spPr>
            <a:xfrm>
              <a:off x="4587" y="1284"/>
              <a:ext cx="534" cy="114"/>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200">
                <a:latin typeface="Arial" panose="020B0604020202090204" pitchFamily="34" charset="0"/>
              </a:endParaRPr>
            </a:p>
          </p:txBody>
        </p:sp>
        <p:sp>
          <p:nvSpPr>
            <p:cNvPr id="81992" name="Text Box 59"/>
            <p:cNvSpPr txBox="1"/>
            <p:nvPr/>
          </p:nvSpPr>
          <p:spPr>
            <a:xfrm>
              <a:off x="4532" y="1229"/>
              <a:ext cx="575" cy="17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223.1.3.27</a:t>
              </a:r>
              <a:endParaRPr lang="en-US" altLang="zh-CN" sz="1200">
                <a:latin typeface="Comic Sans MS" panose="030F0902030302020204" charset="0"/>
              </a:endParaRPr>
            </a:p>
          </p:txBody>
        </p:sp>
      </p:grpSp>
      <p:grpSp>
        <p:nvGrpSpPr>
          <p:cNvPr id="81946" name="Group 73"/>
          <p:cNvGrpSpPr/>
          <p:nvPr/>
        </p:nvGrpSpPr>
        <p:grpSpPr>
          <a:xfrm>
            <a:off x="4373563" y="1528763"/>
            <a:ext cx="641350" cy="558800"/>
            <a:chOff x="-44" y="1473"/>
            <a:chExt cx="981" cy="1105"/>
          </a:xfrm>
        </p:grpSpPr>
        <p:pic>
          <p:nvPicPr>
            <p:cNvPr id="81989" name="Picture 74"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1990" name="Freeform 7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1947" name="Group 80"/>
          <p:cNvGrpSpPr/>
          <p:nvPr/>
        </p:nvGrpSpPr>
        <p:grpSpPr>
          <a:xfrm>
            <a:off x="4368800" y="2127250"/>
            <a:ext cx="641350" cy="558800"/>
            <a:chOff x="-44" y="1473"/>
            <a:chExt cx="981" cy="1105"/>
          </a:xfrm>
        </p:grpSpPr>
        <p:pic>
          <p:nvPicPr>
            <p:cNvPr id="81987" name="Picture 81"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1988" name="Freeform 82"/>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1948" name="Group 83"/>
          <p:cNvGrpSpPr/>
          <p:nvPr/>
        </p:nvGrpSpPr>
        <p:grpSpPr>
          <a:xfrm>
            <a:off x="4397375" y="2736850"/>
            <a:ext cx="641350" cy="558800"/>
            <a:chOff x="-44" y="1473"/>
            <a:chExt cx="981" cy="1105"/>
          </a:xfrm>
        </p:grpSpPr>
        <p:pic>
          <p:nvPicPr>
            <p:cNvPr id="81985" name="Picture 84"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1986" name="Freeform 8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1949" name="Group 87"/>
          <p:cNvGrpSpPr/>
          <p:nvPr/>
        </p:nvGrpSpPr>
        <p:grpSpPr>
          <a:xfrm flipH="1">
            <a:off x="8056563" y="1685925"/>
            <a:ext cx="641350" cy="558800"/>
            <a:chOff x="-44" y="1473"/>
            <a:chExt cx="981" cy="1105"/>
          </a:xfrm>
        </p:grpSpPr>
        <p:pic>
          <p:nvPicPr>
            <p:cNvPr id="81983" name="Picture 88"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1984" name="Freeform 89"/>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1950" name="Group 90"/>
          <p:cNvGrpSpPr/>
          <p:nvPr/>
        </p:nvGrpSpPr>
        <p:grpSpPr>
          <a:xfrm flipH="1">
            <a:off x="8070850" y="2965450"/>
            <a:ext cx="641350" cy="558800"/>
            <a:chOff x="-44" y="1473"/>
            <a:chExt cx="981" cy="1105"/>
          </a:xfrm>
        </p:grpSpPr>
        <p:pic>
          <p:nvPicPr>
            <p:cNvPr id="81981" name="Picture 91"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1982" name="Freeform 92"/>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1951" name="Group 93"/>
          <p:cNvGrpSpPr/>
          <p:nvPr/>
        </p:nvGrpSpPr>
        <p:grpSpPr>
          <a:xfrm flipH="1">
            <a:off x="6972300" y="4489450"/>
            <a:ext cx="641350" cy="558800"/>
            <a:chOff x="-44" y="1473"/>
            <a:chExt cx="981" cy="1105"/>
          </a:xfrm>
        </p:grpSpPr>
        <p:pic>
          <p:nvPicPr>
            <p:cNvPr id="81979" name="Picture 94"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1980" name="Freeform 9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1952" name="Group 96"/>
          <p:cNvGrpSpPr/>
          <p:nvPr/>
        </p:nvGrpSpPr>
        <p:grpSpPr>
          <a:xfrm flipH="1">
            <a:off x="5808663" y="4530725"/>
            <a:ext cx="641350" cy="558800"/>
            <a:chOff x="-44" y="1473"/>
            <a:chExt cx="981" cy="1105"/>
          </a:xfrm>
        </p:grpSpPr>
        <p:pic>
          <p:nvPicPr>
            <p:cNvPr id="81977" name="Picture 97" descr="desktop_computer_stylized_medium"/>
            <p:cNvPicPr>
              <a:picLocks noChangeAspect="1"/>
            </p:cNvPicPr>
            <p:nvPr/>
          </p:nvPicPr>
          <p:blipFill>
            <a:blip r:embed="rId2"/>
            <a:stretch>
              <a:fillRect/>
            </a:stretch>
          </p:blipFill>
          <p:spPr>
            <a:xfrm flipH="1">
              <a:off x="-44" y="1473"/>
              <a:ext cx="981" cy="1105"/>
            </a:xfrm>
            <a:prstGeom prst="rect">
              <a:avLst/>
            </a:prstGeom>
            <a:noFill/>
            <a:ln w="9525">
              <a:noFill/>
            </a:ln>
          </p:spPr>
        </p:pic>
        <p:sp>
          <p:nvSpPr>
            <p:cNvPr id="81978" name="Freeform 98"/>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1953" name="Group 99"/>
          <p:cNvGrpSpPr/>
          <p:nvPr/>
        </p:nvGrpSpPr>
        <p:grpSpPr>
          <a:xfrm>
            <a:off x="6237288" y="2624138"/>
            <a:ext cx="698500" cy="355600"/>
            <a:chOff x="4396" y="1245"/>
            <a:chExt cx="672" cy="248"/>
          </a:xfrm>
        </p:grpSpPr>
        <p:sp>
          <p:nvSpPr>
            <p:cNvPr id="81969"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200">
                <a:latin typeface="Times New Roman" panose="02020503050405090304" charset="0"/>
                <a:ea typeface="Arial" panose="020B0604020202090204" pitchFamily="34" charset="0"/>
              </a:endParaRPr>
            </a:p>
          </p:txBody>
        </p:sp>
        <p:sp>
          <p:nvSpPr>
            <p:cNvPr id="81970"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200">
                <a:latin typeface="Times New Roman" panose="02020503050405090304" charset="0"/>
                <a:ea typeface="Arial" panose="020B0604020202090204" pitchFamily="34" charset="0"/>
              </a:endParaRPr>
            </a:p>
          </p:txBody>
        </p:sp>
        <p:sp>
          <p:nvSpPr>
            <p:cNvPr id="81971"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200">
                <a:latin typeface="Times New Roman" panose="02020503050405090304" charset="0"/>
                <a:ea typeface="Arial" panose="020B0604020202090204" pitchFamily="34" charset="0"/>
              </a:endParaRPr>
            </a:p>
          </p:txBody>
        </p:sp>
        <p:grpSp>
          <p:nvGrpSpPr>
            <p:cNvPr id="81972" name="Group 103"/>
            <p:cNvGrpSpPr/>
            <p:nvPr/>
          </p:nvGrpSpPr>
          <p:grpSpPr>
            <a:xfrm>
              <a:off x="4530" y="1287"/>
              <a:ext cx="377" cy="75"/>
              <a:chOff x="2468" y="1332"/>
              <a:chExt cx="310" cy="60"/>
            </a:xfrm>
          </p:grpSpPr>
          <p:sp>
            <p:nvSpPr>
              <p:cNvPr id="81975" name="Freeform 104"/>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81976" name="Freeform 105"/>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81973" name="Line 106"/>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81974" name="Line 107"/>
            <p:cNvSpPr/>
            <p:nvPr/>
          </p:nvSpPr>
          <p:spPr>
            <a:xfrm>
              <a:off x="5063" y="1326"/>
              <a:ext cx="0" cy="107"/>
            </a:xfrm>
            <a:prstGeom prst="line">
              <a:avLst/>
            </a:prstGeom>
            <a:ln w="19050" cap="flat" cmpd="sng">
              <a:solidFill>
                <a:srgbClr val="000000"/>
              </a:solidFill>
              <a:prstDash val="solid"/>
              <a:headEnd type="none" w="med" len="med"/>
              <a:tailEnd type="none" w="med" len="med"/>
            </a:ln>
          </p:spPr>
        </p:sp>
      </p:grpSp>
      <p:pic>
        <p:nvPicPr>
          <p:cNvPr id="81954" name="Picture 108" descr="underline_base"/>
          <p:cNvPicPr/>
          <p:nvPr/>
        </p:nvPicPr>
        <p:blipFill>
          <a:blip r:embed="rId3"/>
          <a:stretch>
            <a:fillRect/>
          </a:stretch>
        </p:blipFill>
        <p:spPr>
          <a:xfrm>
            <a:off x="628650" y="911225"/>
            <a:ext cx="5484813" cy="173038"/>
          </a:xfrm>
          <a:prstGeom prst="rect">
            <a:avLst/>
          </a:prstGeom>
          <a:noFill/>
          <a:ln w="9525">
            <a:noFill/>
          </a:ln>
        </p:spPr>
      </p:pic>
      <p:grpSp>
        <p:nvGrpSpPr>
          <p:cNvPr id="13" name="Group 9"/>
          <p:cNvGrpSpPr/>
          <p:nvPr/>
        </p:nvGrpSpPr>
        <p:grpSpPr>
          <a:xfrm>
            <a:off x="5278438" y="1817688"/>
            <a:ext cx="509587" cy="1279525"/>
            <a:chOff x="5278322" y="1817603"/>
            <a:chExt cx="509379" cy="1279224"/>
          </a:xfrm>
        </p:grpSpPr>
        <p:pic>
          <p:nvPicPr>
            <p:cNvPr id="81966" name="Picture 3"/>
            <p:cNvPicPr>
              <a:picLocks noChangeAspect="1"/>
            </p:cNvPicPr>
            <p:nvPr/>
          </p:nvPicPr>
          <p:blipFill>
            <a:blip r:embed="rId4"/>
            <a:stretch>
              <a:fillRect/>
            </a:stretch>
          </p:blipFill>
          <p:spPr>
            <a:xfrm>
              <a:off x="5278322" y="2485783"/>
              <a:ext cx="509379" cy="287270"/>
            </a:xfrm>
            <a:prstGeom prst="rect">
              <a:avLst/>
            </a:prstGeom>
            <a:noFill/>
            <a:ln w="9525">
              <a:noFill/>
            </a:ln>
          </p:spPr>
        </p:pic>
        <p:cxnSp>
          <p:nvCxnSpPr>
            <p:cNvPr id="81967" name="Straight Connector 3"/>
            <p:cNvCxnSpPr/>
            <p:nvPr/>
          </p:nvCxnSpPr>
          <p:spPr>
            <a:xfrm>
              <a:off x="5369756" y="1817603"/>
              <a:ext cx="0" cy="681026"/>
            </a:xfrm>
            <a:prstGeom prst="line">
              <a:avLst/>
            </a:prstGeom>
            <a:ln w="19050" cap="flat" cmpd="sng">
              <a:solidFill>
                <a:schemeClr val="tx1"/>
              </a:solidFill>
              <a:prstDash val="solid"/>
              <a:headEnd type="none" w="med" len="med"/>
              <a:tailEnd type="none" w="med" len="med"/>
            </a:ln>
          </p:spPr>
        </p:cxnSp>
        <p:cxnSp>
          <p:nvCxnSpPr>
            <p:cNvPr id="81968" name="Straight Connector 77"/>
            <p:cNvCxnSpPr/>
            <p:nvPr/>
          </p:nvCxnSpPr>
          <p:spPr>
            <a:xfrm flipV="1">
              <a:off x="5443520" y="2769741"/>
              <a:ext cx="1" cy="327086"/>
            </a:xfrm>
            <a:prstGeom prst="line">
              <a:avLst/>
            </a:prstGeom>
            <a:ln w="19050" cap="flat" cmpd="sng">
              <a:solidFill>
                <a:schemeClr val="tx1"/>
              </a:solidFill>
              <a:prstDash val="solid"/>
              <a:headEnd type="none" w="med" len="med"/>
              <a:tailEnd type="none" w="med" len="med"/>
            </a:ln>
          </p:spPr>
        </p:cxnSp>
      </p:grpSp>
      <p:grpSp>
        <p:nvGrpSpPr>
          <p:cNvPr id="14" name="Group 14"/>
          <p:cNvGrpSpPr/>
          <p:nvPr/>
        </p:nvGrpSpPr>
        <p:grpSpPr>
          <a:xfrm>
            <a:off x="414338" y="2616200"/>
            <a:ext cx="5080000" cy="1751013"/>
            <a:chOff x="414922" y="2615565"/>
            <a:chExt cx="5079651" cy="1751597"/>
          </a:xfrm>
        </p:grpSpPr>
        <p:sp>
          <p:nvSpPr>
            <p:cNvPr id="81964" name="TextBox 10"/>
            <p:cNvSpPr txBox="1"/>
            <p:nvPr/>
          </p:nvSpPr>
          <p:spPr>
            <a:xfrm>
              <a:off x="414922" y="3659276"/>
              <a:ext cx="4300100" cy="70788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latin typeface="Arial" panose="020B0604020202090204" pitchFamily="34" charset="0"/>
                </a:rPr>
                <a:t>A: </a:t>
              </a:r>
              <a:r>
                <a:rPr lang="en-US" altLang="zh-CN" sz="2000">
                  <a:latin typeface="Arial" panose="020B0604020202090204" pitchFamily="34" charset="0"/>
                </a:rPr>
                <a:t>wired Ethernet interfaces connected by Ethernet switches</a:t>
              </a:r>
            </a:p>
          </p:txBody>
        </p:sp>
        <p:cxnSp>
          <p:nvCxnSpPr>
            <p:cNvPr id="81965" name="Straight Connector 12"/>
            <p:cNvCxnSpPr/>
            <p:nvPr/>
          </p:nvCxnSpPr>
          <p:spPr>
            <a:xfrm flipH="1">
              <a:off x="4061206" y="2615565"/>
              <a:ext cx="1433367" cy="1420957"/>
            </a:xfrm>
            <a:prstGeom prst="line">
              <a:avLst/>
            </a:prstGeom>
            <a:ln w="9525" cap="flat" cmpd="sng">
              <a:solidFill>
                <a:schemeClr val="tx1"/>
              </a:solidFill>
              <a:prstDash val="solid"/>
              <a:headEnd type="none" w="med" len="med"/>
              <a:tailEnd type="none" w="med" len="med"/>
            </a:ln>
          </p:spPr>
        </p:cxnSp>
      </p:grpSp>
      <p:grpSp>
        <p:nvGrpSpPr>
          <p:cNvPr id="15" name="Group 15"/>
          <p:cNvGrpSpPr/>
          <p:nvPr/>
        </p:nvGrpSpPr>
        <p:grpSpPr>
          <a:xfrm>
            <a:off x="4329113" y="3790950"/>
            <a:ext cx="4298950" cy="2451100"/>
            <a:chOff x="4328727" y="3790332"/>
            <a:chExt cx="4300100" cy="2450981"/>
          </a:xfrm>
        </p:grpSpPr>
        <p:pic>
          <p:nvPicPr>
            <p:cNvPr id="81961" name="Picture 777" descr="access_point_stylized_small"/>
            <p:cNvPicPr>
              <a:picLocks noChangeAspect="1"/>
            </p:cNvPicPr>
            <p:nvPr/>
          </p:nvPicPr>
          <p:blipFill>
            <a:blip r:embed="rId5"/>
            <a:stretch>
              <a:fillRect/>
            </a:stretch>
          </p:blipFill>
          <p:spPr>
            <a:xfrm>
              <a:off x="6312411" y="3790332"/>
              <a:ext cx="587569" cy="486906"/>
            </a:xfrm>
            <a:prstGeom prst="rect">
              <a:avLst/>
            </a:prstGeom>
            <a:noFill/>
            <a:ln w="9525">
              <a:noFill/>
            </a:ln>
          </p:spPr>
        </p:pic>
        <p:sp>
          <p:nvSpPr>
            <p:cNvPr id="81962" name="TextBox 89"/>
            <p:cNvSpPr txBox="1"/>
            <p:nvPr/>
          </p:nvSpPr>
          <p:spPr>
            <a:xfrm>
              <a:off x="4328727" y="5533427"/>
              <a:ext cx="4300100" cy="70788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latin typeface="Arial" panose="020B0604020202090204" pitchFamily="34" charset="0"/>
                </a:rPr>
                <a:t>A: </a:t>
              </a:r>
              <a:r>
                <a:rPr lang="en-US" altLang="zh-CN" sz="2000">
                  <a:latin typeface="Arial" panose="020B0604020202090204" pitchFamily="34" charset="0"/>
                </a:rPr>
                <a:t>wireless WiFi interfaces connected by WiFi base station</a:t>
              </a:r>
            </a:p>
          </p:txBody>
        </p:sp>
        <p:cxnSp>
          <p:nvCxnSpPr>
            <p:cNvPr id="81963" name="Straight Connector 90"/>
            <p:cNvCxnSpPr/>
            <p:nvPr/>
          </p:nvCxnSpPr>
          <p:spPr>
            <a:xfrm flipH="1">
              <a:off x="4982985" y="4208863"/>
              <a:ext cx="1433367" cy="1420957"/>
            </a:xfrm>
            <a:prstGeom prst="line">
              <a:avLst/>
            </a:prstGeom>
            <a:ln w="9525" cap="flat" cmpd="sng">
              <a:solidFill>
                <a:schemeClr val="tx1"/>
              </a:solidFill>
              <a:prstDash val="solid"/>
              <a:headEnd type="none" w="med" len="med"/>
              <a:tailEnd type="none" w="med" len="med"/>
            </a:ln>
          </p:spPr>
        </p:cxnSp>
      </p:grpSp>
      <p:sp>
        <p:nvSpPr>
          <p:cNvPr id="17" name="TextBox 16"/>
          <p:cNvSpPr txBox="1"/>
          <p:nvPr/>
        </p:nvSpPr>
        <p:spPr>
          <a:xfrm>
            <a:off x="439738" y="4775200"/>
            <a:ext cx="3797300" cy="13223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latin typeface="Arial" panose="020B0604020202090204" pitchFamily="34" charset="0"/>
              </a:rPr>
              <a:t>For now: </a:t>
            </a:r>
            <a:r>
              <a:rPr lang="en-US" altLang="zh-CN" sz="2000">
                <a:latin typeface="Arial" panose="020B0604020202090204" pitchFamily="34" charset="0"/>
              </a:rPr>
              <a:t>don</a:t>
            </a:r>
            <a:r>
              <a:rPr lang="fr-FR" altLang="en-US" sz="2000">
                <a:latin typeface="Arial" panose="020B0604020202090204" pitchFamily="34" charset="0"/>
              </a:rPr>
              <a:t>’</a:t>
            </a:r>
            <a:r>
              <a:rPr lang="en-US" altLang="ja-JP" sz="2000">
                <a:latin typeface="Arial" panose="020B0604020202090204" pitchFamily="34" charset="0"/>
              </a:rPr>
              <a:t>t need to worry about how one interface is connected to another (with no intervening router) </a:t>
            </a:r>
            <a:endParaRPr lang="en-US" altLang="zh-CN" sz="2000">
              <a:latin typeface="Arial" panose="020B0604020202090204" pitchFamily="34" charset="0"/>
            </a:endParaRPr>
          </a:p>
        </p:txBody>
      </p:sp>
      <p:sp>
        <p:nvSpPr>
          <p:cNvPr id="81959"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64</a:t>
            </a:fld>
            <a:endParaRPr lang="en-US" altLang="zh-CN" sz="1200">
              <a:latin typeface="Tahoma" panose="020B0604030504040204" charset="0"/>
            </a:endParaRPr>
          </a:p>
        </p:txBody>
      </p:sp>
      <p:sp>
        <p:nvSpPr>
          <p:cNvPr id="8196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dissolve">
                                      <p:cBhvr>
                                        <p:cTn id="11" dur="500"/>
                                        <p:tgtEl>
                                          <p:spTgt spid="1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dissolve">
                                      <p:cBhvr>
                                        <p:cTn id="16" dur="500"/>
                                        <p:tgtEl>
                                          <p:spTgt spid="15"/>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dissolve">
                                      <p:cBhvr>
                                        <p:cTn id="21" dur="500"/>
                                        <p:tgtEl>
                                          <p:spTgt spid="17"/>
                                        </p:tgtEl>
                                      </p:cBhvr>
                                    </p:animEffect>
                                  </p:childTnLst>
                                </p:cTn>
                              </p:par>
                              <p:par>
                                <p:cTn id="22" presetID="9" presetClass="exit" presetSubtype="0" fill="hold" nodeType="withEffect">
                                  <p:stCondLst>
                                    <p:cond delay="0"/>
                                  </p:stCondLst>
                                  <p:childTnLst>
                                    <p:animEffect transition="out" filter="dissolve">
                                      <p:cBhvr>
                                        <p:cTn id="23" dur="500"/>
                                        <p:tgtEl>
                                          <p:spTgt spid="14"/>
                                        </p:tgtEl>
                                      </p:cBhvr>
                                    </p:animEffect>
                                    <p:set>
                                      <p:cBhvr>
                                        <p:cTn id="24" dur="1" fill="hold">
                                          <p:stCondLst>
                                            <p:cond delay="499"/>
                                          </p:stCondLst>
                                        </p:cTn>
                                        <p:tgtEl>
                                          <p:spTgt spid="14"/>
                                        </p:tgtEl>
                                        <p:attrNameLst>
                                          <p:attrName>style.visibility</p:attrName>
                                        </p:attrNameLst>
                                      </p:cBhvr>
                                      <p:to>
                                        <p:strVal val="hidden"/>
                                      </p:to>
                                    </p:set>
                                  </p:childTnLst>
                                </p:cTn>
                              </p:par>
                              <p:par>
                                <p:cTn id="25" presetID="9" presetClass="exit" presetSubtype="0" fill="hold" nodeType="withEffect">
                                  <p:stCondLst>
                                    <p:cond delay="0"/>
                                  </p:stCondLst>
                                  <p:childTnLst>
                                    <p:animEffect transition="out" filter="dissolve">
                                      <p:cBhvr>
                                        <p:cTn id="26" dur="500"/>
                                        <p:tgtEl>
                                          <p:spTgt spid="15"/>
                                        </p:tgtEl>
                                      </p:cBhvr>
                                    </p:animEffect>
                                    <p:set>
                                      <p:cBhvr>
                                        <p:cTn id="27" dur="1" fill="hold">
                                          <p:stCondLst>
                                            <p:cond delay="499"/>
                                          </p:stCondLst>
                                        </p:cTn>
                                        <p:tgtEl>
                                          <p:spTgt spid="15"/>
                                        </p:tgtEl>
                                        <p:attrNameLst>
                                          <p:attrName>style.visibility</p:attrName>
                                        </p:attrNameLst>
                                      </p:cBhvr>
                                      <p:to>
                                        <p:strVal val="hidden"/>
                                      </p:to>
                                    </p:set>
                                  </p:childTnLst>
                                </p:cTn>
                              </p:par>
                              <p:par>
                                <p:cTn id="28" presetID="9" presetClass="exit" presetSubtype="0" fill="hold" nodeType="withEffect">
                                  <p:stCondLst>
                                    <p:cond delay="0"/>
                                  </p:stCondLst>
                                  <p:childTnLst>
                                    <p:animEffect transition="out" filter="dissolve">
                                      <p:cBhvr>
                                        <p:cTn id="29" dur="500"/>
                                        <p:tgtEl>
                                          <p:spTgt spid="13"/>
                                        </p:tgtEl>
                                      </p:cBhvr>
                                    </p:animEffect>
                                    <p:set>
                                      <p:cBhvr>
                                        <p:cTn id="30" dur="1" fill="hold">
                                          <p:stCondLst>
                                            <p:cond delay="49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40" name="Rectangle 5"/>
          <p:cNvSpPr>
            <a:spLocks noGrp="1" noChangeArrowheads="1"/>
          </p:cNvSpPr>
          <p:nvPr>
            <p:ph type="title"/>
          </p:nvPr>
        </p:nvSpPr>
        <p:spPr>
          <a:xfrm>
            <a:off x="533400" y="228600"/>
            <a:ext cx="3702050" cy="763588"/>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Subnets</a:t>
            </a:r>
          </a:p>
        </p:txBody>
      </p:sp>
      <p:sp>
        <p:nvSpPr>
          <p:cNvPr id="82946" name="Rectangle 6"/>
          <p:cNvSpPr>
            <a:spLocks noGrp="1"/>
          </p:cNvSpPr>
          <p:nvPr>
            <p:ph sz="half" idx="1"/>
          </p:nvPr>
        </p:nvSpPr>
        <p:spPr>
          <a:xfrm>
            <a:off x="476250" y="1333500"/>
            <a:ext cx="3695700" cy="4648200"/>
          </a:xfrm>
        </p:spPr>
        <p:txBody>
          <a:bodyPr vert="horz" wrap="square" lIns="91440" tIns="45720" rIns="91440" bIns="45720" anchor="t" anchorCtr="0"/>
          <a:lstStyle/>
          <a:p>
            <a:pPr marL="234950" indent="-234950">
              <a:buClr>
                <a:srgbClr val="000099"/>
              </a:buClr>
              <a:buSzPct val="100000"/>
            </a:pPr>
            <a:r>
              <a:rPr lang="en-US" altLang="zh-CN">
                <a:solidFill>
                  <a:srgbClr val="000099"/>
                </a:solidFill>
                <a:latin typeface="+mn-lt"/>
                <a:ea typeface="MS PGothic" charset="0"/>
                <a:cs typeface="MS PGothic" charset="0"/>
              </a:rPr>
              <a:t>IP address:</a:t>
            </a:r>
            <a:r>
              <a:rPr lang="en-US" altLang="zh-CN">
                <a:latin typeface="+mn-lt"/>
                <a:ea typeface="MS PGothic" charset="0"/>
                <a:cs typeface="MS PGothic" charset="0"/>
              </a:rPr>
              <a:t> </a:t>
            </a:r>
          </a:p>
          <a:p>
            <a:pPr marL="513080" lvl="1" indent="-163830">
              <a:buClr>
                <a:srgbClr val="000099"/>
              </a:buClr>
              <a:buSzTx/>
            </a:pPr>
            <a:r>
              <a:rPr lang="en-US" altLang="zh-CN">
                <a:latin typeface="Gill Sans MT"/>
                <a:ea typeface="MS PGothic" charset="0"/>
                <a:cs typeface="Gill Sans MT"/>
              </a:rPr>
              <a:t>subnet part - high order bits</a:t>
            </a:r>
          </a:p>
          <a:p>
            <a:pPr marL="513080" lvl="1" indent="-163830">
              <a:buClr>
                <a:srgbClr val="000099"/>
              </a:buClr>
              <a:buSzTx/>
            </a:pPr>
            <a:r>
              <a:rPr lang="en-US" altLang="zh-CN">
                <a:latin typeface="Gill Sans MT"/>
                <a:ea typeface="MS PGothic" charset="0"/>
                <a:cs typeface="Gill Sans MT"/>
              </a:rPr>
              <a:t>host part - low order bits </a:t>
            </a:r>
          </a:p>
          <a:p>
            <a:pPr marL="234950" indent="-234950">
              <a:buClr>
                <a:srgbClr val="000099"/>
              </a:buClr>
              <a:buSzPct val="100000"/>
            </a:pPr>
            <a:r>
              <a:rPr lang="en-US" altLang="zh-CN" i="1">
                <a:solidFill>
                  <a:srgbClr val="000099"/>
                </a:solidFill>
                <a:latin typeface="+mn-lt"/>
                <a:ea typeface="MS PGothic" charset="0"/>
                <a:cs typeface="MS PGothic" charset="0"/>
              </a:rPr>
              <a:t>what</a:t>
            </a:r>
            <a:r>
              <a:rPr lang="ja-JP" altLang="en-US" i="1">
                <a:solidFill>
                  <a:srgbClr val="000099"/>
                </a:solidFill>
                <a:latin typeface="+mn-lt"/>
                <a:ea typeface="MS PGothic" charset="0"/>
                <a:cs typeface="MS PGothic" charset="0"/>
              </a:rPr>
              <a:t>’</a:t>
            </a:r>
            <a:r>
              <a:rPr lang="en-US" altLang="ja-JP" i="1">
                <a:solidFill>
                  <a:srgbClr val="000099"/>
                </a:solidFill>
                <a:latin typeface="+mn-lt"/>
                <a:ea typeface="MS PGothic" charset="0"/>
                <a:cs typeface="MS PGothic" charset="0"/>
              </a:rPr>
              <a:t>s a subnet ?</a:t>
            </a:r>
          </a:p>
          <a:p>
            <a:pPr marL="513080" lvl="1" indent="-163830">
              <a:buClr>
                <a:srgbClr val="000099"/>
              </a:buClr>
              <a:buSzTx/>
            </a:pPr>
            <a:r>
              <a:rPr lang="en-US" altLang="zh-CN">
                <a:latin typeface="Gill Sans MT"/>
                <a:ea typeface="MS PGothic" charset="0"/>
                <a:cs typeface="Gill Sans MT"/>
              </a:rPr>
              <a:t>device interfaces with same subnet part of IP address</a:t>
            </a:r>
          </a:p>
          <a:p>
            <a:pPr marL="513080" lvl="1" indent="-163830">
              <a:buClr>
                <a:srgbClr val="000099"/>
              </a:buClr>
              <a:buSzTx/>
            </a:pPr>
            <a:r>
              <a:rPr lang="en-US" altLang="zh-CN">
                <a:latin typeface="Gill Sans MT"/>
                <a:ea typeface="MS PGothic" charset="0"/>
                <a:cs typeface="Gill Sans MT"/>
              </a:rPr>
              <a:t>can physically reach each other </a:t>
            </a:r>
            <a:r>
              <a:rPr lang="en-US" altLang="zh-CN" i="1">
                <a:solidFill>
                  <a:srgbClr val="CC0000"/>
                </a:solidFill>
                <a:latin typeface="Gill Sans MT"/>
                <a:ea typeface="MS PGothic" charset="0"/>
                <a:cs typeface="Gill Sans MT"/>
              </a:rPr>
              <a:t>without intervening router</a:t>
            </a:r>
          </a:p>
        </p:txBody>
      </p:sp>
      <p:sp>
        <p:nvSpPr>
          <p:cNvPr id="82947" name="Text Box 56"/>
          <p:cNvSpPr txBox="1"/>
          <p:nvPr/>
        </p:nvSpPr>
        <p:spPr>
          <a:xfrm>
            <a:off x="4737100" y="5199063"/>
            <a:ext cx="3724275" cy="396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a:latin typeface="Arial" panose="020B0604020202090204" pitchFamily="34" charset="0"/>
              </a:rPr>
              <a:t>network consisting of 3 subnets</a:t>
            </a:r>
          </a:p>
        </p:txBody>
      </p:sp>
      <p:pic>
        <p:nvPicPr>
          <p:cNvPr id="82948" name="Picture 59" descr="underline_base"/>
          <p:cNvPicPr/>
          <p:nvPr/>
        </p:nvPicPr>
        <p:blipFill>
          <a:blip r:embed="rId2"/>
          <a:stretch>
            <a:fillRect/>
          </a:stretch>
        </p:blipFill>
        <p:spPr>
          <a:xfrm>
            <a:off x="622300" y="855663"/>
            <a:ext cx="2011363" cy="173037"/>
          </a:xfrm>
          <a:prstGeom prst="rect">
            <a:avLst/>
          </a:prstGeom>
          <a:noFill/>
          <a:ln w="9525">
            <a:noFill/>
          </a:ln>
        </p:spPr>
      </p:pic>
      <p:sp>
        <p:nvSpPr>
          <p:cNvPr id="82949" name="Rectangle 139"/>
          <p:cNvSpPr/>
          <p:nvPr/>
        </p:nvSpPr>
        <p:spPr>
          <a:xfrm>
            <a:off x="4965700" y="3354388"/>
            <a:ext cx="847725" cy="180975"/>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2950" name="Freeform 140"/>
          <p:cNvSpPr/>
          <p:nvPr/>
        </p:nvSpPr>
        <p:spPr>
          <a:xfrm>
            <a:off x="4378325" y="1293813"/>
            <a:ext cx="1941513" cy="2049462"/>
          </a:xfrm>
          <a:custGeom>
            <a:avLst/>
            <a:gdLst>
              <a:gd name="txL" fmla="*/ 0 w 1223"/>
              <a:gd name="txT" fmla="*/ 0 h 1291"/>
              <a:gd name="txR" fmla="*/ 1223 w 1223"/>
              <a:gd name="txB" fmla="*/ 1291 h 1291"/>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66CCFF">
              <a:alpha val="100000"/>
            </a:srgbClr>
          </a:solidFill>
          <a:ln w="9525">
            <a:noFill/>
          </a:ln>
        </p:spPr>
        <p:txBody>
          <a:bodyPr/>
          <a:lstStyle/>
          <a:p>
            <a:endParaRPr lang="zh-CN" altLang="en-US"/>
          </a:p>
        </p:txBody>
      </p:sp>
      <p:sp>
        <p:nvSpPr>
          <p:cNvPr id="82951" name="Freeform 141"/>
          <p:cNvSpPr/>
          <p:nvPr/>
        </p:nvSpPr>
        <p:spPr>
          <a:xfrm>
            <a:off x="6905625" y="1603375"/>
            <a:ext cx="1906588" cy="1958975"/>
          </a:xfrm>
          <a:custGeom>
            <a:avLst/>
            <a:gdLst>
              <a:gd name="txL" fmla="*/ 0 w 1201"/>
              <a:gd name="txT" fmla="*/ 0 h 1234"/>
              <a:gd name="txR" fmla="*/ 1201 w 1201"/>
              <a:gd name="txB" fmla="*/ 1234 h 1234"/>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01" h="1234">
                <a:moveTo>
                  <a:pt x="25" y="709"/>
                </a:moveTo>
                <a:cubicBezTo>
                  <a:pt x="49" y="824"/>
                  <a:pt x="428" y="709"/>
                  <a:pt x="526" y="780"/>
                </a:cubicBezTo>
                <a:cubicBezTo>
                  <a:pt x="624" y="851"/>
                  <a:pt x="543" y="1059"/>
                  <a:pt x="613" y="1134"/>
                </a:cubicBezTo>
                <a:cubicBezTo>
                  <a:pt x="683" y="1209"/>
                  <a:pt x="853" y="1234"/>
                  <a:pt x="946" y="1230"/>
                </a:cubicBezTo>
                <a:cubicBezTo>
                  <a:pt x="1039" y="1226"/>
                  <a:pt x="1141" y="1163"/>
                  <a:pt x="1171" y="1107"/>
                </a:cubicBezTo>
                <a:cubicBezTo>
                  <a:pt x="1201" y="1051"/>
                  <a:pt x="1135" y="963"/>
                  <a:pt x="1126" y="894"/>
                </a:cubicBezTo>
                <a:cubicBezTo>
                  <a:pt x="1117" y="825"/>
                  <a:pt x="1119" y="772"/>
                  <a:pt x="1114" y="693"/>
                </a:cubicBezTo>
                <a:cubicBezTo>
                  <a:pt x="1109" y="614"/>
                  <a:pt x="1095" y="502"/>
                  <a:pt x="1099" y="423"/>
                </a:cubicBezTo>
                <a:cubicBezTo>
                  <a:pt x="1103" y="344"/>
                  <a:pt x="1141" y="281"/>
                  <a:pt x="1141" y="216"/>
                </a:cubicBezTo>
                <a:cubicBezTo>
                  <a:pt x="1141" y="151"/>
                  <a:pt x="1185" y="56"/>
                  <a:pt x="1102" y="33"/>
                </a:cubicBezTo>
                <a:cubicBezTo>
                  <a:pt x="1019" y="10"/>
                  <a:pt x="740" y="0"/>
                  <a:pt x="646" y="81"/>
                </a:cubicBezTo>
                <a:cubicBezTo>
                  <a:pt x="552" y="162"/>
                  <a:pt x="635" y="441"/>
                  <a:pt x="535" y="519"/>
                </a:cubicBezTo>
                <a:cubicBezTo>
                  <a:pt x="435" y="597"/>
                  <a:pt x="129" y="516"/>
                  <a:pt x="44" y="548"/>
                </a:cubicBezTo>
                <a:cubicBezTo>
                  <a:pt x="15" y="601"/>
                  <a:pt x="0" y="594"/>
                  <a:pt x="25" y="709"/>
                </a:cubicBezTo>
                <a:close/>
              </a:path>
            </a:pathLst>
          </a:custGeom>
          <a:solidFill>
            <a:srgbClr val="66CCFF">
              <a:alpha val="100000"/>
            </a:srgbClr>
          </a:solidFill>
          <a:ln w="9525">
            <a:noFill/>
          </a:ln>
        </p:spPr>
        <p:txBody>
          <a:bodyPr/>
          <a:lstStyle/>
          <a:p>
            <a:endParaRPr lang="zh-CN" altLang="en-US"/>
          </a:p>
        </p:txBody>
      </p:sp>
      <p:sp>
        <p:nvSpPr>
          <p:cNvPr id="82952" name="Freeform 142"/>
          <p:cNvSpPr/>
          <p:nvPr/>
        </p:nvSpPr>
        <p:spPr>
          <a:xfrm>
            <a:off x="5578475" y="3036888"/>
            <a:ext cx="2041525" cy="1979612"/>
          </a:xfrm>
          <a:custGeom>
            <a:avLst/>
            <a:gdLst>
              <a:gd name="txL" fmla="*/ 0 w 1286"/>
              <a:gd name="txT" fmla="*/ 0 h 1247"/>
              <a:gd name="txR" fmla="*/ 1286 w 1286"/>
              <a:gd name="txB" fmla="*/ 1247 h 124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86" h="1247">
                <a:moveTo>
                  <a:pt x="587" y="30"/>
                </a:moveTo>
                <a:cubicBezTo>
                  <a:pt x="473" y="60"/>
                  <a:pt x="601" y="475"/>
                  <a:pt x="509" y="618"/>
                </a:cubicBezTo>
                <a:cubicBezTo>
                  <a:pt x="424" y="765"/>
                  <a:pt x="154" y="830"/>
                  <a:pt x="77" y="909"/>
                </a:cubicBezTo>
                <a:cubicBezTo>
                  <a:pt x="0" y="988"/>
                  <a:pt x="37" y="1043"/>
                  <a:pt x="47" y="1095"/>
                </a:cubicBezTo>
                <a:cubicBezTo>
                  <a:pt x="57" y="1147"/>
                  <a:pt x="71" y="1205"/>
                  <a:pt x="140" y="1224"/>
                </a:cubicBezTo>
                <a:cubicBezTo>
                  <a:pt x="209" y="1243"/>
                  <a:pt x="369" y="1212"/>
                  <a:pt x="461" y="1209"/>
                </a:cubicBezTo>
                <a:cubicBezTo>
                  <a:pt x="553" y="1206"/>
                  <a:pt x="571" y="1206"/>
                  <a:pt x="692" y="1209"/>
                </a:cubicBezTo>
                <a:cubicBezTo>
                  <a:pt x="813" y="1212"/>
                  <a:pt x="1094" y="1247"/>
                  <a:pt x="1190" y="1227"/>
                </a:cubicBezTo>
                <a:cubicBezTo>
                  <a:pt x="1286" y="1207"/>
                  <a:pt x="1279" y="1170"/>
                  <a:pt x="1271" y="1089"/>
                </a:cubicBezTo>
                <a:cubicBezTo>
                  <a:pt x="1263" y="1008"/>
                  <a:pt x="1217" y="818"/>
                  <a:pt x="1139" y="741"/>
                </a:cubicBezTo>
                <a:cubicBezTo>
                  <a:pt x="1061" y="664"/>
                  <a:pt x="865" y="743"/>
                  <a:pt x="800" y="627"/>
                </a:cubicBezTo>
                <a:cubicBezTo>
                  <a:pt x="735" y="511"/>
                  <a:pt x="785" y="142"/>
                  <a:pt x="749" y="42"/>
                </a:cubicBezTo>
                <a:cubicBezTo>
                  <a:pt x="695" y="15"/>
                  <a:pt x="701" y="0"/>
                  <a:pt x="587" y="30"/>
                </a:cubicBezTo>
                <a:close/>
              </a:path>
            </a:pathLst>
          </a:custGeom>
          <a:solidFill>
            <a:srgbClr val="66CCFF">
              <a:alpha val="100000"/>
            </a:srgbClr>
          </a:solidFill>
          <a:ln w="9525">
            <a:noFill/>
          </a:ln>
        </p:spPr>
        <p:txBody>
          <a:bodyPr/>
          <a:lstStyle/>
          <a:p>
            <a:endParaRPr lang="zh-CN" altLang="en-US"/>
          </a:p>
        </p:txBody>
      </p:sp>
      <p:sp>
        <p:nvSpPr>
          <p:cNvPr id="82953" name="Line 143"/>
          <p:cNvSpPr/>
          <p:nvPr/>
        </p:nvSpPr>
        <p:spPr>
          <a:xfrm>
            <a:off x="5016500" y="1816100"/>
            <a:ext cx="277813" cy="1588"/>
          </a:xfrm>
          <a:prstGeom prst="line">
            <a:avLst/>
          </a:prstGeom>
          <a:ln w="19050" cap="flat" cmpd="sng">
            <a:solidFill>
              <a:schemeClr val="tx1"/>
            </a:solidFill>
            <a:prstDash val="solid"/>
            <a:headEnd type="none" w="med" len="med"/>
            <a:tailEnd type="none" w="med" len="med"/>
          </a:ln>
        </p:spPr>
      </p:sp>
      <p:sp>
        <p:nvSpPr>
          <p:cNvPr id="82954" name="Line 145"/>
          <p:cNvSpPr/>
          <p:nvPr/>
        </p:nvSpPr>
        <p:spPr>
          <a:xfrm flipV="1">
            <a:off x="5016500" y="2460625"/>
            <a:ext cx="277813" cy="3175"/>
          </a:xfrm>
          <a:prstGeom prst="line">
            <a:avLst/>
          </a:prstGeom>
          <a:ln w="19050" cap="flat" cmpd="sng">
            <a:solidFill>
              <a:schemeClr val="tx1"/>
            </a:solidFill>
            <a:prstDash val="solid"/>
            <a:headEnd type="none" w="med" len="med"/>
            <a:tailEnd type="none" w="med" len="med"/>
          </a:ln>
        </p:spPr>
      </p:sp>
      <p:sp>
        <p:nvSpPr>
          <p:cNvPr id="82955" name="Line 146"/>
          <p:cNvSpPr/>
          <p:nvPr/>
        </p:nvSpPr>
        <p:spPr>
          <a:xfrm>
            <a:off x="5026025" y="3087688"/>
            <a:ext cx="273050" cy="1587"/>
          </a:xfrm>
          <a:prstGeom prst="line">
            <a:avLst/>
          </a:prstGeom>
          <a:ln w="19050" cap="flat" cmpd="sng">
            <a:solidFill>
              <a:schemeClr val="tx1"/>
            </a:solidFill>
            <a:prstDash val="solid"/>
            <a:headEnd type="none" w="med" len="med"/>
            <a:tailEnd type="none" w="med" len="med"/>
          </a:ln>
        </p:spPr>
      </p:sp>
      <p:sp>
        <p:nvSpPr>
          <p:cNvPr id="82956" name="Line 147"/>
          <p:cNvSpPr/>
          <p:nvPr/>
        </p:nvSpPr>
        <p:spPr>
          <a:xfrm>
            <a:off x="5519738" y="2662238"/>
            <a:ext cx="822325" cy="3175"/>
          </a:xfrm>
          <a:prstGeom prst="line">
            <a:avLst/>
          </a:prstGeom>
          <a:ln w="19050" cap="flat" cmpd="sng">
            <a:solidFill>
              <a:schemeClr val="tx1"/>
            </a:solidFill>
            <a:prstDash val="solid"/>
            <a:headEnd type="none" w="med" len="med"/>
            <a:tailEnd type="none" w="med" len="med"/>
          </a:ln>
        </p:spPr>
      </p:sp>
      <p:sp>
        <p:nvSpPr>
          <p:cNvPr id="82957" name="Text Box 148"/>
          <p:cNvSpPr txBox="1"/>
          <p:nvPr/>
        </p:nvSpPr>
        <p:spPr>
          <a:xfrm>
            <a:off x="4975225" y="149066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223.1.1.1</a:t>
            </a:r>
            <a:endParaRPr lang="en-US" altLang="zh-CN" sz="1800">
              <a:latin typeface="Comic Sans MS" panose="030F0902030302020204" charset="0"/>
            </a:endParaRPr>
          </a:p>
        </p:txBody>
      </p:sp>
      <p:sp>
        <p:nvSpPr>
          <p:cNvPr id="82958" name="Text Box 149"/>
          <p:cNvSpPr txBox="1"/>
          <p:nvPr/>
        </p:nvSpPr>
        <p:spPr>
          <a:xfrm>
            <a:off x="4860925" y="311626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223.1.1.3</a:t>
            </a:r>
            <a:endParaRPr lang="en-US" altLang="zh-CN" sz="1800">
              <a:latin typeface="Comic Sans MS" panose="030F0902030302020204" charset="0"/>
            </a:endParaRPr>
          </a:p>
        </p:txBody>
      </p:sp>
      <p:sp>
        <p:nvSpPr>
          <p:cNvPr id="82959" name="Text Box 150"/>
          <p:cNvSpPr txBox="1"/>
          <p:nvPr/>
        </p:nvSpPr>
        <p:spPr>
          <a:xfrm>
            <a:off x="5607050" y="2355850"/>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223.1.1.4</a:t>
            </a:r>
            <a:endParaRPr lang="en-US" altLang="zh-CN" sz="1800">
              <a:latin typeface="Comic Sans MS" panose="030F0902030302020204" charset="0"/>
            </a:endParaRPr>
          </a:p>
        </p:txBody>
      </p:sp>
      <p:sp>
        <p:nvSpPr>
          <p:cNvPr id="82960" name="Line 151"/>
          <p:cNvSpPr/>
          <p:nvPr/>
        </p:nvSpPr>
        <p:spPr>
          <a:xfrm>
            <a:off x="6854825" y="2668588"/>
            <a:ext cx="639763" cy="1587"/>
          </a:xfrm>
          <a:prstGeom prst="line">
            <a:avLst/>
          </a:prstGeom>
          <a:ln w="19050" cap="flat" cmpd="sng">
            <a:solidFill>
              <a:schemeClr val="tx1"/>
            </a:solidFill>
            <a:prstDash val="solid"/>
            <a:headEnd type="none" w="med" len="med"/>
            <a:tailEnd type="none" w="med" len="med"/>
          </a:ln>
        </p:spPr>
      </p:sp>
      <p:sp>
        <p:nvSpPr>
          <p:cNvPr id="82961" name="Text Box 152"/>
          <p:cNvSpPr txBox="1"/>
          <p:nvPr/>
        </p:nvSpPr>
        <p:spPr>
          <a:xfrm>
            <a:off x="6727825" y="2357438"/>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223.1.2.9</a:t>
            </a:r>
            <a:endParaRPr lang="en-US" altLang="zh-CN" sz="1800">
              <a:latin typeface="Comic Sans MS" panose="030F0902030302020204" charset="0"/>
            </a:endParaRPr>
          </a:p>
        </p:txBody>
      </p:sp>
      <p:sp>
        <p:nvSpPr>
          <p:cNvPr id="82962" name="Line 154"/>
          <p:cNvSpPr/>
          <p:nvPr/>
        </p:nvSpPr>
        <p:spPr>
          <a:xfrm>
            <a:off x="7878763" y="1978025"/>
            <a:ext cx="234950" cy="6350"/>
          </a:xfrm>
          <a:prstGeom prst="line">
            <a:avLst/>
          </a:prstGeom>
          <a:ln w="19050" cap="flat" cmpd="sng">
            <a:solidFill>
              <a:schemeClr val="tx1"/>
            </a:solidFill>
            <a:prstDash val="solid"/>
            <a:headEnd type="none" w="med" len="med"/>
            <a:tailEnd type="none" w="med" len="med"/>
          </a:ln>
        </p:spPr>
      </p:sp>
      <p:sp>
        <p:nvSpPr>
          <p:cNvPr id="82963" name="Line 155"/>
          <p:cNvSpPr/>
          <p:nvPr/>
        </p:nvSpPr>
        <p:spPr>
          <a:xfrm>
            <a:off x="7878763" y="3249613"/>
            <a:ext cx="234950" cy="6350"/>
          </a:xfrm>
          <a:prstGeom prst="line">
            <a:avLst/>
          </a:prstGeom>
          <a:ln w="19050" cap="flat" cmpd="sng">
            <a:solidFill>
              <a:schemeClr val="tx1"/>
            </a:solidFill>
            <a:prstDash val="solid"/>
            <a:headEnd type="none" w="med" len="med"/>
            <a:tailEnd type="none" w="med" len="med"/>
          </a:ln>
        </p:spPr>
      </p:sp>
      <p:sp>
        <p:nvSpPr>
          <p:cNvPr id="82964" name="Line 156"/>
          <p:cNvSpPr/>
          <p:nvPr/>
        </p:nvSpPr>
        <p:spPr>
          <a:xfrm>
            <a:off x="6616700" y="3006725"/>
            <a:ext cx="3175" cy="644525"/>
          </a:xfrm>
          <a:prstGeom prst="line">
            <a:avLst/>
          </a:prstGeom>
          <a:ln w="19050" cap="flat" cmpd="sng">
            <a:solidFill>
              <a:schemeClr val="tx1"/>
            </a:solidFill>
            <a:prstDash val="solid"/>
            <a:headEnd type="none" w="med" len="med"/>
            <a:tailEnd type="none" w="med" len="med"/>
          </a:ln>
        </p:spPr>
      </p:sp>
      <p:sp>
        <p:nvSpPr>
          <p:cNvPr id="82965" name="Line 158"/>
          <p:cNvSpPr/>
          <p:nvPr/>
        </p:nvSpPr>
        <p:spPr>
          <a:xfrm flipH="1" flipV="1">
            <a:off x="6003925" y="4279900"/>
            <a:ext cx="3175" cy="241300"/>
          </a:xfrm>
          <a:prstGeom prst="line">
            <a:avLst/>
          </a:prstGeom>
          <a:ln w="19050" cap="flat" cmpd="sng">
            <a:solidFill>
              <a:schemeClr val="tx1"/>
            </a:solidFill>
            <a:prstDash val="solid"/>
            <a:headEnd type="none" w="med" len="med"/>
            <a:tailEnd type="none" w="med" len="med"/>
          </a:ln>
        </p:spPr>
      </p:sp>
      <p:sp>
        <p:nvSpPr>
          <p:cNvPr id="82966" name="Line 159"/>
          <p:cNvSpPr/>
          <p:nvPr/>
        </p:nvSpPr>
        <p:spPr>
          <a:xfrm flipH="1" flipV="1">
            <a:off x="7180263" y="4284663"/>
            <a:ext cx="3175" cy="241300"/>
          </a:xfrm>
          <a:prstGeom prst="line">
            <a:avLst/>
          </a:prstGeom>
          <a:ln w="19050" cap="flat" cmpd="sng">
            <a:solidFill>
              <a:schemeClr val="tx1"/>
            </a:solidFill>
            <a:prstDash val="solid"/>
            <a:headEnd type="none" w="med" len="med"/>
            <a:tailEnd type="none" w="med" len="med"/>
          </a:ln>
        </p:spPr>
      </p:sp>
      <p:sp>
        <p:nvSpPr>
          <p:cNvPr id="82967" name="Text Box 160"/>
          <p:cNvSpPr txBox="1"/>
          <p:nvPr/>
        </p:nvSpPr>
        <p:spPr>
          <a:xfrm>
            <a:off x="7151688" y="4162425"/>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223.1.3.2</a:t>
            </a:r>
            <a:endParaRPr lang="en-US" altLang="zh-CN" sz="1800">
              <a:latin typeface="Comic Sans MS" panose="030F0902030302020204" charset="0"/>
            </a:endParaRPr>
          </a:p>
        </p:txBody>
      </p:sp>
      <p:sp>
        <p:nvSpPr>
          <p:cNvPr id="82968" name="Text Box 161"/>
          <p:cNvSpPr txBox="1"/>
          <p:nvPr/>
        </p:nvSpPr>
        <p:spPr>
          <a:xfrm>
            <a:off x="4981575" y="4257675"/>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223.1.3.1</a:t>
            </a:r>
            <a:endParaRPr lang="en-US" altLang="zh-CN" sz="1800">
              <a:latin typeface="Comic Sans MS" panose="030F0902030302020204" charset="0"/>
            </a:endParaRPr>
          </a:p>
        </p:txBody>
      </p:sp>
      <p:grpSp>
        <p:nvGrpSpPr>
          <p:cNvPr id="82969" name="Group 162"/>
          <p:cNvGrpSpPr/>
          <p:nvPr/>
        </p:nvGrpSpPr>
        <p:grpSpPr>
          <a:xfrm>
            <a:off x="4373563" y="1517650"/>
            <a:ext cx="641350" cy="558800"/>
            <a:chOff x="-44" y="1473"/>
            <a:chExt cx="981" cy="1105"/>
          </a:xfrm>
        </p:grpSpPr>
        <p:pic>
          <p:nvPicPr>
            <p:cNvPr id="83010" name="Picture 163"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3011" name="Freeform 164"/>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2970" name="Group 165"/>
          <p:cNvGrpSpPr/>
          <p:nvPr/>
        </p:nvGrpSpPr>
        <p:grpSpPr>
          <a:xfrm>
            <a:off x="4368800" y="2127250"/>
            <a:ext cx="641350" cy="558800"/>
            <a:chOff x="-44" y="1473"/>
            <a:chExt cx="981" cy="1105"/>
          </a:xfrm>
        </p:grpSpPr>
        <p:pic>
          <p:nvPicPr>
            <p:cNvPr id="83008" name="Picture 166"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3009" name="Freeform 167"/>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2971" name="Group 168"/>
          <p:cNvGrpSpPr/>
          <p:nvPr/>
        </p:nvGrpSpPr>
        <p:grpSpPr>
          <a:xfrm>
            <a:off x="4397375" y="2736850"/>
            <a:ext cx="641350" cy="558800"/>
            <a:chOff x="-44" y="1473"/>
            <a:chExt cx="981" cy="1105"/>
          </a:xfrm>
        </p:grpSpPr>
        <p:pic>
          <p:nvPicPr>
            <p:cNvPr id="83006" name="Picture 169"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3007" name="Freeform 170"/>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2972" name="Group 171"/>
          <p:cNvGrpSpPr/>
          <p:nvPr/>
        </p:nvGrpSpPr>
        <p:grpSpPr>
          <a:xfrm flipH="1">
            <a:off x="8105775" y="1685925"/>
            <a:ext cx="641350" cy="558800"/>
            <a:chOff x="-44" y="1473"/>
            <a:chExt cx="981" cy="1105"/>
          </a:xfrm>
        </p:grpSpPr>
        <p:pic>
          <p:nvPicPr>
            <p:cNvPr id="83004" name="Picture 172"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3005" name="Freeform 173"/>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2973" name="Group 174"/>
          <p:cNvGrpSpPr/>
          <p:nvPr/>
        </p:nvGrpSpPr>
        <p:grpSpPr>
          <a:xfrm flipH="1">
            <a:off x="8180388" y="2965450"/>
            <a:ext cx="641350" cy="558800"/>
            <a:chOff x="-44" y="1473"/>
            <a:chExt cx="981" cy="1105"/>
          </a:xfrm>
        </p:grpSpPr>
        <p:pic>
          <p:nvPicPr>
            <p:cNvPr id="83002" name="Picture 175"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3003" name="Freeform 176"/>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2974" name="Group 177"/>
          <p:cNvGrpSpPr/>
          <p:nvPr/>
        </p:nvGrpSpPr>
        <p:grpSpPr>
          <a:xfrm flipH="1">
            <a:off x="6972300" y="4489450"/>
            <a:ext cx="641350" cy="558800"/>
            <a:chOff x="-44" y="1473"/>
            <a:chExt cx="981" cy="1105"/>
          </a:xfrm>
        </p:grpSpPr>
        <p:pic>
          <p:nvPicPr>
            <p:cNvPr id="83000" name="Picture 178"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3001" name="Freeform 179"/>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2975" name="Group 180"/>
          <p:cNvGrpSpPr/>
          <p:nvPr/>
        </p:nvGrpSpPr>
        <p:grpSpPr>
          <a:xfrm flipH="1">
            <a:off x="5808663" y="4530725"/>
            <a:ext cx="641350" cy="558800"/>
            <a:chOff x="-44" y="1473"/>
            <a:chExt cx="981" cy="1105"/>
          </a:xfrm>
        </p:grpSpPr>
        <p:pic>
          <p:nvPicPr>
            <p:cNvPr id="82998" name="Picture 181"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2999" name="Freeform 182"/>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2976" name="Group 183"/>
          <p:cNvGrpSpPr/>
          <p:nvPr/>
        </p:nvGrpSpPr>
        <p:grpSpPr>
          <a:xfrm>
            <a:off x="6237288" y="2624138"/>
            <a:ext cx="698500" cy="355600"/>
            <a:chOff x="4396" y="1245"/>
            <a:chExt cx="672" cy="248"/>
          </a:xfrm>
        </p:grpSpPr>
        <p:sp>
          <p:nvSpPr>
            <p:cNvPr id="82990"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2991"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2992"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82993" name="Group 187"/>
            <p:cNvGrpSpPr/>
            <p:nvPr/>
          </p:nvGrpSpPr>
          <p:grpSpPr>
            <a:xfrm>
              <a:off x="4530" y="1287"/>
              <a:ext cx="377" cy="75"/>
              <a:chOff x="2468" y="1332"/>
              <a:chExt cx="310" cy="60"/>
            </a:xfrm>
          </p:grpSpPr>
          <p:sp>
            <p:nvSpPr>
              <p:cNvPr id="82996" name="Freeform 188"/>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82997" name="Freeform 189"/>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82994" name="Line 190"/>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82995" name="Line 191"/>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82977" name="Group 192"/>
          <p:cNvGrpSpPr/>
          <p:nvPr/>
        </p:nvGrpSpPr>
        <p:grpSpPr>
          <a:xfrm>
            <a:off x="6850063" y="3529013"/>
            <a:ext cx="1006475" cy="573087"/>
            <a:chOff x="4758" y="3508"/>
            <a:chExt cx="634" cy="361"/>
          </a:xfrm>
        </p:grpSpPr>
        <p:sp>
          <p:nvSpPr>
            <p:cNvPr id="82988" name="Text Box 193"/>
            <p:cNvSpPr txBox="1"/>
            <p:nvPr/>
          </p:nvSpPr>
          <p:spPr>
            <a:xfrm>
              <a:off x="4844" y="3508"/>
              <a:ext cx="548"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CC0000"/>
                  </a:solidFill>
                  <a:latin typeface="Arial" panose="020B0604020202090204" pitchFamily="34" charset="0"/>
                </a:rPr>
                <a:t>subnet</a:t>
              </a:r>
            </a:p>
          </p:txBody>
        </p:sp>
        <p:sp>
          <p:nvSpPr>
            <p:cNvPr id="82989" name="Line 194"/>
            <p:cNvSpPr/>
            <p:nvPr/>
          </p:nvSpPr>
          <p:spPr>
            <a:xfrm flipH="1">
              <a:off x="4758" y="3677"/>
              <a:ext cx="108" cy="192"/>
            </a:xfrm>
            <a:prstGeom prst="line">
              <a:avLst/>
            </a:prstGeom>
            <a:ln w="9525" cap="flat" cmpd="sng">
              <a:solidFill>
                <a:srgbClr val="CC0000"/>
              </a:solidFill>
              <a:prstDash val="solid"/>
              <a:headEnd type="none" w="med" len="med"/>
              <a:tailEnd type="triangle" w="med" len="med"/>
            </a:ln>
          </p:spPr>
        </p:sp>
      </p:grpSp>
      <p:sp>
        <p:nvSpPr>
          <p:cNvPr id="82978" name="Rectangle 195"/>
          <p:cNvSpPr/>
          <p:nvPr/>
        </p:nvSpPr>
        <p:spPr>
          <a:xfrm>
            <a:off x="5130800" y="2163763"/>
            <a:ext cx="288925" cy="233362"/>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2979" name="Text Box 196"/>
          <p:cNvSpPr txBox="1"/>
          <p:nvPr/>
        </p:nvSpPr>
        <p:spPr>
          <a:xfrm>
            <a:off x="4975225" y="2133600"/>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223.1.1.2</a:t>
            </a:r>
            <a:endParaRPr lang="en-US" altLang="zh-CN" sz="1800">
              <a:latin typeface="Comic Sans MS" panose="030F0902030302020204" charset="0"/>
            </a:endParaRPr>
          </a:p>
        </p:txBody>
      </p:sp>
      <p:sp>
        <p:nvSpPr>
          <p:cNvPr id="82980" name="Rectangle 197"/>
          <p:cNvSpPr/>
          <p:nvPr/>
        </p:nvSpPr>
        <p:spPr>
          <a:xfrm>
            <a:off x="7835900" y="2149475"/>
            <a:ext cx="288925" cy="233363"/>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2981" name="Rectangle 198"/>
          <p:cNvSpPr/>
          <p:nvPr/>
        </p:nvSpPr>
        <p:spPr>
          <a:xfrm>
            <a:off x="7832725" y="2949575"/>
            <a:ext cx="288925" cy="233363"/>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2982" name="Rectangle 199"/>
          <p:cNvSpPr/>
          <p:nvPr/>
        </p:nvSpPr>
        <p:spPr>
          <a:xfrm>
            <a:off x="6480175" y="3135313"/>
            <a:ext cx="288925" cy="233362"/>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2983" name="Text Box 200"/>
          <p:cNvSpPr txBox="1"/>
          <p:nvPr/>
        </p:nvSpPr>
        <p:spPr>
          <a:xfrm>
            <a:off x="6003925" y="3097213"/>
            <a:ext cx="1144588"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223.1.3.27</a:t>
            </a:r>
            <a:endParaRPr lang="en-US" altLang="zh-CN" sz="1800">
              <a:latin typeface="Comic Sans MS" panose="030F0902030302020204" charset="0"/>
            </a:endParaRPr>
          </a:p>
        </p:txBody>
      </p:sp>
      <p:sp>
        <p:nvSpPr>
          <p:cNvPr id="82984" name="Text Box 201"/>
          <p:cNvSpPr txBox="1"/>
          <p:nvPr/>
        </p:nvSpPr>
        <p:spPr>
          <a:xfrm>
            <a:off x="7189788" y="288766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223.1.2.2</a:t>
            </a:r>
            <a:endParaRPr lang="en-US" altLang="zh-CN" sz="1800">
              <a:latin typeface="Comic Sans MS" panose="030F0902030302020204" charset="0"/>
            </a:endParaRPr>
          </a:p>
        </p:txBody>
      </p:sp>
      <p:sp>
        <p:nvSpPr>
          <p:cNvPr id="82985" name="Text Box 202"/>
          <p:cNvSpPr txBox="1"/>
          <p:nvPr/>
        </p:nvSpPr>
        <p:spPr>
          <a:xfrm>
            <a:off x="7586663" y="2128838"/>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223.1.2.1</a:t>
            </a:r>
            <a:endParaRPr lang="en-US" altLang="zh-CN" sz="1800">
              <a:latin typeface="Comic Sans MS" panose="030F0902030302020204" charset="0"/>
            </a:endParaRPr>
          </a:p>
        </p:txBody>
      </p:sp>
      <p:sp>
        <p:nvSpPr>
          <p:cNvPr id="82986"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65</a:t>
            </a:fld>
            <a:endParaRPr lang="en-US" altLang="zh-CN" sz="1200">
              <a:latin typeface="Tahoma" panose="020B0604030504040204" charset="0"/>
            </a:endParaRPr>
          </a:p>
        </p:txBody>
      </p:sp>
      <p:sp>
        <p:nvSpPr>
          <p:cNvPr id="82987"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2" name="圆角矩形标注 1"/>
          <p:cNvSpPr/>
          <p:nvPr/>
        </p:nvSpPr>
        <p:spPr>
          <a:xfrm>
            <a:off x="2466340" y="6078855"/>
            <a:ext cx="1931035" cy="396875"/>
          </a:xfrm>
          <a:prstGeom prst="wedgeRoundRectCallout">
            <a:avLst>
              <a:gd name="adj1" fmla="val -52071"/>
              <a:gd name="adj2" fmla="val -158640"/>
              <a:gd name="adj3" fmla="val 16667"/>
            </a:avLst>
          </a:prstGeom>
          <a:solidFill>
            <a:schemeClr val="accent1"/>
          </a:solidFill>
          <a:ln w="9525" cap="flat" cmpd="sng" algn="ctr">
            <a:solidFill>
              <a:schemeClr val="tx1"/>
            </a:solidFill>
            <a:prstDash val="solid"/>
            <a:round/>
            <a:headEnd type="none" w="med" len="med"/>
            <a:tailEnd type="none" w="med" len="med"/>
          </a:ln>
        </p:spPr>
        <p:txBody>
          <a:bodyPr vert="horz" wrap="none" lIns="91440" tIns="45720" rIns="91440" bIns="45720" numCol="1" anchor="ctr" anchorCtr="0" compatLnSpc="1"/>
          <a:lstStyle/>
          <a:p>
            <a:pPr marL="0" marR="0" indent="0" algn="ctr" defTabSz="914400" rtl="0" eaLnBrk="0" fontAlgn="base" latinLnBrk="0" hangingPunct="0">
              <a:lnSpc>
                <a:spcPct val="100000"/>
              </a:lnSpc>
              <a:spcBef>
                <a:spcPct val="0"/>
              </a:spcBef>
              <a:spcAft>
                <a:spcPct val="0"/>
              </a:spcAft>
              <a:buClrTx/>
              <a:buSzTx/>
              <a:buFontTx/>
              <a:buNone/>
            </a:pPr>
            <a:r>
              <a:rPr kumimoji="0" lang="zh-CN" altLang="en-US" sz="1800" b="1" i="0" u="none" strike="noStrike" cap="none" normalizeH="0" baseline="0">
                <a:ln>
                  <a:noFill/>
                </a:ln>
                <a:solidFill>
                  <a:schemeClr val="bg1"/>
                </a:solidFill>
                <a:effectLst/>
                <a:latin typeface="Arial" panose="020B0604020202090204" pitchFamily="34" charset="0"/>
              </a:rPr>
              <a:t>不跨越路由器</a:t>
            </a:r>
          </a:p>
        </p:txBody>
      </p:sp>
    </p:spTree>
  </p:cSld>
  <p:clrMapOvr>
    <a:masterClrMapping/>
  </p:clrMapOvr>
  <p:transition spd="slow"/>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Rectangle 6"/>
          <p:cNvSpPr>
            <a:spLocks noGrp="1"/>
          </p:cNvSpPr>
          <p:nvPr>
            <p:ph sz="half" idx="1"/>
          </p:nvPr>
        </p:nvSpPr>
        <p:spPr>
          <a:xfrm>
            <a:off x="476250" y="1333500"/>
            <a:ext cx="3695700" cy="4648200"/>
          </a:xfrm>
        </p:spPr>
        <p:txBody>
          <a:bodyPr vert="horz" wrap="square" lIns="91440" tIns="45720" rIns="91440" bIns="45720" anchor="t" anchorCtr="0"/>
          <a:lstStyle/>
          <a:p>
            <a:pPr>
              <a:buClr>
                <a:srgbClr val="000099"/>
              </a:buClr>
              <a:buSzPct val="100000"/>
            </a:pPr>
            <a:endParaRPr lang="en-US" altLang="zh-CN" sz="2400">
              <a:latin typeface="+mn-lt"/>
              <a:ea typeface="MS PGothic" charset="0"/>
              <a:cs typeface="MS PGothic" charset="0"/>
            </a:endParaRPr>
          </a:p>
          <a:p>
            <a:pPr>
              <a:buClr>
                <a:srgbClr val="000099"/>
              </a:buClr>
              <a:buSzPct val="100000"/>
            </a:pPr>
            <a:endParaRPr lang="en-US" altLang="zh-CN" sz="2400">
              <a:latin typeface="+mn-lt"/>
              <a:ea typeface="MS PGothic" charset="0"/>
              <a:cs typeface="MS PGothic" charset="0"/>
            </a:endParaRPr>
          </a:p>
        </p:txBody>
      </p:sp>
      <p:sp>
        <p:nvSpPr>
          <p:cNvPr id="40965" name="Rectangle 60"/>
          <p:cNvSpPr>
            <a:spLocks noGrp="1" noChangeArrowheads="1"/>
          </p:cNvSpPr>
          <p:nvPr>
            <p:ph sz="half" idx="2"/>
          </p:nvPr>
        </p:nvSpPr>
        <p:spPr>
          <a:xfrm>
            <a:off x="515938" y="1535113"/>
            <a:ext cx="3810000" cy="4648200"/>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2800" b="0" i="1" u="none" strike="noStrike" kern="0" cap="none" spc="0" normalizeH="0" baseline="0" noProof="0">
                <a:ln>
                  <a:noFill/>
                </a:ln>
                <a:solidFill>
                  <a:srgbClr val="CC0000"/>
                </a:solidFill>
                <a:effectLst/>
                <a:uLnTx/>
                <a:uFillTx/>
                <a:latin typeface="+mn-lt"/>
                <a:ea typeface="MS PGothic" charset="0"/>
                <a:cs typeface="+mn-cs"/>
              </a:rPr>
              <a:t>recipe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to determine the subnets, detach each interface from its host or router, creating islands of isolated networks</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each isolated network is called a </a:t>
            </a:r>
            <a:r>
              <a:rPr kumimoji="0" lang="en-US" sz="2800" b="0" i="1" u="none" strike="noStrike" kern="0" cap="none" spc="0" normalizeH="0" baseline="0" noProof="0">
                <a:ln>
                  <a:noFill/>
                </a:ln>
                <a:solidFill>
                  <a:srgbClr val="CC0000"/>
                </a:solidFill>
                <a:effectLst/>
                <a:uLnTx/>
                <a:uFillTx/>
                <a:latin typeface="+mn-lt"/>
                <a:ea typeface="MS PGothic" charset="0"/>
                <a:cs typeface="+mn-cs"/>
              </a:rPr>
              <a:t>subnet</a:t>
            </a:r>
          </a:p>
        </p:txBody>
      </p:sp>
      <p:sp>
        <p:nvSpPr>
          <p:cNvPr id="83971" name="Text Box 61"/>
          <p:cNvSpPr txBox="1"/>
          <p:nvPr/>
        </p:nvSpPr>
        <p:spPr>
          <a:xfrm>
            <a:off x="5557838" y="5781675"/>
            <a:ext cx="2505075" cy="4572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latin typeface="Arial" panose="020B0604020202090204" pitchFamily="34" charset="0"/>
              </a:rPr>
              <a:t>subnet mask: /24</a:t>
            </a:r>
          </a:p>
        </p:txBody>
      </p:sp>
      <p:sp>
        <p:nvSpPr>
          <p:cNvPr id="40967" name="Rectangle 185"/>
          <p:cNvSpPr>
            <a:spLocks noGrp="1" noChangeArrowheads="1"/>
          </p:cNvSpPr>
          <p:nvPr>
            <p:ph type="title"/>
          </p:nvPr>
        </p:nvSpPr>
        <p:spPr>
          <a:xfrm>
            <a:off x="533400" y="228600"/>
            <a:ext cx="3702050" cy="763588"/>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Subnets</a:t>
            </a:r>
          </a:p>
        </p:txBody>
      </p:sp>
      <p:pic>
        <p:nvPicPr>
          <p:cNvPr id="83973" name="Picture 186" descr="underline_base"/>
          <p:cNvPicPr/>
          <p:nvPr/>
        </p:nvPicPr>
        <p:blipFill>
          <a:blip r:embed="rId2"/>
          <a:stretch>
            <a:fillRect/>
          </a:stretch>
        </p:blipFill>
        <p:spPr>
          <a:xfrm>
            <a:off x="622300" y="855663"/>
            <a:ext cx="2011363" cy="173037"/>
          </a:xfrm>
          <a:prstGeom prst="rect">
            <a:avLst/>
          </a:prstGeom>
          <a:noFill/>
          <a:ln w="9525">
            <a:noFill/>
          </a:ln>
        </p:spPr>
      </p:pic>
      <p:grpSp>
        <p:nvGrpSpPr>
          <p:cNvPr id="83974" name="Group 190"/>
          <p:cNvGrpSpPr/>
          <p:nvPr/>
        </p:nvGrpSpPr>
        <p:grpSpPr>
          <a:xfrm>
            <a:off x="4368800" y="908050"/>
            <a:ext cx="4452938" cy="4652963"/>
            <a:chOff x="2752" y="572"/>
            <a:chExt cx="2805" cy="2931"/>
          </a:xfrm>
        </p:grpSpPr>
        <p:sp>
          <p:nvSpPr>
            <p:cNvPr id="83980" name="Text Box 191"/>
            <p:cNvSpPr txBox="1"/>
            <p:nvPr/>
          </p:nvSpPr>
          <p:spPr>
            <a:xfrm>
              <a:off x="2825" y="572"/>
              <a:ext cx="1004"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latin typeface="Arial" panose="020B0604020202090204" pitchFamily="34" charset="0"/>
                </a:rPr>
                <a:t>223.1.1.0/24</a:t>
              </a:r>
            </a:p>
          </p:txBody>
        </p:sp>
        <p:sp>
          <p:nvSpPr>
            <p:cNvPr id="83981" name="Text Box 192"/>
            <p:cNvSpPr txBox="1"/>
            <p:nvPr/>
          </p:nvSpPr>
          <p:spPr>
            <a:xfrm>
              <a:off x="4419" y="725"/>
              <a:ext cx="1004"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latin typeface="Arial" panose="020B0604020202090204" pitchFamily="34" charset="0"/>
                </a:rPr>
                <a:t>223.1.2.0/24</a:t>
              </a:r>
            </a:p>
          </p:txBody>
        </p:sp>
        <p:sp>
          <p:nvSpPr>
            <p:cNvPr id="83982" name="Text Box 193"/>
            <p:cNvSpPr txBox="1"/>
            <p:nvPr/>
          </p:nvSpPr>
          <p:spPr>
            <a:xfrm>
              <a:off x="3743" y="3253"/>
              <a:ext cx="1004"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latin typeface="Arial" panose="020B0604020202090204" pitchFamily="34" charset="0"/>
                </a:rPr>
                <a:t>223.1.3.0/24</a:t>
              </a:r>
            </a:p>
          </p:txBody>
        </p:sp>
        <p:sp>
          <p:nvSpPr>
            <p:cNvPr id="83983" name="Rectangle 194"/>
            <p:cNvSpPr/>
            <p:nvPr/>
          </p:nvSpPr>
          <p:spPr>
            <a:xfrm>
              <a:off x="3128" y="2113"/>
              <a:ext cx="534" cy="114"/>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3984" name="Freeform 195"/>
            <p:cNvSpPr/>
            <p:nvPr/>
          </p:nvSpPr>
          <p:spPr>
            <a:xfrm>
              <a:off x="2758" y="815"/>
              <a:ext cx="1223" cy="1291"/>
            </a:xfrm>
            <a:custGeom>
              <a:avLst/>
              <a:gdLst>
                <a:gd name="txL" fmla="*/ 0 w 1223"/>
                <a:gd name="txT" fmla="*/ 0 h 1291"/>
                <a:gd name="txR" fmla="*/ 1223 w 1223"/>
                <a:gd name="txB" fmla="*/ 1291 h 1291"/>
              </a:gdLst>
              <a:ahLst/>
              <a:cxnLst>
                <a:cxn ang="0">
                  <a:pos x="1201" y="756"/>
                </a:cxn>
                <a:cxn ang="0">
                  <a:pos x="702" y="670"/>
                </a:cxn>
                <a:cxn ang="0">
                  <a:pos x="608" y="103"/>
                </a:cxn>
                <a:cxn ang="0">
                  <a:pos x="335" y="52"/>
                </a:cxn>
                <a:cxn ang="0">
                  <a:pos x="65" y="82"/>
                </a:cxn>
                <a:cxn ang="0">
                  <a:pos x="41" y="544"/>
                </a:cxn>
                <a:cxn ang="0">
                  <a:pos x="38" y="751"/>
                </a:cxn>
                <a:cxn ang="0">
                  <a:pos x="23" y="940"/>
                </a:cxn>
                <a:cxn ang="0">
                  <a:pos x="17" y="1114"/>
                </a:cxn>
                <a:cxn ang="0">
                  <a:pos x="128" y="1219"/>
                </a:cxn>
                <a:cxn ang="0">
                  <a:pos x="602" y="1243"/>
                </a:cxn>
                <a:cxn ang="0">
                  <a:pos x="686" y="930"/>
                </a:cxn>
                <a:cxn ang="0">
                  <a:pos x="1177" y="916"/>
                </a:cxn>
                <a:cxn ang="0">
                  <a:pos x="1201" y="756"/>
                </a:cxn>
              </a:cxnLst>
              <a:rect l="txL" t="txT" r="txR" b="txB"/>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66CCFF">
                <a:alpha val="100000"/>
              </a:srgbClr>
            </a:solidFill>
            <a:ln w="9525">
              <a:noFill/>
            </a:ln>
          </p:spPr>
          <p:txBody>
            <a:bodyPr/>
            <a:lstStyle/>
            <a:p>
              <a:endParaRPr lang="zh-CN" altLang="en-US"/>
            </a:p>
          </p:txBody>
        </p:sp>
        <p:sp>
          <p:nvSpPr>
            <p:cNvPr id="83985" name="Freeform 196"/>
            <p:cNvSpPr/>
            <p:nvPr/>
          </p:nvSpPr>
          <p:spPr>
            <a:xfrm>
              <a:off x="4350" y="1010"/>
              <a:ext cx="1201" cy="1234"/>
            </a:xfrm>
            <a:custGeom>
              <a:avLst/>
              <a:gdLst>
                <a:gd name="txL" fmla="*/ 0 w 1201"/>
                <a:gd name="txT" fmla="*/ 0 h 1234"/>
                <a:gd name="txR" fmla="*/ 1201 w 1201"/>
                <a:gd name="txB" fmla="*/ 1234 h 1234"/>
              </a:gdLst>
              <a:ahLst/>
              <a:cxnLst>
                <a:cxn ang="0">
                  <a:pos x="25" y="709"/>
                </a:cxn>
                <a:cxn ang="0">
                  <a:pos x="526" y="780"/>
                </a:cxn>
                <a:cxn ang="0">
                  <a:pos x="613" y="1134"/>
                </a:cxn>
                <a:cxn ang="0">
                  <a:pos x="946" y="1230"/>
                </a:cxn>
                <a:cxn ang="0">
                  <a:pos x="1171" y="1107"/>
                </a:cxn>
                <a:cxn ang="0">
                  <a:pos x="1126" y="894"/>
                </a:cxn>
                <a:cxn ang="0">
                  <a:pos x="1114" y="693"/>
                </a:cxn>
                <a:cxn ang="0">
                  <a:pos x="1099" y="423"/>
                </a:cxn>
                <a:cxn ang="0">
                  <a:pos x="1141" y="216"/>
                </a:cxn>
                <a:cxn ang="0">
                  <a:pos x="1102" y="33"/>
                </a:cxn>
                <a:cxn ang="0">
                  <a:pos x="646" y="81"/>
                </a:cxn>
                <a:cxn ang="0">
                  <a:pos x="535" y="519"/>
                </a:cxn>
                <a:cxn ang="0">
                  <a:pos x="44" y="548"/>
                </a:cxn>
                <a:cxn ang="0">
                  <a:pos x="25" y="709"/>
                </a:cxn>
              </a:cxnLst>
              <a:rect l="txL" t="txT" r="txR" b="txB"/>
              <a:pathLst>
                <a:path w="1201" h="1234">
                  <a:moveTo>
                    <a:pt x="25" y="709"/>
                  </a:moveTo>
                  <a:cubicBezTo>
                    <a:pt x="49" y="824"/>
                    <a:pt x="428" y="709"/>
                    <a:pt x="526" y="780"/>
                  </a:cubicBezTo>
                  <a:cubicBezTo>
                    <a:pt x="624" y="851"/>
                    <a:pt x="543" y="1059"/>
                    <a:pt x="613" y="1134"/>
                  </a:cubicBezTo>
                  <a:cubicBezTo>
                    <a:pt x="683" y="1209"/>
                    <a:pt x="853" y="1234"/>
                    <a:pt x="946" y="1230"/>
                  </a:cubicBezTo>
                  <a:cubicBezTo>
                    <a:pt x="1039" y="1226"/>
                    <a:pt x="1141" y="1163"/>
                    <a:pt x="1171" y="1107"/>
                  </a:cubicBezTo>
                  <a:cubicBezTo>
                    <a:pt x="1201" y="1051"/>
                    <a:pt x="1135" y="963"/>
                    <a:pt x="1126" y="894"/>
                  </a:cubicBezTo>
                  <a:cubicBezTo>
                    <a:pt x="1117" y="825"/>
                    <a:pt x="1119" y="772"/>
                    <a:pt x="1114" y="693"/>
                  </a:cubicBezTo>
                  <a:cubicBezTo>
                    <a:pt x="1109" y="614"/>
                    <a:pt x="1095" y="502"/>
                    <a:pt x="1099" y="423"/>
                  </a:cubicBezTo>
                  <a:cubicBezTo>
                    <a:pt x="1103" y="344"/>
                    <a:pt x="1141" y="281"/>
                    <a:pt x="1141" y="216"/>
                  </a:cubicBezTo>
                  <a:cubicBezTo>
                    <a:pt x="1141" y="151"/>
                    <a:pt x="1185" y="56"/>
                    <a:pt x="1102" y="33"/>
                  </a:cubicBezTo>
                  <a:cubicBezTo>
                    <a:pt x="1019" y="10"/>
                    <a:pt x="740" y="0"/>
                    <a:pt x="646" y="81"/>
                  </a:cubicBezTo>
                  <a:cubicBezTo>
                    <a:pt x="552" y="162"/>
                    <a:pt x="635" y="441"/>
                    <a:pt x="535" y="519"/>
                  </a:cubicBezTo>
                  <a:cubicBezTo>
                    <a:pt x="435" y="597"/>
                    <a:pt x="129" y="516"/>
                    <a:pt x="44" y="548"/>
                  </a:cubicBezTo>
                  <a:cubicBezTo>
                    <a:pt x="15" y="601"/>
                    <a:pt x="0" y="594"/>
                    <a:pt x="25" y="709"/>
                  </a:cubicBezTo>
                  <a:close/>
                </a:path>
              </a:pathLst>
            </a:custGeom>
            <a:solidFill>
              <a:srgbClr val="66CCFF">
                <a:alpha val="100000"/>
              </a:srgbClr>
            </a:solidFill>
            <a:ln w="9525">
              <a:noFill/>
            </a:ln>
          </p:spPr>
          <p:txBody>
            <a:bodyPr/>
            <a:lstStyle/>
            <a:p>
              <a:endParaRPr lang="zh-CN" altLang="en-US"/>
            </a:p>
          </p:txBody>
        </p:sp>
        <p:sp>
          <p:nvSpPr>
            <p:cNvPr id="83986" name="Freeform 197"/>
            <p:cNvSpPr/>
            <p:nvPr/>
          </p:nvSpPr>
          <p:spPr>
            <a:xfrm>
              <a:off x="3514" y="1913"/>
              <a:ext cx="1286" cy="1247"/>
            </a:xfrm>
            <a:custGeom>
              <a:avLst/>
              <a:gdLst>
                <a:gd name="txL" fmla="*/ 0 w 1286"/>
                <a:gd name="txT" fmla="*/ 0 h 1247"/>
                <a:gd name="txR" fmla="*/ 1286 w 1286"/>
                <a:gd name="txB" fmla="*/ 1247 h 1247"/>
              </a:gdLst>
              <a:ahLst/>
              <a:cxnLst>
                <a:cxn ang="0">
                  <a:pos x="587" y="30"/>
                </a:cxn>
                <a:cxn ang="0">
                  <a:pos x="509" y="618"/>
                </a:cxn>
                <a:cxn ang="0">
                  <a:pos x="77" y="909"/>
                </a:cxn>
                <a:cxn ang="0">
                  <a:pos x="47" y="1095"/>
                </a:cxn>
                <a:cxn ang="0">
                  <a:pos x="140" y="1224"/>
                </a:cxn>
                <a:cxn ang="0">
                  <a:pos x="461" y="1209"/>
                </a:cxn>
                <a:cxn ang="0">
                  <a:pos x="692" y="1209"/>
                </a:cxn>
                <a:cxn ang="0">
                  <a:pos x="1190" y="1227"/>
                </a:cxn>
                <a:cxn ang="0">
                  <a:pos x="1271" y="1089"/>
                </a:cxn>
                <a:cxn ang="0">
                  <a:pos x="1139" y="741"/>
                </a:cxn>
                <a:cxn ang="0">
                  <a:pos x="800" y="627"/>
                </a:cxn>
                <a:cxn ang="0">
                  <a:pos x="749" y="42"/>
                </a:cxn>
                <a:cxn ang="0">
                  <a:pos x="587" y="30"/>
                </a:cxn>
              </a:cxnLst>
              <a:rect l="txL" t="txT" r="txR" b="txB"/>
              <a:pathLst>
                <a:path w="1286" h="1247">
                  <a:moveTo>
                    <a:pt x="587" y="30"/>
                  </a:moveTo>
                  <a:cubicBezTo>
                    <a:pt x="473" y="60"/>
                    <a:pt x="601" y="475"/>
                    <a:pt x="509" y="618"/>
                  </a:cubicBezTo>
                  <a:cubicBezTo>
                    <a:pt x="424" y="765"/>
                    <a:pt x="154" y="830"/>
                    <a:pt x="77" y="909"/>
                  </a:cubicBezTo>
                  <a:cubicBezTo>
                    <a:pt x="0" y="988"/>
                    <a:pt x="37" y="1043"/>
                    <a:pt x="47" y="1095"/>
                  </a:cubicBezTo>
                  <a:cubicBezTo>
                    <a:pt x="57" y="1147"/>
                    <a:pt x="71" y="1205"/>
                    <a:pt x="140" y="1224"/>
                  </a:cubicBezTo>
                  <a:cubicBezTo>
                    <a:pt x="209" y="1243"/>
                    <a:pt x="369" y="1212"/>
                    <a:pt x="461" y="1209"/>
                  </a:cubicBezTo>
                  <a:cubicBezTo>
                    <a:pt x="553" y="1206"/>
                    <a:pt x="571" y="1206"/>
                    <a:pt x="692" y="1209"/>
                  </a:cubicBezTo>
                  <a:cubicBezTo>
                    <a:pt x="813" y="1212"/>
                    <a:pt x="1094" y="1247"/>
                    <a:pt x="1190" y="1227"/>
                  </a:cubicBezTo>
                  <a:cubicBezTo>
                    <a:pt x="1286" y="1207"/>
                    <a:pt x="1279" y="1170"/>
                    <a:pt x="1271" y="1089"/>
                  </a:cubicBezTo>
                  <a:cubicBezTo>
                    <a:pt x="1263" y="1008"/>
                    <a:pt x="1217" y="818"/>
                    <a:pt x="1139" y="741"/>
                  </a:cubicBezTo>
                  <a:cubicBezTo>
                    <a:pt x="1061" y="664"/>
                    <a:pt x="865" y="743"/>
                    <a:pt x="800" y="627"/>
                  </a:cubicBezTo>
                  <a:cubicBezTo>
                    <a:pt x="735" y="511"/>
                    <a:pt x="785" y="142"/>
                    <a:pt x="749" y="42"/>
                  </a:cubicBezTo>
                  <a:cubicBezTo>
                    <a:pt x="695" y="15"/>
                    <a:pt x="701" y="0"/>
                    <a:pt x="587" y="30"/>
                  </a:cubicBezTo>
                  <a:close/>
                </a:path>
              </a:pathLst>
            </a:custGeom>
            <a:solidFill>
              <a:srgbClr val="66CCFF">
                <a:alpha val="100000"/>
              </a:srgbClr>
            </a:solidFill>
            <a:ln w="9525">
              <a:noFill/>
            </a:ln>
          </p:spPr>
          <p:txBody>
            <a:bodyPr/>
            <a:lstStyle/>
            <a:p>
              <a:endParaRPr lang="zh-CN" altLang="en-US"/>
            </a:p>
          </p:txBody>
        </p:sp>
        <p:sp>
          <p:nvSpPr>
            <p:cNvPr id="83987" name="Line 198"/>
            <p:cNvSpPr/>
            <p:nvPr/>
          </p:nvSpPr>
          <p:spPr>
            <a:xfrm>
              <a:off x="3160" y="1144"/>
              <a:ext cx="175" cy="1"/>
            </a:xfrm>
            <a:prstGeom prst="line">
              <a:avLst/>
            </a:prstGeom>
            <a:ln w="19050" cap="flat" cmpd="sng">
              <a:solidFill>
                <a:schemeClr val="tx1"/>
              </a:solidFill>
              <a:prstDash val="solid"/>
              <a:headEnd type="none" w="med" len="med"/>
              <a:tailEnd type="none" w="med" len="med"/>
            </a:ln>
          </p:spPr>
        </p:sp>
        <p:sp>
          <p:nvSpPr>
            <p:cNvPr id="83988" name="Line 200"/>
            <p:cNvSpPr/>
            <p:nvPr/>
          </p:nvSpPr>
          <p:spPr>
            <a:xfrm flipV="1">
              <a:off x="3160" y="1550"/>
              <a:ext cx="175" cy="2"/>
            </a:xfrm>
            <a:prstGeom prst="line">
              <a:avLst/>
            </a:prstGeom>
            <a:ln w="19050" cap="flat" cmpd="sng">
              <a:solidFill>
                <a:schemeClr val="tx1"/>
              </a:solidFill>
              <a:prstDash val="solid"/>
              <a:headEnd type="none" w="med" len="med"/>
              <a:tailEnd type="none" w="med" len="med"/>
            </a:ln>
          </p:spPr>
        </p:sp>
        <p:sp>
          <p:nvSpPr>
            <p:cNvPr id="83989" name="Line 201"/>
            <p:cNvSpPr/>
            <p:nvPr/>
          </p:nvSpPr>
          <p:spPr>
            <a:xfrm>
              <a:off x="3166" y="1945"/>
              <a:ext cx="172" cy="1"/>
            </a:xfrm>
            <a:prstGeom prst="line">
              <a:avLst/>
            </a:prstGeom>
            <a:ln w="19050" cap="flat" cmpd="sng">
              <a:solidFill>
                <a:schemeClr val="tx1"/>
              </a:solidFill>
              <a:prstDash val="solid"/>
              <a:headEnd type="none" w="med" len="med"/>
              <a:tailEnd type="none" w="med" len="med"/>
            </a:ln>
          </p:spPr>
        </p:sp>
        <p:sp>
          <p:nvSpPr>
            <p:cNvPr id="83990" name="Text Box 203"/>
            <p:cNvSpPr txBox="1"/>
            <p:nvPr/>
          </p:nvSpPr>
          <p:spPr>
            <a:xfrm>
              <a:off x="3134" y="939"/>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223.1.1.1</a:t>
              </a:r>
              <a:endParaRPr lang="en-US" altLang="zh-CN" sz="1800">
                <a:latin typeface="Comic Sans MS" panose="030F0902030302020204" charset="0"/>
              </a:endParaRPr>
            </a:p>
          </p:txBody>
        </p:sp>
        <p:sp>
          <p:nvSpPr>
            <p:cNvPr id="83991" name="Text Box 204"/>
            <p:cNvSpPr txBox="1"/>
            <p:nvPr/>
          </p:nvSpPr>
          <p:spPr>
            <a:xfrm>
              <a:off x="3062" y="1963"/>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223.1.1.3</a:t>
              </a:r>
              <a:endParaRPr lang="en-US" altLang="zh-CN" sz="1800">
                <a:latin typeface="Comic Sans MS" panose="030F0902030302020204" charset="0"/>
              </a:endParaRPr>
            </a:p>
          </p:txBody>
        </p:sp>
        <p:sp>
          <p:nvSpPr>
            <p:cNvPr id="83992" name="Text Box 205"/>
            <p:cNvSpPr txBox="1"/>
            <p:nvPr/>
          </p:nvSpPr>
          <p:spPr>
            <a:xfrm>
              <a:off x="3532" y="1484"/>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223.1.1.4</a:t>
              </a:r>
              <a:endParaRPr lang="en-US" altLang="zh-CN" sz="1800">
                <a:latin typeface="Comic Sans MS" panose="030F0902030302020204" charset="0"/>
              </a:endParaRPr>
            </a:p>
          </p:txBody>
        </p:sp>
        <p:sp>
          <p:nvSpPr>
            <p:cNvPr id="83993" name="Text Box 207"/>
            <p:cNvSpPr txBox="1"/>
            <p:nvPr/>
          </p:nvSpPr>
          <p:spPr>
            <a:xfrm>
              <a:off x="4238" y="1485"/>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223.1.2.9</a:t>
              </a:r>
              <a:endParaRPr lang="en-US" altLang="zh-CN" sz="1800">
                <a:latin typeface="Comic Sans MS" panose="030F0902030302020204" charset="0"/>
              </a:endParaRPr>
            </a:p>
          </p:txBody>
        </p:sp>
        <p:sp>
          <p:nvSpPr>
            <p:cNvPr id="83994" name="Line 209"/>
            <p:cNvSpPr/>
            <p:nvPr/>
          </p:nvSpPr>
          <p:spPr>
            <a:xfrm>
              <a:off x="4963" y="1246"/>
              <a:ext cx="148" cy="4"/>
            </a:xfrm>
            <a:prstGeom prst="line">
              <a:avLst/>
            </a:prstGeom>
            <a:ln w="19050" cap="flat" cmpd="sng">
              <a:solidFill>
                <a:schemeClr val="tx1"/>
              </a:solidFill>
              <a:prstDash val="solid"/>
              <a:headEnd type="none" w="med" len="med"/>
              <a:tailEnd type="none" w="med" len="med"/>
            </a:ln>
          </p:spPr>
        </p:sp>
        <p:sp>
          <p:nvSpPr>
            <p:cNvPr id="83995" name="Line 210"/>
            <p:cNvSpPr/>
            <p:nvPr/>
          </p:nvSpPr>
          <p:spPr>
            <a:xfrm>
              <a:off x="4963" y="2047"/>
              <a:ext cx="148" cy="4"/>
            </a:xfrm>
            <a:prstGeom prst="line">
              <a:avLst/>
            </a:prstGeom>
            <a:ln w="19050" cap="flat" cmpd="sng">
              <a:solidFill>
                <a:schemeClr val="tx1"/>
              </a:solidFill>
              <a:prstDash val="solid"/>
              <a:headEnd type="none" w="med" len="med"/>
              <a:tailEnd type="none" w="med" len="med"/>
            </a:ln>
          </p:spPr>
        </p:sp>
        <p:sp>
          <p:nvSpPr>
            <p:cNvPr id="83996" name="Line 213"/>
            <p:cNvSpPr/>
            <p:nvPr/>
          </p:nvSpPr>
          <p:spPr>
            <a:xfrm flipH="1" flipV="1">
              <a:off x="3782" y="2696"/>
              <a:ext cx="2" cy="152"/>
            </a:xfrm>
            <a:prstGeom prst="line">
              <a:avLst/>
            </a:prstGeom>
            <a:ln w="19050" cap="flat" cmpd="sng">
              <a:solidFill>
                <a:schemeClr val="tx1"/>
              </a:solidFill>
              <a:prstDash val="solid"/>
              <a:headEnd type="none" w="med" len="med"/>
              <a:tailEnd type="none" w="med" len="med"/>
            </a:ln>
          </p:spPr>
        </p:sp>
        <p:sp>
          <p:nvSpPr>
            <p:cNvPr id="83997" name="Line 214"/>
            <p:cNvSpPr/>
            <p:nvPr/>
          </p:nvSpPr>
          <p:spPr>
            <a:xfrm flipH="1" flipV="1">
              <a:off x="4523" y="2699"/>
              <a:ext cx="2" cy="152"/>
            </a:xfrm>
            <a:prstGeom prst="line">
              <a:avLst/>
            </a:prstGeom>
            <a:ln w="19050" cap="flat" cmpd="sng">
              <a:solidFill>
                <a:schemeClr val="tx1"/>
              </a:solidFill>
              <a:prstDash val="solid"/>
              <a:headEnd type="none" w="med" len="med"/>
              <a:tailEnd type="none" w="med" len="med"/>
            </a:ln>
          </p:spPr>
        </p:sp>
        <p:sp>
          <p:nvSpPr>
            <p:cNvPr id="83998" name="Text Box 215"/>
            <p:cNvSpPr txBox="1"/>
            <p:nvPr/>
          </p:nvSpPr>
          <p:spPr>
            <a:xfrm>
              <a:off x="4505" y="2622"/>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223.1.3.2</a:t>
              </a:r>
              <a:endParaRPr lang="en-US" altLang="zh-CN" sz="1800">
                <a:latin typeface="Comic Sans MS" panose="030F0902030302020204" charset="0"/>
              </a:endParaRPr>
            </a:p>
          </p:txBody>
        </p:sp>
        <p:sp>
          <p:nvSpPr>
            <p:cNvPr id="83999" name="Text Box 216"/>
            <p:cNvSpPr txBox="1"/>
            <p:nvPr/>
          </p:nvSpPr>
          <p:spPr>
            <a:xfrm>
              <a:off x="3138" y="2682"/>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223.1.3.1</a:t>
              </a:r>
              <a:endParaRPr lang="en-US" altLang="zh-CN" sz="1800">
                <a:latin typeface="Comic Sans MS" panose="030F0902030302020204" charset="0"/>
              </a:endParaRPr>
            </a:p>
          </p:txBody>
        </p:sp>
        <p:grpSp>
          <p:nvGrpSpPr>
            <p:cNvPr id="84000" name="Group 217"/>
            <p:cNvGrpSpPr/>
            <p:nvPr/>
          </p:nvGrpSpPr>
          <p:grpSpPr>
            <a:xfrm>
              <a:off x="2755" y="956"/>
              <a:ext cx="404" cy="352"/>
              <a:chOff x="-44" y="1473"/>
              <a:chExt cx="981" cy="1105"/>
            </a:xfrm>
          </p:grpSpPr>
          <p:pic>
            <p:nvPicPr>
              <p:cNvPr id="84039" name="Picture 218"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4040" name="Freeform 219"/>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4001" name="Group 220"/>
            <p:cNvGrpSpPr/>
            <p:nvPr/>
          </p:nvGrpSpPr>
          <p:grpSpPr>
            <a:xfrm>
              <a:off x="2752" y="1340"/>
              <a:ext cx="404" cy="352"/>
              <a:chOff x="-44" y="1473"/>
              <a:chExt cx="981" cy="1105"/>
            </a:xfrm>
          </p:grpSpPr>
          <p:pic>
            <p:nvPicPr>
              <p:cNvPr id="84037" name="Picture 221"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4038" name="Freeform 222"/>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4002" name="Group 223"/>
            <p:cNvGrpSpPr/>
            <p:nvPr/>
          </p:nvGrpSpPr>
          <p:grpSpPr>
            <a:xfrm>
              <a:off x="2770" y="1724"/>
              <a:ext cx="404" cy="352"/>
              <a:chOff x="-44" y="1473"/>
              <a:chExt cx="981" cy="1105"/>
            </a:xfrm>
          </p:grpSpPr>
          <p:pic>
            <p:nvPicPr>
              <p:cNvPr id="84035" name="Picture 224"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4036" name="Freeform 22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4003" name="Group 226"/>
            <p:cNvGrpSpPr/>
            <p:nvPr/>
          </p:nvGrpSpPr>
          <p:grpSpPr>
            <a:xfrm flipH="1">
              <a:off x="5106" y="1062"/>
              <a:ext cx="404" cy="352"/>
              <a:chOff x="-44" y="1473"/>
              <a:chExt cx="981" cy="1105"/>
            </a:xfrm>
          </p:grpSpPr>
          <p:pic>
            <p:nvPicPr>
              <p:cNvPr id="84033" name="Picture 227"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4034" name="Freeform 228"/>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4004" name="Group 229"/>
            <p:cNvGrpSpPr/>
            <p:nvPr/>
          </p:nvGrpSpPr>
          <p:grpSpPr>
            <a:xfrm flipH="1">
              <a:off x="5153" y="1868"/>
              <a:ext cx="404" cy="352"/>
              <a:chOff x="-44" y="1473"/>
              <a:chExt cx="981" cy="1105"/>
            </a:xfrm>
          </p:grpSpPr>
          <p:pic>
            <p:nvPicPr>
              <p:cNvPr id="84031" name="Picture 230"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4032" name="Freeform 231"/>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4005" name="Group 232"/>
            <p:cNvGrpSpPr/>
            <p:nvPr/>
          </p:nvGrpSpPr>
          <p:grpSpPr>
            <a:xfrm flipH="1">
              <a:off x="4392" y="2828"/>
              <a:ext cx="404" cy="352"/>
              <a:chOff x="-44" y="1473"/>
              <a:chExt cx="981" cy="1105"/>
            </a:xfrm>
          </p:grpSpPr>
          <p:pic>
            <p:nvPicPr>
              <p:cNvPr id="84029" name="Picture 233"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4030" name="Freeform 234"/>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4006" name="Group 235"/>
            <p:cNvGrpSpPr/>
            <p:nvPr/>
          </p:nvGrpSpPr>
          <p:grpSpPr>
            <a:xfrm flipH="1">
              <a:off x="3659" y="2854"/>
              <a:ext cx="404" cy="352"/>
              <a:chOff x="-44" y="1473"/>
              <a:chExt cx="981" cy="1105"/>
            </a:xfrm>
          </p:grpSpPr>
          <p:pic>
            <p:nvPicPr>
              <p:cNvPr id="84027" name="Picture 236"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4028" name="Freeform 237"/>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4007" name="Group 238"/>
            <p:cNvGrpSpPr/>
            <p:nvPr/>
          </p:nvGrpSpPr>
          <p:grpSpPr>
            <a:xfrm>
              <a:off x="3929" y="1653"/>
              <a:ext cx="440" cy="224"/>
              <a:chOff x="4396" y="1245"/>
              <a:chExt cx="672" cy="248"/>
            </a:xfrm>
          </p:grpSpPr>
          <p:sp>
            <p:nvSpPr>
              <p:cNvPr id="84019"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4020"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4021"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84022" name="Group 242"/>
              <p:cNvGrpSpPr/>
              <p:nvPr/>
            </p:nvGrpSpPr>
            <p:grpSpPr>
              <a:xfrm>
                <a:off x="4530" y="1287"/>
                <a:ext cx="377" cy="75"/>
                <a:chOff x="2468" y="1332"/>
                <a:chExt cx="310" cy="60"/>
              </a:xfrm>
            </p:grpSpPr>
            <p:sp>
              <p:nvSpPr>
                <p:cNvPr id="84025" name="Freeform 243"/>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84026" name="Freeform 244"/>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84023" name="Line 245"/>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84024" name="Line 246"/>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84008" name="Group 247"/>
            <p:cNvGrpSpPr/>
            <p:nvPr/>
          </p:nvGrpSpPr>
          <p:grpSpPr>
            <a:xfrm>
              <a:off x="4315" y="2223"/>
              <a:ext cx="634" cy="361"/>
              <a:chOff x="4758" y="3508"/>
              <a:chExt cx="634" cy="361"/>
            </a:xfrm>
          </p:grpSpPr>
          <p:sp>
            <p:nvSpPr>
              <p:cNvPr id="84017" name="Text Box 248"/>
              <p:cNvSpPr txBox="1"/>
              <p:nvPr/>
            </p:nvSpPr>
            <p:spPr>
              <a:xfrm>
                <a:off x="4844" y="3508"/>
                <a:ext cx="548"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CC0000"/>
                    </a:solidFill>
                    <a:latin typeface="Arial" panose="020B0604020202090204" pitchFamily="34" charset="0"/>
                  </a:rPr>
                  <a:t>subnet</a:t>
                </a:r>
              </a:p>
            </p:txBody>
          </p:sp>
          <p:sp>
            <p:nvSpPr>
              <p:cNvPr id="84018" name="Line 249"/>
              <p:cNvSpPr/>
              <p:nvPr/>
            </p:nvSpPr>
            <p:spPr>
              <a:xfrm flipH="1">
                <a:off x="4758" y="3677"/>
                <a:ext cx="108" cy="192"/>
              </a:xfrm>
              <a:prstGeom prst="line">
                <a:avLst/>
              </a:prstGeom>
              <a:ln w="9525" cap="flat" cmpd="sng">
                <a:solidFill>
                  <a:srgbClr val="CC0000"/>
                </a:solidFill>
                <a:prstDash val="solid"/>
                <a:headEnd type="none" w="med" len="med"/>
                <a:tailEnd type="triangle" w="med" len="med"/>
              </a:ln>
            </p:spPr>
          </p:sp>
        </p:grpSp>
        <p:sp>
          <p:nvSpPr>
            <p:cNvPr id="84009" name="Rectangle 250"/>
            <p:cNvSpPr/>
            <p:nvPr/>
          </p:nvSpPr>
          <p:spPr>
            <a:xfrm>
              <a:off x="3232" y="1363"/>
              <a:ext cx="182" cy="147"/>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4010" name="Text Box 251"/>
            <p:cNvSpPr txBox="1"/>
            <p:nvPr/>
          </p:nvSpPr>
          <p:spPr>
            <a:xfrm>
              <a:off x="3134" y="1344"/>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223.1.1.2</a:t>
              </a:r>
              <a:endParaRPr lang="en-US" altLang="zh-CN" sz="1800">
                <a:latin typeface="Comic Sans MS" panose="030F0902030302020204" charset="0"/>
              </a:endParaRPr>
            </a:p>
          </p:txBody>
        </p:sp>
        <p:sp>
          <p:nvSpPr>
            <p:cNvPr id="84011" name="Rectangle 252"/>
            <p:cNvSpPr/>
            <p:nvPr/>
          </p:nvSpPr>
          <p:spPr>
            <a:xfrm>
              <a:off x="4936" y="1354"/>
              <a:ext cx="182" cy="147"/>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4012" name="Rectangle 253"/>
            <p:cNvSpPr/>
            <p:nvPr/>
          </p:nvSpPr>
          <p:spPr>
            <a:xfrm>
              <a:off x="4934" y="1858"/>
              <a:ext cx="182" cy="147"/>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4013" name="Rectangle 254"/>
            <p:cNvSpPr/>
            <p:nvPr/>
          </p:nvSpPr>
          <p:spPr>
            <a:xfrm>
              <a:off x="4082" y="1975"/>
              <a:ext cx="182" cy="147"/>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4014" name="Text Box 255"/>
            <p:cNvSpPr txBox="1"/>
            <p:nvPr/>
          </p:nvSpPr>
          <p:spPr>
            <a:xfrm>
              <a:off x="3782" y="1951"/>
              <a:ext cx="721"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223.1.3.27</a:t>
              </a:r>
              <a:endParaRPr lang="en-US" altLang="zh-CN" sz="1800">
                <a:latin typeface="Comic Sans MS" panose="030F0902030302020204" charset="0"/>
              </a:endParaRPr>
            </a:p>
          </p:txBody>
        </p:sp>
        <p:sp>
          <p:nvSpPr>
            <p:cNvPr id="84015" name="Text Box 256"/>
            <p:cNvSpPr txBox="1"/>
            <p:nvPr/>
          </p:nvSpPr>
          <p:spPr>
            <a:xfrm>
              <a:off x="4529" y="1819"/>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223.1.2.2</a:t>
              </a:r>
              <a:endParaRPr lang="en-US" altLang="zh-CN" sz="1800">
                <a:latin typeface="Comic Sans MS" panose="030F0902030302020204" charset="0"/>
              </a:endParaRPr>
            </a:p>
          </p:txBody>
        </p:sp>
        <p:sp>
          <p:nvSpPr>
            <p:cNvPr id="84016" name="Text Box 257"/>
            <p:cNvSpPr txBox="1"/>
            <p:nvPr/>
          </p:nvSpPr>
          <p:spPr>
            <a:xfrm>
              <a:off x="4779" y="1341"/>
              <a:ext cx="650"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223.1.2.1</a:t>
              </a:r>
              <a:endParaRPr lang="en-US" altLang="zh-CN" sz="1800">
                <a:latin typeface="Comic Sans MS" panose="030F0902030302020204" charset="0"/>
              </a:endParaRPr>
            </a:p>
          </p:txBody>
        </p:sp>
      </p:grpSp>
      <p:sp>
        <p:nvSpPr>
          <p:cNvPr id="83975" name="Line 147"/>
          <p:cNvSpPr/>
          <p:nvPr/>
        </p:nvSpPr>
        <p:spPr>
          <a:xfrm>
            <a:off x="5519738" y="2662238"/>
            <a:ext cx="822325" cy="3175"/>
          </a:xfrm>
          <a:prstGeom prst="line">
            <a:avLst/>
          </a:prstGeom>
          <a:ln w="19050" cap="flat" cmpd="sng">
            <a:solidFill>
              <a:schemeClr val="tx1"/>
            </a:solidFill>
            <a:prstDash val="solid"/>
            <a:headEnd type="none" w="med" len="med"/>
            <a:tailEnd type="none" w="med" len="med"/>
          </a:ln>
        </p:spPr>
      </p:sp>
      <p:sp>
        <p:nvSpPr>
          <p:cNvPr id="83976" name="Line 151"/>
          <p:cNvSpPr/>
          <p:nvPr/>
        </p:nvSpPr>
        <p:spPr>
          <a:xfrm>
            <a:off x="6854825" y="2668588"/>
            <a:ext cx="639763" cy="1587"/>
          </a:xfrm>
          <a:prstGeom prst="line">
            <a:avLst/>
          </a:prstGeom>
          <a:ln w="19050" cap="flat" cmpd="sng">
            <a:solidFill>
              <a:schemeClr val="tx1"/>
            </a:solidFill>
            <a:prstDash val="solid"/>
            <a:headEnd type="none" w="med" len="med"/>
            <a:tailEnd type="none" w="med" len="med"/>
          </a:ln>
        </p:spPr>
      </p:sp>
      <p:sp>
        <p:nvSpPr>
          <p:cNvPr id="83977" name="Line 156"/>
          <p:cNvSpPr/>
          <p:nvPr/>
        </p:nvSpPr>
        <p:spPr>
          <a:xfrm>
            <a:off x="6616700" y="3006725"/>
            <a:ext cx="3175" cy="644525"/>
          </a:xfrm>
          <a:prstGeom prst="line">
            <a:avLst/>
          </a:prstGeom>
          <a:ln w="19050" cap="flat" cmpd="sng">
            <a:solidFill>
              <a:schemeClr val="tx1"/>
            </a:solidFill>
            <a:prstDash val="solid"/>
            <a:headEnd type="none" w="med" len="med"/>
            <a:tailEnd type="none" w="med" len="med"/>
          </a:ln>
        </p:spPr>
      </p:sp>
      <p:sp>
        <p:nvSpPr>
          <p:cNvPr id="8397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66</a:t>
            </a:fld>
            <a:endParaRPr lang="en-US" altLang="zh-CN" sz="1200">
              <a:latin typeface="Tahoma" panose="020B0604030504040204" charset="0"/>
            </a:endParaRPr>
          </a:p>
        </p:txBody>
      </p:sp>
      <p:sp>
        <p:nvSpPr>
          <p:cNvPr id="8397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3" name="Freeform 2"/>
          <p:cNvSpPr/>
          <p:nvPr/>
        </p:nvSpPr>
        <p:spPr>
          <a:xfrm>
            <a:off x="6115050" y="2819400"/>
            <a:ext cx="1268413" cy="1463675"/>
          </a:xfrm>
          <a:custGeom>
            <a:avLst/>
            <a:gdLst>
              <a:gd name="txL" fmla="*/ 0 w 799"/>
              <a:gd name="txT" fmla="*/ 0 h 922"/>
              <a:gd name="txR" fmla="*/ 799 w 799"/>
              <a:gd name="txB" fmla="*/ 922 h 922"/>
            </a:gdLst>
            <a:ahLst/>
            <a:cxnLst>
              <a:cxn ang="0">
                <a:pos x="2147483646" y="2147483646"/>
              </a:cxn>
              <a:cxn ang="0">
                <a:pos x="2147483646" y="2147483646"/>
              </a:cxn>
              <a:cxn ang="0">
                <a:pos x="2147483646" y="2147483646"/>
              </a:cxn>
              <a:cxn ang="0">
                <a:pos x="2147483646" y="2147483646"/>
              </a:cxn>
              <a:cxn ang="0">
                <a:pos x="2147483646" y="2147483646"/>
              </a:cxn>
              <a:cxn ang="0">
                <a:pos x="2147483646" y="0"/>
              </a:cxn>
              <a:cxn ang="0">
                <a:pos x="2147483646" y="2147483646"/>
              </a:cxn>
            </a:cxnLst>
            <a:rect l="txL" t="txT" r="txR" b="txB"/>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66CCFF">
              <a:alpha val="100000"/>
            </a:srgbClr>
          </a:solidFill>
          <a:ln w="9525">
            <a:noFill/>
          </a:ln>
        </p:spPr>
        <p:txBody>
          <a:bodyPr/>
          <a:lstStyle/>
          <a:p>
            <a:endParaRPr lang="zh-CN" altLang="en-US"/>
          </a:p>
        </p:txBody>
      </p:sp>
      <p:sp>
        <p:nvSpPr>
          <p:cNvPr id="84994" name="Freeform 3"/>
          <p:cNvSpPr/>
          <p:nvPr/>
        </p:nvSpPr>
        <p:spPr>
          <a:xfrm>
            <a:off x="4819650" y="4330700"/>
            <a:ext cx="2257425" cy="327025"/>
          </a:xfrm>
          <a:custGeom>
            <a:avLst/>
            <a:gdLst>
              <a:gd name="txL" fmla="*/ 0 w 1422"/>
              <a:gd name="txT" fmla="*/ 0 h 206"/>
              <a:gd name="txR" fmla="*/ 1422 w 1422"/>
              <a:gd name="txB" fmla="*/ 206 h 206"/>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66CCFF">
              <a:alpha val="100000"/>
            </a:srgbClr>
          </a:solidFill>
          <a:ln w="9525">
            <a:noFill/>
          </a:ln>
        </p:spPr>
        <p:txBody>
          <a:bodyPr/>
          <a:lstStyle/>
          <a:p>
            <a:endParaRPr lang="zh-CN" altLang="en-US"/>
          </a:p>
        </p:txBody>
      </p:sp>
      <p:sp>
        <p:nvSpPr>
          <p:cNvPr id="84995" name="Freeform 4"/>
          <p:cNvSpPr/>
          <p:nvPr/>
        </p:nvSpPr>
        <p:spPr>
          <a:xfrm>
            <a:off x="4562475" y="2743200"/>
            <a:ext cx="1158875" cy="1547813"/>
          </a:xfrm>
          <a:custGeom>
            <a:avLst/>
            <a:gdLst>
              <a:gd name="txL" fmla="*/ 0 w 730"/>
              <a:gd name="txT" fmla="*/ 0 h 975"/>
              <a:gd name="txR" fmla="*/ 730 w 730"/>
              <a:gd name="txB" fmla="*/ 975 h 975"/>
            </a:gdLst>
            <a:ahLst/>
            <a:cxnLst>
              <a:cxn ang="0">
                <a:pos x="2147483646" y="2147483646"/>
              </a:cxn>
              <a:cxn ang="0">
                <a:pos x="2147483646" y="2147483646"/>
              </a:cxn>
              <a:cxn ang="0">
                <a:pos x="2147483646" y="2147483646"/>
              </a:cxn>
              <a:cxn ang="0">
                <a:pos x="2147483646" y="2147483646"/>
              </a:cxn>
              <a:cxn ang="0">
                <a:pos x="2147483646" y="2147483646"/>
              </a:cxn>
              <a:cxn ang="0">
                <a:pos x="0" y="2147483646"/>
              </a:cxn>
              <a:cxn ang="0">
                <a:pos x="2147483646" y="2147483646"/>
              </a:cxn>
            </a:cxnLst>
            <a:rect l="txL" t="txT" r="txR" b="txB"/>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66CCFF">
              <a:alpha val="100000"/>
            </a:srgbClr>
          </a:solidFill>
          <a:ln w="9525">
            <a:noFill/>
          </a:ln>
        </p:spPr>
        <p:txBody>
          <a:bodyPr/>
          <a:lstStyle/>
          <a:p>
            <a:endParaRPr lang="zh-CN" altLang="en-US"/>
          </a:p>
        </p:txBody>
      </p:sp>
      <p:sp>
        <p:nvSpPr>
          <p:cNvPr id="84996" name="Freeform 5"/>
          <p:cNvSpPr/>
          <p:nvPr/>
        </p:nvSpPr>
        <p:spPr>
          <a:xfrm rot="5265760">
            <a:off x="5276850" y="506413"/>
            <a:ext cx="1612900" cy="2162175"/>
          </a:xfrm>
          <a:custGeom>
            <a:avLst/>
            <a:gdLst>
              <a:gd name="txL" fmla="*/ 0 w 1223"/>
              <a:gd name="txT" fmla="*/ 0 h 1291"/>
              <a:gd name="txR" fmla="*/ 1223 w 1223"/>
              <a:gd name="txB" fmla="*/ 1291 h 1291"/>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66CCFF">
              <a:alpha val="100000"/>
            </a:srgbClr>
          </a:solidFill>
          <a:ln w="9525">
            <a:noFill/>
          </a:ln>
        </p:spPr>
        <p:txBody>
          <a:bodyPr/>
          <a:lstStyle/>
          <a:p>
            <a:endParaRPr lang="zh-CN" altLang="en-US"/>
          </a:p>
        </p:txBody>
      </p:sp>
      <p:sp>
        <p:nvSpPr>
          <p:cNvPr id="41992" name="Rectangle 7"/>
          <p:cNvSpPr>
            <a:spLocks noGrp="1" noChangeArrowheads="1"/>
          </p:cNvSpPr>
          <p:nvPr>
            <p:ph sz="half" idx="1"/>
          </p:nvPr>
        </p:nvSpPr>
        <p:spPr>
          <a:xfrm>
            <a:off x="582613" y="1336675"/>
            <a:ext cx="3695700" cy="4648200"/>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2800" b="0" i="0" u="none" strike="noStrike" kern="0" cap="none" spc="0" normalizeH="0" baseline="0" noProof="0">
                <a:ln>
                  <a:noFill/>
                </a:ln>
                <a:solidFill>
                  <a:srgbClr val="000099"/>
                </a:solidFill>
                <a:effectLst/>
                <a:uLnTx/>
                <a:uFillTx/>
                <a:latin typeface="+mn-lt"/>
                <a:ea typeface="MS PGothic" charset="0"/>
                <a:cs typeface="+mn-cs"/>
              </a:rPr>
              <a:t>how many?</a:t>
            </a:r>
          </a:p>
        </p:txBody>
      </p:sp>
      <p:sp>
        <p:nvSpPr>
          <p:cNvPr id="84998" name="Line 10"/>
          <p:cNvSpPr/>
          <p:nvPr/>
        </p:nvSpPr>
        <p:spPr>
          <a:xfrm flipH="1" flipV="1">
            <a:off x="6727825" y="1401763"/>
            <a:ext cx="3175" cy="165100"/>
          </a:xfrm>
          <a:prstGeom prst="line">
            <a:avLst/>
          </a:prstGeom>
          <a:ln w="19050" cap="flat" cmpd="sng">
            <a:solidFill>
              <a:schemeClr val="tx1"/>
            </a:solidFill>
            <a:prstDash val="solid"/>
            <a:headEnd type="none" w="med" len="med"/>
            <a:tailEnd type="none" w="med" len="med"/>
          </a:ln>
        </p:spPr>
      </p:sp>
      <p:sp>
        <p:nvSpPr>
          <p:cNvPr id="84999" name="Line 11"/>
          <p:cNvSpPr/>
          <p:nvPr/>
        </p:nvSpPr>
        <p:spPr>
          <a:xfrm flipH="1">
            <a:off x="5227638" y="1347788"/>
            <a:ext cx="3175" cy="225425"/>
          </a:xfrm>
          <a:prstGeom prst="line">
            <a:avLst/>
          </a:prstGeom>
          <a:ln w="19050" cap="flat" cmpd="sng">
            <a:solidFill>
              <a:schemeClr val="tx1"/>
            </a:solidFill>
            <a:prstDash val="solid"/>
            <a:headEnd type="none" w="med" len="med"/>
            <a:tailEnd type="none" w="med" len="med"/>
          </a:ln>
        </p:spPr>
      </p:sp>
      <p:sp>
        <p:nvSpPr>
          <p:cNvPr id="85000" name="Line 14"/>
          <p:cNvSpPr/>
          <p:nvPr/>
        </p:nvSpPr>
        <p:spPr>
          <a:xfrm flipH="1">
            <a:off x="5856288" y="1790700"/>
            <a:ext cx="3175" cy="592138"/>
          </a:xfrm>
          <a:prstGeom prst="line">
            <a:avLst/>
          </a:prstGeom>
          <a:ln w="19050" cap="flat" cmpd="sng">
            <a:solidFill>
              <a:schemeClr val="tx1"/>
            </a:solidFill>
            <a:prstDash val="solid"/>
            <a:headEnd type="none" w="med" len="med"/>
            <a:tailEnd type="none" w="med" len="med"/>
          </a:ln>
        </p:spPr>
      </p:sp>
      <p:sp>
        <p:nvSpPr>
          <p:cNvPr id="85001" name="Text Box 15"/>
          <p:cNvSpPr txBox="1"/>
          <p:nvPr/>
        </p:nvSpPr>
        <p:spPr>
          <a:xfrm>
            <a:off x="4237038" y="1346200"/>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223.1.1.1</a:t>
            </a:r>
            <a:endParaRPr lang="en-US" altLang="zh-CN" sz="1800">
              <a:latin typeface="Comic Sans MS" panose="030F0902030302020204" charset="0"/>
            </a:endParaRPr>
          </a:p>
        </p:txBody>
      </p:sp>
      <p:sp>
        <p:nvSpPr>
          <p:cNvPr id="85002" name="Rectangle 16"/>
          <p:cNvSpPr/>
          <p:nvPr/>
        </p:nvSpPr>
        <p:spPr>
          <a:xfrm>
            <a:off x="5729288" y="2052638"/>
            <a:ext cx="309562" cy="180975"/>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5003" name="Text Box 17"/>
          <p:cNvSpPr txBox="1"/>
          <p:nvPr/>
        </p:nvSpPr>
        <p:spPr>
          <a:xfrm>
            <a:off x="5372100" y="195421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223.1.1.3</a:t>
            </a:r>
            <a:endParaRPr lang="en-US" altLang="zh-CN" sz="1800">
              <a:latin typeface="Comic Sans MS" panose="030F0902030302020204" charset="0"/>
            </a:endParaRPr>
          </a:p>
        </p:txBody>
      </p:sp>
      <p:sp>
        <p:nvSpPr>
          <p:cNvPr id="85004" name="Text Box 18"/>
          <p:cNvSpPr txBox="1"/>
          <p:nvPr/>
        </p:nvSpPr>
        <p:spPr>
          <a:xfrm>
            <a:off x="6684963" y="135096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223.1.1.4</a:t>
            </a:r>
            <a:endParaRPr lang="en-US" altLang="zh-CN" sz="1800">
              <a:latin typeface="Comic Sans MS" panose="030F0902030302020204" charset="0"/>
            </a:endParaRPr>
          </a:p>
        </p:txBody>
      </p:sp>
      <p:sp>
        <p:nvSpPr>
          <p:cNvPr id="85005" name="Freeform 19"/>
          <p:cNvSpPr/>
          <p:nvPr/>
        </p:nvSpPr>
        <p:spPr>
          <a:xfrm>
            <a:off x="3622675" y="4437063"/>
            <a:ext cx="1539875" cy="1658937"/>
          </a:xfrm>
          <a:custGeom>
            <a:avLst/>
            <a:gdLst>
              <a:gd name="txL" fmla="*/ 0 w 970"/>
              <a:gd name="txT" fmla="*/ 0 h 939"/>
              <a:gd name="txR" fmla="*/ 970 w 970"/>
              <a:gd name="txB" fmla="*/ 939 h 939"/>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66CCFF">
              <a:alpha val="100000"/>
            </a:srgbClr>
          </a:solidFill>
          <a:ln w="9525">
            <a:noFill/>
          </a:ln>
        </p:spPr>
        <p:txBody>
          <a:bodyPr/>
          <a:lstStyle/>
          <a:p>
            <a:endParaRPr lang="zh-CN" altLang="en-US"/>
          </a:p>
        </p:txBody>
      </p:sp>
      <p:sp>
        <p:nvSpPr>
          <p:cNvPr id="85006" name="Line 34"/>
          <p:cNvSpPr/>
          <p:nvPr/>
        </p:nvSpPr>
        <p:spPr>
          <a:xfrm>
            <a:off x="4378325" y="4667250"/>
            <a:ext cx="7938" cy="561975"/>
          </a:xfrm>
          <a:prstGeom prst="line">
            <a:avLst/>
          </a:prstGeom>
          <a:ln w="19050" cap="flat" cmpd="sng">
            <a:solidFill>
              <a:schemeClr val="tx1"/>
            </a:solidFill>
            <a:prstDash val="solid"/>
            <a:headEnd type="none" w="med" len="med"/>
            <a:tailEnd type="none" w="med" len="med"/>
          </a:ln>
        </p:spPr>
      </p:sp>
      <p:sp>
        <p:nvSpPr>
          <p:cNvPr id="85007" name="Line 36"/>
          <p:cNvSpPr/>
          <p:nvPr/>
        </p:nvSpPr>
        <p:spPr>
          <a:xfrm flipH="1" flipV="1">
            <a:off x="3870325" y="5387975"/>
            <a:ext cx="3175" cy="169863"/>
          </a:xfrm>
          <a:prstGeom prst="line">
            <a:avLst/>
          </a:prstGeom>
          <a:ln w="19050" cap="flat" cmpd="sng">
            <a:solidFill>
              <a:schemeClr val="tx1"/>
            </a:solidFill>
            <a:prstDash val="solid"/>
            <a:headEnd type="none" w="med" len="med"/>
            <a:tailEnd type="none" w="med" len="med"/>
          </a:ln>
        </p:spPr>
      </p:sp>
      <p:sp>
        <p:nvSpPr>
          <p:cNvPr id="85008" name="Line 37"/>
          <p:cNvSpPr/>
          <p:nvPr/>
        </p:nvSpPr>
        <p:spPr>
          <a:xfrm flipH="1" flipV="1">
            <a:off x="4865688" y="5373688"/>
            <a:ext cx="3175" cy="241300"/>
          </a:xfrm>
          <a:prstGeom prst="line">
            <a:avLst/>
          </a:prstGeom>
          <a:ln w="19050" cap="flat" cmpd="sng">
            <a:solidFill>
              <a:schemeClr val="tx1"/>
            </a:solidFill>
            <a:prstDash val="solid"/>
            <a:headEnd type="none" w="med" len="med"/>
            <a:tailEnd type="none" w="med" len="med"/>
          </a:ln>
        </p:spPr>
      </p:sp>
      <p:sp>
        <p:nvSpPr>
          <p:cNvPr id="85009" name="Text Box 40"/>
          <p:cNvSpPr txBox="1"/>
          <p:nvPr/>
        </p:nvSpPr>
        <p:spPr>
          <a:xfrm>
            <a:off x="4813300" y="5260975"/>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223.1.2.2</a:t>
            </a:r>
            <a:endParaRPr lang="en-US" altLang="zh-CN" sz="1800">
              <a:latin typeface="Comic Sans MS" panose="030F0902030302020204" charset="0"/>
            </a:endParaRPr>
          </a:p>
        </p:txBody>
      </p:sp>
      <p:sp>
        <p:nvSpPr>
          <p:cNvPr id="85010" name="Text Box 41"/>
          <p:cNvSpPr txBox="1"/>
          <p:nvPr/>
        </p:nvSpPr>
        <p:spPr>
          <a:xfrm>
            <a:off x="2917825" y="525621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223.1.2.1</a:t>
            </a:r>
            <a:endParaRPr lang="en-US" altLang="zh-CN" sz="1800">
              <a:latin typeface="Comic Sans MS" panose="030F0902030302020204" charset="0"/>
            </a:endParaRPr>
          </a:p>
        </p:txBody>
      </p:sp>
      <p:sp>
        <p:nvSpPr>
          <p:cNvPr id="85011" name="Rectangle 42"/>
          <p:cNvSpPr/>
          <p:nvPr/>
        </p:nvSpPr>
        <p:spPr>
          <a:xfrm>
            <a:off x="4319588" y="4767263"/>
            <a:ext cx="128587" cy="180975"/>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5012" name="Text Box 43"/>
          <p:cNvSpPr txBox="1"/>
          <p:nvPr/>
        </p:nvSpPr>
        <p:spPr>
          <a:xfrm>
            <a:off x="3876675" y="4706938"/>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223.1.2.6</a:t>
            </a:r>
            <a:endParaRPr lang="en-US" altLang="zh-CN" sz="1800">
              <a:latin typeface="Comic Sans MS" panose="030F0902030302020204" charset="0"/>
            </a:endParaRPr>
          </a:p>
        </p:txBody>
      </p:sp>
      <p:sp>
        <p:nvSpPr>
          <p:cNvPr id="85013" name="Freeform 45"/>
          <p:cNvSpPr/>
          <p:nvPr/>
        </p:nvSpPr>
        <p:spPr>
          <a:xfrm>
            <a:off x="6640513" y="4416425"/>
            <a:ext cx="1539875" cy="1670050"/>
          </a:xfrm>
          <a:custGeom>
            <a:avLst/>
            <a:gdLst>
              <a:gd name="txL" fmla="*/ 0 w 970"/>
              <a:gd name="txT" fmla="*/ 0 h 939"/>
              <a:gd name="txR" fmla="*/ 970 w 970"/>
              <a:gd name="txB" fmla="*/ 939 h 939"/>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66CCFF">
              <a:alpha val="100000"/>
            </a:srgbClr>
          </a:solidFill>
          <a:ln w="9525">
            <a:noFill/>
          </a:ln>
        </p:spPr>
        <p:txBody>
          <a:bodyPr/>
          <a:lstStyle/>
          <a:p>
            <a:endParaRPr lang="zh-CN" altLang="en-US"/>
          </a:p>
        </p:txBody>
      </p:sp>
      <p:sp>
        <p:nvSpPr>
          <p:cNvPr id="85014" name="Line 60"/>
          <p:cNvSpPr/>
          <p:nvPr/>
        </p:nvSpPr>
        <p:spPr>
          <a:xfrm>
            <a:off x="7407275" y="4686300"/>
            <a:ext cx="1588" cy="520700"/>
          </a:xfrm>
          <a:prstGeom prst="line">
            <a:avLst/>
          </a:prstGeom>
          <a:ln w="19050" cap="flat" cmpd="sng">
            <a:solidFill>
              <a:schemeClr val="tx1"/>
            </a:solidFill>
            <a:prstDash val="solid"/>
            <a:headEnd type="none" w="med" len="med"/>
            <a:tailEnd type="none" w="med" len="med"/>
          </a:ln>
        </p:spPr>
      </p:sp>
      <p:sp>
        <p:nvSpPr>
          <p:cNvPr id="85015" name="Line 62"/>
          <p:cNvSpPr/>
          <p:nvPr/>
        </p:nvSpPr>
        <p:spPr>
          <a:xfrm flipH="1" flipV="1">
            <a:off x="6899275" y="5407025"/>
            <a:ext cx="3175" cy="169863"/>
          </a:xfrm>
          <a:prstGeom prst="line">
            <a:avLst/>
          </a:prstGeom>
          <a:ln w="19050" cap="flat" cmpd="sng">
            <a:solidFill>
              <a:schemeClr val="tx1"/>
            </a:solidFill>
            <a:prstDash val="solid"/>
            <a:headEnd type="none" w="med" len="med"/>
            <a:tailEnd type="none" w="med" len="med"/>
          </a:ln>
        </p:spPr>
      </p:sp>
      <p:sp>
        <p:nvSpPr>
          <p:cNvPr id="85016" name="Line 63"/>
          <p:cNvSpPr/>
          <p:nvPr/>
        </p:nvSpPr>
        <p:spPr>
          <a:xfrm flipH="1" flipV="1">
            <a:off x="7894638" y="5392738"/>
            <a:ext cx="3175" cy="241300"/>
          </a:xfrm>
          <a:prstGeom prst="line">
            <a:avLst/>
          </a:prstGeom>
          <a:ln w="19050" cap="flat" cmpd="sng">
            <a:solidFill>
              <a:schemeClr val="tx1"/>
            </a:solidFill>
            <a:prstDash val="solid"/>
            <a:headEnd type="none" w="med" len="med"/>
            <a:tailEnd type="none" w="med" len="med"/>
          </a:ln>
        </p:spPr>
      </p:sp>
      <p:sp>
        <p:nvSpPr>
          <p:cNvPr id="85017" name="Text Box 66"/>
          <p:cNvSpPr txBox="1"/>
          <p:nvPr/>
        </p:nvSpPr>
        <p:spPr>
          <a:xfrm>
            <a:off x="7842250" y="5280025"/>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223.1.3.2</a:t>
            </a:r>
            <a:endParaRPr lang="en-US" altLang="zh-CN" sz="1800">
              <a:latin typeface="Comic Sans MS" panose="030F0902030302020204" charset="0"/>
            </a:endParaRPr>
          </a:p>
        </p:txBody>
      </p:sp>
      <p:sp>
        <p:nvSpPr>
          <p:cNvPr id="85018" name="Text Box 67"/>
          <p:cNvSpPr txBox="1"/>
          <p:nvPr/>
        </p:nvSpPr>
        <p:spPr>
          <a:xfrm>
            <a:off x="5946775" y="527526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223.1.3.1</a:t>
            </a:r>
            <a:endParaRPr lang="en-US" altLang="zh-CN" sz="1800">
              <a:latin typeface="Comic Sans MS" panose="030F0902030302020204" charset="0"/>
            </a:endParaRPr>
          </a:p>
        </p:txBody>
      </p:sp>
      <p:sp>
        <p:nvSpPr>
          <p:cNvPr id="85019" name="Rectangle 68"/>
          <p:cNvSpPr/>
          <p:nvPr/>
        </p:nvSpPr>
        <p:spPr>
          <a:xfrm>
            <a:off x="7348538" y="4786313"/>
            <a:ext cx="128587" cy="180975"/>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85020" name="Text Box 69"/>
          <p:cNvSpPr txBox="1"/>
          <p:nvPr/>
        </p:nvSpPr>
        <p:spPr>
          <a:xfrm>
            <a:off x="6899275" y="4751388"/>
            <a:ext cx="1144588"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223.1.3.27</a:t>
            </a:r>
            <a:endParaRPr lang="en-US" altLang="zh-CN" sz="1800">
              <a:latin typeface="Comic Sans MS" panose="030F0902030302020204" charset="0"/>
            </a:endParaRPr>
          </a:p>
        </p:txBody>
      </p:sp>
      <p:sp>
        <p:nvSpPr>
          <p:cNvPr id="85021" name="Line 84"/>
          <p:cNvSpPr/>
          <p:nvPr/>
        </p:nvSpPr>
        <p:spPr>
          <a:xfrm flipH="1" flipV="1">
            <a:off x="6108700" y="1306513"/>
            <a:ext cx="3175" cy="265112"/>
          </a:xfrm>
          <a:prstGeom prst="line">
            <a:avLst/>
          </a:prstGeom>
          <a:ln w="19050" cap="flat" cmpd="sng">
            <a:solidFill>
              <a:schemeClr val="tx1"/>
            </a:solidFill>
            <a:prstDash val="solid"/>
            <a:headEnd type="none" w="med" len="med"/>
            <a:tailEnd type="none" w="med" len="med"/>
          </a:ln>
        </p:spPr>
      </p:sp>
      <p:sp>
        <p:nvSpPr>
          <p:cNvPr id="85022" name="Text Box 86"/>
          <p:cNvSpPr txBox="1"/>
          <p:nvPr/>
        </p:nvSpPr>
        <p:spPr>
          <a:xfrm>
            <a:off x="5618163" y="55721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223.1.1.2</a:t>
            </a:r>
            <a:endParaRPr lang="en-US" altLang="zh-CN" sz="1600">
              <a:latin typeface="Comic Sans MS" panose="030F0902030302020204" charset="0"/>
            </a:endParaRPr>
          </a:p>
        </p:txBody>
      </p:sp>
      <p:sp>
        <p:nvSpPr>
          <p:cNvPr id="85023" name="Line 87"/>
          <p:cNvSpPr/>
          <p:nvPr/>
        </p:nvSpPr>
        <p:spPr>
          <a:xfrm flipV="1">
            <a:off x="4591050" y="2762250"/>
            <a:ext cx="1114425" cy="1543050"/>
          </a:xfrm>
          <a:prstGeom prst="line">
            <a:avLst/>
          </a:prstGeom>
          <a:ln w="28575" cap="flat" cmpd="sng">
            <a:solidFill>
              <a:schemeClr val="tx1"/>
            </a:solidFill>
            <a:prstDash val="solid"/>
            <a:headEnd type="none" w="med" len="med"/>
            <a:tailEnd type="none" w="med" len="med"/>
          </a:ln>
        </p:spPr>
      </p:sp>
      <p:sp>
        <p:nvSpPr>
          <p:cNvPr id="85024" name="Line 88"/>
          <p:cNvSpPr/>
          <p:nvPr/>
        </p:nvSpPr>
        <p:spPr>
          <a:xfrm flipH="1" flipV="1">
            <a:off x="6105525" y="2743200"/>
            <a:ext cx="1276350" cy="1543050"/>
          </a:xfrm>
          <a:prstGeom prst="line">
            <a:avLst/>
          </a:prstGeom>
          <a:ln w="28575" cap="flat" cmpd="sng">
            <a:solidFill>
              <a:schemeClr val="tx1"/>
            </a:solidFill>
            <a:prstDash val="solid"/>
            <a:headEnd type="none" w="med" len="med"/>
            <a:tailEnd type="none" w="med" len="med"/>
          </a:ln>
        </p:spPr>
      </p:sp>
      <p:sp>
        <p:nvSpPr>
          <p:cNvPr id="85025" name="Line 89"/>
          <p:cNvSpPr/>
          <p:nvPr/>
        </p:nvSpPr>
        <p:spPr>
          <a:xfrm flipH="1" flipV="1">
            <a:off x="4781550" y="4505325"/>
            <a:ext cx="2305050" cy="9525"/>
          </a:xfrm>
          <a:prstGeom prst="line">
            <a:avLst/>
          </a:prstGeom>
          <a:ln w="28575" cap="flat" cmpd="sng">
            <a:solidFill>
              <a:schemeClr val="tx1"/>
            </a:solidFill>
            <a:prstDash val="solid"/>
            <a:headEnd type="none" w="med" len="med"/>
            <a:tailEnd type="none" w="med" len="med"/>
          </a:ln>
        </p:spPr>
      </p:sp>
      <p:sp>
        <p:nvSpPr>
          <p:cNvPr id="85026" name="Text Box 90"/>
          <p:cNvSpPr txBox="1"/>
          <p:nvPr/>
        </p:nvSpPr>
        <p:spPr>
          <a:xfrm>
            <a:off x="6184900" y="2655888"/>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223.1.7.0</a:t>
            </a:r>
            <a:endParaRPr lang="en-US" altLang="zh-CN" sz="1800">
              <a:latin typeface="Comic Sans MS" panose="030F0902030302020204" charset="0"/>
            </a:endParaRPr>
          </a:p>
        </p:txBody>
      </p:sp>
      <p:sp>
        <p:nvSpPr>
          <p:cNvPr id="85027" name="Text Box 91"/>
          <p:cNvSpPr txBox="1"/>
          <p:nvPr/>
        </p:nvSpPr>
        <p:spPr>
          <a:xfrm>
            <a:off x="7261225" y="394176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223.1.7.1</a:t>
            </a:r>
            <a:endParaRPr lang="en-US" altLang="zh-CN" sz="1800">
              <a:latin typeface="Comic Sans MS" panose="030F0902030302020204" charset="0"/>
            </a:endParaRPr>
          </a:p>
        </p:txBody>
      </p:sp>
      <p:sp>
        <p:nvSpPr>
          <p:cNvPr id="85028" name="Text Box 92"/>
          <p:cNvSpPr txBox="1"/>
          <p:nvPr/>
        </p:nvSpPr>
        <p:spPr>
          <a:xfrm>
            <a:off x="6022975" y="4198938"/>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223.1.8.0</a:t>
            </a:r>
            <a:endParaRPr lang="en-US" altLang="zh-CN" sz="1800">
              <a:latin typeface="Comic Sans MS" panose="030F0902030302020204" charset="0"/>
            </a:endParaRPr>
          </a:p>
        </p:txBody>
      </p:sp>
      <p:sp>
        <p:nvSpPr>
          <p:cNvPr id="85029" name="Text Box 93"/>
          <p:cNvSpPr txBox="1"/>
          <p:nvPr/>
        </p:nvSpPr>
        <p:spPr>
          <a:xfrm>
            <a:off x="4775200" y="4198938"/>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223.1.8.1</a:t>
            </a:r>
            <a:endParaRPr lang="en-US" altLang="zh-CN" sz="1800">
              <a:latin typeface="Comic Sans MS" panose="030F0902030302020204" charset="0"/>
            </a:endParaRPr>
          </a:p>
        </p:txBody>
      </p:sp>
      <p:sp>
        <p:nvSpPr>
          <p:cNvPr id="85030" name="Text Box 94"/>
          <p:cNvSpPr txBox="1"/>
          <p:nvPr/>
        </p:nvSpPr>
        <p:spPr>
          <a:xfrm>
            <a:off x="3698875" y="390366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223.1.9.1</a:t>
            </a:r>
            <a:endParaRPr lang="en-US" altLang="zh-CN" sz="1800">
              <a:latin typeface="Comic Sans MS" panose="030F0902030302020204" charset="0"/>
            </a:endParaRPr>
          </a:p>
        </p:txBody>
      </p:sp>
      <p:sp>
        <p:nvSpPr>
          <p:cNvPr id="85031" name="Text Box 95"/>
          <p:cNvSpPr txBox="1"/>
          <p:nvPr/>
        </p:nvSpPr>
        <p:spPr>
          <a:xfrm>
            <a:off x="4565650" y="2665413"/>
            <a:ext cx="1031875"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223.1.9.2</a:t>
            </a:r>
            <a:endParaRPr lang="en-US" altLang="zh-CN" sz="1800">
              <a:latin typeface="Comic Sans MS" panose="030F0902030302020204" charset="0"/>
            </a:endParaRPr>
          </a:p>
        </p:txBody>
      </p:sp>
      <p:sp>
        <p:nvSpPr>
          <p:cNvPr id="42031" name="Rectangle 98"/>
          <p:cNvSpPr>
            <a:spLocks noGrp="1" noChangeArrowheads="1"/>
          </p:cNvSpPr>
          <p:nvPr>
            <p:ph type="title"/>
          </p:nvPr>
        </p:nvSpPr>
        <p:spPr>
          <a:xfrm>
            <a:off x="533400" y="228600"/>
            <a:ext cx="3702050" cy="763588"/>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Subnets</a:t>
            </a:r>
          </a:p>
        </p:txBody>
      </p:sp>
      <p:pic>
        <p:nvPicPr>
          <p:cNvPr id="85033" name="Picture 99" descr="underline_base"/>
          <p:cNvPicPr/>
          <p:nvPr/>
        </p:nvPicPr>
        <p:blipFill>
          <a:blip r:embed="rId2"/>
          <a:stretch>
            <a:fillRect/>
          </a:stretch>
        </p:blipFill>
        <p:spPr>
          <a:xfrm>
            <a:off x="622300" y="855663"/>
            <a:ext cx="2011363" cy="173037"/>
          </a:xfrm>
          <a:prstGeom prst="rect">
            <a:avLst/>
          </a:prstGeom>
          <a:noFill/>
          <a:ln w="9525">
            <a:noFill/>
          </a:ln>
        </p:spPr>
      </p:pic>
      <p:grpSp>
        <p:nvGrpSpPr>
          <p:cNvPr id="85034" name="Group 100"/>
          <p:cNvGrpSpPr/>
          <p:nvPr/>
        </p:nvGrpSpPr>
        <p:grpSpPr>
          <a:xfrm>
            <a:off x="5545138" y="2379663"/>
            <a:ext cx="742950" cy="388937"/>
            <a:chOff x="4396" y="1245"/>
            <a:chExt cx="672" cy="248"/>
          </a:xfrm>
        </p:grpSpPr>
        <p:sp>
          <p:nvSpPr>
            <p:cNvPr id="85076"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5077"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5078"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85079" name="Group 104"/>
            <p:cNvGrpSpPr/>
            <p:nvPr/>
          </p:nvGrpSpPr>
          <p:grpSpPr>
            <a:xfrm>
              <a:off x="4530" y="1287"/>
              <a:ext cx="377" cy="75"/>
              <a:chOff x="2468" y="1332"/>
              <a:chExt cx="310" cy="60"/>
            </a:xfrm>
          </p:grpSpPr>
          <p:sp>
            <p:nvSpPr>
              <p:cNvPr id="85082" name="Freeform 10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85083" name="Freeform 10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85080" name="Line 107"/>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85081" name="Line 108"/>
            <p:cNvSpPr/>
            <p:nvPr/>
          </p:nvSpPr>
          <p:spPr>
            <a:xfrm>
              <a:off x="5064" y="1326"/>
              <a:ext cx="0" cy="107"/>
            </a:xfrm>
            <a:prstGeom prst="line">
              <a:avLst/>
            </a:prstGeom>
            <a:ln w="19050" cap="flat" cmpd="sng">
              <a:solidFill>
                <a:srgbClr val="000000"/>
              </a:solidFill>
              <a:prstDash val="solid"/>
              <a:headEnd type="none" w="med" len="med"/>
              <a:tailEnd type="none" w="med" len="med"/>
            </a:ln>
          </p:spPr>
        </p:sp>
      </p:grpSp>
      <p:grpSp>
        <p:nvGrpSpPr>
          <p:cNvPr id="85035" name="Group 109"/>
          <p:cNvGrpSpPr/>
          <p:nvPr/>
        </p:nvGrpSpPr>
        <p:grpSpPr>
          <a:xfrm>
            <a:off x="7080250" y="4271963"/>
            <a:ext cx="742950" cy="388937"/>
            <a:chOff x="4396" y="1245"/>
            <a:chExt cx="672" cy="248"/>
          </a:xfrm>
        </p:grpSpPr>
        <p:sp>
          <p:nvSpPr>
            <p:cNvPr id="85068"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5069"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5070"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85071" name="Group 113"/>
            <p:cNvGrpSpPr/>
            <p:nvPr/>
          </p:nvGrpSpPr>
          <p:grpSpPr>
            <a:xfrm>
              <a:off x="4530" y="1287"/>
              <a:ext cx="377" cy="75"/>
              <a:chOff x="2468" y="1332"/>
              <a:chExt cx="310" cy="60"/>
            </a:xfrm>
          </p:grpSpPr>
          <p:sp>
            <p:nvSpPr>
              <p:cNvPr id="85074" name="Freeform 114"/>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85075" name="Freeform 115"/>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85072" name="Line 116"/>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85073" name="Line 117"/>
            <p:cNvSpPr/>
            <p:nvPr/>
          </p:nvSpPr>
          <p:spPr>
            <a:xfrm>
              <a:off x="5064" y="1326"/>
              <a:ext cx="0" cy="107"/>
            </a:xfrm>
            <a:prstGeom prst="line">
              <a:avLst/>
            </a:prstGeom>
            <a:ln w="19050" cap="flat" cmpd="sng">
              <a:solidFill>
                <a:srgbClr val="000000"/>
              </a:solidFill>
              <a:prstDash val="solid"/>
              <a:headEnd type="none" w="med" len="med"/>
              <a:tailEnd type="none" w="med" len="med"/>
            </a:ln>
          </p:spPr>
        </p:sp>
      </p:grpSp>
      <p:grpSp>
        <p:nvGrpSpPr>
          <p:cNvPr id="85036" name="Group 118"/>
          <p:cNvGrpSpPr/>
          <p:nvPr/>
        </p:nvGrpSpPr>
        <p:grpSpPr>
          <a:xfrm>
            <a:off x="4087813" y="4279900"/>
            <a:ext cx="742950" cy="388938"/>
            <a:chOff x="4396" y="1245"/>
            <a:chExt cx="672" cy="248"/>
          </a:xfrm>
        </p:grpSpPr>
        <p:sp>
          <p:nvSpPr>
            <p:cNvPr id="85060"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5061"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85062"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85063" name="Group 122"/>
            <p:cNvGrpSpPr/>
            <p:nvPr/>
          </p:nvGrpSpPr>
          <p:grpSpPr>
            <a:xfrm>
              <a:off x="4530" y="1287"/>
              <a:ext cx="377" cy="75"/>
              <a:chOff x="2468" y="1332"/>
              <a:chExt cx="310" cy="60"/>
            </a:xfrm>
          </p:grpSpPr>
          <p:sp>
            <p:nvSpPr>
              <p:cNvPr id="85066" name="Freeform 123"/>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85067" name="Freeform 124"/>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85064" name="Line 125"/>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85065" name="Line 126"/>
            <p:cNvSpPr/>
            <p:nvPr/>
          </p:nvSpPr>
          <p:spPr>
            <a:xfrm>
              <a:off x="5064" y="1326"/>
              <a:ext cx="0" cy="107"/>
            </a:xfrm>
            <a:prstGeom prst="line">
              <a:avLst/>
            </a:prstGeom>
            <a:ln w="19050" cap="flat" cmpd="sng">
              <a:solidFill>
                <a:srgbClr val="000000"/>
              </a:solidFill>
              <a:prstDash val="solid"/>
              <a:headEnd type="none" w="med" len="med"/>
              <a:tailEnd type="none" w="med" len="med"/>
            </a:ln>
          </p:spPr>
        </p:sp>
      </p:grpSp>
      <p:grpSp>
        <p:nvGrpSpPr>
          <p:cNvPr id="85037" name="Group 127"/>
          <p:cNvGrpSpPr/>
          <p:nvPr/>
        </p:nvGrpSpPr>
        <p:grpSpPr>
          <a:xfrm>
            <a:off x="6315075" y="881063"/>
            <a:ext cx="641350" cy="558800"/>
            <a:chOff x="-44" y="1473"/>
            <a:chExt cx="981" cy="1105"/>
          </a:xfrm>
        </p:grpSpPr>
        <p:pic>
          <p:nvPicPr>
            <p:cNvPr id="85058" name="Picture 128"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5059" name="Freeform 129"/>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5038" name="Group 130"/>
          <p:cNvGrpSpPr/>
          <p:nvPr/>
        </p:nvGrpSpPr>
        <p:grpSpPr>
          <a:xfrm>
            <a:off x="4918075" y="898525"/>
            <a:ext cx="641350" cy="558800"/>
            <a:chOff x="-44" y="1473"/>
            <a:chExt cx="981" cy="1105"/>
          </a:xfrm>
        </p:grpSpPr>
        <p:pic>
          <p:nvPicPr>
            <p:cNvPr id="85056" name="Picture 131"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5057" name="Freeform 132"/>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5039" name="Group 133"/>
          <p:cNvGrpSpPr/>
          <p:nvPr/>
        </p:nvGrpSpPr>
        <p:grpSpPr>
          <a:xfrm>
            <a:off x="5749925" y="849313"/>
            <a:ext cx="641350" cy="558800"/>
            <a:chOff x="-44" y="1473"/>
            <a:chExt cx="981" cy="1105"/>
          </a:xfrm>
        </p:grpSpPr>
        <p:pic>
          <p:nvPicPr>
            <p:cNvPr id="85054" name="Picture 134"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5055" name="Freeform 13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5040" name="Group 136"/>
          <p:cNvGrpSpPr/>
          <p:nvPr/>
        </p:nvGrpSpPr>
        <p:grpSpPr>
          <a:xfrm>
            <a:off x="7473950" y="5551488"/>
            <a:ext cx="641350" cy="558800"/>
            <a:chOff x="-44" y="1473"/>
            <a:chExt cx="981" cy="1105"/>
          </a:xfrm>
        </p:grpSpPr>
        <p:pic>
          <p:nvPicPr>
            <p:cNvPr id="85052" name="Picture 137"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5053" name="Freeform 138"/>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5041" name="Group 139"/>
          <p:cNvGrpSpPr/>
          <p:nvPr/>
        </p:nvGrpSpPr>
        <p:grpSpPr>
          <a:xfrm>
            <a:off x="6523038" y="5514975"/>
            <a:ext cx="641350" cy="558800"/>
            <a:chOff x="-44" y="1473"/>
            <a:chExt cx="981" cy="1105"/>
          </a:xfrm>
        </p:grpSpPr>
        <p:pic>
          <p:nvPicPr>
            <p:cNvPr id="85050" name="Picture 140"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5051" name="Freeform 141"/>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5042" name="Group 142"/>
          <p:cNvGrpSpPr/>
          <p:nvPr/>
        </p:nvGrpSpPr>
        <p:grpSpPr>
          <a:xfrm>
            <a:off x="3497263" y="5522913"/>
            <a:ext cx="641350" cy="558800"/>
            <a:chOff x="-44" y="1473"/>
            <a:chExt cx="981" cy="1105"/>
          </a:xfrm>
        </p:grpSpPr>
        <p:pic>
          <p:nvPicPr>
            <p:cNvPr id="85048" name="Picture 143"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5049" name="Freeform 144"/>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85043" name="Group 145"/>
          <p:cNvGrpSpPr/>
          <p:nvPr/>
        </p:nvGrpSpPr>
        <p:grpSpPr>
          <a:xfrm>
            <a:off x="4419600" y="5564188"/>
            <a:ext cx="641350" cy="558800"/>
            <a:chOff x="-44" y="1473"/>
            <a:chExt cx="981" cy="1105"/>
          </a:xfrm>
        </p:grpSpPr>
        <p:pic>
          <p:nvPicPr>
            <p:cNvPr id="85046" name="Picture 146"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85047" name="Freeform 147"/>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sp>
        <p:nvSpPr>
          <p:cNvPr id="85044"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67</a:t>
            </a:fld>
            <a:endParaRPr lang="en-US" altLang="zh-CN" sz="1200">
              <a:latin typeface="Tahoma" panose="020B0604030504040204" charset="0"/>
            </a:endParaRPr>
          </a:p>
        </p:txBody>
      </p:sp>
      <p:sp>
        <p:nvSpPr>
          <p:cNvPr id="85045"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7" name="Picture 13" descr="underline_base"/>
          <p:cNvPicPr/>
          <p:nvPr/>
        </p:nvPicPr>
        <p:blipFill>
          <a:blip r:embed="rId2"/>
          <a:stretch>
            <a:fillRect/>
          </a:stretch>
        </p:blipFill>
        <p:spPr>
          <a:xfrm>
            <a:off x="541338" y="873125"/>
            <a:ext cx="5027612" cy="173038"/>
          </a:xfrm>
          <a:prstGeom prst="rect">
            <a:avLst/>
          </a:prstGeom>
          <a:noFill/>
          <a:ln w="9525">
            <a:noFill/>
          </a:ln>
        </p:spPr>
      </p:pic>
      <p:sp>
        <p:nvSpPr>
          <p:cNvPr id="43013" name="Rectangle 2"/>
          <p:cNvSpPr>
            <a:spLocks noGrp="1" noChangeArrowheads="1"/>
          </p:cNvSpPr>
          <p:nvPr>
            <p:ph type="title"/>
          </p:nvPr>
        </p:nvSpPr>
        <p:spPr>
          <a:xfrm>
            <a:off x="500063" y="195263"/>
            <a:ext cx="7772400" cy="8509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400" b="0" i="0" u="none" strike="noStrike" kern="0" cap="none" spc="0" normalizeH="0" baseline="0" noProof="0">
                <a:ln>
                  <a:noFill/>
                </a:ln>
                <a:solidFill>
                  <a:srgbClr val="000099"/>
                </a:solidFill>
                <a:effectLst/>
                <a:uLnTx/>
                <a:uFillTx/>
                <a:latin typeface="+mj-lt"/>
                <a:ea typeface="MS PGothic" charset="0"/>
                <a:cs typeface="+mj-cs"/>
              </a:rPr>
              <a:t>有类</a:t>
            </a:r>
            <a:r>
              <a:rPr kumimoji="0" lang="en-US" altLang="zh-CN" sz="4400" b="0" i="0" u="none" strike="noStrike" kern="0" cap="none" spc="0" normalizeH="0" baseline="0" noProof="0">
                <a:ln>
                  <a:noFill/>
                </a:ln>
                <a:solidFill>
                  <a:srgbClr val="000099"/>
                </a:solidFill>
                <a:effectLst/>
                <a:uLnTx/>
                <a:uFillTx/>
                <a:latin typeface="+mj-lt"/>
                <a:ea typeface="MS PGothic" charset="0"/>
                <a:cs typeface="+mj-cs"/>
              </a:rPr>
              <a:t>IP</a:t>
            </a:r>
            <a:r>
              <a:rPr kumimoji="0" lang="zh-CN" altLang="en-US" sz="4400" b="0" i="0" u="none" strike="noStrike" kern="0" cap="none" spc="0" normalizeH="0" baseline="0" noProof="0">
                <a:ln>
                  <a:noFill/>
                </a:ln>
                <a:solidFill>
                  <a:srgbClr val="000099"/>
                </a:solidFill>
                <a:effectLst/>
                <a:uLnTx/>
                <a:uFillTx/>
                <a:latin typeface="+mj-lt"/>
                <a:ea typeface="MS PGothic" charset="0"/>
                <a:cs typeface="+mj-cs"/>
              </a:rPr>
              <a:t>地址</a:t>
            </a:r>
            <a:r>
              <a:rPr kumimoji="0" lang="zh-CN" altLang="en-US" sz="3200" b="0" i="0" u="none" strike="noStrike" kern="0" cap="none" spc="0" normalizeH="0" baseline="0" noProof="0">
                <a:ln>
                  <a:noFill/>
                </a:ln>
                <a:solidFill>
                  <a:srgbClr val="000099"/>
                </a:solidFill>
                <a:effectLst/>
                <a:uLnTx/>
                <a:uFillTx/>
                <a:latin typeface="+mj-lt"/>
                <a:ea typeface="MS PGothic" charset="0"/>
                <a:cs typeface="+mj-cs"/>
              </a:rPr>
              <a:t>（补充）</a:t>
            </a:r>
          </a:p>
        </p:txBody>
      </p:sp>
      <p:sp>
        <p:nvSpPr>
          <p:cNvPr id="8602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68</a:t>
            </a:fld>
            <a:endParaRPr lang="en-US" altLang="zh-CN" sz="1200">
              <a:latin typeface="Tahoma" panose="020B0604030504040204" charset="0"/>
            </a:endParaRPr>
          </a:p>
        </p:txBody>
      </p:sp>
      <p:sp>
        <p:nvSpPr>
          <p:cNvPr id="8602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4" name="Rectangle 5"/>
          <p:cNvSpPr/>
          <p:nvPr/>
        </p:nvSpPr>
        <p:spPr>
          <a:xfrm>
            <a:off x="1130300" y="1510030"/>
            <a:ext cx="5486400" cy="457200"/>
          </a:xfrm>
          <a:prstGeom prst="rect">
            <a:avLst/>
          </a:prstGeom>
          <a:solidFill>
            <a:schemeClr val="bg2"/>
          </a:solidFill>
          <a:ln w="12700" cap="sq" cmpd="sng">
            <a:solidFill>
              <a:schemeClr val="bg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en-US" sz="1800" dirty="0">
              <a:latin typeface="Comic Sans MS" panose="030F0902030302020204" charset="0"/>
              <a:ea typeface="微软雅黑" panose="020B0503020204020204" charset="-122"/>
              <a:sym typeface="Comic Sans MS" panose="030F0902030302020204" charset="0"/>
            </a:endParaRPr>
          </a:p>
        </p:txBody>
      </p:sp>
      <p:sp>
        <p:nvSpPr>
          <p:cNvPr id="5" name="Rectangle 6"/>
          <p:cNvSpPr/>
          <p:nvPr/>
        </p:nvSpPr>
        <p:spPr>
          <a:xfrm>
            <a:off x="1130300" y="2490470"/>
            <a:ext cx="5486400" cy="457200"/>
          </a:xfrm>
          <a:prstGeom prst="rect">
            <a:avLst/>
          </a:prstGeom>
          <a:solidFill>
            <a:schemeClr val="bg2"/>
          </a:solidFill>
          <a:ln w="12700" cap="sq" cmpd="sng">
            <a:solidFill>
              <a:schemeClr val="bg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en-US" sz="1800" dirty="0">
              <a:latin typeface="Comic Sans MS" panose="030F0902030302020204" charset="0"/>
              <a:ea typeface="微软雅黑" panose="020B0503020204020204" charset="-122"/>
              <a:sym typeface="Comic Sans MS" panose="030F0902030302020204" charset="0"/>
            </a:endParaRPr>
          </a:p>
        </p:txBody>
      </p:sp>
      <p:sp>
        <p:nvSpPr>
          <p:cNvPr id="6" name="Rectangle 7"/>
          <p:cNvSpPr/>
          <p:nvPr/>
        </p:nvSpPr>
        <p:spPr>
          <a:xfrm>
            <a:off x="1130300" y="3454400"/>
            <a:ext cx="5486400" cy="457200"/>
          </a:xfrm>
          <a:prstGeom prst="rect">
            <a:avLst/>
          </a:prstGeom>
          <a:solidFill>
            <a:schemeClr val="bg2"/>
          </a:solidFill>
          <a:ln w="12700" cap="sq" cmpd="sng">
            <a:solidFill>
              <a:schemeClr val="bg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en-US" sz="1800" dirty="0">
              <a:latin typeface="Comic Sans MS" panose="030F0902030302020204" charset="0"/>
              <a:ea typeface="微软雅黑" panose="020B0503020204020204" charset="-122"/>
              <a:sym typeface="Comic Sans MS" panose="030F0902030302020204" charset="0"/>
            </a:endParaRPr>
          </a:p>
        </p:txBody>
      </p:sp>
      <p:sp>
        <p:nvSpPr>
          <p:cNvPr id="7" name="Rectangle 8"/>
          <p:cNvSpPr/>
          <p:nvPr/>
        </p:nvSpPr>
        <p:spPr>
          <a:xfrm>
            <a:off x="1130300" y="4587240"/>
            <a:ext cx="5486400" cy="457200"/>
          </a:xfrm>
          <a:prstGeom prst="rect">
            <a:avLst/>
          </a:prstGeom>
          <a:solidFill>
            <a:schemeClr val="bg2"/>
          </a:solidFill>
          <a:ln w="12700" cap="sq" cmpd="sng">
            <a:solidFill>
              <a:schemeClr val="bg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Multicast(</a:t>
            </a:r>
            <a:r>
              <a:rPr lang="zh-CN" altLang="en-US" sz="1800" dirty="0">
                <a:latin typeface="Comic Sans MS" panose="030F0902030302020204" charset="0"/>
                <a:ea typeface="微软雅黑" panose="020B0503020204020204" charset="-122"/>
                <a:sym typeface="Comic Sans MS" panose="030F0902030302020204" charset="0"/>
              </a:rPr>
              <a:t>多点广播</a:t>
            </a:r>
            <a:r>
              <a:rPr lang="en-US" altLang="zh-CN" sz="1800" dirty="0">
                <a:latin typeface="Comic Sans MS" panose="030F0902030302020204" charset="0"/>
                <a:ea typeface="微软雅黑" panose="020B0503020204020204" charset="-122"/>
                <a:sym typeface="Comic Sans MS" panose="030F0902030302020204" charset="0"/>
              </a:rPr>
              <a:t>)</a:t>
            </a:r>
          </a:p>
        </p:txBody>
      </p:sp>
      <p:sp>
        <p:nvSpPr>
          <p:cNvPr id="8" name="Rectangle 9"/>
          <p:cNvSpPr/>
          <p:nvPr/>
        </p:nvSpPr>
        <p:spPr>
          <a:xfrm>
            <a:off x="1130300" y="5524500"/>
            <a:ext cx="5486400" cy="457200"/>
          </a:xfrm>
          <a:prstGeom prst="rect">
            <a:avLst/>
          </a:prstGeom>
          <a:solidFill>
            <a:schemeClr val="bg2"/>
          </a:solidFill>
          <a:ln w="12700" cap="sq" cmpd="sng">
            <a:solidFill>
              <a:schemeClr val="bg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Preserved for future use</a:t>
            </a:r>
          </a:p>
        </p:txBody>
      </p:sp>
      <p:sp>
        <p:nvSpPr>
          <p:cNvPr id="9" name="Text Box 10"/>
          <p:cNvSpPr txBox="1"/>
          <p:nvPr/>
        </p:nvSpPr>
        <p:spPr>
          <a:xfrm>
            <a:off x="596900" y="1586230"/>
            <a:ext cx="9144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A</a:t>
            </a:r>
          </a:p>
        </p:txBody>
      </p:sp>
      <p:sp>
        <p:nvSpPr>
          <p:cNvPr id="10" name="Text Box 11"/>
          <p:cNvSpPr txBox="1"/>
          <p:nvPr/>
        </p:nvSpPr>
        <p:spPr>
          <a:xfrm>
            <a:off x="596900" y="2566670"/>
            <a:ext cx="9144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B</a:t>
            </a:r>
          </a:p>
        </p:txBody>
      </p:sp>
      <p:sp>
        <p:nvSpPr>
          <p:cNvPr id="11" name="Text Box 12"/>
          <p:cNvSpPr txBox="1"/>
          <p:nvPr/>
        </p:nvSpPr>
        <p:spPr>
          <a:xfrm>
            <a:off x="596900" y="3530600"/>
            <a:ext cx="9144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C</a:t>
            </a:r>
          </a:p>
        </p:txBody>
      </p:sp>
      <p:sp>
        <p:nvSpPr>
          <p:cNvPr id="12" name="Text Box 13"/>
          <p:cNvSpPr txBox="1"/>
          <p:nvPr/>
        </p:nvSpPr>
        <p:spPr>
          <a:xfrm>
            <a:off x="596900" y="4663440"/>
            <a:ext cx="9144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D</a:t>
            </a:r>
          </a:p>
        </p:txBody>
      </p:sp>
      <p:sp>
        <p:nvSpPr>
          <p:cNvPr id="86030" name="Text Box 14"/>
          <p:cNvSpPr txBox="1"/>
          <p:nvPr/>
        </p:nvSpPr>
        <p:spPr>
          <a:xfrm>
            <a:off x="571500" y="5600700"/>
            <a:ext cx="9144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E</a:t>
            </a:r>
          </a:p>
        </p:txBody>
      </p:sp>
      <p:sp>
        <p:nvSpPr>
          <p:cNvPr id="86031" name="Rectangle 15"/>
          <p:cNvSpPr/>
          <p:nvPr/>
        </p:nvSpPr>
        <p:spPr>
          <a:xfrm>
            <a:off x="1130300" y="151003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0</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32" name="Rectangle 16"/>
          <p:cNvSpPr/>
          <p:nvPr/>
        </p:nvSpPr>
        <p:spPr>
          <a:xfrm>
            <a:off x="1130300" y="249047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33" name="Rectangle 17"/>
          <p:cNvSpPr/>
          <p:nvPr/>
        </p:nvSpPr>
        <p:spPr>
          <a:xfrm>
            <a:off x="1358900" y="249047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0</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34" name="Rectangle 18"/>
          <p:cNvSpPr/>
          <p:nvPr/>
        </p:nvSpPr>
        <p:spPr>
          <a:xfrm>
            <a:off x="1130300" y="345440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35" name="Rectangle 19"/>
          <p:cNvSpPr/>
          <p:nvPr/>
        </p:nvSpPr>
        <p:spPr>
          <a:xfrm>
            <a:off x="1358900" y="345440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36" name="Rectangle 20"/>
          <p:cNvSpPr/>
          <p:nvPr/>
        </p:nvSpPr>
        <p:spPr>
          <a:xfrm>
            <a:off x="1587500" y="345440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0</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37" name="Rectangle 21"/>
          <p:cNvSpPr/>
          <p:nvPr/>
        </p:nvSpPr>
        <p:spPr>
          <a:xfrm>
            <a:off x="1358900" y="458724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38" name="Rectangle 22"/>
          <p:cNvSpPr/>
          <p:nvPr/>
        </p:nvSpPr>
        <p:spPr>
          <a:xfrm>
            <a:off x="1587500" y="458724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39" name="Rectangle 23"/>
          <p:cNvSpPr/>
          <p:nvPr/>
        </p:nvSpPr>
        <p:spPr>
          <a:xfrm>
            <a:off x="1816100" y="458724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0</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0" name="Rectangle 24"/>
          <p:cNvSpPr/>
          <p:nvPr/>
        </p:nvSpPr>
        <p:spPr>
          <a:xfrm>
            <a:off x="1130300" y="458724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1" name="Rectangle 25"/>
          <p:cNvSpPr/>
          <p:nvPr/>
        </p:nvSpPr>
        <p:spPr>
          <a:xfrm>
            <a:off x="1600200" y="552450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2" name="Rectangle 26"/>
          <p:cNvSpPr/>
          <p:nvPr/>
        </p:nvSpPr>
        <p:spPr>
          <a:xfrm>
            <a:off x="1828800" y="552450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3" name="Rectangle 27"/>
          <p:cNvSpPr/>
          <p:nvPr/>
        </p:nvSpPr>
        <p:spPr>
          <a:xfrm>
            <a:off x="2057400" y="552450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0</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4" name="Rectangle 28"/>
          <p:cNvSpPr/>
          <p:nvPr/>
        </p:nvSpPr>
        <p:spPr>
          <a:xfrm>
            <a:off x="1371600" y="552450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5" name="Rectangle 29"/>
          <p:cNvSpPr/>
          <p:nvPr/>
        </p:nvSpPr>
        <p:spPr>
          <a:xfrm>
            <a:off x="1130300" y="5524500"/>
            <a:ext cx="228600" cy="457200"/>
          </a:xfrm>
          <a:prstGeom prst="rect">
            <a:avLst/>
          </a:prstGeom>
          <a:solidFill>
            <a:schemeClr val="accent1"/>
          </a:solidFill>
          <a:ln w="127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1</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6" name="Text Box 30"/>
          <p:cNvSpPr txBox="1"/>
          <p:nvPr/>
        </p:nvSpPr>
        <p:spPr>
          <a:xfrm>
            <a:off x="2959100" y="353060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netid</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7" name="Text Box 31"/>
          <p:cNvSpPr txBox="1"/>
          <p:nvPr/>
        </p:nvSpPr>
        <p:spPr>
          <a:xfrm>
            <a:off x="5168900" y="353060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Hostid</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8" name="Text Box 32"/>
          <p:cNvSpPr txBox="1"/>
          <p:nvPr/>
        </p:nvSpPr>
        <p:spPr>
          <a:xfrm>
            <a:off x="2425700" y="256667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netid</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49" name="Text Box 33"/>
          <p:cNvSpPr txBox="1"/>
          <p:nvPr/>
        </p:nvSpPr>
        <p:spPr>
          <a:xfrm>
            <a:off x="4864100" y="256667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Hostid</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50" name="Text Box 34"/>
          <p:cNvSpPr txBox="1"/>
          <p:nvPr/>
        </p:nvSpPr>
        <p:spPr>
          <a:xfrm>
            <a:off x="4940300" y="158623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Hostid</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51" name="Text Box 35"/>
          <p:cNvSpPr txBox="1"/>
          <p:nvPr/>
        </p:nvSpPr>
        <p:spPr>
          <a:xfrm>
            <a:off x="1816100" y="158623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netid</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52" name="Line 36"/>
          <p:cNvSpPr/>
          <p:nvPr/>
        </p:nvSpPr>
        <p:spPr>
          <a:xfrm>
            <a:off x="3683000" y="2490470"/>
            <a:ext cx="0" cy="457200"/>
          </a:xfrm>
          <a:prstGeom prst="line">
            <a:avLst/>
          </a:prstGeom>
          <a:ln w="12700" cap="sq" cmpd="sng">
            <a:solidFill>
              <a:schemeClr val="tx1"/>
            </a:solidFill>
            <a:prstDash val="solid"/>
            <a:headEnd type="none" w="med" len="med"/>
            <a:tailEnd type="none" w="med" len="med"/>
          </a:ln>
        </p:spPr>
      </p:sp>
      <p:sp>
        <p:nvSpPr>
          <p:cNvPr id="86053" name="Line 37"/>
          <p:cNvSpPr/>
          <p:nvPr/>
        </p:nvSpPr>
        <p:spPr>
          <a:xfrm>
            <a:off x="5016500" y="3454400"/>
            <a:ext cx="0" cy="457200"/>
          </a:xfrm>
          <a:prstGeom prst="line">
            <a:avLst/>
          </a:prstGeom>
          <a:ln w="12700" cap="sq" cmpd="sng">
            <a:solidFill>
              <a:schemeClr val="tx1"/>
            </a:solidFill>
            <a:prstDash val="solid"/>
            <a:headEnd type="none" w="med" len="med"/>
            <a:tailEnd type="none" w="med" len="med"/>
          </a:ln>
        </p:spPr>
      </p:sp>
      <p:sp>
        <p:nvSpPr>
          <p:cNvPr id="86054" name="Line 38"/>
          <p:cNvSpPr/>
          <p:nvPr/>
        </p:nvSpPr>
        <p:spPr>
          <a:xfrm>
            <a:off x="2730500" y="1510030"/>
            <a:ext cx="0" cy="457200"/>
          </a:xfrm>
          <a:prstGeom prst="line">
            <a:avLst/>
          </a:prstGeom>
          <a:ln w="12700" cap="sq" cmpd="sng">
            <a:solidFill>
              <a:schemeClr val="tx1"/>
            </a:solidFill>
            <a:prstDash val="solid"/>
            <a:headEnd type="none" w="med" len="med"/>
            <a:tailEnd type="none" w="med" len="med"/>
          </a:ln>
        </p:spPr>
      </p:sp>
      <p:sp>
        <p:nvSpPr>
          <p:cNvPr id="86055" name="Text Box 39"/>
          <p:cNvSpPr txBox="1"/>
          <p:nvPr/>
        </p:nvSpPr>
        <p:spPr>
          <a:xfrm>
            <a:off x="977900" y="117983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zh-CN" altLang="en-US" sz="1800" dirty="0">
                <a:latin typeface="Comic Sans MS" panose="030F0902030302020204" charset="0"/>
                <a:ea typeface="微软雅黑" panose="020B0503020204020204" charset="-122"/>
                <a:sym typeface="Comic Sans MS" panose="030F0902030302020204" charset="0"/>
              </a:rPr>
              <a:t>0</a:t>
            </a:r>
            <a:endParaRPr lang="zh-CN" altLang="en-US" sz="2400" dirty="0">
              <a:latin typeface="Comic Sans MS" panose="030F0902030302020204" charset="0"/>
              <a:ea typeface="微软雅黑" panose="020B0503020204020204" charset="-122"/>
              <a:sym typeface="Comic Sans MS" panose="030F0902030302020204" charset="0"/>
            </a:endParaRPr>
          </a:p>
        </p:txBody>
      </p:sp>
      <p:sp>
        <p:nvSpPr>
          <p:cNvPr id="86056" name="Text Box 40"/>
          <p:cNvSpPr txBox="1"/>
          <p:nvPr/>
        </p:nvSpPr>
        <p:spPr>
          <a:xfrm>
            <a:off x="3492500" y="120523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zh-CN" altLang="en-US" sz="1800" dirty="0">
                <a:latin typeface="Comic Sans MS" panose="030F0902030302020204" charset="0"/>
                <a:ea typeface="微软雅黑" panose="020B0503020204020204" charset="-122"/>
                <a:sym typeface="Comic Sans MS" panose="030F0902030302020204" charset="0"/>
              </a:rPr>
              <a:t>16</a:t>
            </a:r>
            <a:endParaRPr lang="zh-CN" altLang="en-US" sz="2400" dirty="0">
              <a:latin typeface="Comic Sans MS" panose="030F0902030302020204" charset="0"/>
              <a:ea typeface="微软雅黑" panose="020B0503020204020204" charset="-122"/>
              <a:sym typeface="Comic Sans MS" panose="030F0902030302020204" charset="0"/>
            </a:endParaRPr>
          </a:p>
        </p:txBody>
      </p:sp>
      <p:sp>
        <p:nvSpPr>
          <p:cNvPr id="86057" name="Text Box 41"/>
          <p:cNvSpPr txBox="1"/>
          <p:nvPr/>
        </p:nvSpPr>
        <p:spPr>
          <a:xfrm>
            <a:off x="4787900" y="120523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zh-CN" altLang="en-US" sz="1800" dirty="0">
                <a:latin typeface="Comic Sans MS" panose="030F0902030302020204" charset="0"/>
                <a:ea typeface="微软雅黑" panose="020B0503020204020204" charset="-122"/>
                <a:sym typeface="Comic Sans MS" panose="030F0902030302020204" charset="0"/>
              </a:rPr>
              <a:t>24</a:t>
            </a:r>
            <a:endParaRPr lang="zh-CN" altLang="en-US" sz="2400" dirty="0">
              <a:latin typeface="Comic Sans MS" panose="030F0902030302020204" charset="0"/>
              <a:ea typeface="微软雅黑" panose="020B0503020204020204" charset="-122"/>
              <a:sym typeface="Comic Sans MS" panose="030F0902030302020204" charset="0"/>
            </a:endParaRPr>
          </a:p>
        </p:txBody>
      </p:sp>
      <p:sp>
        <p:nvSpPr>
          <p:cNvPr id="86058" name="Text Box 42"/>
          <p:cNvSpPr txBox="1"/>
          <p:nvPr/>
        </p:nvSpPr>
        <p:spPr>
          <a:xfrm>
            <a:off x="6388100" y="117983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zh-CN" altLang="en-US" sz="1800" dirty="0">
                <a:latin typeface="Comic Sans MS" panose="030F0902030302020204" charset="0"/>
                <a:ea typeface="微软雅黑" panose="020B0503020204020204" charset="-122"/>
                <a:sym typeface="Comic Sans MS" panose="030F0902030302020204" charset="0"/>
              </a:rPr>
              <a:t>31</a:t>
            </a:r>
            <a:endParaRPr lang="zh-CN" altLang="en-US" sz="2400" dirty="0">
              <a:latin typeface="Comic Sans MS" panose="030F0902030302020204" charset="0"/>
              <a:ea typeface="微软雅黑" panose="020B0503020204020204" charset="-122"/>
              <a:sym typeface="Comic Sans MS" panose="030F0902030302020204" charset="0"/>
            </a:endParaRPr>
          </a:p>
        </p:txBody>
      </p:sp>
      <p:sp>
        <p:nvSpPr>
          <p:cNvPr id="86059" name="Text Box 43"/>
          <p:cNvSpPr txBox="1"/>
          <p:nvPr/>
        </p:nvSpPr>
        <p:spPr>
          <a:xfrm>
            <a:off x="2578100" y="1205230"/>
            <a:ext cx="13716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zh-CN" altLang="en-US" sz="1800" dirty="0">
                <a:latin typeface="Comic Sans MS" panose="030F0902030302020204" charset="0"/>
                <a:ea typeface="微软雅黑" panose="020B0503020204020204" charset="-122"/>
                <a:sym typeface="Comic Sans MS" panose="030F0902030302020204" charset="0"/>
              </a:rPr>
              <a:t>8</a:t>
            </a:r>
            <a:endParaRPr lang="zh-CN" altLang="en-US" sz="2400" dirty="0">
              <a:latin typeface="Comic Sans MS" panose="030F0902030302020204" charset="0"/>
              <a:ea typeface="微软雅黑" panose="020B0503020204020204" charset="-122"/>
              <a:sym typeface="Comic Sans MS" panose="030F0902030302020204" charset="0"/>
            </a:endParaRPr>
          </a:p>
        </p:txBody>
      </p:sp>
      <p:sp>
        <p:nvSpPr>
          <p:cNvPr id="86060" name="Text Box 44"/>
          <p:cNvSpPr txBox="1"/>
          <p:nvPr/>
        </p:nvSpPr>
        <p:spPr>
          <a:xfrm>
            <a:off x="1143000" y="2000250"/>
            <a:ext cx="80010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The number of hosts is 2</a:t>
            </a:r>
            <a:r>
              <a:rPr lang="en-US" altLang="zh-CN" sz="1800" baseline="30000" dirty="0">
                <a:latin typeface="Comic Sans MS" panose="030F0902030302020204" charset="0"/>
                <a:ea typeface="微软雅黑" panose="020B0503020204020204" charset="-122"/>
                <a:sym typeface="Comic Sans MS" panose="030F0902030302020204" charset="0"/>
              </a:rPr>
              <a:t>24</a:t>
            </a:r>
            <a:r>
              <a:rPr lang="en-US" altLang="zh-CN" sz="1800" dirty="0">
                <a:latin typeface="Comic Sans MS" panose="030F0902030302020204" charset="0"/>
                <a:ea typeface="微软雅黑" panose="020B0503020204020204" charset="-122"/>
                <a:sym typeface="Comic Sans MS" panose="030F0902030302020204" charset="0"/>
              </a:rPr>
              <a:t>.address:1.0.0.0~127.255.255.255</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61" name="Text Box 45"/>
          <p:cNvSpPr txBox="1"/>
          <p:nvPr/>
        </p:nvSpPr>
        <p:spPr>
          <a:xfrm>
            <a:off x="1206500" y="2941320"/>
            <a:ext cx="80010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The number of hosts is 2</a:t>
            </a:r>
            <a:r>
              <a:rPr lang="en-US" altLang="zh-CN" sz="1800" baseline="30000" dirty="0">
                <a:latin typeface="Comic Sans MS" panose="030F0902030302020204" charset="0"/>
                <a:ea typeface="微软雅黑" panose="020B0503020204020204" charset="-122"/>
                <a:sym typeface="Comic Sans MS" panose="030F0902030302020204" charset="0"/>
              </a:rPr>
              <a:t>16</a:t>
            </a:r>
            <a:r>
              <a:rPr lang="en-US" altLang="zh-CN" sz="1800" dirty="0">
                <a:latin typeface="Comic Sans MS" panose="030F0902030302020204" charset="0"/>
                <a:ea typeface="微软雅黑" panose="020B0503020204020204" charset="-122"/>
                <a:sym typeface="Comic Sans MS" panose="030F0902030302020204" charset="0"/>
              </a:rPr>
              <a:t>.address:128.0.0.0~191.255.255.255</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62" name="Text Box 46"/>
          <p:cNvSpPr txBox="1"/>
          <p:nvPr/>
        </p:nvSpPr>
        <p:spPr>
          <a:xfrm>
            <a:off x="1130300" y="3921760"/>
            <a:ext cx="80010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The number of hosts is 2</a:t>
            </a:r>
            <a:r>
              <a:rPr lang="en-US" altLang="zh-CN" sz="1800" baseline="30000" dirty="0">
                <a:latin typeface="Comic Sans MS" panose="030F0902030302020204" charset="0"/>
                <a:ea typeface="微软雅黑" panose="020B0503020204020204" charset="-122"/>
                <a:sym typeface="Comic Sans MS" panose="030F0902030302020204" charset="0"/>
              </a:rPr>
              <a:t>8</a:t>
            </a:r>
            <a:r>
              <a:rPr lang="en-US" altLang="zh-CN" sz="1800" dirty="0">
                <a:latin typeface="Comic Sans MS" panose="030F0902030302020204" charset="0"/>
                <a:ea typeface="微软雅黑" panose="020B0503020204020204" charset="-122"/>
                <a:sym typeface="Comic Sans MS" panose="030F0902030302020204" charset="0"/>
              </a:rPr>
              <a:t>.address:192.0.0.0~223.255.255.255</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63" name="Text Box 47"/>
          <p:cNvSpPr txBox="1"/>
          <p:nvPr/>
        </p:nvSpPr>
        <p:spPr>
          <a:xfrm>
            <a:off x="1130300" y="5060950"/>
            <a:ext cx="80010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address:224.0.0.0~239.255.255.255</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64" name="Text Box 48"/>
          <p:cNvSpPr txBox="1"/>
          <p:nvPr/>
        </p:nvSpPr>
        <p:spPr>
          <a:xfrm>
            <a:off x="1130300" y="5998210"/>
            <a:ext cx="80010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800" dirty="0">
                <a:latin typeface="Comic Sans MS" panose="030F0902030302020204" charset="0"/>
                <a:ea typeface="微软雅黑" panose="020B0503020204020204" charset="-122"/>
                <a:sym typeface="Comic Sans MS" panose="030F0902030302020204" charset="0"/>
              </a:rPr>
              <a:t>address:240.0.0.0~247.255.255.255</a:t>
            </a:r>
            <a:endParaRPr lang="en-US" altLang="zh-CN" sz="2400" dirty="0">
              <a:latin typeface="Comic Sans MS" panose="030F0902030302020204" charset="0"/>
              <a:ea typeface="微软雅黑" panose="020B0503020204020204" charset="-122"/>
              <a:sym typeface="Comic Sans MS" panose="030F0902030302020204" charset="0"/>
            </a:endParaRPr>
          </a:p>
        </p:txBody>
      </p:sp>
      <p:sp>
        <p:nvSpPr>
          <p:cNvPr id="86065" name="Line 49"/>
          <p:cNvSpPr/>
          <p:nvPr/>
        </p:nvSpPr>
        <p:spPr>
          <a:xfrm>
            <a:off x="304800" y="4434840"/>
            <a:ext cx="8915400" cy="0"/>
          </a:xfrm>
          <a:prstGeom prst="line">
            <a:avLst/>
          </a:prstGeom>
          <a:ln w="76200" cap="sq" cmpd="sng">
            <a:pattFill prst="smGrid">
              <a:fgClr>
                <a:srgbClr val="FF3300"/>
              </a:fgClr>
              <a:bgClr>
                <a:srgbClr val="FFFFFF"/>
              </a:bgClr>
            </a:pattFill>
            <a:prstDash val="solid"/>
            <a:headEnd type="none" w="med" len="med"/>
            <a:tailEnd type="none" w="med" len="med"/>
          </a:ln>
        </p:spPr>
      </p:sp>
      <p:grpSp>
        <p:nvGrpSpPr>
          <p:cNvPr id="15" name="组合 14"/>
          <p:cNvGrpSpPr/>
          <p:nvPr/>
        </p:nvGrpSpPr>
        <p:grpSpPr>
          <a:xfrm>
            <a:off x="-12700" y="1205230"/>
            <a:ext cx="9144000" cy="5291455"/>
            <a:chOff x="-20" y="1898"/>
            <a:chExt cx="14400" cy="8333"/>
          </a:xfrm>
        </p:grpSpPr>
        <p:pic>
          <p:nvPicPr>
            <p:cNvPr id="13" name="图片 12"/>
            <p:cNvPicPr>
              <a:picLocks noChangeAspect="1"/>
            </p:cNvPicPr>
            <p:nvPr/>
          </p:nvPicPr>
          <p:blipFill>
            <a:blip r:embed="rId3"/>
            <a:stretch>
              <a:fillRect/>
            </a:stretch>
          </p:blipFill>
          <p:spPr>
            <a:xfrm>
              <a:off x="-20" y="1898"/>
              <a:ext cx="14400" cy="8026"/>
            </a:xfrm>
            <a:prstGeom prst="rect">
              <a:avLst/>
            </a:prstGeom>
            <a:effectLst>
              <a:outerShdw blurRad="50800" dist="38100" dir="8100000" algn="tr" rotWithShape="0">
                <a:prstClr val="black">
                  <a:alpha val="40000"/>
                </a:prstClr>
              </a:outerShdw>
            </a:effectLst>
          </p:spPr>
        </p:pic>
        <p:sp>
          <p:nvSpPr>
            <p:cNvPr id="14" name="Rectangle 14"/>
            <p:cNvSpPr>
              <a:spLocks noChangeArrowheads="1"/>
            </p:cNvSpPr>
            <p:nvPr/>
          </p:nvSpPr>
          <p:spPr bwMode="auto">
            <a:xfrm>
              <a:off x="191" y="9603"/>
              <a:ext cx="5309" cy="628"/>
            </a:xfrm>
            <a:prstGeom prst="rect">
              <a:avLst/>
            </a:prstGeom>
            <a:solidFill>
              <a:srgbClr val="002060"/>
            </a:solidFill>
            <a:ln>
              <a:noFill/>
            </a:ln>
            <a:scene3d>
              <a:camera prst="orthographicFront"/>
              <a:lightRig rig="threePt" dir="t"/>
            </a:scene3d>
            <a:sp3d>
              <a:bevelT/>
            </a:sp3d>
          </p:spPr>
          <p:txBody>
            <a:bodyPr wrap="square" anchor="ctr">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MOOC-4.</a:t>
              </a:r>
              <a:r>
                <a:rPr kumimoji="0" 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3.4   </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有类</a:t>
              </a:r>
              <a:r>
                <a:rPr kumimoji="0" 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IP</a:t>
              </a:r>
              <a:r>
                <a:rPr kumimoji="0" lang="zh-CN" altLang="en-US" sz="2000" b="1" i="0" u="none" strike="noStrike" kern="1200" cap="none" spc="0" normalizeH="0" baseline="0" noProof="0" dirty="0">
                  <a:ln>
                    <a:solidFill>
                      <a:schemeClr val="bg1"/>
                    </a:solidFill>
                  </a:ln>
                  <a:solidFill>
                    <a:srgbClr val="FFFFFF"/>
                  </a:solidFill>
                  <a:effectLst/>
                  <a:uLnTx/>
                  <a:uFillTx/>
                  <a:latin typeface="Bodoni 72 Book" panose="00000400000000000000" pitchFamily="2" charset="0"/>
                  <a:ea typeface="+mn-ea"/>
                  <a:cs typeface="+mn-cs"/>
                </a:rPr>
                <a:t>地址</a:t>
              </a:r>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7" name="Picture 13" descr="underline_base"/>
          <p:cNvPicPr/>
          <p:nvPr/>
        </p:nvPicPr>
        <p:blipFill>
          <a:blip r:embed="rId2"/>
          <a:stretch>
            <a:fillRect/>
          </a:stretch>
        </p:blipFill>
        <p:spPr>
          <a:xfrm>
            <a:off x="541338" y="873125"/>
            <a:ext cx="5027612" cy="173038"/>
          </a:xfrm>
          <a:prstGeom prst="rect">
            <a:avLst/>
          </a:prstGeom>
          <a:noFill/>
          <a:ln w="9525">
            <a:noFill/>
          </a:ln>
        </p:spPr>
      </p:pic>
      <p:sp>
        <p:nvSpPr>
          <p:cNvPr id="43013" name="Rectangle 2"/>
          <p:cNvSpPr>
            <a:spLocks noGrp="1" noChangeArrowheads="1"/>
          </p:cNvSpPr>
          <p:nvPr>
            <p:ph type="title"/>
          </p:nvPr>
        </p:nvSpPr>
        <p:spPr>
          <a:xfrm>
            <a:off x="500063" y="195263"/>
            <a:ext cx="7772400" cy="8509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400" b="0" i="0" u="none" strike="noStrike" kern="0" cap="none" spc="0" normalizeH="0" baseline="0" noProof="0">
                <a:ln>
                  <a:noFill/>
                </a:ln>
                <a:solidFill>
                  <a:srgbClr val="000099"/>
                </a:solidFill>
                <a:effectLst/>
                <a:uLnTx/>
                <a:uFillTx/>
                <a:latin typeface="+mj-lt"/>
                <a:ea typeface="MS PGothic" charset="0"/>
                <a:cs typeface="+mj-cs"/>
              </a:rPr>
              <a:t>有类</a:t>
            </a:r>
            <a:r>
              <a:rPr kumimoji="0" lang="en-US" altLang="zh-CN" sz="4400" b="0" i="0" u="none" strike="noStrike" kern="0" cap="none" spc="0" normalizeH="0" baseline="0" noProof="0">
                <a:ln>
                  <a:noFill/>
                </a:ln>
                <a:solidFill>
                  <a:srgbClr val="000099"/>
                </a:solidFill>
                <a:effectLst/>
                <a:uLnTx/>
                <a:uFillTx/>
                <a:latin typeface="+mj-lt"/>
                <a:ea typeface="MS PGothic" charset="0"/>
                <a:cs typeface="+mj-cs"/>
              </a:rPr>
              <a:t>IP</a:t>
            </a:r>
            <a:r>
              <a:rPr kumimoji="0" lang="zh-CN" altLang="en-US" sz="4400" b="0" i="0" u="none" strike="noStrike" kern="0" cap="none" spc="0" normalizeH="0" baseline="0" noProof="0">
                <a:ln>
                  <a:noFill/>
                </a:ln>
                <a:solidFill>
                  <a:srgbClr val="000099"/>
                </a:solidFill>
                <a:effectLst/>
                <a:uLnTx/>
                <a:uFillTx/>
                <a:latin typeface="+mj-lt"/>
                <a:ea typeface="MS PGothic" charset="0"/>
                <a:cs typeface="+mj-cs"/>
              </a:rPr>
              <a:t>地址</a:t>
            </a:r>
            <a:r>
              <a:rPr kumimoji="0" lang="zh-CN" altLang="en-US" sz="3200" b="0" i="0" u="none" strike="noStrike" kern="0" cap="none" spc="0" normalizeH="0" baseline="0" noProof="0">
                <a:ln>
                  <a:noFill/>
                </a:ln>
                <a:solidFill>
                  <a:srgbClr val="000099"/>
                </a:solidFill>
                <a:effectLst/>
                <a:uLnTx/>
                <a:uFillTx/>
                <a:latin typeface="+mj-lt"/>
                <a:ea typeface="MS PGothic" charset="0"/>
                <a:cs typeface="+mj-cs"/>
              </a:rPr>
              <a:t>（补充）</a:t>
            </a:r>
          </a:p>
        </p:txBody>
      </p:sp>
      <p:sp>
        <p:nvSpPr>
          <p:cNvPr id="8602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69</a:t>
            </a:fld>
            <a:endParaRPr lang="en-US" altLang="zh-CN" sz="1200">
              <a:latin typeface="Tahoma" panose="020B0604030504040204" charset="0"/>
            </a:endParaRPr>
          </a:p>
        </p:txBody>
      </p:sp>
      <p:sp>
        <p:nvSpPr>
          <p:cNvPr id="8602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54279" name="Text Box 5"/>
          <p:cNvSpPr txBox="1"/>
          <p:nvPr/>
        </p:nvSpPr>
        <p:spPr>
          <a:xfrm>
            <a:off x="611505" y="1405255"/>
            <a:ext cx="7866380" cy="829945"/>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2400" b="1" dirty="0">
                <a:latin typeface="Comic Sans MS" panose="030F0902030302020204" charset="0"/>
                <a:ea typeface="微软雅黑" panose="020B0503020204020204" charset="-122"/>
                <a:sym typeface="Comic Sans MS" panose="030F0902030302020204" charset="0"/>
              </a:rPr>
              <a:t>1. broadcast address(</a:t>
            </a:r>
            <a:r>
              <a:rPr lang="zh-CN" altLang="en-US" sz="2400" b="1" dirty="0">
                <a:latin typeface="Comic Sans MS" panose="030F0902030302020204" charset="0"/>
                <a:ea typeface="微软雅黑" panose="020B0503020204020204" charset="-122"/>
                <a:sym typeface="Comic Sans MS" panose="030F0902030302020204" charset="0"/>
              </a:rPr>
              <a:t>广播地址</a:t>
            </a:r>
            <a:r>
              <a:rPr lang="en-US" altLang="zh-CN" sz="2400" b="1" dirty="0">
                <a:latin typeface="Comic Sans MS" panose="030F0902030302020204" charset="0"/>
                <a:ea typeface="微软雅黑" panose="020B0503020204020204" charset="-122"/>
                <a:sym typeface="Comic Sans MS" panose="030F0902030302020204" charset="0"/>
              </a:rPr>
              <a:t>):</a:t>
            </a:r>
            <a:r>
              <a:rPr lang="zh-CN" altLang="en-US" sz="2400" b="1" dirty="0">
                <a:latin typeface="Comic Sans MS" panose="030F0902030302020204" charset="0"/>
                <a:ea typeface="微软雅黑" panose="020B0503020204020204" charset="-122"/>
                <a:sym typeface="Comic Sans MS" panose="030F0902030302020204" charset="0"/>
              </a:rPr>
              <a:t>主机号全为</a:t>
            </a:r>
            <a:r>
              <a:rPr lang="en-US" altLang="zh-CN" sz="2400" b="1" dirty="0">
                <a:latin typeface="Comic Sans MS" panose="030F0902030302020204" charset="0"/>
                <a:ea typeface="微软雅黑" panose="020B0503020204020204" charset="-122"/>
                <a:sym typeface="Comic Sans MS" panose="030F0902030302020204" charset="0"/>
              </a:rPr>
              <a:t>1.</a:t>
            </a:r>
            <a:r>
              <a:rPr lang="zh-CN" altLang="en-US" sz="2400" b="1" dirty="0">
                <a:latin typeface="Comic Sans MS" panose="030F0902030302020204" charset="0"/>
                <a:ea typeface="微软雅黑" panose="020B0503020204020204" charset="-122"/>
                <a:sym typeface="Comic Sans MS" panose="030F0902030302020204" charset="0"/>
              </a:rPr>
              <a:t>向其它网络广播</a:t>
            </a:r>
            <a:r>
              <a:rPr lang="en-US" altLang="zh-CN" sz="2400" b="1" dirty="0">
                <a:latin typeface="Comic Sans MS" panose="030F0902030302020204" charset="0"/>
                <a:ea typeface="微软雅黑" panose="020B0503020204020204" charset="-122"/>
                <a:sym typeface="Comic Sans MS" panose="030F0902030302020204" charset="0"/>
              </a:rPr>
              <a:t>,</a:t>
            </a:r>
            <a:r>
              <a:rPr lang="zh-CN" altLang="en-US" sz="2400" b="1" dirty="0">
                <a:latin typeface="Comic Sans MS" panose="030F0902030302020204" charset="0"/>
                <a:ea typeface="微软雅黑" panose="020B0503020204020204" charset="-122"/>
                <a:sym typeface="Comic Sans MS" panose="030F0902030302020204" charset="0"/>
              </a:rPr>
              <a:t>必须有一个有效的网络号。</a:t>
            </a:r>
          </a:p>
        </p:txBody>
      </p:sp>
      <p:sp>
        <p:nvSpPr>
          <p:cNvPr id="54280" name="Rectangle 6"/>
          <p:cNvSpPr/>
          <p:nvPr/>
        </p:nvSpPr>
        <p:spPr>
          <a:xfrm>
            <a:off x="611505" y="2557145"/>
            <a:ext cx="7866380" cy="1198880"/>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2400" b="1" dirty="0">
                <a:latin typeface="Comic Sans MS" panose="030F0902030302020204" charset="0"/>
                <a:ea typeface="微软雅黑" panose="020B0503020204020204" charset="-122"/>
                <a:sym typeface="Comic Sans MS" panose="030F0902030302020204" charset="0"/>
              </a:rPr>
              <a:t>2. limited broadcast address (</a:t>
            </a:r>
            <a:r>
              <a:rPr lang="zh-CN" altLang="en-US" sz="2400" b="1" dirty="0">
                <a:latin typeface="Comic Sans MS" panose="030F0902030302020204" charset="0"/>
                <a:ea typeface="微软雅黑" panose="020B0503020204020204" charset="-122"/>
                <a:sym typeface="Comic Sans MS" panose="030F0902030302020204" charset="0"/>
              </a:rPr>
              <a:t>有限广播</a:t>
            </a:r>
            <a:r>
              <a:rPr lang="en-US" altLang="zh-CN" sz="2400" b="1" dirty="0">
                <a:latin typeface="Comic Sans MS" panose="030F0902030302020204" charset="0"/>
                <a:ea typeface="微软雅黑" panose="020B0503020204020204" charset="-122"/>
                <a:sym typeface="Comic Sans MS" panose="030F0902030302020204" charset="0"/>
              </a:rPr>
              <a:t>):255.255.255.255,</a:t>
            </a:r>
            <a:r>
              <a:rPr lang="zh-CN" altLang="en-US" sz="2400" b="1" dirty="0">
                <a:latin typeface="Comic Sans MS" panose="030F0902030302020204" charset="0"/>
                <a:ea typeface="微软雅黑" panose="020B0503020204020204" charset="-122"/>
                <a:sym typeface="Comic Sans MS" panose="030F0902030302020204" charset="0"/>
              </a:rPr>
              <a:t>向本网络的所有主机广播，不需要网络号</a:t>
            </a:r>
          </a:p>
        </p:txBody>
      </p:sp>
      <p:sp>
        <p:nvSpPr>
          <p:cNvPr id="54281" name="Rectangle 7"/>
          <p:cNvSpPr/>
          <p:nvPr/>
        </p:nvSpPr>
        <p:spPr>
          <a:xfrm>
            <a:off x="611505" y="4229735"/>
            <a:ext cx="8864600" cy="829945"/>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2400" b="1" dirty="0">
                <a:latin typeface="Comic Sans MS" panose="030F0902030302020204" charset="0"/>
                <a:ea typeface="微软雅黑" panose="020B0503020204020204" charset="-122"/>
                <a:sym typeface="Comic Sans MS" panose="030F0902030302020204" charset="0"/>
              </a:rPr>
              <a:t>3.“0” address(“0”</a:t>
            </a:r>
            <a:r>
              <a:rPr lang="zh-CN" altLang="en-US" sz="2400" b="1" dirty="0">
                <a:latin typeface="Comic Sans MS" panose="030F0902030302020204" charset="0"/>
                <a:ea typeface="微软雅黑" panose="020B0503020204020204" charset="-122"/>
                <a:sym typeface="Comic Sans MS" panose="030F0902030302020204" charset="0"/>
              </a:rPr>
              <a:t>地址</a:t>
            </a:r>
            <a:r>
              <a:rPr lang="en-US" altLang="zh-CN" sz="2400" b="1" dirty="0">
                <a:latin typeface="Comic Sans MS" panose="030F0902030302020204" charset="0"/>
                <a:ea typeface="微软雅黑" panose="020B0503020204020204" charset="-122"/>
                <a:sym typeface="Comic Sans MS" panose="030F0902030302020204" charset="0"/>
              </a:rPr>
              <a:t>):0.0.0.0</a:t>
            </a:r>
            <a:r>
              <a:rPr lang="zh-CN" altLang="en-US" sz="2400" b="1" dirty="0">
                <a:latin typeface="Comic Sans MS" panose="030F0902030302020204" charset="0"/>
                <a:ea typeface="微软雅黑" panose="020B0503020204020204" charset="-122"/>
                <a:sym typeface="Comic Sans MS" panose="030F0902030302020204" charset="0"/>
              </a:rPr>
              <a:t>。本网络本主机</a:t>
            </a:r>
          </a:p>
          <a:p>
            <a:pPr marL="0" lvl="0" indent="0" eaLnBrk="1" hangingPunct="1">
              <a:lnSpc>
                <a:spcPct val="100000"/>
              </a:lnSpc>
              <a:spcBef>
                <a:spcPct val="0"/>
              </a:spcBef>
              <a:buClrTx/>
              <a:buSzTx/>
              <a:buFontTx/>
              <a:buNone/>
            </a:pPr>
            <a:endParaRPr lang="zh-CN" altLang="en-US" sz="2400" b="1" dirty="0">
              <a:latin typeface="Comic Sans MS" panose="030F0902030302020204" charset="0"/>
              <a:ea typeface="微软雅黑" panose="020B0503020204020204" charset="-122"/>
              <a:sym typeface="Comic Sans MS" panose="030F0902030302020204" charset="0"/>
            </a:endParaRPr>
          </a:p>
        </p:txBody>
      </p:sp>
      <p:sp>
        <p:nvSpPr>
          <p:cNvPr id="54282" name="Rectangle 8"/>
          <p:cNvSpPr/>
          <p:nvPr/>
        </p:nvSpPr>
        <p:spPr>
          <a:xfrm>
            <a:off x="611505" y="5161280"/>
            <a:ext cx="7866380" cy="829945"/>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128"/>
                <a:cs typeface="MS PGothic" charset="-128"/>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128"/>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2400" b="1" dirty="0">
                <a:latin typeface="Comic Sans MS" panose="030F0902030302020204" charset="0"/>
                <a:ea typeface="微软雅黑" panose="020B0503020204020204" charset="-122"/>
                <a:sym typeface="Comic Sans MS" panose="030F0902030302020204" charset="0"/>
              </a:rPr>
              <a:t>4. loopback address (</a:t>
            </a:r>
            <a:r>
              <a:rPr lang="zh-CN" altLang="en-US" sz="2400" b="1" dirty="0">
                <a:latin typeface="Comic Sans MS" panose="030F0902030302020204" charset="0"/>
                <a:ea typeface="微软雅黑" panose="020B0503020204020204" charset="-122"/>
                <a:sym typeface="Comic Sans MS" panose="030F0902030302020204" charset="0"/>
              </a:rPr>
              <a:t>回送地址</a:t>
            </a:r>
            <a:r>
              <a:rPr lang="en-US" altLang="zh-CN" sz="2400" b="1" dirty="0">
                <a:latin typeface="Comic Sans MS" panose="030F0902030302020204" charset="0"/>
                <a:ea typeface="微软雅黑" panose="020B0503020204020204" charset="-122"/>
                <a:sym typeface="Comic Sans MS" panose="030F0902030302020204" charset="0"/>
              </a:rPr>
              <a:t>):netid=127</a:t>
            </a:r>
            <a:r>
              <a:rPr lang="zh-CN" altLang="en-US" sz="2400" b="1" dirty="0">
                <a:latin typeface="Comic Sans MS" panose="030F0902030302020204" charset="0"/>
                <a:ea typeface="微软雅黑" panose="020B0503020204020204" charset="-122"/>
                <a:sym typeface="Comic Sans MS" panose="030F0902030302020204" charset="0"/>
              </a:rPr>
              <a:t>，将信息回送本机。</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4279"/>
                                        </p:tgtEl>
                                        <p:attrNameLst>
                                          <p:attrName>style.visibility</p:attrName>
                                        </p:attrNameLst>
                                      </p:cBhvr>
                                      <p:to>
                                        <p:strVal val="visible"/>
                                      </p:to>
                                    </p:set>
                                    <p:animEffect transition="in" filter="blinds(horizontal)">
                                      <p:cBhvr>
                                        <p:cTn id="7" dur="500"/>
                                        <p:tgtEl>
                                          <p:spTgt spid="54279"/>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32" fill="hold" grpId="0" nodeType="clickEffect">
                                  <p:stCondLst>
                                    <p:cond delay="0"/>
                                  </p:stCondLst>
                                  <p:childTnLst>
                                    <p:set>
                                      <p:cBhvr>
                                        <p:cTn id="11" dur="1" fill="hold">
                                          <p:stCondLst>
                                            <p:cond delay="0"/>
                                          </p:stCondLst>
                                        </p:cTn>
                                        <p:tgtEl>
                                          <p:spTgt spid="54280"/>
                                        </p:tgtEl>
                                        <p:attrNameLst>
                                          <p:attrName>style.visibility</p:attrName>
                                        </p:attrNameLst>
                                      </p:cBhvr>
                                      <p:to>
                                        <p:strVal val="visible"/>
                                      </p:to>
                                    </p:set>
                                    <p:animEffect transition="in" filter="box(out)">
                                      <p:cBhvr>
                                        <p:cTn id="12" dur="500"/>
                                        <p:tgtEl>
                                          <p:spTgt spid="54280"/>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32" fill="hold" grpId="0" nodeType="clickEffect">
                                  <p:stCondLst>
                                    <p:cond delay="0"/>
                                  </p:stCondLst>
                                  <p:childTnLst>
                                    <p:set>
                                      <p:cBhvr>
                                        <p:cTn id="16" dur="1" fill="hold">
                                          <p:stCondLst>
                                            <p:cond delay="0"/>
                                          </p:stCondLst>
                                        </p:cTn>
                                        <p:tgtEl>
                                          <p:spTgt spid="54281"/>
                                        </p:tgtEl>
                                        <p:attrNameLst>
                                          <p:attrName>style.visibility</p:attrName>
                                        </p:attrNameLst>
                                      </p:cBhvr>
                                      <p:to>
                                        <p:strVal val="visible"/>
                                      </p:to>
                                    </p:set>
                                    <p:animEffect transition="in" filter="box(out)">
                                      <p:cBhvr>
                                        <p:cTn id="17" dur="500"/>
                                        <p:tgtEl>
                                          <p:spTgt spid="54281"/>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32" fill="hold" grpId="0" nodeType="clickEffect">
                                  <p:stCondLst>
                                    <p:cond delay="0"/>
                                  </p:stCondLst>
                                  <p:childTnLst>
                                    <p:set>
                                      <p:cBhvr>
                                        <p:cTn id="21" dur="1" fill="hold">
                                          <p:stCondLst>
                                            <p:cond delay="0"/>
                                          </p:stCondLst>
                                        </p:cTn>
                                        <p:tgtEl>
                                          <p:spTgt spid="54282"/>
                                        </p:tgtEl>
                                        <p:attrNameLst>
                                          <p:attrName>style.visibility</p:attrName>
                                        </p:attrNameLst>
                                      </p:cBhvr>
                                      <p:to>
                                        <p:strVal val="visible"/>
                                      </p:to>
                                    </p:set>
                                    <p:animEffect transition="in" filter="box(out)">
                                      <p:cBhvr>
                                        <p:cTn id="22" dur="500"/>
                                        <p:tgtEl>
                                          <p:spTgt spid="542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9" grpId="0"/>
      <p:bldP spid="54280" grpId="0"/>
      <p:bldP spid="54281" grpId="0"/>
      <p:bldP spid="54282"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7" name="Picture 13" descr="underline_base"/>
          <p:cNvPicPr/>
          <p:nvPr/>
        </p:nvPicPr>
        <p:blipFill>
          <a:blip r:embed="rId2"/>
          <a:stretch>
            <a:fillRect/>
          </a:stretch>
        </p:blipFill>
        <p:spPr>
          <a:xfrm>
            <a:off x="541338" y="873125"/>
            <a:ext cx="5027612" cy="173038"/>
          </a:xfrm>
          <a:prstGeom prst="rect">
            <a:avLst/>
          </a:prstGeom>
          <a:noFill/>
          <a:ln w="9525">
            <a:noFill/>
          </a:ln>
        </p:spPr>
      </p:pic>
      <p:sp>
        <p:nvSpPr>
          <p:cNvPr id="43013" name="Rectangle 2"/>
          <p:cNvSpPr>
            <a:spLocks noGrp="1" noChangeArrowheads="1"/>
          </p:cNvSpPr>
          <p:nvPr>
            <p:ph type="title"/>
          </p:nvPr>
        </p:nvSpPr>
        <p:spPr>
          <a:xfrm>
            <a:off x="500063" y="195263"/>
            <a:ext cx="7772400" cy="8509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400" b="0" i="0" u="none" strike="noStrike" kern="0" cap="none" spc="0" normalizeH="0" baseline="0" noProof="0">
                <a:ln>
                  <a:noFill/>
                </a:ln>
                <a:solidFill>
                  <a:srgbClr val="000099"/>
                </a:solidFill>
                <a:effectLst/>
                <a:uLnTx/>
                <a:uFillTx/>
                <a:latin typeface="+mj-lt"/>
                <a:ea typeface="MS PGothic" charset="0"/>
                <a:cs typeface="+mj-cs"/>
              </a:rPr>
              <a:t>有类</a:t>
            </a:r>
            <a:r>
              <a:rPr kumimoji="0" lang="en-US" altLang="zh-CN" sz="4400" b="0" i="0" u="none" strike="noStrike" kern="0" cap="none" spc="0" normalizeH="0" baseline="0" noProof="0">
                <a:ln>
                  <a:noFill/>
                </a:ln>
                <a:solidFill>
                  <a:srgbClr val="000099"/>
                </a:solidFill>
                <a:effectLst/>
                <a:uLnTx/>
                <a:uFillTx/>
                <a:latin typeface="+mj-lt"/>
                <a:ea typeface="MS PGothic" charset="0"/>
                <a:cs typeface="+mj-cs"/>
              </a:rPr>
              <a:t>IP</a:t>
            </a:r>
            <a:r>
              <a:rPr kumimoji="0" lang="zh-CN" altLang="en-US" sz="4400" b="0" i="0" u="none" strike="noStrike" kern="0" cap="none" spc="0" normalizeH="0" baseline="0" noProof="0">
                <a:ln>
                  <a:noFill/>
                </a:ln>
                <a:solidFill>
                  <a:srgbClr val="000099"/>
                </a:solidFill>
                <a:effectLst/>
                <a:uLnTx/>
                <a:uFillTx/>
                <a:latin typeface="+mj-lt"/>
                <a:ea typeface="MS PGothic" charset="0"/>
                <a:cs typeface="+mj-cs"/>
              </a:rPr>
              <a:t>地址</a:t>
            </a:r>
            <a:r>
              <a:rPr kumimoji="0" lang="zh-CN" altLang="en-US" sz="3200" b="0" i="0" u="none" strike="noStrike" kern="0" cap="none" spc="0" normalizeH="0" baseline="0" noProof="0">
                <a:ln>
                  <a:noFill/>
                </a:ln>
                <a:solidFill>
                  <a:srgbClr val="000099"/>
                </a:solidFill>
                <a:effectLst/>
                <a:uLnTx/>
                <a:uFillTx/>
                <a:latin typeface="+mj-lt"/>
                <a:ea typeface="MS PGothic" charset="0"/>
                <a:cs typeface="+mj-cs"/>
              </a:rPr>
              <a:t>（补充）</a:t>
            </a:r>
          </a:p>
        </p:txBody>
      </p:sp>
      <p:sp>
        <p:nvSpPr>
          <p:cNvPr id="8602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70</a:t>
            </a:fld>
            <a:endParaRPr lang="en-US" altLang="zh-CN" sz="1200">
              <a:latin typeface="Tahoma" panose="020B0604030504040204" charset="0"/>
            </a:endParaRPr>
          </a:p>
        </p:txBody>
      </p:sp>
      <p:sp>
        <p:nvSpPr>
          <p:cNvPr id="8602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pic>
        <p:nvPicPr>
          <p:cNvPr id="88068" name="Picture 4"/>
          <p:cNvPicPr>
            <a:picLocks noChangeAspect="1"/>
          </p:cNvPicPr>
          <p:nvPr/>
        </p:nvPicPr>
        <p:blipFill>
          <a:blip r:embed="rId3"/>
          <a:stretch>
            <a:fillRect/>
          </a:stretch>
        </p:blipFill>
        <p:spPr>
          <a:xfrm>
            <a:off x="340995" y="1579245"/>
            <a:ext cx="8462010" cy="4194175"/>
          </a:xfrm>
          <a:prstGeom prst="rect">
            <a:avLst/>
          </a:prstGeom>
          <a:noFill/>
          <a:ln w="9525">
            <a:noFill/>
          </a:ln>
        </p:spPr>
      </p:pic>
    </p:spTree>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31" name="Rectangle 98"/>
          <p:cNvSpPr>
            <a:spLocks noGrp="1" noChangeArrowheads="1"/>
          </p:cNvSpPr>
          <p:nvPr>
            <p:ph type="title"/>
          </p:nvPr>
        </p:nvSpPr>
        <p:spPr>
          <a:xfrm>
            <a:off x="782638" y="1470025"/>
            <a:ext cx="3702050" cy="763588"/>
          </a:xfrm>
        </p:spPr>
        <p:txBody>
          <a:bodyPr vert="horz" wrap="square" lIns="91440" tIns="45720" rIns="91440" bIns="45720" numCol="1" anchor="ctr" anchorCtr="0" compatLnSpc="1"/>
          <a:lstStyle/>
          <a:p>
            <a:pPr>
              <a:buNone/>
            </a:pPr>
            <a:r>
              <a:rPr lang="zh-CN" altLang="en-US" sz="3200"/>
              <a:t>关于子网划分</a:t>
            </a:r>
          </a:p>
        </p:txBody>
      </p:sp>
      <p:pic>
        <p:nvPicPr>
          <p:cNvPr id="171010" name="Picture 99" descr="underline_base"/>
          <p:cNvPicPr/>
          <p:nvPr/>
        </p:nvPicPr>
        <p:blipFill>
          <a:blip r:embed="rId2"/>
          <a:stretch>
            <a:fillRect/>
          </a:stretch>
        </p:blipFill>
        <p:spPr>
          <a:xfrm>
            <a:off x="782638" y="2220913"/>
            <a:ext cx="2744787" cy="173037"/>
          </a:xfrm>
          <a:prstGeom prst="rect">
            <a:avLst/>
          </a:prstGeom>
          <a:noFill/>
          <a:ln w="9525">
            <a:noFill/>
          </a:ln>
        </p:spPr>
      </p:pic>
      <p:sp>
        <p:nvSpPr>
          <p:cNvPr id="171011" name="矩形 4"/>
          <p:cNvSpPr/>
          <p:nvPr/>
        </p:nvSpPr>
        <p:spPr>
          <a:xfrm>
            <a:off x="3327400" y="2790825"/>
            <a:ext cx="3465513" cy="4603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gn="ctr">
              <a:lnSpc>
                <a:spcPct val="100000"/>
              </a:lnSpc>
              <a:spcBef>
                <a:spcPct val="0"/>
              </a:spcBef>
              <a:buClrTx/>
              <a:buSzTx/>
              <a:buFontTx/>
              <a:buNone/>
            </a:pPr>
            <a:r>
              <a:rPr lang="en-US" altLang="zh-CN" sz="2400" b="1">
                <a:solidFill>
                  <a:srgbClr val="0070C0"/>
                </a:solidFill>
                <a:latin typeface="Bodoni 72 Book" panose="00000400000000000000" pitchFamily="2" charset="0"/>
              </a:rPr>
              <a:t>MOOC</a:t>
            </a:r>
            <a:r>
              <a:rPr lang="zh-CN" altLang="en-US" sz="2400" b="1">
                <a:solidFill>
                  <a:srgbClr val="0070C0"/>
                </a:solidFill>
                <a:latin typeface="Bodoni 72 Book" panose="00000400000000000000" pitchFamily="2" charset="0"/>
              </a:rPr>
              <a:t> </a:t>
            </a:r>
            <a:r>
              <a:rPr lang="en-US" altLang="zh-CN" sz="2400" b="1">
                <a:solidFill>
                  <a:srgbClr val="0070C0"/>
                </a:solidFill>
                <a:latin typeface="Bodoni 72 Book" panose="00000400000000000000" pitchFamily="2" charset="0"/>
              </a:rPr>
              <a:t>4.3.5</a:t>
            </a:r>
            <a:r>
              <a:rPr lang="zh-CN" altLang="en-US" sz="2400" b="1">
                <a:solidFill>
                  <a:srgbClr val="0070C0"/>
                </a:solidFill>
                <a:latin typeface="Bodoni 72 Book" panose="00000400000000000000" pitchFamily="2" charset="0"/>
              </a:rPr>
              <a:t>  大约</a:t>
            </a:r>
            <a:r>
              <a:rPr lang="en-US" altLang="zh-CN" sz="2400" b="1">
                <a:solidFill>
                  <a:srgbClr val="0070C0"/>
                </a:solidFill>
                <a:latin typeface="Bodoni 72 Book" panose="00000400000000000000" pitchFamily="2" charset="0"/>
              </a:rPr>
              <a:t>20</a:t>
            </a:r>
            <a:r>
              <a:rPr lang="zh-CN" altLang="en-US" sz="2400" b="1">
                <a:solidFill>
                  <a:srgbClr val="0070C0"/>
                </a:solidFill>
                <a:latin typeface="Bodoni 72 Book" panose="00000400000000000000" pitchFamily="2" charset="0"/>
              </a:rPr>
              <a:t>分钟</a:t>
            </a:r>
            <a:endParaRPr lang="en-US" altLang="zh-CN" sz="2400" b="1">
              <a:solidFill>
                <a:srgbClr val="0070C0"/>
              </a:solidFill>
              <a:latin typeface="Bodoni 72 Book" panose="00000400000000000000" pitchFamily="2" charset="0"/>
            </a:endParaRPr>
          </a:p>
        </p:txBody>
      </p:sp>
      <p:sp>
        <p:nvSpPr>
          <p:cNvPr id="171012" name="矩形 5"/>
          <p:cNvSpPr/>
          <p:nvPr/>
        </p:nvSpPr>
        <p:spPr>
          <a:xfrm>
            <a:off x="3327400" y="3578225"/>
            <a:ext cx="2251075" cy="46196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gn="ctr">
              <a:lnSpc>
                <a:spcPct val="100000"/>
              </a:lnSpc>
              <a:spcBef>
                <a:spcPct val="0"/>
              </a:spcBef>
              <a:buClrTx/>
              <a:buSzTx/>
              <a:buFontTx/>
              <a:buNone/>
            </a:pPr>
            <a:r>
              <a:rPr lang="zh-CN" altLang="en-US" sz="2400" b="1">
                <a:solidFill>
                  <a:srgbClr val="0070C0"/>
                </a:solidFill>
                <a:latin typeface="Bodoni 72 Book" panose="00000400000000000000" pitchFamily="2" charset="0"/>
              </a:rPr>
              <a:t>谢希仁配套</a:t>
            </a:r>
            <a:r>
              <a:rPr lang="en-US" altLang="zh-CN" sz="2400" b="1">
                <a:solidFill>
                  <a:srgbClr val="0070C0"/>
                </a:solidFill>
                <a:latin typeface="Bodoni 72 Book" panose="00000400000000000000" pitchFamily="2" charset="0"/>
              </a:rPr>
              <a:t>PPT</a:t>
            </a:r>
          </a:p>
        </p:txBody>
      </p:sp>
    </p:spTree>
  </p:cSld>
  <p:clrMapOvr>
    <a:masterClrMapping/>
  </p:clrMapOvr>
  <p:transition spd="slow"/>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3" name="Rectangle 3"/>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a:latin typeface="+mn-lt"/>
                <a:ea typeface="黑体" pitchFamily="6" charset="-122"/>
                <a:cs typeface="+mj-cs"/>
              </a:rPr>
              <a:t>三级 </a:t>
            </a:r>
            <a:r>
              <a:rPr lang="en-US" altLang="zh-CN">
                <a:latin typeface="+mn-lt"/>
                <a:ea typeface="黑体" pitchFamily="6" charset="-122"/>
                <a:cs typeface="+mj-cs"/>
              </a:rPr>
              <a:t>IP </a:t>
            </a:r>
            <a:r>
              <a:rPr lang="zh-CN" altLang="en-US">
                <a:latin typeface="+mn-lt"/>
                <a:ea typeface="黑体" pitchFamily="6" charset="-122"/>
                <a:cs typeface="+mj-cs"/>
              </a:rPr>
              <a:t>地址 </a:t>
            </a:r>
          </a:p>
        </p:txBody>
      </p:sp>
      <p:sp>
        <p:nvSpPr>
          <p:cNvPr id="501762" name="Rectangle 2"/>
          <p:cNvSpPr>
            <a:spLocks noGrp="1" noChangeArrowheads="1"/>
          </p:cNvSpPr>
          <p:nvPr>
            <p:ph idx="1"/>
          </p:nvPr>
        </p:nvSpPr>
        <p:spPr>
          <a:xfrm>
            <a:off x="457200" y="1196975"/>
            <a:ext cx="8369300" cy="4933950"/>
          </a:xfrm>
        </p:spPr>
        <p:txBody>
          <a:bodyPr vert="horz" wrap="square" lIns="91440" tIns="45720" rIns="91440" bIns="45720" numCol="1" anchor="t" anchorCtr="0" compatLnSpc="1"/>
          <a:lstStyle/>
          <a:p>
            <a:pPr eaLnBrk="1" hangingPunct="1">
              <a:buSzPct val="75000"/>
            </a:pPr>
            <a:r>
              <a:rPr lang="zh-CN" altLang="en-US" sz="2900">
                <a:latin typeface="+mn-lt"/>
                <a:ea typeface="黑体" pitchFamily="6" charset="-122"/>
                <a:cs typeface="+mn-cs"/>
              </a:rPr>
              <a:t>从 </a:t>
            </a:r>
            <a:r>
              <a:rPr lang="en-US" altLang="zh-CN" sz="2900">
                <a:latin typeface="+mn-lt"/>
                <a:ea typeface="黑体" pitchFamily="6" charset="-122"/>
                <a:cs typeface="+mn-cs"/>
              </a:rPr>
              <a:t>1985 </a:t>
            </a:r>
            <a:r>
              <a:rPr lang="zh-CN" altLang="en-US" sz="2900">
                <a:latin typeface="+mn-lt"/>
                <a:ea typeface="黑体" pitchFamily="6" charset="-122"/>
                <a:cs typeface="+mn-cs"/>
              </a:rPr>
              <a:t>年起在 </a:t>
            </a:r>
            <a:r>
              <a:rPr lang="en-US" altLang="zh-CN" sz="2900">
                <a:latin typeface="+mn-lt"/>
                <a:ea typeface="黑体" pitchFamily="6" charset="-122"/>
                <a:cs typeface="+mn-cs"/>
              </a:rPr>
              <a:t>IP </a:t>
            </a:r>
            <a:r>
              <a:rPr lang="zh-CN" altLang="en-US" sz="2900">
                <a:latin typeface="+mn-lt"/>
                <a:ea typeface="黑体" pitchFamily="6" charset="-122"/>
                <a:cs typeface="+mn-cs"/>
              </a:rPr>
              <a:t>地址中又增加了一个“</a:t>
            </a:r>
            <a:r>
              <a:rPr lang="zh-CN" altLang="en-US" sz="2900">
                <a:solidFill>
                  <a:srgbClr val="FF0000"/>
                </a:solidFill>
                <a:latin typeface="+mn-lt"/>
                <a:ea typeface="黑体" pitchFamily="6" charset="-122"/>
                <a:cs typeface="+mn-cs"/>
              </a:rPr>
              <a:t>子网号字段</a:t>
            </a:r>
            <a:r>
              <a:rPr lang="zh-CN" altLang="en-US" sz="2900">
                <a:latin typeface="+mn-lt"/>
                <a:ea typeface="黑体" pitchFamily="6" charset="-122"/>
                <a:cs typeface="+mn-cs"/>
              </a:rPr>
              <a:t>”，使两级的 </a:t>
            </a:r>
            <a:r>
              <a:rPr lang="en-US" altLang="zh-CN" sz="2900">
                <a:latin typeface="+mn-lt"/>
                <a:ea typeface="黑体" pitchFamily="6" charset="-122"/>
                <a:cs typeface="+mn-cs"/>
              </a:rPr>
              <a:t>IP </a:t>
            </a:r>
            <a:r>
              <a:rPr lang="zh-CN" altLang="en-US" sz="2900">
                <a:latin typeface="+mn-lt"/>
                <a:ea typeface="黑体" pitchFamily="6" charset="-122"/>
                <a:cs typeface="+mn-cs"/>
              </a:rPr>
              <a:t>地址变成为</a:t>
            </a:r>
            <a:r>
              <a:rPr lang="zh-CN" altLang="en-US" sz="2900">
                <a:solidFill>
                  <a:srgbClr val="FF0000"/>
                </a:solidFill>
                <a:latin typeface="+mn-lt"/>
                <a:ea typeface="黑体" pitchFamily="6" charset="-122"/>
                <a:cs typeface="+mn-cs"/>
              </a:rPr>
              <a:t>三级的 </a:t>
            </a:r>
            <a:r>
              <a:rPr lang="en-US" altLang="zh-CN" sz="2900">
                <a:solidFill>
                  <a:srgbClr val="FF0000"/>
                </a:solidFill>
                <a:latin typeface="+mn-lt"/>
                <a:ea typeface="黑体" pitchFamily="6" charset="-122"/>
                <a:cs typeface="+mn-cs"/>
              </a:rPr>
              <a:t>IP </a:t>
            </a:r>
            <a:r>
              <a:rPr lang="zh-CN" altLang="en-US" sz="2900">
                <a:solidFill>
                  <a:srgbClr val="FF0000"/>
                </a:solidFill>
                <a:latin typeface="+mn-lt"/>
                <a:ea typeface="黑体" pitchFamily="6" charset="-122"/>
                <a:cs typeface="+mn-cs"/>
              </a:rPr>
              <a:t>地址。</a:t>
            </a:r>
          </a:p>
          <a:p>
            <a:pPr eaLnBrk="1" hangingPunct="1">
              <a:buSzPct val="75000"/>
            </a:pPr>
            <a:r>
              <a:rPr lang="zh-CN" altLang="en-US" sz="2900">
                <a:latin typeface="+mn-lt"/>
                <a:ea typeface="黑体" pitchFamily="6" charset="-122"/>
                <a:cs typeface="+mn-cs"/>
              </a:rPr>
              <a:t>这种做法叫做</a:t>
            </a:r>
            <a:r>
              <a:rPr lang="zh-CN" altLang="en-US" sz="2900">
                <a:solidFill>
                  <a:srgbClr val="FF0000"/>
                </a:solidFill>
                <a:latin typeface="+mn-lt"/>
                <a:ea typeface="黑体" pitchFamily="6" charset="-122"/>
                <a:cs typeface="+mn-cs"/>
              </a:rPr>
              <a:t>划分子网 </a:t>
            </a:r>
            <a:r>
              <a:rPr lang="en-US" altLang="zh-CN" sz="2900">
                <a:latin typeface="+mn-lt"/>
                <a:ea typeface="黑体" pitchFamily="6" charset="-122"/>
                <a:cs typeface="+mn-cs"/>
              </a:rPr>
              <a:t>(subnetting) </a:t>
            </a:r>
            <a:r>
              <a:rPr lang="zh-CN" altLang="en-US" sz="2900">
                <a:latin typeface="+mn-lt"/>
                <a:ea typeface="黑体" pitchFamily="6" charset="-122"/>
                <a:cs typeface="+mn-cs"/>
              </a:rPr>
              <a:t>。</a:t>
            </a:r>
            <a:endParaRPr lang="en-US" altLang="zh-CN" sz="2900">
              <a:latin typeface="+mn-lt"/>
              <a:ea typeface="黑体" pitchFamily="6" charset="-122"/>
              <a:cs typeface="+mn-cs"/>
            </a:endParaRPr>
          </a:p>
          <a:p>
            <a:pPr eaLnBrk="1" hangingPunct="1">
              <a:buSzPct val="75000"/>
            </a:pPr>
            <a:r>
              <a:rPr lang="zh-CN" altLang="en-US" sz="2900">
                <a:latin typeface="+mn-lt"/>
                <a:ea typeface="黑体" pitchFamily="6" charset="-122"/>
                <a:cs typeface="+mn-cs"/>
              </a:rPr>
              <a:t>划分子网已成为互联网的正式标准协议。 </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176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176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8" name="Rectangle 4"/>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a:latin typeface="+mn-lt"/>
                <a:ea typeface="黑体" pitchFamily="6" charset="-122"/>
                <a:cs typeface="+mj-cs"/>
              </a:rPr>
              <a:t>划分子网的基本思路 </a:t>
            </a:r>
          </a:p>
        </p:txBody>
      </p:sp>
      <p:sp>
        <p:nvSpPr>
          <p:cNvPr id="502787" name="Rectangle 3"/>
          <p:cNvSpPr>
            <a:spLocks noGrp="1" noChangeArrowheads="1"/>
          </p:cNvSpPr>
          <p:nvPr>
            <p:ph idx="1"/>
          </p:nvPr>
        </p:nvSpPr>
        <p:spPr>
          <a:xfrm>
            <a:off x="457200" y="1196975"/>
            <a:ext cx="8369300" cy="4933950"/>
          </a:xfrm>
        </p:spPr>
        <p:txBody>
          <a:bodyPr vert="horz" wrap="square" lIns="91440" tIns="45720" rIns="91440" bIns="45720" numCol="1" anchor="t" anchorCtr="0" compatLnSpc="1"/>
          <a:lstStyle/>
          <a:p>
            <a:pPr algn="just" eaLnBrk="1" hangingPunct="1">
              <a:buSzPct val="75000"/>
            </a:pPr>
            <a:r>
              <a:rPr lang="zh-CN" altLang="en-US" sz="2500">
                <a:latin typeface="+mn-lt"/>
                <a:ea typeface="黑体" pitchFamily="6" charset="-122"/>
                <a:cs typeface="+mn-cs"/>
              </a:rPr>
              <a:t>划分子网纯属一个</a:t>
            </a:r>
            <a:r>
              <a:rPr lang="zh-CN" altLang="en-US" sz="2500">
                <a:solidFill>
                  <a:srgbClr val="FF0000"/>
                </a:solidFill>
                <a:latin typeface="+mn-lt"/>
                <a:ea typeface="黑体" pitchFamily="6" charset="-122"/>
                <a:cs typeface="+mn-cs"/>
              </a:rPr>
              <a:t>单位内部的事情</a:t>
            </a:r>
            <a:r>
              <a:rPr lang="zh-CN" altLang="en-US" sz="2500">
                <a:latin typeface="+mn-lt"/>
                <a:ea typeface="黑体" pitchFamily="6" charset="-122"/>
                <a:cs typeface="+mn-cs"/>
              </a:rPr>
              <a:t>。单位对外仍然表现为没有</a:t>
            </a:r>
            <a:r>
              <a:rPr lang="zh-CN" altLang="en-US" sz="2900">
                <a:latin typeface="+mn-lt"/>
                <a:ea typeface="黑体" pitchFamily="6" charset="-122"/>
                <a:cs typeface="+mn-cs"/>
              </a:rPr>
              <a:t>划分</a:t>
            </a:r>
            <a:r>
              <a:rPr lang="zh-CN" altLang="en-US" sz="2500">
                <a:latin typeface="+mn-lt"/>
                <a:ea typeface="黑体" pitchFamily="6" charset="-122"/>
                <a:cs typeface="+mn-cs"/>
              </a:rPr>
              <a:t>子网的网络。</a:t>
            </a:r>
          </a:p>
          <a:p>
            <a:pPr algn="just" eaLnBrk="1" hangingPunct="1">
              <a:buSzPct val="75000"/>
            </a:pPr>
            <a:r>
              <a:rPr lang="zh-CN" altLang="en-US" sz="2500">
                <a:latin typeface="+mn-lt"/>
                <a:ea typeface="黑体" pitchFamily="6" charset="-122"/>
                <a:cs typeface="+mn-cs"/>
              </a:rPr>
              <a:t>从主机号</a:t>
            </a:r>
            <a:r>
              <a:rPr lang="zh-CN" altLang="en-US" sz="2500">
                <a:solidFill>
                  <a:srgbClr val="FF0000"/>
                </a:solidFill>
                <a:latin typeface="+mn-lt"/>
                <a:ea typeface="黑体" pitchFamily="6" charset="-122"/>
                <a:cs typeface="+mn-cs"/>
              </a:rPr>
              <a:t>借用</a:t>
            </a:r>
            <a:r>
              <a:rPr lang="zh-CN" altLang="en-US" sz="2500">
                <a:latin typeface="+mn-lt"/>
                <a:ea typeface="黑体" pitchFamily="6" charset="-122"/>
                <a:cs typeface="+mn-cs"/>
              </a:rPr>
              <a:t>若干个位作为</a:t>
            </a:r>
            <a:r>
              <a:rPr lang="zh-CN" altLang="en-US" sz="2500">
                <a:solidFill>
                  <a:srgbClr val="FF0000"/>
                </a:solidFill>
                <a:latin typeface="+mn-lt"/>
                <a:ea typeface="黑体" pitchFamily="6" charset="-122"/>
                <a:cs typeface="+mn-cs"/>
              </a:rPr>
              <a:t>子网号</a:t>
            </a:r>
            <a:r>
              <a:rPr lang="zh-CN" altLang="en-US" sz="2500">
                <a:latin typeface="+mn-lt"/>
                <a:ea typeface="黑体" pitchFamily="6" charset="-122"/>
                <a:cs typeface="+mn-cs"/>
              </a:rPr>
              <a:t> </a:t>
            </a:r>
            <a:r>
              <a:rPr lang="en-US" altLang="zh-CN" sz="2500">
                <a:latin typeface="+mn-lt"/>
                <a:ea typeface="黑体" pitchFamily="6" charset="-122"/>
                <a:cs typeface="+mn-cs"/>
              </a:rPr>
              <a:t>subnet-id</a:t>
            </a:r>
            <a:r>
              <a:rPr lang="zh-CN" altLang="en-US" sz="2500">
                <a:latin typeface="+mn-lt"/>
                <a:ea typeface="黑体" pitchFamily="6" charset="-122"/>
                <a:cs typeface="+mn-cs"/>
              </a:rPr>
              <a:t>，而主机号 </a:t>
            </a:r>
            <a:r>
              <a:rPr lang="en-US" altLang="zh-CN" sz="2500">
                <a:latin typeface="+mn-lt"/>
                <a:ea typeface="黑体" pitchFamily="6" charset="-122"/>
                <a:cs typeface="+mn-cs"/>
              </a:rPr>
              <a:t>host-id </a:t>
            </a:r>
            <a:r>
              <a:rPr lang="zh-CN" altLang="en-US" sz="2500">
                <a:latin typeface="+mn-lt"/>
                <a:ea typeface="黑体" pitchFamily="6" charset="-122"/>
                <a:cs typeface="+mn-cs"/>
              </a:rPr>
              <a:t>也就相应减少了若干个位。</a:t>
            </a:r>
          </a:p>
          <a:p>
            <a:pPr algn="just" eaLnBrk="1" hangingPunct="1">
              <a:buSzPct val="75000"/>
              <a:buFont typeface="Wingdings" panose="05000000000000000000" pitchFamily="2" charset="2"/>
              <a:buNone/>
            </a:pPr>
            <a:endParaRPr lang="en-US" altLang="zh-CN" sz="2500">
              <a:latin typeface="+mn-lt"/>
              <a:ea typeface="黑体" pitchFamily="6" charset="-122"/>
              <a:cs typeface="+mn-cs"/>
            </a:endParaRPr>
          </a:p>
        </p:txBody>
      </p:sp>
      <p:sp>
        <p:nvSpPr>
          <p:cNvPr id="502786" name="Rectangle 2"/>
          <p:cNvSpPr>
            <a:spLocks noChangeArrowheads="1"/>
          </p:cNvSpPr>
          <p:nvPr/>
        </p:nvSpPr>
        <p:spPr bwMode="auto">
          <a:xfrm>
            <a:off x="711200" y="5289550"/>
            <a:ext cx="8115300" cy="598488"/>
          </a:xfrm>
          <a:prstGeom prst="rect">
            <a:avLst/>
          </a:prstGeom>
          <a:solidFill>
            <a:srgbClr val="66FF33"/>
          </a:solidFill>
          <a:ln w="28575">
            <a:solidFill>
              <a:schemeClr val="tx1"/>
            </a:solidFill>
            <a:miter lim="800000"/>
          </a:ln>
          <a:effectLst>
            <a:outerShdw dist="35921" dir="2700000" algn="ctr" rotWithShape="0">
              <a:schemeClr val="bg2"/>
            </a:outerShdw>
          </a:effectLst>
        </p:spPr>
        <p:txBody>
          <a:bodyPr wrap="none" anchor="ctr"/>
          <a:lstStyle/>
          <a:p>
            <a:pPr algn="ctr" defTabSz="843280">
              <a:buNone/>
            </a:pPr>
            <a:r>
              <a:rPr lang="en-US" altLang="zh-CN" sz="2500" b="1">
                <a:solidFill>
                  <a:srgbClr val="0000CC"/>
                </a:solidFill>
                <a:latin typeface="Arial" panose="020B0604020202090204" pitchFamily="34" charset="0"/>
                <a:ea typeface="黑体" pitchFamily="6" charset="-122"/>
              </a:rPr>
              <a:t>IP</a:t>
            </a:r>
            <a:r>
              <a:rPr lang="zh-CN" altLang="en-US" sz="2500" b="1">
                <a:solidFill>
                  <a:srgbClr val="0000CC"/>
                </a:solidFill>
                <a:latin typeface="Arial" panose="020B0604020202090204" pitchFamily="34" charset="0"/>
                <a:ea typeface="黑体" pitchFamily="6" charset="-122"/>
              </a:rPr>
              <a:t>地址 </a:t>
            </a:r>
            <a:r>
              <a:rPr lang="en-US" altLang="zh-CN" sz="2500" b="1">
                <a:solidFill>
                  <a:srgbClr val="0000CC"/>
                </a:solidFill>
                <a:latin typeface="Arial" panose="020B0604020202090204" pitchFamily="34" charset="0"/>
                <a:ea typeface="黑体" pitchFamily="6" charset="-122"/>
              </a:rPr>
              <a:t>::= {&lt;</a:t>
            </a:r>
            <a:r>
              <a:rPr lang="zh-CN" altLang="en-US" sz="2500" b="1">
                <a:solidFill>
                  <a:srgbClr val="0000CC"/>
                </a:solidFill>
                <a:latin typeface="Arial" panose="020B0604020202090204" pitchFamily="34" charset="0"/>
                <a:ea typeface="黑体" pitchFamily="6" charset="-122"/>
              </a:rPr>
              <a:t>网络号</a:t>
            </a:r>
            <a:r>
              <a:rPr lang="en-US" altLang="zh-CN" sz="2500" b="1">
                <a:solidFill>
                  <a:srgbClr val="0000CC"/>
                </a:solidFill>
                <a:latin typeface="Arial" panose="020B0604020202090204" pitchFamily="34" charset="0"/>
                <a:ea typeface="黑体" pitchFamily="6" charset="-122"/>
              </a:rPr>
              <a:t>&gt;, &lt;</a:t>
            </a:r>
            <a:r>
              <a:rPr lang="zh-CN" altLang="en-US" sz="2500" b="1">
                <a:solidFill>
                  <a:srgbClr val="0000CC"/>
                </a:solidFill>
                <a:latin typeface="Arial" panose="020B0604020202090204" pitchFamily="34" charset="0"/>
                <a:ea typeface="黑体" pitchFamily="6" charset="-122"/>
              </a:rPr>
              <a:t>子网号</a:t>
            </a:r>
            <a:r>
              <a:rPr lang="en-US" altLang="zh-CN" sz="2500" b="1">
                <a:solidFill>
                  <a:srgbClr val="0000CC"/>
                </a:solidFill>
                <a:latin typeface="Arial" panose="020B0604020202090204" pitchFamily="34" charset="0"/>
                <a:ea typeface="黑体" pitchFamily="6" charset="-122"/>
              </a:rPr>
              <a:t>&gt;, &lt;</a:t>
            </a:r>
            <a:r>
              <a:rPr lang="zh-CN" altLang="en-US" sz="2500" b="1">
                <a:solidFill>
                  <a:srgbClr val="0000CC"/>
                </a:solidFill>
                <a:latin typeface="Arial" panose="020B0604020202090204" pitchFamily="34" charset="0"/>
                <a:ea typeface="黑体" pitchFamily="6" charset="-122"/>
              </a:rPr>
              <a:t>主机号</a:t>
            </a:r>
            <a:r>
              <a:rPr lang="en-US" altLang="zh-CN" sz="2500" b="1">
                <a:solidFill>
                  <a:srgbClr val="0000CC"/>
                </a:solidFill>
                <a:latin typeface="Arial" panose="020B0604020202090204" pitchFamily="34" charset="0"/>
                <a:ea typeface="黑体" pitchFamily="6" charset="-122"/>
              </a:rPr>
              <a:t>&gt;}        (4-2)</a:t>
            </a:r>
            <a:endParaRPr lang="zh-CN" altLang="en-US" sz="2500" b="1">
              <a:solidFill>
                <a:srgbClr val="0000CC"/>
              </a:solidFill>
              <a:latin typeface="Arial" panose="020B0604020202090204" pitchFamily="34" charset="0"/>
              <a:ea typeface="黑体" pitchFamily="6" charset="-122"/>
            </a:endParaRPr>
          </a:p>
        </p:txBody>
      </p:sp>
      <p:grpSp>
        <p:nvGrpSpPr>
          <p:cNvPr id="174084" name="组合 1"/>
          <p:cNvGrpSpPr/>
          <p:nvPr/>
        </p:nvGrpSpPr>
        <p:grpSpPr>
          <a:xfrm>
            <a:off x="1698625" y="3429000"/>
            <a:ext cx="5067300" cy="1617663"/>
            <a:chOff x="1839416" y="3501010"/>
            <a:chExt cx="5490146" cy="1752598"/>
          </a:xfrm>
        </p:grpSpPr>
        <p:grpSp>
          <p:nvGrpSpPr>
            <p:cNvPr id="174085" name="Group 19"/>
            <p:cNvGrpSpPr/>
            <p:nvPr/>
          </p:nvGrpSpPr>
          <p:grpSpPr>
            <a:xfrm>
              <a:off x="4160912" y="3577204"/>
              <a:ext cx="3168650" cy="500062"/>
              <a:chOff x="2375" y="2045"/>
              <a:chExt cx="1996" cy="430"/>
            </a:xfrm>
          </p:grpSpPr>
          <p:sp>
            <p:nvSpPr>
              <p:cNvPr id="24" name="Line 13"/>
              <p:cNvSpPr>
                <a:spLocks noChangeShapeType="1"/>
              </p:cNvSpPr>
              <p:nvPr/>
            </p:nvSpPr>
            <p:spPr bwMode="auto">
              <a:xfrm>
                <a:off x="4371" y="2045"/>
                <a:ext cx="0" cy="430"/>
              </a:xfrm>
              <a:prstGeom prst="line">
                <a:avLst/>
              </a:prstGeom>
              <a:noFill/>
              <a:ln w="28575">
                <a:solidFill>
                  <a:srgbClr val="000000"/>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25" name="Line 14"/>
              <p:cNvSpPr>
                <a:spLocks noChangeShapeType="1"/>
              </p:cNvSpPr>
              <p:nvPr/>
            </p:nvSpPr>
            <p:spPr bwMode="auto">
              <a:xfrm>
                <a:off x="2375" y="2045"/>
                <a:ext cx="0" cy="430"/>
              </a:xfrm>
              <a:prstGeom prst="line">
                <a:avLst/>
              </a:prstGeom>
              <a:noFill/>
              <a:ln w="28575">
                <a:solidFill>
                  <a:srgbClr val="000000"/>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grpSp>
        <p:grpSp>
          <p:nvGrpSpPr>
            <p:cNvPr id="174086" name="Group 21"/>
            <p:cNvGrpSpPr/>
            <p:nvPr/>
          </p:nvGrpSpPr>
          <p:grpSpPr>
            <a:xfrm>
              <a:off x="1867991" y="3501010"/>
              <a:ext cx="5454650" cy="1736726"/>
              <a:chOff x="755" y="2169"/>
              <a:chExt cx="3436" cy="1094"/>
            </a:xfrm>
          </p:grpSpPr>
          <p:sp>
            <p:nvSpPr>
              <p:cNvPr id="27" name="Line 9"/>
              <p:cNvSpPr>
                <a:spLocks noChangeShapeType="1"/>
              </p:cNvSpPr>
              <p:nvPr/>
            </p:nvSpPr>
            <p:spPr bwMode="auto">
              <a:xfrm>
                <a:off x="755" y="3122"/>
                <a:ext cx="3436" cy="0"/>
              </a:xfrm>
              <a:prstGeom prst="line">
                <a:avLst/>
              </a:prstGeom>
              <a:noFill/>
              <a:ln w="28575">
                <a:solidFill>
                  <a:srgbClr val="000000"/>
                </a:solidFill>
                <a:round/>
                <a:headEnd type="triangle" w="med" len="med"/>
                <a:tailEnd type="triangle" w="med" len="me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28" name="Text Box 10"/>
              <p:cNvSpPr txBox="1">
                <a:spLocks noChangeArrowheads="1"/>
              </p:cNvSpPr>
              <p:nvPr/>
            </p:nvSpPr>
            <p:spPr bwMode="auto">
              <a:xfrm>
                <a:off x="2218" y="2967"/>
                <a:ext cx="593" cy="296"/>
              </a:xfrm>
              <a:prstGeom prst="rect">
                <a:avLst/>
              </a:prstGeom>
              <a:solidFill>
                <a:srgbClr val="FFFFFF"/>
              </a:solidFill>
              <a:ln>
                <a:noFill/>
              </a:ln>
              <a:effectLst/>
            </p:spPr>
            <p:txBody>
              <a:bodyPr wrap="none">
                <a:spAutoFit/>
              </a:bodyPr>
              <a:lstStyle/>
              <a:p>
                <a:pPr marR="0" defTabSz="843915" fontAlgn="auto">
                  <a:spcBef>
                    <a:spcPts val="0"/>
                  </a:spcBef>
                  <a:spcAft>
                    <a:spcPts val="0"/>
                  </a:spcAft>
                  <a:buClrTx/>
                  <a:buSzTx/>
                  <a:buFontTx/>
                  <a:buNone/>
                  <a:defRPr/>
                </a:pPr>
                <a:r>
                  <a:rPr kumimoji="0" lang="en-US" altLang="zh-CN" sz="2215" b="1" kern="0" cap="none" spc="0" normalizeH="0" baseline="0" noProof="0" dirty="0">
                    <a:solidFill>
                      <a:sysClr val="windowText" lastClr="000000"/>
                    </a:solidFill>
                    <a:latin typeface="Arial" panose="020B0604020202090204"/>
                    <a:ea typeface="黑体" pitchFamily="6" charset="-122"/>
                    <a:cs typeface="+mn-cs"/>
                  </a:rPr>
                  <a:t>32 </a:t>
                </a:r>
                <a:r>
                  <a:rPr kumimoji="0" lang="zh-CN" altLang="en-US" sz="2215" b="1" kern="0" cap="none" spc="0" normalizeH="0" baseline="0" noProof="0" dirty="0">
                    <a:solidFill>
                      <a:sysClr val="windowText" lastClr="000000"/>
                    </a:solidFill>
                    <a:latin typeface="Arial" panose="020B0604020202090204"/>
                    <a:ea typeface="黑体" pitchFamily="6" charset="-122"/>
                    <a:cs typeface="+mn-cs"/>
                  </a:rPr>
                  <a:t>位</a:t>
                </a:r>
              </a:p>
            </p:txBody>
          </p:sp>
          <p:sp>
            <p:nvSpPr>
              <p:cNvPr id="29" name="Line 15"/>
              <p:cNvSpPr>
                <a:spLocks noChangeShapeType="1"/>
              </p:cNvSpPr>
              <p:nvPr/>
            </p:nvSpPr>
            <p:spPr bwMode="auto">
              <a:xfrm>
                <a:off x="2201" y="2350"/>
                <a:ext cx="1990" cy="0"/>
              </a:xfrm>
              <a:prstGeom prst="line">
                <a:avLst/>
              </a:prstGeom>
              <a:noFill/>
              <a:ln w="28575">
                <a:solidFill>
                  <a:srgbClr val="000000"/>
                </a:solidFill>
                <a:round/>
                <a:headEnd type="triangle" w="med" len="med"/>
                <a:tailEnd type="triangle" w="med" len="me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30" name="Text Box 16"/>
              <p:cNvSpPr txBox="1">
                <a:spLocks noChangeArrowheads="1"/>
              </p:cNvSpPr>
              <p:nvPr/>
            </p:nvSpPr>
            <p:spPr bwMode="auto">
              <a:xfrm>
                <a:off x="2789" y="2169"/>
                <a:ext cx="905" cy="296"/>
              </a:xfrm>
              <a:prstGeom prst="rect">
                <a:avLst/>
              </a:prstGeom>
              <a:solidFill>
                <a:srgbClr val="FFFFFF"/>
              </a:solidFill>
              <a:ln>
                <a:noFill/>
              </a:ln>
              <a:effectLst/>
            </p:spPr>
            <p:txBody>
              <a:bodyPr wrap="none">
                <a:spAutoFit/>
              </a:bodyPr>
              <a:lstStyle/>
              <a:p>
                <a:pPr marR="0" defTabSz="843915" fontAlgn="auto">
                  <a:spcBef>
                    <a:spcPts val="0"/>
                  </a:spcBef>
                  <a:spcAft>
                    <a:spcPts val="0"/>
                  </a:spcAft>
                  <a:buClrTx/>
                  <a:buSzTx/>
                  <a:buFontTx/>
                  <a:buNone/>
                  <a:defRPr/>
                </a:pPr>
                <a:r>
                  <a:rPr kumimoji="0" lang="zh-CN" altLang="en-US" sz="2215" b="1" kern="0" cap="none" spc="0" normalizeH="0" baseline="0" noProof="0" dirty="0">
                    <a:solidFill>
                      <a:srgbClr val="C00000"/>
                    </a:solidFill>
                    <a:latin typeface="Arial" panose="020B0604020202090204"/>
                    <a:ea typeface="黑体" pitchFamily="6" charset="-122"/>
                    <a:cs typeface="+mn-cs"/>
                  </a:rPr>
                  <a:t>本地地址</a:t>
                </a:r>
              </a:p>
            </p:txBody>
          </p:sp>
        </p:grpSp>
        <p:grpSp>
          <p:nvGrpSpPr>
            <p:cNvPr id="174087" name="Group 20"/>
            <p:cNvGrpSpPr/>
            <p:nvPr/>
          </p:nvGrpSpPr>
          <p:grpSpPr>
            <a:xfrm>
              <a:off x="1842591" y="4644008"/>
              <a:ext cx="5486401" cy="609600"/>
              <a:chOff x="739" y="2832"/>
              <a:chExt cx="3456" cy="430"/>
            </a:xfrm>
          </p:grpSpPr>
          <p:sp>
            <p:nvSpPr>
              <p:cNvPr id="32" name="Line 8"/>
              <p:cNvSpPr>
                <a:spLocks noChangeShapeType="1"/>
              </p:cNvSpPr>
              <p:nvPr/>
            </p:nvSpPr>
            <p:spPr bwMode="auto">
              <a:xfrm>
                <a:off x="739" y="2835"/>
                <a:ext cx="0" cy="427"/>
              </a:xfrm>
              <a:prstGeom prst="line">
                <a:avLst/>
              </a:prstGeom>
              <a:noFill/>
              <a:ln w="28575">
                <a:solidFill>
                  <a:srgbClr val="000000"/>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33" name="Line 17"/>
              <p:cNvSpPr>
                <a:spLocks noChangeShapeType="1"/>
              </p:cNvSpPr>
              <p:nvPr/>
            </p:nvSpPr>
            <p:spPr bwMode="auto">
              <a:xfrm>
                <a:off x="4195" y="2835"/>
                <a:ext cx="0" cy="427"/>
              </a:xfrm>
              <a:prstGeom prst="line">
                <a:avLst/>
              </a:prstGeom>
              <a:noFill/>
              <a:ln w="28575">
                <a:solidFill>
                  <a:srgbClr val="000000"/>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grpSp>
        <p:grpSp>
          <p:nvGrpSpPr>
            <p:cNvPr id="174088" name="Group 18"/>
            <p:cNvGrpSpPr/>
            <p:nvPr/>
          </p:nvGrpSpPr>
          <p:grpSpPr>
            <a:xfrm>
              <a:off x="1839416" y="4105856"/>
              <a:ext cx="5482976" cy="612776"/>
              <a:chOff x="737" y="2493"/>
              <a:chExt cx="3894" cy="386"/>
            </a:xfrm>
          </p:grpSpPr>
          <p:sp>
            <p:nvSpPr>
              <p:cNvPr id="35"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algn="ctr" defTabSz="843280">
                  <a:buNone/>
                </a:pPr>
                <a:r>
                  <a:rPr lang="zh-CN" altLang="en-US" sz="2200" b="1">
                    <a:solidFill>
                      <a:srgbClr val="000000"/>
                    </a:solidFill>
                    <a:latin typeface="Arial" panose="020B0604020202090204" pitchFamily="34" charset="0"/>
                    <a:ea typeface="黑体" pitchFamily="6" charset="-122"/>
                  </a:rPr>
                  <a:t>网络号</a:t>
                </a:r>
                <a:endParaRPr lang="en-US" altLang="zh-CN" sz="2200" b="1">
                  <a:solidFill>
                    <a:srgbClr val="000000"/>
                  </a:solidFill>
                  <a:latin typeface="Arial" panose="020B0604020202090204" pitchFamily="34" charset="0"/>
                  <a:ea typeface="黑体" pitchFamily="6" charset="-122"/>
                </a:endParaRPr>
              </a:p>
            </p:txBody>
          </p:sp>
          <p:sp>
            <p:nvSpPr>
              <p:cNvPr id="36" name="Rectangle 7"/>
              <p:cNvSpPr>
                <a:spLocks noChangeArrowheads="1"/>
              </p:cNvSpPr>
              <p:nvPr/>
            </p:nvSpPr>
            <p:spPr bwMode="auto">
              <a:xfrm>
                <a:off x="2387" y="2494"/>
                <a:ext cx="2244" cy="385"/>
              </a:xfrm>
              <a:prstGeom prst="rect">
                <a:avLst/>
              </a:prstGeom>
              <a:solidFill>
                <a:srgbClr val="66FFFF"/>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843915" rtl="0" eaLnBrk="0" fontAlgn="auto" latinLnBrk="0" hangingPunct="0">
                  <a:lnSpc>
                    <a:spcPct val="100000"/>
                  </a:lnSpc>
                  <a:spcBef>
                    <a:spcPts val="0"/>
                  </a:spcBef>
                  <a:spcAft>
                    <a:spcPts val="0"/>
                  </a:spcAft>
                  <a:buClrTx/>
                  <a:buSzTx/>
                  <a:buFontTx/>
                  <a:buNone/>
                  <a:defRPr/>
                </a:pPr>
                <a:endParaRPr kumimoji="0" lang="zh-CN" altLang="zh-CN" sz="258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37" name="Rectangle 11"/>
              <p:cNvSpPr>
                <a:spLocks noChangeArrowheads="1"/>
              </p:cNvSpPr>
              <p:nvPr/>
            </p:nvSpPr>
            <p:spPr bwMode="auto">
              <a:xfrm>
                <a:off x="3614" y="2551"/>
                <a:ext cx="966" cy="296"/>
              </a:xfrm>
              <a:prstGeom prst="rect">
                <a:avLst/>
              </a:prstGeom>
              <a:noFill/>
              <a:ln w="9525" algn="ctr">
                <a:noFill/>
                <a:miter lim="800000"/>
              </a:ln>
              <a:effectLst/>
            </p:spPr>
            <p:txBody>
              <a:bodyPr>
                <a:spAutoFit/>
              </a:bodyPr>
              <a:lstStyle/>
              <a:p>
                <a:pPr marL="0" marR="0" lvl="0" indent="0" algn="ctr" defTabSz="843915" rtl="0" eaLnBrk="0" fontAlgn="auto" latinLnBrk="0" hangingPunct="0">
                  <a:lnSpc>
                    <a:spcPct val="100000"/>
                  </a:lnSpc>
                  <a:spcBef>
                    <a:spcPts val="0"/>
                  </a:spcBef>
                  <a:spcAft>
                    <a:spcPts val="0"/>
                  </a:spcAft>
                  <a:buClrTx/>
                  <a:buSzTx/>
                  <a:buFontTx/>
                  <a:buNone/>
                  <a:defRPr/>
                </a:pPr>
                <a:r>
                  <a:rPr kumimoji="0" lang="zh-CN" altLang="en-US" sz="2215" b="1" i="0" u="none" strike="noStrike" kern="0" cap="none" spc="0" normalizeH="0" baseline="0" noProof="0" dirty="0">
                    <a:ln>
                      <a:noFill/>
                    </a:ln>
                    <a:solidFill>
                      <a:sysClr val="windowText" lastClr="000000"/>
                    </a:solidFill>
                    <a:effectLst/>
                    <a:uLnTx/>
                    <a:uFillTx/>
                    <a:latin typeface="Arial" panose="020B0604020202090204"/>
                    <a:ea typeface="黑体" pitchFamily="6" charset="-122"/>
                    <a:cs typeface="+mn-cs"/>
                  </a:rPr>
                  <a:t>主机号</a:t>
                </a:r>
                <a:endParaRPr kumimoji="0" lang="en-US" altLang="zh-CN" sz="2215" b="1" i="0" u="none" strike="noStrike" kern="0" cap="none" spc="0" normalizeH="0" baseline="0" noProof="0" dirty="0">
                  <a:ln>
                    <a:noFill/>
                  </a:ln>
                  <a:solidFill>
                    <a:sysClr val="windowText" lastClr="000000"/>
                  </a:solidFill>
                  <a:effectLst/>
                  <a:uLnTx/>
                  <a:uFillTx/>
                  <a:latin typeface="Arial" panose="020B0604020202090204"/>
                  <a:ea typeface="黑体" pitchFamily="6" charset="-122"/>
                  <a:cs typeface="+mn-cs"/>
                </a:endParaRPr>
              </a:p>
            </p:txBody>
          </p:sp>
          <p:sp>
            <p:nvSpPr>
              <p:cNvPr id="38" name="Rectangle 12"/>
              <p:cNvSpPr>
                <a:spLocks noChangeArrowheads="1"/>
              </p:cNvSpPr>
              <p:nvPr/>
            </p:nvSpPr>
            <p:spPr bwMode="auto">
              <a:xfrm>
                <a:off x="2440" y="2551"/>
                <a:ext cx="1069" cy="283"/>
              </a:xfrm>
              <a:prstGeom prst="rect">
                <a:avLst/>
              </a:prstGeom>
              <a:solidFill>
                <a:srgbClr val="FF66FF"/>
              </a:solidFill>
              <a:ln w="9525" algn="ctr">
                <a:solidFill>
                  <a:schemeClr val="tx1"/>
                </a:solidFill>
                <a:miter lim="800000"/>
              </a:ln>
              <a:effectLst/>
            </p:spPr>
            <p:txBody>
              <a:bodyPr wrap="none" anchor="ctr"/>
              <a:lstStyle/>
              <a:p>
                <a:pPr marL="0" marR="0" lvl="0" indent="0" algn="ctr" defTabSz="843915" rtl="0" eaLnBrk="0" fontAlgn="auto" latinLnBrk="0" hangingPunct="0">
                  <a:lnSpc>
                    <a:spcPct val="100000"/>
                  </a:lnSpc>
                  <a:spcBef>
                    <a:spcPts val="0"/>
                  </a:spcBef>
                  <a:spcAft>
                    <a:spcPts val="0"/>
                  </a:spcAft>
                  <a:buClrTx/>
                  <a:buSzTx/>
                  <a:buFontTx/>
                  <a:buNone/>
                  <a:defRPr/>
                </a:pPr>
                <a:r>
                  <a:rPr kumimoji="0" lang="zh-CN" altLang="en-US" sz="2215" b="1" i="0" u="none" strike="noStrike" kern="0" cap="none" spc="0" normalizeH="0" baseline="0" noProof="0" dirty="0">
                    <a:ln>
                      <a:noFill/>
                    </a:ln>
                    <a:solidFill>
                      <a:sysClr val="windowText" lastClr="000000"/>
                    </a:solidFill>
                    <a:effectLst/>
                    <a:uLnTx/>
                    <a:uFillTx/>
                    <a:latin typeface="Arial" panose="020B0604020202090204"/>
                    <a:ea typeface="黑体" pitchFamily="6" charset="-122"/>
                    <a:cs typeface="+mn-cs"/>
                  </a:rPr>
                  <a:t>子网号</a:t>
                </a:r>
                <a:endParaRPr kumimoji="0" lang="en-US" altLang="zh-CN" sz="2215" b="1" i="0" u="none" strike="noStrike" kern="0" cap="none" spc="0" normalizeH="0" baseline="0" noProof="0" dirty="0">
                  <a:ln>
                    <a:noFill/>
                  </a:ln>
                  <a:solidFill>
                    <a:sysClr val="windowText" lastClr="000000"/>
                  </a:solidFill>
                  <a:effectLst/>
                  <a:uLnTx/>
                  <a:uFillTx/>
                  <a:latin typeface="Arial" panose="020B0604020202090204"/>
                  <a:ea typeface="黑体" pitchFamily="6" charset="-122"/>
                  <a:cs typeface="+mn-cs"/>
                </a:endParaRPr>
              </a:p>
            </p:txBody>
          </p:sp>
        </p:grpSp>
      </p:grpSp>
    </p:spTree>
  </p:cSld>
  <p:clrMapOvr>
    <a:masterClrMapping/>
  </p:clrMapOvr>
  <p:transition spd="slow"/>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1" name="Rectangle 3"/>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a:latin typeface="+mn-lt"/>
                <a:ea typeface="黑体" pitchFamily="6" charset="-122"/>
                <a:cs typeface="+mj-cs"/>
              </a:rPr>
              <a:t>划分子网的基本思路（续） </a:t>
            </a:r>
          </a:p>
        </p:txBody>
      </p:sp>
      <p:sp>
        <p:nvSpPr>
          <p:cNvPr id="503810" name="Rectangle 2"/>
          <p:cNvSpPr>
            <a:spLocks noGrp="1" noChangeArrowheads="1"/>
          </p:cNvSpPr>
          <p:nvPr>
            <p:ph idx="1"/>
          </p:nvPr>
        </p:nvSpPr>
        <p:spPr>
          <a:xfrm>
            <a:off x="457200" y="1196975"/>
            <a:ext cx="8369300" cy="4933950"/>
          </a:xfrm>
        </p:spPr>
        <p:txBody>
          <a:bodyPr vert="horz" wrap="square" lIns="91440" tIns="45720" rIns="91440" bIns="45720" numCol="1" anchor="t" anchorCtr="0" compatLnSpc="1"/>
          <a:lstStyle/>
          <a:p>
            <a:pPr algn="just" eaLnBrk="1" hangingPunct="1">
              <a:spcAft>
                <a:spcPct val="30000"/>
              </a:spcAft>
              <a:buSzPct val="75000"/>
            </a:pPr>
            <a:r>
              <a:rPr lang="zh-CN" altLang="en-US" sz="2900">
                <a:latin typeface="+mn-lt"/>
                <a:ea typeface="黑体" pitchFamily="6" charset="-122"/>
                <a:cs typeface="+mn-cs"/>
              </a:rPr>
              <a:t>凡是从其他网络发送给本单位某个主机的 </a:t>
            </a:r>
            <a:r>
              <a:rPr lang="en-US" altLang="zh-CN" sz="2900">
                <a:latin typeface="+mn-lt"/>
                <a:ea typeface="黑体" pitchFamily="6" charset="-122"/>
                <a:cs typeface="+mn-cs"/>
              </a:rPr>
              <a:t>IP </a:t>
            </a:r>
            <a:r>
              <a:rPr lang="zh-CN" altLang="en-US" sz="2900">
                <a:latin typeface="+mn-lt"/>
                <a:ea typeface="黑体" pitchFamily="6" charset="-122"/>
                <a:cs typeface="+mn-cs"/>
              </a:rPr>
              <a:t>数据报，仍然是根据 </a:t>
            </a:r>
            <a:r>
              <a:rPr lang="en-US" altLang="zh-CN" sz="2900">
                <a:latin typeface="+mn-lt"/>
                <a:ea typeface="黑体" pitchFamily="6" charset="-122"/>
                <a:cs typeface="+mn-cs"/>
              </a:rPr>
              <a:t>IP </a:t>
            </a:r>
            <a:r>
              <a:rPr lang="zh-CN" altLang="en-US" sz="2900">
                <a:latin typeface="+mn-lt"/>
                <a:ea typeface="黑体" pitchFamily="6" charset="-122"/>
                <a:cs typeface="+mn-cs"/>
              </a:rPr>
              <a:t>数据报的</a:t>
            </a:r>
            <a:r>
              <a:rPr lang="zh-CN" altLang="en-US" sz="2900">
                <a:solidFill>
                  <a:srgbClr val="FF0000"/>
                </a:solidFill>
                <a:latin typeface="+mn-lt"/>
                <a:ea typeface="黑体" pitchFamily="6" charset="-122"/>
                <a:cs typeface="+mn-cs"/>
              </a:rPr>
              <a:t>目的网络号 </a:t>
            </a:r>
            <a:r>
              <a:rPr lang="en-US" altLang="zh-CN" sz="2900">
                <a:latin typeface="+mn-lt"/>
                <a:ea typeface="黑体" pitchFamily="6" charset="-122"/>
                <a:cs typeface="+mn-cs"/>
              </a:rPr>
              <a:t>net-id</a:t>
            </a:r>
            <a:r>
              <a:rPr lang="zh-CN" altLang="en-US" sz="2900">
                <a:latin typeface="+mn-lt"/>
                <a:ea typeface="黑体" pitchFamily="6" charset="-122"/>
                <a:cs typeface="+mn-cs"/>
              </a:rPr>
              <a:t>，先找到连接在</a:t>
            </a:r>
            <a:r>
              <a:rPr lang="zh-CN" altLang="en-US" sz="2900">
                <a:solidFill>
                  <a:srgbClr val="FF0000"/>
                </a:solidFill>
                <a:latin typeface="+mn-lt"/>
                <a:ea typeface="黑体" pitchFamily="6" charset="-122"/>
                <a:cs typeface="+mn-cs"/>
              </a:rPr>
              <a:t>本单位网络上的路由器。</a:t>
            </a:r>
          </a:p>
          <a:p>
            <a:pPr algn="just" eaLnBrk="1" hangingPunct="1">
              <a:spcAft>
                <a:spcPct val="30000"/>
              </a:spcAft>
              <a:buSzPct val="75000"/>
            </a:pPr>
            <a:r>
              <a:rPr lang="zh-CN" altLang="en-US" sz="2900">
                <a:latin typeface="+mn-lt"/>
                <a:ea typeface="黑体" pitchFamily="6" charset="-122"/>
                <a:cs typeface="+mn-cs"/>
              </a:rPr>
              <a:t>然后</a:t>
            </a:r>
            <a:r>
              <a:rPr lang="zh-CN" altLang="en-US" sz="2900">
                <a:solidFill>
                  <a:srgbClr val="FF0000"/>
                </a:solidFill>
                <a:latin typeface="+mn-lt"/>
                <a:ea typeface="黑体" pitchFamily="6" charset="-122"/>
                <a:cs typeface="+mn-cs"/>
              </a:rPr>
              <a:t>此路由器</a:t>
            </a:r>
            <a:r>
              <a:rPr lang="zh-CN" altLang="en-US" sz="2900">
                <a:latin typeface="+mn-lt"/>
                <a:ea typeface="黑体" pitchFamily="6" charset="-122"/>
                <a:cs typeface="+mn-cs"/>
              </a:rPr>
              <a:t>在收到 </a:t>
            </a:r>
            <a:r>
              <a:rPr lang="en-US" altLang="zh-CN" sz="2900">
                <a:latin typeface="+mn-lt"/>
                <a:ea typeface="黑体" pitchFamily="6" charset="-122"/>
                <a:cs typeface="+mn-cs"/>
              </a:rPr>
              <a:t>IP </a:t>
            </a:r>
            <a:r>
              <a:rPr lang="zh-CN" altLang="en-US" sz="2900">
                <a:latin typeface="+mn-lt"/>
                <a:ea typeface="黑体" pitchFamily="6" charset="-122"/>
                <a:cs typeface="+mn-cs"/>
              </a:rPr>
              <a:t>数据报后，再按</a:t>
            </a:r>
            <a:r>
              <a:rPr lang="zh-CN" altLang="en-US" sz="2900">
                <a:solidFill>
                  <a:srgbClr val="FF0000"/>
                </a:solidFill>
                <a:latin typeface="+mn-lt"/>
                <a:ea typeface="黑体" pitchFamily="6" charset="-122"/>
                <a:cs typeface="+mn-cs"/>
              </a:rPr>
              <a:t>目的网络号</a:t>
            </a:r>
            <a:r>
              <a:rPr lang="zh-CN" altLang="en-US" sz="2900">
                <a:latin typeface="+mn-lt"/>
                <a:ea typeface="黑体" pitchFamily="6" charset="-122"/>
                <a:cs typeface="+mn-cs"/>
              </a:rPr>
              <a:t> </a:t>
            </a:r>
            <a:r>
              <a:rPr lang="en-US" altLang="zh-CN" sz="2900">
                <a:latin typeface="+mn-lt"/>
                <a:ea typeface="黑体" pitchFamily="6" charset="-122"/>
                <a:cs typeface="+mn-cs"/>
              </a:rPr>
              <a:t>net-id </a:t>
            </a:r>
            <a:r>
              <a:rPr lang="zh-CN" altLang="en-US" sz="2900">
                <a:latin typeface="+mn-lt"/>
                <a:ea typeface="黑体" pitchFamily="6" charset="-122"/>
                <a:cs typeface="+mn-cs"/>
              </a:rPr>
              <a:t>和</a:t>
            </a:r>
            <a:r>
              <a:rPr lang="zh-CN" altLang="en-US" sz="2900">
                <a:solidFill>
                  <a:srgbClr val="FF0000"/>
                </a:solidFill>
                <a:latin typeface="+mn-lt"/>
                <a:ea typeface="黑体" pitchFamily="6" charset="-122"/>
                <a:cs typeface="+mn-cs"/>
              </a:rPr>
              <a:t>子网号</a:t>
            </a:r>
            <a:r>
              <a:rPr lang="zh-CN" altLang="en-US" sz="2900">
                <a:latin typeface="+mn-lt"/>
                <a:ea typeface="黑体" pitchFamily="6" charset="-122"/>
                <a:cs typeface="+mn-cs"/>
              </a:rPr>
              <a:t> </a:t>
            </a:r>
            <a:r>
              <a:rPr lang="en-US" altLang="zh-CN" sz="2900">
                <a:latin typeface="+mn-lt"/>
                <a:ea typeface="黑体" pitchFamily="6" charset="-122"/>
                <a:cs typeface="+mn-cs"/>
              </a:rPr>
              <a:t>subnet-id </a:t>
            </a:r>
            <a:r>
              <a:rPr lang="zh-CN" altLang="en-US" sz="2900">
                <a:latin typeface="+mn-lt"/>
                <a:ea typeface="黑体" pitchFamily="6" charset="-122"/>
                <a:cs typeface="+mn-cs"/>
              </a:rPr>
              <a:t>找到目的子网。</a:t>
            </a:r>
          </a:p>
          <a:p>
            <a:pPr algn="just" eaLnBrk="1" hangingPunct="1">
              <a:spcAft>
                <a:spcPct val="30000"/>
              </a:spcAft>
              <a:buSzPct val="75000"/>
            </a:pPr>
            <a:r>
              <a:rPr lang="zh-CN" altLang="en-US" sz="2900">
                <a:latin typeface="+mn-lt"/>
                <a:ea typeface="黑体" pitchFamily="6" charset="-122"/>
                <a:cs typeface="+mn-cs"/>
              </a:rPr>
              <a:t>最后就将 </a:t>
            </a:r>
            <a:r>
              <a:rPr lang="en-US" altLang="zh-CN" sz="2900">
                <a:latin typeface="+mn-lt"/>
                <a:ea typeface="黑体" pitchFamily="6" charset="-122"/>
                <a:cs typeface="+mn-cs"/>
              </a:rPr>
              <a:t>IP </a:t>
            </a:r>
            <a:r>
              <a:rPr lang="zh-CN" altLang="en-US" sz="2900">
                <a:latin typeface="+mn-lt"/>
                <a:ea typeface="黑体" pitchFamily="6" charset="-122"/>
                <a:cs typeface="+mn-cs"/>
              </a:rPr>
              <a:t>数据报直接交付目的主机。 </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3810">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38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3810" grpId="0" build="p"/>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8177" name="组合 1"/>
          <p:cNvGrpSpPr/>
          <p:nvPr/>
        </p:nvGrpSpPr>
        <p:grpSpPr>
          <a:xfrm>
            <a:off x="222250" y="1392238"/>
            <a:ext cx="8883650" cy="4503737"/>
            <a:chOff x="240738" y="1222785"/>
            <a:chExt cx="9624062" cy="4878151"/>
          </a:xfrm>
        </p:grpSpPr>
        <p:sp>
          <p:nvSpPr>
            <p:cNvPr id="504834" name="AutoShape 2"/>
            <p:cNvSpPr>
              <a:spLocks noChangeArrowheads="1"/>
            </p:cNvSpPr>
            <p:nvPr/>
          </p:nvSpPr>
          <p:spPr bwMode="auto">
            <a:xfrm>
              <a:off x="674130" y="1253736"/>
              <a:ext cx="1938227" cy="675753"/>
            </a:xfrm>
            <a:prstGeom prst="roundRect">
              <a:avLst>
                <a:gd name="adj" fmla="val 16667"/>
              </a:avLst>
            </a:prstGeom>
            <a:solidFill>
              <a:srgbClr val="FF66FF"/>
            </a:solidFill>
            <a:ln w="9525">
              <a:solidFill>
                <a:srgbClr val="333399"/>
              </a:solidFill>
              <a:round/>
            </a:ln>
            <a:effectLst>
              <a:outerShdw dist="35921" dir="2700000" algn="ctr" rotWithShape="0">
                <a:schemeClr val="bg2"/>
              </a:outerShdw>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35" name="Line 3"/>
            <p:cNvSpPr>
              <a:spLocks noChangeShapeType="1"/>
            </p:cNvSpPr>
            <p:nvPr/>
          </p:nvSpPr>
          <p:spPr bwMode="auto">
            <a:xfrm flipV="1">
              <a:off x="2282154" y="3922361"/>
              <a:ext cx="1014688" cy="0"/>
            </a:xfrm>
            <a:prstGeom prst="line">
              <a:avLst/>
            </a:prstGeom>
            <a:noFill/>
            <a:ln w="1905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36" name="Line 4"/>
            <p:cNvSpPr>
              <a:spLocks noChangeShapeType="1"/>
            </p:cNvSpPr>
            <p:nvPr/>
          </p:nvSpPr>
          <p:spPr bwMode="auto">
            <a:xfrm>
              <a:off x="3582331" y="2350761"/>
              <a:ext cx="254532" cy="785800"/>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37" name="Line 5"/>
            <p:cNvSpPr>
              <a:spLocks noChangeShapeType="1"/>
            </p:cNvSpPr>
            <p:nvPr/>
          </p:nvSpPr>
          <p:spPr bwMode="auto">
            <a:xfrm flipH="1">
              <a:off x="8320410" y="2665424"/>
              <a:ext cx="674166" cy="785801"/>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38" name="Line 6"/>
            <p:cNvSpPr>
              <a:spLocks noChangeShapeType="1"/>
            </p:cNvSpPr>
            <p:nvPr/>
          </p:nvSpPr>
          <p:spPr bwMode="auto">
            <a:xfrm flipH="1">
              <a:off x="6119052" y="2116912"/>
              <a:ext cx="84271" cy="863177"/>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39" name="Line 7"/>
            <p:cNvSpPr>
              <a:spLocks noChangeShapeType="1"/>
            </p:cNvSpPr>
            <p:nvPr/>
          </p:nvSpPr>
          <p:spPr bwMode="auto">
            <a:xfrm flipV="1">
              <a:off x="6550725" y="4787257"/>
              <a:ext cx="0" cy="784081"/>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40" name="Line 8"/>
            <p:cNvSpPr>
              <a:spLocks noChangeShapeType="1"/>
            </p:cNvSpPr>
            <p:nvPr/>
          </p:nvSpPr>
          <p:spPr bwMode="auto">
            <a:xfrm>
              <a:off x="4428478" y="2196008"/>
              <a:ext cx="0" cy="706704"/>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41" name="Line 9"/>
            <p:cNvSpPr>
              <a:spLocks noChangeShapeType="1"/>
            </p:cNvSpPr>
            <p:nvPr/>
          </p:nvSpPr>
          <p:spPr bwMode="auto">
            <a:xfrm flipH="1">
              <a:off x="7811346" y="2350761"/>
              <a:ext cx="254532" cy="708424"/>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42" name="Line 10"/>
            <p:cNvSpPr>
              <a:spLocks noChangeShapeType="1"/>
            </p:cNvSpPr>
            <p:nvPr/>
          </p:nvSpPr>
          <p:spPr bwMode="auto">
            <a:xfrm flipV="1">
              <a:off x="5448326" y="4708161"/>
              <a:ext cx="84271" cy="704985"/>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43" name="Line 11"/>
            <p:cNvSpPr>
              <a:spLocks noChangeShapeType="1"/>
            </p:cNvSpPr>
            <p:nvPr/>
          </p:nvSpPr>
          <p:spPr bwMode="auto">
            <a:xfrm flipV="1">
              <a:off x="3666601" y="4314402"/>
              <a:ext cx="170262" cy="864896"/>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44" name="Line 12"/>
            <p:cNvSpPr>
              <a:spLocks noChangeShapeType="1"/>
            </p:cNvSpPr>
            <p:nvPr/>
          </p:nvSpPr>
          <p:spPr bwMode="auto">
            <a:xfrm flipH="1" flipV="1">
              <a:off x="8487232" y="4472593"/>
              <a:ext cx="930417" cy="156472"/>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pic>
          <p:nvPicPr>
            <p:cNvPr id="178190" name="Picture 13"/>
            <p:cNvPicPr/>
            <p:nvPr/>
          </p:nvPicPr>
          <p:blipFill>
            <a:blip r:embed="rId3"/>
            <a:stretch>
              <a:fillRect/>
            </a:stretch>
          </p:blipFill>
          <p:spPr>
            <a:xfrm>
              <a:off x="4259891" y="1959386"/>
              <a:ext cx="417909" cy="390525"/>
            </a:xfrm>
            <a:prstGeom prst="rect">
              <a:avLst/>
            </a:prstGeom>
            <a:noFill/>
            <a:ln w="9525">
              <a:noFill/>
            </a:ln>
          </p:spPr>
        </p:pic>
        <p:pic>
          <p:nvPicPr>
            <p:cNvPr id="178191" name="Picture 14"/>
            <p:cNvPicPr/>
            <p:nvPr/>
          </p:nvPicPr>
          <p:blipFill>
            <a:blip r:embed="rId3"/>
            <a:stretch>
              <a:fillRect/>
            </a:stretch>
          </p:blipFill>
          <p:spPr>
            <a:xfrm>
              <a:off x="3412034" y="2280061"/>
              <a:ext cx="417910" cy="390525"/>
            </a:xfrm>
            <a:prstGeom prst="rect">
              <a:avLst/>
            </a:prstGeom>
            <a:noFill/>
            <a:ln w="9525">
              <a:noFill/>
            </a:ln>
          </p:spPr>
        </p:pic>
        <p:pic>
          <p:nvPicPr>
            <p:cNvPr id="178192" name="Picture 15"/>
            <p:cNvPicPr/>
            <p:nvPr/>
          </p:nvPicPr>
          <p:blipFill>
            <a:blip r:embed="rId3"/>
            <a:stretch>
              <a:fillRect/>
            </a:stretch>
          </p:blipFill>
          <p:spPr>
            <a:xfrm>
              <a:off x="6036436" y="1802224"/>
              <a:ext cx="417910" cy="390525"/>
            </a:xfrm>
            <a:prstGeom prst="rect">
              <a:avLst/>
            </a:prstGeom>
            <a:noFill/>
            <a:ln w="9525">
              <a:noFill/>
            </a:ln>
          </p:spPr>
        </p:pic>
        <p:pic>
          <p:nvPicPr>
            <p:cNvPr id="178193" name="Picture 16"/>
            <p:cNvPicPr/>
            <p:nvPr/>
          </p:nvPicPr>
          <p:blipFill>
            <a:blip r:embed="rId3"/>
            <a:stretch>
              <a:fillRect/>
            </a:stretch>
          </p:blipFill>
          <p:spPr>
            <a:xfrm>
              <a:off x="8741668" y="2429286"/>
              <a:ext cx="417909" cy="392113"/>
            </a:xfrm>
            <a:prstGeom prst="rect">
              <a:avLst/>
            </a:prstGeom>
            <a:noFill/>
            <a:ln w="9525">
              <a:noFill/>
            </a:ln>
          </p:spPr>
        </p:pic>
        <p:pic>
          <p:nvPicPr>
            <p:cNvPr id="178194" name="Picture 17"/>
            <p:cNvPicPr/>
            <p:nvPr/>
          </p:nvPicPr>
          <p:blipFill>
            <a:blip r:embed="rId3"/>
            <a:stretch>
              <a:fillRect/>
            </a:stretch>
          </p:blipFill>
          <p:spPr>
            <a:xfrm>
              <a:off x="7895531" y="2038760"/>
              <a:ext cx="417909" cy="388938"/>
            </a:xfrm>
            <a:prstGeom prst="rect">
              <a:avLst/>
            </a:prstGeom>
            <a:noFill/>
            <a:ln w="9525">
              <a:noFill/>
            </a:ln>
          </p:spPr>
        </p:pic>
        <p:pic>
          <p:nvPicPr>
            <p:cNvPr id="178195" name="Picture 18"/>
            <p:cNvPicPr/>
            <p:nvPr/>
          </p:nvPicPr>
          <p:blipFill>
            <a:blip r:embed="rId3"/>
            <a:stretch>
              <a:fillRect/>
            </a:stretch>
          </p:blipFill>
          <p:spPr>
            <a:xfrm>
              <a:off x="9008236" y="4327936"/>
              <a:ext cx="417910" cy="392113"/>
            </a:xfrm>
            <a:prstGeom prst="rect">
              <a:avLst/>
            </a:prstGeom>
            <a:noFill/>
            <a:ln w="9525">
              <a:noFill/>
            </a:ln>
          </p:spPr>
        </p:pic>
        <p:pic>
          <p:nvPicPr>
            <p:cNvPr id="178196" name="Picture 19"/>
            <p:cNvPicPr/>
            <p:nvPr/>
          </p:nvPicPr>
          <p:blipFill>
            <a:blip r:embed="rId3"/>
            <a:stretch>
              <a:fillRect/>
            </a:stretch>
          </p:blipFill>
          <p:spPr>
            <a:xfrm>
              <a:off x="6352878" y="5413786"/>
              <a:ext cx="417910" cy="390525"/>
            </a:xfrm>
            <a:prstGeom prst="rect">
              <a:avLst/>
            </a:prstGeom>
            <a:noFill/>
            <a:ln w="9525">
              <a:noFill/>
            </a:ln>
          </p:spPr>
        </p:pic>
        <p:pic>
          <p:nvPicPr>
            <p:cNvPr id="178197" name="Picture 20"/>
            <p:cNvPicPr/>
            <p:nvPr/>
          </p:nvPicPr>
          <p:blipFill>
            <a:blip r:embed="rId3"/>
            <a:stretch>
              <a:fillRect/>
            </a:stretch>
          </p:blipFill>
          <p:spPr>
            <a:xfrm>
              <a:off x="5278008" y="5335999"/>
              <a:ext cx="417909" cy="390525"/>
            </a:xfrm>
            <a:prstGeom prst="rect">
              <a:avLst/>
            </a:prstGeom>
            <a:noFill/>
            <a:ln w="9525">
              <a:noFill/>
            </a:ln>
          </p:spPr>
        </p:pic>
        <p:pic>
          <p:nvPicPr>
            <p:cNvPr id="178198" name="Picture 21"/>
            <p:cNvPicPr/>
            <p:nvPr/>
          </p:nvPicPr>
          <p:blipFill>
            <a:blip r:embed="rId3"/>
            <a:stretch>
              <a:fillRect/>
            </a:stretch>
          </p:blipFill>
          <p:spPr>
            <a:xfrm>
              <a:off x="3498024" y="5021674"/>
              <a:ext cx="417910" cy="390525"/>
            </a:xfrm>
            <a:prstGeom prst="rect">
              <a:avLst/>
            </a:prstGeom>
            <a:noFill/>
            <a:ln w="9525">
              <a:noFill/>
            </a:ln>
          </p:spPr>
        </p:pic>
        <p:sp>
          <p:nvSpPr>
            <p:cNvPr id="504854" name="Text Box 22"/>
            <p:cNvSpPr txBox="1">
              <a:spLocks noChangeArrowheads="1"/>
            </p:cNvSpPr>
            <p:nvPr/>
          </p:nvSpPr>
          <p:spPr bwMode="auto">
            <a:xfrm rot="5211293">
              <a:off x="9270650" y="3297294"/>
              <a:ext cx="457380" cy="40759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dirty="0">
                  <a:solidFill>
                    <a:srgbClr val="0000CC"/>
                  </a:solidFill>
                  <a:latin typeface="Arial" panose="020B0604020202090204"/>
                  <a:ea typeface="黑体" pitchFamily="6" charset="-122"/>
                  <a:cs typeface="+mn-cs"/>
                </a:rPr>
                <a:t>…</a:t>
              </a:r>
            </a:p>
          </p:txBody>
        </p:sp>
        <p:sp>
          <p:nvSpPr>
            <p:cNvPr id="504855" name="Text Box 23"/>
            <p:cNvSpPr txBox="1">
              <a:spLocks noChangeArrowheads="1"/>
            </p:cNvSpPr>
            <p:nvPr/>
          </p:nvSpPr>
          <p:spPr bwMode="auto">
            <a:xfrm rot="546999">
              <a:off x="4548865" y="4978119"/>
              <a:ext cx="457470" cy="40923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dirty="0">
                  <a:solidFill>
                    <a:srgbClr val="0000CC"/>
                  </a:solidFill>
                  <a:latin typeface="Arial" panose="020B0604020202090204"/>
                  <a:ea typeface="黑体" pitchFamily="6" charset="-122"/>
                  <a:cs typeface="+mn-cs"/>
                </a:rPr>
                <a:t>…</a:t>
              </a:r>
            </a:p>
          </p:txBody>
        </p:sp>
        <p:sp>
          <p:nvSpPr>
            <p:cNvPr id="504856" name="Text Box 24"/>
            <p:cNvSpPr txBox="1">
              <a:spLocks noChangeArrowheads="1"/>
            </p:cNvSpPr>
            <p:nvPr/>
          </p:nvSpPr>
          <p:spPr bwMode="auto">
            <a:xfrm rot="21237460">
              <a:off x="5174876" y="1773017"/>
              <a:ext cx="457470" cy="40923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a:t>
              </a:r>
            </a:p>
          </p:txBody>
        </p:sp>
        <p:sp>
          <p:nvSpPr>
            <p:cNvPr id="504857" name="Text Box 25"/>
            <p:cNvSpPr txBox="1">
              <a:spLocks noChangeArrowheads="1"/>
            </p:cNvSpPr>
            <p:nvPr/>
          </p:nvSpPr>
          <p:spPr bwMode="auto">
            <a:xfrm>
              <a:off x="2612358" y="1915733"/>
              <a:ext cx="1552989" cy="407516"/>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145.13.3.10</a:t>
              </a:r>
            </a:p>
          </p:txBody>
        </p:sp>
        <p:sp>
          <p:nvSpPr>
            <p:cNvPr id="504858" name="Text Box 26"/>
            <p:cNvSpPr txBox="1">
              <a:spLocks noChangeArrowheads="1"/>
            </p:cNvSpPr>
            <p:nvPr/>
          </p:nvSpPr>
          <p:spPr bwMode="auto">
            <a:xfrm>
              <a:off x="3780109" y="1554643"/>
              <a:ext cx="1539231" cy="407516"/>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145.13.3.11</a:t>
              </a:r>
            </a:p>
          </p:txBody>
        </p:sp>
        <p:sp>
          <p:nvSpPr>
            <p:cNvPr id="504859" name="Text Box 27"/>
            <p:cNvSpPr txBox="1">
              <a:spLocks noChangeArrowheads="1"/>
            </p:cNvSpPr>
            <p:nvPr/>
          </p:nvSpPr>
          <p:spPr bwMode="auto">
            <a:xfrm>
              <a:off x="5429408" y="1410207"/>
              <a:ext cx="1695734" cy="407516"/>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145.13.3.101</a:t>
              </a:r>
            </a:p>
          </p:txBody>
        </p:sp>
        <p:sp>
          <p:nvSpPr>
            <p:cNvPr id="504860" name="Text Box 28"/>
            <p:cNvSpPr txBox="1">
              <a:spLocks noChangeArrowheads="1"/>
            </p:cNvSpPr>
            <p:nvPr/>
          </p:nvSpPr>
          <p:spPr bwMode="auto">
            <a:xfrm>
              <a:off x="7331519" y="1699079"/>
              <a:ext cx="1552989" cy="407516"/>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145.13.7.34</a:t>
              </a:r>
            </a:p>
          </p:txBody>
        </p:sp>
        <p:sp>
          <p:nvSpPr>
            <p:cNvPr id="504861" name="Text Box 29"/>
            <p:cNvSpPr txBox="1">
              <a:spLocks noChangeArrowheads="1"/>
            </p:cNvSpPr>
            <p:nvPr/>
          </p:nvSpPr>
          <p:spPr bwMode="auto">
            <a:xfrm>
              <a:off x="8306651" y="2096278"/>
              <a:ext cx="1552990" cy="40751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dirty="0">
                  <a:solidFill>
                    <a:srgbClr val="0000CC"/>
                  </a:solidFill>
                  <a:latin typeface="Arial" panose="020B0604020202090204"/>
                  <a:ea typeface="黑体" pitchFamily="6" charset="-122"/>
                  <a:cs typeface="+mn-cs"/>
                </a:rPr>
                <a:t>145.13.7.35</a:t>
              </a:r>
            </a:p>
          </p:txBody>
        </p:sp>
        <p:sp>
          <p:nvSpPr>
            <p:cNvPr id="504862" name="Text Box 30"/>
            <p:cNvSpPr txBox="1">
              <a:spLocks noChangeArrowheads="1"/>
            </p:cNvSpPr>
            <p:nvPr/>
          </p:nvSpPr>
          <p:spPr bwMode="auto">
            <a:xfrm>
              <a:off x="8311811" y="4756306"/>
              <a:ext cx="1552989" cy="40923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dirty="0">
                  <a:solidFill>
                    <a:srgbClr val="0000CC"/>
                  </a:solidFill>
                  <a:latin typeface="Arial" panose="020B0604020202090204"/>
                  <a:ea typeface="黑体" pitchFamily="6" charset="-122"/>
                  <a:cs typeface="+mn-cs"/>
                </a:rPr>
                <a:t>145.13.7.56</a:t>
              </a:r>
            </a:p>
          </p:txBody>
        </p:sp>
        <p:sp>
          <p:nvSpPr>
            <p:cNvPr id="504863" name="Text Box 31"/>
            <p:cNvSpPr txBox="1">
              <a:spLocks noChangeArrowheads="1"/>
            </p:cNvSpPr>
            <p:nvPr/>
          </p:nvSpPr>
          <p:spPr bwMode="auto">
            <a:xfrm>
              <a:off x="2925363" y="5339209"/>
              <a:ext cx="1695734" cy="40751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145.13.21.23</a:t>
              </a:r>
            </a:p>
          </p:txBody>
        </p:sp>
        <p:sp>
          <p:nvSpPr>
            <p:cNvPr id="504864" name="Text Box 32"/>
            <p:cNvSpPr txBox="1">
              <a:spLocks noChangeArrowheads="1"/>
            </p:cNvSpPr>
            <p:nvPr/>
          </p:nvSpPr>
          <p:spPr bwMode="auto">
            <a:xfrm>
              <a:off x="4640014" y="5693421"/>
              <a:ext cx="1552990" cy="40751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145.13.21.9</a:t>
              </a:r>
            </a:p>
          </p:txBody>
        </p:sp>
        <p:sp>
          <p:nvSpPr>
            <p:cNvPr id="504865" name="Text Box 33"/>
            <p:cNvSpPr txBox="1">
              <a:spLocks noChangeArrowheads="1"/>
            </p:cNvSpPr>
            <p:nvPr/>
          </p:nvSpPr>
          <p:spPr bwMode="auto">
            <a:xfrm>
              <a:off x="6733025" y="5407988"/>
              <a:ext cx="1552989" cy="40751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145.13.21.8</a:t>
              </a:r>
            </a:p>
          </p:txBody>
        </p:sp>
        <p:sp>
          <p:nvSpPr>
            <p:cNvPr id="504866" name="Line 34"/>
            <p:cNvSpPr>
              <a:spLocks noChangeShapeType="1"/>
            </p:cNvSpPr>
            <p:nvPr/>
          </p:nvSpPr>
          <p:spPr bwMode="auto">
            <a:xfrm>
              <a:off x="961339" y="2586328"/>
              <a:ext cx="1606303" cy="1336033"/>
            </a:xfrm>
            <a:prstGeom prst="line">
              <a:avLst/>
            </a:prstGeom>
            <a:noFill/>
            <a:ln w="5715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67" name="Line 35"/>
            <p:cNvSpPr>
              <a:spLocks noChangeShapeType="1"/>
            </p:cNvSpPr>
            <p:nvPr/>
          </p:nvSpPr>
          <p:spPr bwMode="auto">
            <a:xfrm>
              <a:off x="791077" y="2586328"/>
              <a:ext cx="0" cy="2042737"/>
            </a:xfrm>
            <a:prstGeom prst="line">
              <a:avLst/>
            </a:prstGeom>
            <a:noFill/>
            <a:ln w="5715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68" name="Line 36"/>
            <p:cNvSpPr>
              <a:spLocks noChangeShapeType="1"/>
            </p:cNvSpPr>
            <p:nvPr/>
          </p:nvSpPr>
          <p:spPr bwMode="auto">
            <a:xfrm flipV="1">
              <a:off x="877068" y="3999737"/>
              <a:ext cx="1606303" cy="787520"/>
            </a:xfrm>
            <a:prstGeom prst="line">
              <a:avLst/>
            </a:prstGeom>
            <a:noFill/>
            <a:ln w="5715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69" name="AutoShape 37"/>
            <p:cNvSpPr>
              <a:spLocks noChangeArrowheads="1"/>
            </p:cNvSpPr>
            <p:nvPr/>
          </p:nvSpPr>
          <p:spPr bwMode="auto">
            <a:xfrm>
              <a:off x="314690" y="5110518"/>
              <a:ext cx="2686345" cy="830507"/>
            </a:xfrm>
            <a:prstGeom prst="wedgeRoundRectCallout">
              <a:avLst>
                <a:gd name="adj1" fmla="val 34699"/>
                <a:gd name="adj2" fmla="val -169426"/>
                <a:gd name="adj3" fmla="val 16667"/>
              </a:avLst>
            </a:prstGeom>
            <a:solidFill>
              <a:srgbClr val="FFFF66"/>
            </a:solidFill>
            <a:ln w="9525">
              <a:solidFill>
                <a:schemeClr val="tx1"/>
              </a:solidFill>
              <a:miter lim="800000"/>
            </a:ln>
            <a:effectLst>
              <a:outerShdw dist="35921" dir="2700000" algn="ctr" rotWithShape="0">
                <a:schemeClr val="bg2"/>
              </a:outerShdw>
            </a:effectLst>
          </p:spPr>
          <p:txBody>
            <a:bodyPr/>
            <a:lstStyle/>
            <a:p>
              <a:pPr marL="0" marR="0" lvl="0" indent="0" algn="ctr" defTabSz="843915" rtl="0" eaLnBrk="0" fontAlgn="base" latinLnBrk="0" hangingPunct="0">
                <a:lnSpc>
                  <a:spcPct val="100000"/>
                </a:lnSpc>
                <a:spcBef>
                  <a:spcPct val="0"/>
                </a:spcBef>
                <a:spcAft>
                  <a:spcPct val="0"/>
                </a:spcAft>
                <a:buClrTx/>
                <a:buSzTx/>
                <a:buFontTx/>
                <a:buNone/>
                <a:defRPr/>
              </a:pPr>
              <a:endParaRPr kumimoji="1" lang="zh-CN"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70" name="Text Box 38"/>
            <p:cNvSpPr txBox="1">
              <a:spLocks noChangeArrowheads="1"/>
            </p:cNvSpPr>
            <p:nvPr/>
          </p:nvSpPr>
          <p:spPr bwMode="auto">
            <a:xfrm>
              <a:off x="271695" y="5182736"/>
              <a:ext cx="2746539" cy="715302"/>
            </a:xfrm>
            <a:prstGeom prst="rect">
              <a:avLst/>
            </a:prstGeom>
            <a:noFill/>
            <a:ln>
              <a:noFill/>
            </a:ln>
            <a:effectLst/>
          </p:spPr>
          <p:txBody>
            <a:bodyPr>
              <a:spAutoFit/>
            </a:bodyPr>
            <a:lstStyle/>
            <a:p>
              <a:pPr defTabSz="843280">
                <a:buNone/>
              </a:pPr>
              <a:r>
                <a:rPr lang="zh-CN" altLang="en-US" b="1">
                  <a:solidFill>
                    <a:srgbClr val="0000CC"/>
                  </a:solidFill>
                  <a:latin typeface="Arial" panose="020B0604020202090204" pitchFamily="34" charset="0"/>
                  <a:ea typeface="黑体" pitchFamily="6" charset="-122"/>
                </a:rPr>
                <a:t>所有到网络 </a:t>
              </a:r>
              <a:r>
                <a:rPr lang="en-US" altLang="zh-CN" b="1">
                  <a:solidFill>
                    <a:srgbClr val="0000CC"/>
                  </a:solidFill>
                  <a:latin typeface="Arial" panose="020B0604020202090204" pitchFamily="34" charset="0"/>
                  <a:ea typeface="黑体" pitchFamily="6" charset="-122"/>
                </a:rPr>
                <a:t>145.13.0.0</a:t>
              </a:r>
              <a:r>
                <a:rPr lang="zh-CN" altLang="en-US" b="1">
                  <a:solidFill>
                    <a:srgbClr val="0000CC"/>
                  </a:solidFill>
                  <a:latin typeface="Arial" panose="020B0604020202090204" pitchFamily="34" charset="0"/>
                  <a:ea typeface="黑体" pitchFamily="6" charset="-122"/>
                </a:rPr>
                <a:t>的分组均到达此路由器</a:t>
              </a:r>
            </a:p>
          </p:txBody>
        </p:sp>
        <p:pic>
          <p:nvPicPr>
            <p:cNvPr id="178216" name="Picture 39"/>
            <p:cNvPicPr/>
            <p:nvPr/>
          </p:nvPicPr>
          <p:blipFill>
            <a:blip r:embed="rId4"/>
            <a:stretch>
              <a:fillRect/>
            </a:stretch>
          </p:blipFill>
          <p:spPr>
            <a:xfrm>
              <a:off x="453992" y="4550185"/>
              <a:ext cx="760148" cy="471488"/>
            </a:xfrm>
            <a:prstGeom prst="rect">
              <a:avLst/>
            </a:prstGeom>
            <a:noFill/>
            <a:ln w="12699">
              <a:noFill/>
            </a:ln>
          </p:spPr>
        </p:pic>
        <p:pic>
          <p:nvPicPr>
            <p:cNvPr id="178217" name="Picture 40"/>
            <p:cNvPicPr/>
            <p:nvPr/>
          </p:nvPicPr>
          <p:blipFill>
            <a:blip r:embed="rId4"/>
            <a:stretch>
              <a:fillRect/>
            </a:stretch>
          </p:blipFill>
          <p:spPr>
            <a:xfrm>
              <a:off x="453992" y="2351499"/>
              <a:ext cx="760148" cy="471487"/>
            </a:xfrm>
            <a:prstGeom prst="rect">
              <a:avLst/>
            </a:prstGeom>
            <a:noFill/>
            <a:ln w="12699">
              <a:noFill/>
            </a:ln>
          </p:spPr>
        </p:pic>
        <p:sp>
          <p:nvSpPr>
            <p:cNvPr id="504873" name="AutoShape 41"/>
            <p:cNvSpPr>
              <a:spLocks noChangeArrowheads="1"/>
            </p:cNvSpPr>
            <p:nvPr/>
          </p:nvSpPr>
          <p:spPr bwMode="auto">
            <a:xfrm rot="-1643298">
              <a:off x="1109243" y="3968787"/>
              <a:ext cx="1016408" cy="390321"/>
            </a:xfrm>
            <a:prstGeom prst="leftArrow">
              <a:avLst>
                <a:gd name="adj1" fmla="val 42500"/>
                <a:gd name="adj2" fmla="val 90514"/>
              </a:avLst>
            </a:prstGeom>
            <a:solidFill>
              <a:schemeClr val="accent1"/>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74" name="AutoShape 42"/>
            <p:cNvSpPr>
              <a:spLocks noChangeArrowheads="1"/>
            </p:cNvSpPr>
            <p:nvPr/>
          </p:nvSpPr>
          <p:spPr bwMode="auto">
            <a:xfrm rot="2494205">
              <a:off x="1355175" y="2820177"/>
              <a:ext cx="1014688" cy="393760"/>
            </a:xfrm>
            <a:prstGeom prst="leftArrow">
              <a:avLst>
                <a:gd name="adj1" fmla="val 42500"/>
                <a:gd name="adj2" fmla="val 89632"/>
              </a:avLst>
            </a:prstGeom>
            <a:solidFill>
              <a:schemeClr val="accent1"/>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75" name="Text Box 43"/>
            <p:cNvSpPr txBox="1">
              <a:spLocks noChangeArrowheads="1"/>
            </p:cNvSpPr>
            <p:nvPr/>
          </p:nvSpPr>
          <p:spPr bwMode="auto">
            <a:xfrm>
              <a:off x="672411" y="1222785"/>
              <a:ext cx="1742168" cy="715302"/>
            </a:xfrm>
            <a:prstGeom prst="rect">
              <a:avLst/>
            </a:prstGeom>
            <a:noFill/>
            <a:ln>
              <a:noFill/>
            </a:ln>
            <a:effectLst/>
          </p:spPr>
          <p:txBody>
            <a:bodyPr wrap="none">
              <a:spAutoFit/>
            </a:bodyPr>
            <a:lstStyle/>
            <a:p>
              <a:pPr defTabSz="843280">
                <a:buNone/>
              </a:pPr>
              <a:r>
                <a:rPr lang="zh-CN" altLang="en-US" b="1">
                  <a:solidFill>
                    <a:srgbClr val="0000CC"/>
                  </a:solidFill>
                  <a:latin typeface="Arial" panose="020B0604020202090204" pitchFamily="34" charset="0"/>
                  <a:ea typeface="黑体" pitchFamily="6" charset="-122"/>
                </a:rPr>
                <a:t>我的网络地址</a:t>
              </a:r>
            </a:p>
            <a:p>
              <a:pPr defTabSz="843280">
                <a:buNone/>
              </a:pPr>
              <a:r>
                <a:rPr lang="zh-CN" altLang="en-US" b="1">
                  <a:solidFill>
                    <a:srgbClr val="0000CC"/>
                  </a:solidFill>
                  <a:latin typeface="Arial" panose="020B0604020202090204" pitchFamily="34" charset="0"/>
                  <a:ea typeface="黑体" pitchFamily="6" charset="-122"/>
                </a:rPr>
                <a:t>是 </a:t>
              </a:r>
              <a:r>
                <a:rPr lang="en-US" altLang="zh-CN" b="1">
                  <a:solidFill>
                    <a:srgbClr val="0000CC"/>
                  </a:solidFill>
                  <a:latin typeface="Arial" panose="020B0604020202090204" pitchFamily="34" charset="0"/>
                  <a:ea typeface="黑体" pitchFamily="6" charset="-122"/>
                </a:rPr>
                <a:t>145.13.0.0</a:t>
              </a:r>
            </a:p>
          </p:txBody>
        </p:sp>
        <p:sp>
          <p:nvSpPr>
            <p:cNvPr id="504876" name="Line 44"/>
            <p:cNvSpPr>
              <a:spLocks noChangeShapeType="1"/>
            </p:cNvSpPr>
            <p:nvPr/>
          </p:nvSpPr>
          <p:spPr bwMode="auto">
            <a:xfrm>
              <a:off x="1678500" y="1955281"/>
              <a:ext cx="393837" cy="1212230"/>
            </a:xfrm>
            <a:prstGeom prst="line">
              <a:avLst/>
            </a:prstGeom>
            <a:noFill/>
            <a:ln w="28575">
              <a:solidFill>
                <a:srgbClr val="0000FF"/>
              </a:solidFill>
              <a:round/>
              <a:tailEnd type="triangle" w="med" len="lg"/>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77" name="Line 45"/>
            <p:cNvSpPr>
              <a:spLocks noChangeShapeType="1"/>
            </p:cNvSpPr>
            <p:nvPr/>
          </p:nvSpPr>
          <p:spPr bwMode="auto">
            <a:xfrm>
              <a:off x="1468683" y="1958720"/>
              <a:ext cx="170262" cy="2199208"/>
            </a:xfrm>
            <a:prstGeom prst="line">
              <a:avLst/>
            </a:prstGeom>
            <a:noFill/>
            <a:ln w="28575">
              <a:solidFill>
                <a:srgbClr val="0000FF"/>
              </a:solidFill>
              <a:round/>
              <a:tailEnd type="triangle" w="med" len="lg"/>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78" name="Text Box 46"/>
            <p:cNvSpPr txBox="1">
              <a:spLocks noChangeArrowheads="1"/>
            </p:cNvSpPr>
            <p:nvPr/>
          </p:nvSpPr>
          <p:spPr bwMode="auto">
            <a:xfrm>
              <a:off x="2404260" y="3232851"/>
              <a:ext cx="536581" cy="469417"/>
            </a:xfrm>
            <a:prstGeom prst="rect">
              <a:avLst/>
            </a:prstGeom>
            <a:noFill/>
            <a:ln>
              <a:noFill/>
            </a:ln>
            <a:effectLst/>
          </p:spPr>
          <p:txBody>
            <a:bodyPr wrap="none">
              <a:spAutoFit/>
            </a:bodyPr>
            <a:lstStyle/>
            <a:p>
              <a:pPr marR="0" defTabSz="843915">
                <a:buClrTx/>
                <a:buSzTx/>
                <a:buFontTx/>
                <a:buNone/>
                <a:defRPr/>
              </a:pPr>
              <a:r>
                <a:rPr kumimoji="1" lang="en-US" altLang="zh-CN" sz="2215" b="1" kern="1200" cap="none" spc="0" normalizeH="0" baseline="0" noProof="0" dirty="0">
                  <a:solidFill>
                    <a:srgbClr val="C00000"/>
                  </a:solidFill>
                  <a:latin typeface="Arial" panose="020B0604020202090204"/>
                  <a:ea typeface="黑体" pitchFamily="6" charset="-122"/>
                  <a:cs typeface="+mn-cs"/>
                </a:rPr>
                <a:t>R</a:t>
              </a:r>
              <a:r>
                <a:rPr kumimoji="1" lang="en-US" altLang="zh-CN" sz="2215" b="1" kern="1200" cap="none" spc="0" normalizeH="0" baseline="-25000" noProof="0" dirty="0">
                  <a:solidFill>
                    <a:srgbClr val="C00000"/>
                  </a:solidFill>
                  <a:latin typeface="Arial" panose="020B0604020202090204"/>
                  <a:ea typeface="黑体" pitchFamily="6" charset="-122"/>
                  <a:cs typeface="+mn-cs"/>
                </a:rPr>
                <a:t>1</a:t>
              </a:r>
            </a:p>
          </p:txBody>
        </p:sp>
        <p:sp>
          <p:nvSpPr>
            <p:cNvPr id="504879" name="Text Box 47"/>
            <p:cNvSpPr txBox="1">
              <a:spLocks noChangeArrowheads="1"/>
            </p:cNvSpPr>
            <p:nvPr/>
          </p:nvSpPr>
          <p:spPr bwMode="auto">
            <a:xfrm>
              <a:off x="240738" y="4147612"/>
              <a:ext cx="536581" cy="469417"/>
            </a:xfrm>
            <a:prstGeom prst="rect">
              <a:avLst/>
            </a:prstGeom>
            <a:noFill/>
            <a:ln>
              <a:noFill/>
            </a:ln>
            <a:effectLst/>
          </p:spPr>
          <p:txBody>
            <a:bodyPr wrap="none">
              <a:spAutoFit/>
            </a:bodyPr>
            <a:lstStyle/>
            <a:p>
              <a:pPr marR="0" defTabSz="843915">
                <a:buClrTx/>
                <a:buSzTx/>
                <a:buFontTx/>
                <a:buNone/>
                <a:defRPr/>
              </a:pPr>
              <a:r>
                <a:rPr kumimoji="1" lang="en-US" altLang="zh-CN" sz="2215" b="1" kern="1200" cap="none" spc="0" normalizeH="0" baseline="0" noProof="0">
                  <a:solidFill>
                    <a:srgbClr val="C00000"/>
                  </a:solidFill>
                  <a:latin typeface="Arial" panose="020B0604020202090204"/>
                  <a:ea typeface="黑体" pitchFamily="6" charset="-122"/>
                  <a:cs typeface="+mn-cs"/>
                </a:rPr>
                <a:t>R</a:t>
              </a:r>
              <a:r>
                <a:rPr kumimoji="1" lang="en-US" altLang="zh-CN" sz="2215" b="1" kern="1200" cap="none" spc="0" normalizeH="0" baseline="-25000" noProof="0">
                  <a:solidFill>
                    <a:srgbClr val="C00000"/>
                  </a:solidFill>
                  <a:latin typeface="Arial" panose="020B0604020202090204"/>
                  <a:ea typeface="黑体" pitchFamily="6" charset="-122"/>
                  <a:cs typeface="+mn-cs"/>
                </a:rPr>
                <a:t>3</a:t>
              </a:r>
            </a:p>
          </p:txBody>
        </p:sp>
        <p:sp>
          <p:nvSpPr>
            <p:cNvPr id="504880" name="Text Box 48"/>
            <p:cNvSpPr txBox="1">
              <a:spLocks noChangeArrowheads="1"/>
            </p:cNvSpPr>
            <p:nvPr/>
          </p:nvSpPr>
          <p:spPr bwMode="auto">
            <a:xfrm>
              <a:off x="240738" y="1951843"/>
              <a:ext cx="536581" cy="469416"/>
            </a:xfrm>
            <a:prstGeom prst="rect">
              <a:avLst/>
            </a:prstGeom>
            <a:noFill/>
            <a:ln>
              <a:noFill/>
            </a:ln>
            <a:effectLst/>
          </p:spPr>
          <p:txBody>
            <a:bodyPr wrap="none">
              <a:spAutoFit/>
            </a:bodyPr>
            <a:lstStyle/>
            <a:p>
              <a:pPr marR="0" defTabSz="843915">
                <a:buClrTx/>
                <a:buSzTx/>
                <a:buFontTx/>
                <a:buNone/>
                <a:defRPr/>
              </a:pPr>
              <a:r>
                <a:rPr kumimoji="1" lang="en-US" altLang="zh-CN" sz="2215" b="1" kern="1200" cap="none" spc="0" normalizeH="0" baseline="0" noProof="0">
                  <a:solidFill>
                    <a:srgbClr val="C00000"/>
                  </a:solidFill>
                  <a:latin typeface="Arial" panose="020B0604020202090204"/>
                  <a:ea typeface="黑体" pitchFamily="6" charset="-122"/>
                  <a:cs typeface="+mn-cs"/>
                </a:rPr>
                <a:t>R</a:t>
              </a:r>
              <a:r>
                <a:rPr kumimoji="1" lang="en-US" altLang="zh-CN" sz="2215" b="1" kern="1200" cap="none" spc="0" normalizeH="0" baseline="-25000" noProof="0">
                  <a:solidFill>
                    <a:srgbClr val="C00000"/>
                  </a:solidFill>
                  <a:latin typeface="Arial" panose="020B0604020202090204"/>
                  <a:ea typeface="黑体" pitchFamily="6" charset="-122"/>
                  <a:cs typeface="+mn-cs"/>
                </a:rPr>
                <a:t>2</a:t>
              </a:r>
            </a:p>
          </p:txBody>
        </p:sp>
        <p:grpSp>
          <p:nvGrpSpPr>
            <p:cNvPr id="178226" name="Group 49"/>
            <p:cNvGrpSpPr/>
            <p:nvPr/>
          </p:nvGrpSpPr>
          <p:grpSpPr>
            <a:xfrm>
              <a:off x="2832465" y="2357848"/>
              <a:ext cx="6144815" cy="2844800"/>
              <a:chOff x="1746" y="890"/>
              <a:chExt cx="3221" cy="1950"/>
            </a:xfrm>
          </p:grpSpPr>
          <p:grpSp>
            <p:nvGrpSpPr>
              <p:cNvPr id="178228" name="Group 50"/>
              <p:cNvGrpSpPr/>
              <p:nvPr/>
            </p:nvGrpSpPr>
            <p:grpSpPr>
              <a:xfrm>
                <a:off x="1746" y="890"/>
                <a:ext cx="3221" cy="1950"/>
                <a:chOff x="912" y="768"/>
                <a:chExt cx="2400" cy="1584"/>
              </a:xfrm>
            </p:grpSpPr>
            <p:sp>
              <p:nvSpPr>
                <p:cNvPr id="504883" name="Oval 51"/>
                <p:cNvSpPr>
                  <a:spLocks noChangeArrowheads="1"/>
                </p:cNvSpPr>
                <p:nvPr/>
              </p:nvSpPr>
              <p:spPr bwMode="auto">
                <a:xfrm>
                  <a:off x="1751" y="799"/>
                  <a:ext cx="1026" cy="635"/>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84" name="Oval 52"/>
                <p:cNvSpPr>
                  <a:spLocks noChangeArrowheads="1"/>
                </p:cNvSpPr>
                <p:nvPr/>
              </p:nvSpPr>
              <p:spPr bwMode="auto">
                <a:xfrm>
                  <a:off x="1172" y="972"/>
                  <a:ext cx="781" cy="627"/>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85" name="Oval 53"/>
                <p:cNvSpPr>
                  <a:spLocks noChangeArrowheads="1"/>
                </p:cNvSpPr>
                <p:nvPr/>
              </p:nvSpPr>
              <p:spPr bwMode="auto">
                <a:xfrm>
                  <a:off x="926" y="1364"/>
                  <a:ext cx="521" cy="502"/>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86" name="Oval 54"/>
                <p:cNvSpPr>
                  <a:spLocks noChangeArrowheads="1"/>
                </p:cNvSpPr>
                <p:nvPr/>
              </p:nvSpPr>
              <p:spPr bwMode="auto">
                <a:xfrm>
                  <a:off x="1085" y="1599"/>
                  <a:ext cx="796" cy="551"/>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87" name="Oval 55"/>
                <p:cNvSpPr>
                  <a:spLocks noChangeArrowheads="1"/>
                </p:cNvSpPr>
                <p:nvPr/>
              </p:nvSpPr>
              <p:spPr bwMode="auto">
                <a:xfrm>
                  <a:off x="1664" y="1693"/>
                  <a:ext cx="1200" cy="663"/>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88" name="Oval 56"/>
                <p:cNvSpPr>
                  <a:spLocks noChangeArrowheads="1"/>
                </p:cNvSpPr>
                <p:nvPr/>
              </p:nvSpPr>
              <p:spPr bwMode="auto">
                <a:xfrm>
                  <a:off x="2445" y="988"/>
                  <a:ext cx="751" cy="486"/>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89" name="Oval 57"/>
                <p:cNvSpPr>
                  <a:spLocks noChangeArrowheads="1"/>
                </p:cNvSpPr>
                <p:nvPr/>
              </p:nvSpPr>
              <p:spPr bwMode="auto">
                <a:xfrm>
                  <a:off x="2560" y="1317"/>
                  <a:ext cx="752" cy="483"/>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90" name="Oval 58"/>
                <p:cNvSpPr>
                  <a:spLocks noChangeArrowheads="1"/>
                </p:cNvSpPr>
                <p:nvPr/>
              </p:nvSpPr>
              <p:spPr bwMode="auto">
                <a:xfrm>
                  <a:off x="2488" y="1428"/>
                  <a:ext cx="752" cy="815"/>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91" name="Oval 59"/>
                <p:cNvSpPr>
                  <a:spLocks noChangeArrowheads="1"/>
                </p:cNvSpPr>
                <p:nvPr/>
              </p:nvSpPr>
              <p:spPr bwMode="auto">
                <a:xfrm>
                  <a:off x="1360" y="1176"/>
                  <a:ext cx="1547" cy="821"/>
                </a:xfrm>
                <a:prstGeom prst="ellipse">
                  <a:avLst/>
                </a:prstGeom>
                <a:solidFill>
                  <a:srgbClr val="000000"/>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grpSp>
              <p:nvGrpSpPr>
                <p:cNvPr id="178239" name="Group 60"/>
                <p:cNvGrpSpPr/>
                <p:nvPr/>
              </p:nvGrpSpPr>
              <p:grpSpPr>
                <a:xfrm>
                  <a:off x="912" y="768"/>
                  <a:ext cx="2386" cy="1553"/>
                  <a:chOff x="912" y="768"/>
                  <a:chExt cx="2386" cy="1553"/>
                </a:xfrm>
              </p:grpSpPr>
              <p:sp>
                <p:nvSpPr>
                  <p:cNvPr id="504893" name="Oval 61"/>
                  <p:cNvSpPr>
                    <a:spLocks noChangeArrowheads="1"/>
                  </p:cNvSpPr>
                  <p:nvPr/>
                </p:nvSpPr>
                <p:spPr bwMode="auto">
                  <a:xfrm>
                    <a:off x="1736" y="768"/>
                    <a:ext cx="1027" cy="627"/>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94" name="Oval 62"/>
                  <p:cNvSpPr>
                    <a:spLocks noChangeArrowheads="1"/>
                  </p:cNvSpPr>
                  <p:nvPr/>
                </p:nvSpPr>
                <p:spPr bwMode="auto">
                  <a:xfrm>
                    <a:off x="1158" y="941"/>
                    <a:ext cx="781" cy="627"/>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95" name="Oval 63"/>
                  <p:cNvSpPr>
                    <a:spLocks noChangeArrowheads="1"/>
                  </p:cNvSpPr>
                  <p:nvPr/>
                </p:nvSpPr>
                <p:spPr bwMode="auto">
                  <a:xfrm>
                    <a:off x="912" y="1333"/>
                    <a:ext cx="520" cy="506"/>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96" name="Oval 64"/>
                  <p:cNvSpPr>
                    <a:spLocks noChangeArrowheads="1"/>
                  </p:cNvSpPr>
                  <p:nvPr/>
                </p:nvSpPr>
                <p:spPr bwMode="auto">
                  <a:xfrm>
                    <a:off x="1071" y="1568"/>
                    <a:ext cx="795" cy="551"/>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97" name="Oval 65"/>
                  <p:cNvSpPr>
                    <a:spLocks noChangeArrowheads="1"/>
                  </p:cNvSpPr>
                  <p:nvPr/>
                </p:nvSpPr>
                <p:spPr bwMode="auto">
                  <a:xfrm>
                    <a:off x="1649" y="1662"/>
                    <a:ext cx="1200" cy="663"/>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98" name="Oval 66"/>
                  <p:cNvSpPr>
                    <a:spLocks noChangeArrowheads="1"/>
                  </p:cNvSpPr>
                  <p:nvPr/>
                </p:nvSpPr>
                <p:spPr bwMode="auto">
                  <a:xfrm>
                    <a:off x="2430" y="956"/>
                    <a:ext cx="752" cy="486"/>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899" name="Oval 67"/>
                  <p:cNvSpPr>
                    <a:spLocks noChangeArrowheads="1"/>
                  </p:cNvSpPr>
                  <p:nvPr/>
                </p:nvSpPr>
                <p:spPr bwMode="auto">
                  <a:xfrm>
                    <a:off x="2546" y="1286"/>
                    <a:ext cx="752" cy="486"/>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900" name="Oval 68"/>
                  <p:cNvSpPr>
                    <a:spLocks noChangeArrowheads="1"/>
                  </p:cNvSpPr>
                  <p:nvPr/>
                </p:nvSpPr>
                <p:spPr bwMode="auto">
                  <a:xfrm>
                    <a:off x="2473" y="1395"/>
                    <a:ext cx="752" cy="821"/>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4901" name="Oval 69"/>
                  <p:cNvSpPr>
                    <a:spLocks noChangeArrowheads="1"/>
                  </p:cNvSpPr>
                  <p:nvPr/>
                </p:nvSpPr>
                <p:spPr bwMode="auto">
                  <a:xfrm>
                    <a:off x="1346" y="1144"/>
                    <a:ext cx="1547" cy="821"/>
                  </a:xfrm>
                  <a:prstGeom prst="ellipse">
                    <a:avLst/>
                  </a:prstGeom>
                  <a:solidFill>
                    <a:srgbClr val="DDDDDD"/>
                  </a:solidFill>
                  <a:ln>
                    <a:noFill/>
                  </a:ln>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grpSp>
          </p:grpSp>
          <p:sp>
            <p:nvSpPr>
              <p:cNvPr id="504902" name="Text Box 70"/>
              <p:cNvSpPr txBox="1">
                <a:spLocks noChangeArrowheads="1"/>
              </p:cNvSpPr>
              <p:nvPr/>
            </p:nvSpPr>
            <p:spPr bwMode="auto">
              <a:xfrm>
                <a:off x="2998" y="1410"/>
                <a:ext cx="1120" cy="746"/>
              </a:xfrm>
              <a:prstGeom prst="rect">
                <a:avLst/>
              </a:prstGeom>
              <a:noFill/>
              <a:ln>
                <a:noFill/>
              </a:ln>
              <a:effectLst/>
            </p:spPr>
            <p:txBody>
              <a:bodyPr wrap="none">
                <a:spAutoFit/>
              </a:bodyPr>
              <a:lstStyle/>
              <a:p>
                <a:pPr algn="ctr" defTabSz="843280">
                  <a:buNone/>
                </a:pPr>
                <a:r>
                  <a:rPr lang="zh-CN" altLang="en-US" sz="2900" b="1">
                    <a:solidFill>
                      <a:srgbClr val="0000CC"/>
                    </a:solidFill>
                    <a:latin typeface="Arial" panose="020B0604020202090204" pitchFamily="34" charset="0"/>
                    <a:ea typeface="黑体" pitchFamily="6" charset="-122"/>
                  </a:rPr>
                  <a:t>网络</a:t>
                </a:r>
              </a:p>
              <a:p>
                <a:pPr algn="ctr" defTabSz="843280">
                  <a:buNone/>
                </a:pPr>
                <a:r>
                  <a:rPr lang="en-US" altLang="zh-CN" sz="2900" b="1">
                    <a:solidFill>
                      <a:srgbClr val="0000CC"/>
                    </a:solidFill>
                    <a:latin typeface="Arial" panose="020B0604020202090204" pitchFamily="34" charset="0"/>
                    <a:ea typeface="黑体" pitchFamily="6" charset="-122"/>
                  </a:rPr>
                  <a:t>145.13.0.0</a:t>
                </a:r>
              </a:p>
            </p:txBody>
          </p:sp>
        </p:grpSp>
        <p:pic>
          <p:nvPicPr>
            <p:cNvPr id="178227" name="Picture 71"/>
            <p:cNvPicPr/>
            <p:nvPr/>
          </p:nvPicPr>
          <p:blipFill>
            <a:blip r:embed="rId4"/>
            <a:stretch>
              <a:fillRect/>
            </a:stretch>
          </p:blipFill>
          <p:spPr>
            <a:xfrm>
              <a:off x="2230538" y="3686585"/>
              <a:ext cx="760148" cy="471488"/>
            </a:xfrm>
            <a:prstGeom prst="rect">
              <a:avLst/>
            </a:prstGeom>
            <a:noFill/>
            <a:ln w="12699">
              <a:noFill/>
            </a:ln>
          </p:spPr>
        </p:pic>
      </p:grpSp>
      <p:sp>
        <p:nvSpPr>
          <p:cNvPr id="504904" name="Rectangle 72"/>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sz="3300">
                <a:latin typeface="+mn-lt"/>
                <a:ea typeface="黑体" pitchFamily="6" charset="-122"/>
                <a:cs typeface="+mj-cs"/>
              </a:rPr>
              <a:t>一个未划分子网的 </a:t>
            </a:r>
            <a:r>
              <a:rPr lang="en-US" altLang="zh-CN" sz="3300">
                <a:latin typeface="+mn-lt"/>
                <a:ea typeface="黑体" pitchFamily="6" charset="-122"/>
                <a:cs typeface="+mj-cs"/>
              </a:rPr>
              <a:t>B </a:t>
            </a:r>
            <a:r>
              <a:rPr lang="zh-CN" altLang="en-US" sz="3300">
                <a:latin typeface="+mn-lt"/>
                <a:ea typeface="黑体" pitchFamily="6" charset="-122"/>
                <a:cs typeface="+mj-cs"/>
              </a:rPr>
              <a:t>类网络</a:t>
            </a:r>
            <a:r>
              <a:rPr lang="en-US" altLang="zh-CN" sz="3300">
                <a:latin typeface="+mn-lt"/>
                <a:ea typeface="黑体" pitchFamily="6" charset="-122"/>
                <a:cs typeface="+mj-cs"/>
              </a:rPr>
              <a:t>145.13.0.0</a:t>
            </a:r>
          </a:p>
        </p:txBody>
      </p:sp>
    </p:spTree>
  </p:cSld>
  <p:clrMapOvr>
    <a:masterClrMapping/>
  </p:clrMapOvr>
  <p:transition spd="slow"/>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2"/>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sz="3300">
                <a:latin typeface="+mn-lt"/>
                <a:ea typeface="黑体" pitchFamily="6" charset="-122"/>
                <a:cs typeface="+mj-cs"/>
              </a:rPr>
              <a:t>划分为三个子网后对外仍是一个网络 </a:t>
            </a:r>
          </a:p>
        </p:txBody>
      </p:sp>
      <p:sp>
        <p:nvSpPr>
          <p:cNvPr id="505859" name="Line 3"/>
          <p:cNvSpPr>
            <a:spLocks noChangeShapeType="1"/>
          </p:cNvSpPr>
          <p:nvPr/>
        </p:nvSpPr>
        <p:spPr bwMode="auto">
          <a:xfrm>
            <a:off x="841375" y="2690813"/>
            <a:ext cx="1470025" cy="1263650"/>
          </a:xfrm>
          <a:prstGeom prst="line">
            <a:avLst/>
          </a:prstGeom>
          <a:noFill/>
          <a:ln w="5715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0" name="Line 4"/>
          <p:cNvSpPr>
            <a:spLocks noChangeShapeType="1"/>
          </p:cNvSpPr>
          <p:nvPr/>
        </p:nvSpPr>
        <p:spPr bwMode="auto">
          <a:xfrm>
            <a:off x="820738" y="2690813"/>
            <a:ext cx="0" cy="1933575"/>
          </a:xfrm>
          <a:prstGeom prst="line">
            <a:avLst/>
          </a:prstGeom>
          <a:noFill/>
          <a:ln w="5715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1" name="Line 5"/>
          <p:cNvSpPr>
            <a:spLocks noChangeShapeType="1"/>
          </p:cNvSpPr>
          <p:nvPr/>
        </p:nvSpPr>
        <p:spPr bwMode="auto">
          <a:xfrm flipV="1">
            <a:off x="763588" y="4029075"/>
            <a:ext cx="1470025" cy="742950"/>
          </a:xfrm>
          <a:prstGeom prst="line">
            <a:avLst/>
          </a:prstGeom>
          <a:noFill/>
          <a:ln w="5715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2" name="AutoShape 6"/>
          <p:cNvSpPr>
            <a:spLocks noChangeArrowheads="1"/>
          </p:cNvSpPr>
          <p:nvPr/>
        </p:nvSpPr>
        <p:spPr bwMode="auto">
          <a:xfrm>
            <a:off x="2528888" y="1501775"/>
            <a:ext cx="6507163" cy="4984750"/>
          </a:xfrm>
          <a:prstGeom prst="roundRect">
            <a:avLst>
              <a:gd name="adj" fmla="val 11116"/>
            </a:avLst>
          </a:prstGeom>
          <a:solidFill>
            <a:srgbClr val="66FFFF"/>
          </a:solidFill>
          <a:ln w="9525">
            <a:solidFill>
              <a:schemeClr val="tx1"/>
            </a:solidFill>
            <a:prstDash val="dash"/>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3" name="Freeform 7"/>
          <p:cNvSpPr/>
          <p:nvPr/>
        </p:nvSpPr>
        <p:spPr bwMode="auto">
          <a:xfrm>
            <a:off x="2617788" y="1576388"/>
            <a:ext cx="3748088" cy="1912938"/>
          </a:xfrm>
          <a:custGeom>
            <a:avLst/>
            <a:gdLst>
              <a:gd name="T0" fmla="*/ 61 w 2326"/>
              <a:gd name="T1" fmla="*/ 152 h 1235"/>
              <a:gd name="T2" fmla="*/ 118 w 2326"/>
              <a:gd name="T3" fmla="*/ 113 h 1235"/>
              <a:gd name="T4" fmla="*/ 238 w 2326"/>
              <a:gd name="T5" fmla="*/ 35 h 1235"/>
              <a:gd name="T6" fmla="*/ 478 w 2326"/>
              <a:gd name="T7" fmla="*/ 11 h 1235"/>
              <a:gd name="T8" fmla="*/ 898 w 2326"/>
              <a:gd name="T9" fmla="*/ 47 h 1235"/>
              <a:gd name="T10" fmla="*/ 1510 w 2326"/>
              <a:gd name="T11" fmla="*/ 11 h 1235"/>
              <a:gd name="T12" fmla="*/ 2068 w 2326"/>
              <a:gd name="T13" fmla="*/ 11 h 1235"/>
              <a:gd name="T14" fmla="*/ 2302 w 2326"/>
              <a:gd name="T15" fmla="*/ 203 h 1235"/>
              <a:gd name="T16" fmla="*/ 2326 w 2326"/>
              <a:gd name="T17" fmla="*/ 275 h 1235"/>
              <a:gd name="T18" fmla="*/ 2302 w 2326"/>
              <a:gd name="T19" fmla="*/ 575 h 1235"/>
              <a:gd name="T20" fmla="*/ 2266 w 2326"/>
              <a:gd name="T21" fmla="*/ 773 h 1235"/>
              <a:gd name="T22" fmla="*/ 2170 w 2326"/>
              <a:gd name="T23" fmla="*/ 971 h 1235"/>
              <a:gd name="T24" fmla="*/ 2026 w 2326"/>
              <a:gd name="T25" fmla="*/ 1103 h 1235"/>
              <a:gd name="T26" fmla="*/ 1954 w 2326"/>
              <a:gd name="T27" fmla="*/ 1151 h 1235"/>
              <a:gd name="T28" fmla="*/ 1846 w 2326"/>
              <a:gd name="T29" fmla="*/ 1211 h 1235"/>
              <a:gd name="T30" fmla="*/ 1810 w 2326"/>
              <a:gd name="T31" fmla="*/ 1223 h 1235"/>
              <a:gd name="T32" fmla="*/ 1774 w 2326"/>
              <a:gd name="T33" fmla="*/ 1235 h 1235"/>
              <a:gd name="T34" fmla="*/ 1474 w 2326"/>
              <a:gd name="T35" fmla="*/ 1223 h 1235"/>
              <a:gd name="T36" fmla="*/ 1066 w 2326"/>
              <a:gd name="T37" fmla="*/ 1103 h 1235"/>
              <a:gd name="T38" fmla="*/ 766 w 2326"/>
              <a:gd name="T39" fmla="*/ 1055 h 1235"/>
              <a:gd name="T40" fmla="*/ 478 w 2326"/>
              <a:gd name="T41" fmla="*/ 947 h 1235"/>
              <a:gd name="T42" fmla="*/ 430 w 2326"/>
              <a:gd name="T43" fmla="*/ 923 h 1235"/>
              <a:gd name="T44" fmla="*/ 169 w 2326"/>
              <a:gd name="T45" fmla="*/ 848 h 1235"/>
              <a:gd name="T46" fmla="*/ 70 w 2326"/>
              <a:gd name="T47" fmla="*/ 725 h 1235"/>
              <a:gd name="T48" fmla="*/ 19 w 2326"/>
              <a:gd name="T49" fmla="*/ 542 h 1235"/>
              <a:gd name="T50" fmla="*/ 7 w 2326"/>
              <a:gd name="T51" fmla="*/ 404 h 1235"/>
              <a:gd name="T52" fmla="*/ 22 w 2326"/>
              <a:gd name="T53" fmla="*/ 263 h 1235"/>
              <a:gd name="T54" fmla="*/ 61 w 2326"/>
              <a:gd name="T55" fmla="*/ 152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4" name="Freeform 8"/>
          <p:cNvSpPr/>
          <p:nvPr/>
        </p:nvSpPr>
        <p:spPr bwMode="auto">
          <a:xfrm>
            <a:off x="2449513" y="2840038"/>
            <a:ext cx="1162050" cy="1041400"/>
          </a:xfrm>
          <a:custGeom>
            <a:avLst/>
            <a:gdLst>
              <a:gd name="T0" fmla="*/ 0 w 732"/>
              <a:gd name="T1" fmla="*/ 711 h 711"/>
              <a:gd name="T2" fmla="*/ 732 w 732"/>
              <a:gd name="T3" fmla="*/ 372 h 711"/>
              <a:gd name="T4" fmla="*/ 732 w 732"/>
              <a:gd name="T5" fmla="*/ 0 h 711"/>
            </a:gdLst>
            <a:ahLst/>
            <a:cxnLst>
              <a:cxn ang="0">
                <a:pos x="T0" y="T1"/>
              </a:cxn>
              <a:cxn ang="0">
                <a:pos x="T2" y="T3"/>
              </a:cxn>
              <a:cxn ang="0">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5" name="Freeform 9"/>
          <p:cNvSpPr/>
          <p:nvPr/>
        </p:nvSpPr>
        <p:spPr bwMode="auto">
          <a:xfrm>
            <a:off x="2878138" y="4130675"/>
            <a:ext cx="4086225" cy="2289175"/>
          </a:xfrm>
          <a:custGeom>
            <a:avLst/>
            <a:gdLst>
              <a:gd name="T0" fmla="*/ 65 w 2574"/>
              <a:gd name="T1" fmla="*/ 457 h 1562"/>
              <a:gd name="T2" fmla="*/ 612 w 2574"/>
              <a:gd name="T3" fmla="*/ 146 h 1562"/>
              <a:gd name="T4" fmla="*/ 770 w 2574"/>
              <a:gd name="T5" fmla="*/ 89 h 1562"/>
              <a:gd name="T6" fmla="*/ 917 w 2574"/>
              <a:gd name="T7" fmla="*/ 55 h 1562"/>
              <a:gd name="T8" fmla="*/ 1063 w 2574"/>
              <a:gd name="T9" fmla="*/ 50 h 1562"/>
              <a:gd name="T10" fmla="*/ 1303 w 2574"/>
              <a:gd name="T11" fmla="*/ 18 h 1562"/>
              <a:gd name="T12" fmla="*/ 1703 w 2574"/>
              <a:gd name="T13" fmla="*/ 18 h 1562"/>
              <a:gd name="T14" fmla="*/ 2119 w 2574"/>
              <a:gd name="T15" fmla="*/ 154 h 1562"/>
              <a:gd name="T16" fmla="*/ 2267 w 2574"/>
              <a:gd name="T17" fmla="*/ 361 h 1562"/>
              <a:gd name="T18" fmla="*/ 2401 w 2574"/>
              <a:gd name="T19" fmla="*/ 589 h 1562"/>
              <a:gd name="T20" fmla="*/ 2487 w 2574"/>
              <a:gd name="T21" fmla="*/ 762 h 1562"/>
              <a:gd name="T22" fmla="*/ 2567 w 2574"/>
              <a:gd name="T23" fmla="*/ 1226 h 1562"/>
              <a:gd name="T24" fmla="*/ 2455 w 2574"/>
              <a:gd name="T25" fmla="*/ 1394 h 1562"/>
              <a:gd name="T26" fmla="*/ 2287 w 2574"/>
              <a:gd name="T27" fmla="*/ 1458 h 1562"/>
              <a:gd name="T28" fmla="*/ 2000 w 2574"/>
              <a:gd name="T29" fmla="*/ 1515 h 1562"/>
              <a:gd name="T30" fmla="*/ 1756 w 2574"/>
              <a:gd name="T31" fmla="*/ 1502 h 1562"/>
              <a:gd name="T32" fmla="*/ 1512 w 2574"/>
              <a:gd name="T33" fmla="*/ 1388 h 1562"/>
              <a:gd name="T34" fmla="*/ 952 w 2574"/>
              <a:gd name="T35" fmla="*/ 1337 h 1562"/>
              <a:gd name="T36" fmla="*/ 684 w 2574"/>
              <a:gd name="T37" fmla="*/ 1274 h 1562"/>
              <a:gd name="T38" fmla="*/ 477 w 2574"/>
              <a:gd name="T39" fmla="*/ 1198 h 1562"/>
              <a:gd name="T40" fmla="*/ 65 w 2574"/>
              <a:gd name="T41" fmla="*/ 1036 h 1562"/>
              <a:gd name="T42" fmla="*/ 0 w 2574"/>
              <a:gd name="T43" fmla="*/ 853 h 1562"/>
              <a:gd name="T44" fmla="*/ 65 w 2574"/>
              <a:gd name="T45" fmla="*/ 457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6" name="Freeform 10"/>
          <p:cNvSpPr/>
          <p:nvPr/>
        </p:nvSpPr>
        <p:spPr bwMode="auto">
          <a:xfrm>
            <a:off x="2449513" y="4029075"/>
            <a:ext cx="1392238" cy="685800"/>
          </a:xfrm>
          <a:custGeom>
            <a:avLst/>
            <a:gdLst>
              <a:gd name="T0" fmla="*/ 0 w 877"/>
              <a:gd name="T1" fmla="*/ 0 h 507"/>
              <a:gd name="T2" fmla="*/ 877 w 877"/>
              <a:gd name="T3" fmla="*/ 287 h 507"/>
              <a:gd name="T4" fmla="*/ 877 w 877"/>
              <a:gd name="T5" fmla="*/ 507 h 507"/>
            </a:gdLst>
            <a:ahLst/>
            <a:cxnLst>
              <a:cxn ang="0">
                <a:pos x="T0" y="T1"/>
              </a:cxn>
              <a:cxn ang="0">
                <a:pos x="T2" y="T3"/>
              </a:cxn>
              <a:cxn ang="0">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7" name="Freeform 11"/>
          <p:cNvSpPr/>
          <p:nvPr/>
        </p:nvSpPr>
        <p:spPr bwMode="auto">
          <a:xfrm>
            <a:off x="6072188" y="1651000"/>
            <a:ext cx="2836863" cy="3659188"/>
          </a:xfrm>
          <a:custGeom>
            <a:avLst/>
            <a:gdLst>
              <a:gd name="T0" fmla="*/ 289 w 1787"/>
              <a:gd name="T1" fmla="*/ 1901 h 2497"/>
              <a:gd name="T2" fmla="*/ 128 w 1787"/>
              <a:gd name="T3" fmla="*/ 1797 h 2497"/>
              <a:gd name="T4" fmla="*/ 15 w 1787"/>
              <a:gd name="T5" fmla="*/ 1583 h 2497"/>
              <a:gd name="T6" fmla="*/ 83 w 1787"/>
              <a:gd name="T7" fmla="*/ 1007 h 2497"/>
              <a:gd name="T8" fmla="*/ 264 w 1787"/>
              <a:gd name="T9" fmla="*/ 596 h 2497"/>
              <a:gd name="T10" fmla="*/ 374 w 1787"/>
              <a:gd name="T11" fmla="*/ 228 h 2497"/>
              <a:gd name="T12" fmla="*/ 496 w 1787"/>
              <a:gd name="T13" fmla="*/ 101 h 2497"/>
              <a:gd name="T14" fmla="*/ 776 w 1787"/>
              <a:gd name="T15" fmla="*/ 0 h 2497"/>
              <a:gd name="T16" fmla="*/ 1263 w 1787"/>
              <a:gd name="T17" fmla="*/ 13 h 2497"/>
              <a:gd name="T18" fmla="*/ 1470 w 1787"/>
              <a:gd name="T19" fmla="*/ 89 h 2497"/>
              <a:gd name="T20" fmla="*/ 1543 w 1787"/>
              <a:gd name="T21" fmla="*/ 139 h 2497"/>
              <a:gd name="T22" fmla="*/ 1641 w 1787"/>
              <a:gd name="T23" fmla="*/ 241 h 2497"/>
              <a:gd name="T24" fmla="*/ 1738 w 1787"/>
              <a:gd name="T25" fmla="*/ 532 h 2497"/>
              <a:gd name="T26" fmla="*/ 1787 w 1787"/>
              <a:gd name="T27" fmla="*/ 1952 h 2497"/>
              <a:gd name="T28" fmla="*/ 1775 w 1787"/>
              <a:gd name="T29" fmla="*/ 2269 h 2497"/>
              <a:gd name="T30" fmla="*/ 1519 w 1787"/>
              <a:gd name="T31" fmla="*/ 2497 h 2497"/>
              <a:gd name="T32" fmla="*/ 1141 w 1787"/>
              <a:gd name="T33" fmla="*/ 2459 h 2497"/>
              <a:gd name="T34" fmla="*/ 971 w 1787"/>
              <a:gd name="T35" fmla="*/ 2396 h 2497"/>
              <a:gd name="T36" fmla="*/ 861 w 1787"/>
              <a:gd name="T37" fmla="*/ 2320 h 2497"/>
              <a:gd name="T38" fmla="*/ 812 w 1787"/>
              <a:gd name="T39" fmla="*/ 2294 h 2497"/>
              <a:gd name="T40" fmla="*/ 618 w 1787"/>
              <a:gd name="T41" fmla="*/ 2142 h 2497"/>
              <a:gd name="T42" fmla="*/ 386 w 1787"/>
              <a:gd name="T43" fmla="*/ 1977 h 2497"/>
              <a:gd name="T44" fmla="*/ 350 w 1787"/>
              <a:gd name="T45" fmla="*/ 1939 h 2497"/>
              <a:gd name="T46" fmla="*/ 289 w 1787"/>
              <a:gd name="T47" fmla="*/ 1901 h 2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8" name="Line 12"/>
          <p:cNvSpPr>
            <a:spLocks noChangeShapeType="1"/>
          </p:cNvSpPr>
          <p:nvPr/>
        </p:nvSpPr>
        <p:spPr bwMode="auto">
          <a:xfrm flipV="1">
            <a:off x="2449513" y="3954463"/>
            <a:ext cx="5106988" cy="0"/>
          </a:xfrm>
          <a:prstGeom prst="line">
            <a:avLst/>
          </a:prstGeom>
          <a:noFill/>
          <a:ln w="38100">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69" name="Line 13"/>
          <p:cNvSpPr>
            <a:spLocks noChangeShapeType="1"/>
          </p:cNvSpPr>
          <p:nvPr/>
        </p:nvSpPr>
        <p:spPr bwMode="auto">
          <a:xfrm>
            <a:off x="3282950" y="2468563"/>
            <a:ext cx="0" cy="381000"/>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70" name="Freeform 14"/>
          <p:cNvSpPr/>
          <p:nvPr/>
        </p:nvSpPr>
        <p:spPr bwMode="auto">
          <a:xfrm>
            <a:off x="7543800" y="2827338"/>
            <a:ext cx="495300" cy="468313"/>
          </a:xfrm>
          <a:custGeom>
            <a:avLst/>
            <a:gdLst>
              <a:gd name="T0" fmla="*/ 308 w 308"/>
              <a:gd name="T1" fmla="*/ 0 h 396"/>
              <a:gd name="T2" fmla="*/ 308 w 308"/>
              <a:gd name="T3" fmla="*/ 396 h 396"/>
              <a:gd name="T4" fmla="*/ 0 w 308"/>
              <a:gd name="T5" fmla="*/ 392 h 396"/>
            </a:gdLst>
            <a:ahLst/>
            <a:cxnLst>
              <a:cxn ang="0">
                <a:pos x="T0" y="T1"/>
              </a:cxn>
              <a:cxn ang="0">
                <a:pos x="T2" y="T3"/>
              </a:cxn>
              <a:cxn ang="0">
                <a:pos x="T4" y="T5"/>
              </a:cxn>
            </a:cxnLst>
            <a:rect l="0" t="0" r="r" b="b"/>
            <a:pathLst>
              <a:path w="308" h="396">
                <a:moveTo>
                  <a:pt x="308" y="0"/>
                </a:moveTo>
                <a:lnTo>
                  <a:pt x="308" y="396"/>
                </a:lnTo>
                <a:lnTo>
                  <a:pt x="0" y="392"/>
                </a:lnTo>
              </a:path>
            </a:pathLst>
          </a:custGeom>
          <a:noFill/>
          <a:ln w="28575" cmpd="sng">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71" name="Line 15"/>
          <p:cNvSpPr>
            <a:spLocks noChangeShapeType="1"/>
          </p:cNvSpPr>
          <p:nvPr/>
        </p:nvSpPr>
        <p:spPr bwMode="auto">
          <a:xfrm>
            <a:off x="5681663" y="2246313"/>
            <a:ext cx="0" cy="582613"/>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72" name="Line 16"/>
          <p:cNvSpPr>
            <a:spLocks noChangeShapeType="1"/>
          </p:cNvSpPr>
          <p:nvPr/>
        </p:nvSpPr>
        <p:spPr bwMode="auto">
          <a:xfrm flipV="1">
            <a:off x="6076950" y="4702175"/>
            <a:ext cx="9525" cy="993775"/>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73" name="Line 17"/>
          <p:cNvSpPr>
            <a:spLocks noChangeShapeType="1"/>
          </p:cNvSpPr>
          <p:nvPr/>
        </p:nvSpPr>
        <p:spPr bwMode="auto">
          <a:xfrm flipH="1">
            <a:off x="4344988" y="2368550"/>
            <a:ext cx="0" cy="481013"/>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74" name="Freeform 18"/>
          <p:cNvSpPr/>
          <p:nvPr/>
        </p:nvSpPr>
        <p:spPr bwMode="auto">
          <a:xfrm>
            <a:off x="7272338" y="2455863"/>
            <a:ext cx="284163" cy="606425"/>
          </a:xfrm>
          <a:custGeom>
            <a:avLst/>
            <a:gdLst>
              <a:gd name="T0" fmla="*/ 0 w 176"/>
              <a:gd name="T1" fmla="*/ 0 h 392"/>
              <a:gd name="T2" fmla="*/ 0 w 176"/>
              <a:gd name="T3" fmla="*/ 392 h 392"/>
              <a:gd name="T4" fmla="*/ 176 w 176"/>
              <a:gd name="T5" fmla="*/ 392 h 392"/>
            </a:gdLst>
            <a:ahLst/>
            <a:cxnLst>
              <a:cxn ang="0">
                <a:pos x="T0" y="T1"/>
              </a:cxn>
              <a:cxn ang="0">
                <a:pos x="T2" y="T3"/>
              </a:cxn>
              <a:cxn ang="0">
                <a:pos x="T4" y="T5"/>
              </a:cxn>
            </a:cxnLst>
            <a:rect l="0" t="0" r="r" b="b"/>
            <a:pathLst>
              <a:path w="176" h="392">
                <a:moveTo>
                  <a:pt x="0" y="0"/>
                </a:moveTo>
                <a:lnTo>
                  <a:pt x="0" y="392"/>
                </a:lnTo>
                <a:lnTo>
                  <a:pt x="176" y="392"/>
                </a:lnTo>
              </a:path>
            </a:pathLst>
          </a:custGeom>
          <a:noFill/>
          <a:ln w="28575" cmpd="sng">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75" name="Line 19"/>
          <p:cNvSpPr>
            <a:spLocks noChangeShapeType="1"/>
          </p:cNvSpPr>
          <p:nvPr/>
        </p:nvSpPr>
        <p:spPr bwMode="auto">
          <a:xfrm flipH="1" flipV="1">
            <a:off x="5013325" y="4714875"/>
            <a:ext cx="0" cy="633413"/>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76" name="Line 20"/>
          <p:cNvSpPr>
            <a:spLocks noChangeShapeType="1"/>
          </p:cNvSpPr>
          <p:nvPr/>
        </p:nvSpPr>
        <p:spPr bwMode="auto">
          <a:xfrm flipH="1" flipV="1">
            <a:off x="3621088" y="4714875"/>
            <a:ext cx="0" cy="373063"/>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77" name="Line 21"/>
          <p:cNvSpPr>
            <a:spLocks noChangeShapeType="1"/>
          </p:cNvSpPr>
          <p:nvPr/>
        </p:nvSpPr>
        <p:spPr bwMode="auto">
          <a:xfrm flipH="1" flipV="1">
            <a:off x="7556500" y="4586288"/>
            <a:ext cx="850900" cy="0"/>
          </a:xfrm>
          <a:prstGeom prst="line">
            <a:avLst/>
          </a:prstGeom>
          <a:noFill/>
          <a:ln w="28575">
            <a:solidFill>
              <a:srgbClr val="333399"/>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pic>
        <p:nvPicPr>
          <p:cNvPr id="180245" name="Picture 22"/>
          <p:cNvPicPr/>
          <p:nvPr/>
        </p:nvPicPr>
        <p:blipFill>
          <a:blip r:embed="rId3"/>
          <a:stretch>
            <a:fillRect/>
          </a:stretch>
        </p:blipFill>
        <p:spPr>
          <a:xfrm>
            <a:off x="4151313" y="2097088"/>
            <a:ext cx="382587" cy="369887"/>
          </a:xfrm>
          <a:prstGeom prst="rect">
            <a:avLst/>
          </a:prstGeom>
          <a:noFill/>
          <a:ln w="9525">
            <a:noFill/>
          </a:ln>
        </p:spPr>
      </p:pic>
      <p:pic>
        <p:nvPicPr>
          <p:cNvPr id="180246" name="Picture 23"/>
          <p:cNvPicPr/>
          <p:nvPr/>
        </p:nvPicPr>
        <p:blipFill>
          <a:blip r:embed="rId4"/>
          <a:stretch>
            <a:fillRect/>
          </a:stretch>
        </p:blipFill>
        <p:spPr>
          <a:xfrm>
            <a:off x="2146300" y="3730625"/>
            <a:ext cx="696913" cy="449263"/>
          </a:xfrm>
          <a:prstGeom prst="rect">
            <a:avLst/>
          </a:prstGeom>
          <a:noFill/>
          <a:ln w="12699">
            <a:noFill/>
          </a:ln>
        </p:spPr>
      </p:pic>
      <p:pic>
        <p:nvPicPr>
          <p:cNvPr id="180247" name="Picture 24"/>
          <p:cNvPicPr/>
          <p:nvPr/>
        </p:nvPicPr>
        <p:blipFill>
          <a:blip r:embed="rId3"/>
          <a:stretch>
            <a:fillRect/>
          </a:stretch>
        </p:blipFill>
        <p:spPr>
          <a:xfrm>
            <a:off x="3098800" y="2328863"/>
            <a:ext cx="381000" cy="368300"/>
          </a:xfrm>
          <a:prstGeom prst="rect">
            <a:avLst/>
          </a:prstGeom>
          <a:noFill/>
          <a:ln w="9525">
            <a:noFill/>
          </a:ln>
        </p:spPr>
      </p:pic>
      <p:pic>
        <p:nvPicPr>
          <p:cNvPr id="180248" name="Picture 25"/>
          <p:cNvPicPr/>
          <p:nvPr/>
        </p:nvPicPr>
        <p:blipFill>
          <a:blip r:embed="rId3"/>
          <a:stretch>
            <a:fillRect/>
          </a:stretch>
        </p:blipFill>
        <p:spPr>
          <a:xfrm>
            <a:off x="5497513" y="1949450"/>
            <a:ext cx="381000" cy="368300"/>
          </a:xfrm>
          <a:prstGeom prst="rect">
            <a:avLst/>
          </a:prstGeom>
          <a:noFill/>
          <a:ln w="9525">
            <a:noFill/>
          </a:ln>
        </p:spPr>
      </p:pic>
      <p:pic>
        <p:nvPicPr>
          <p:cNvPr id="180249" name="Picture 26"/>
          <p:cNvPicPr/>
          <p:nvPr/>
        </p:nvPicPr>
        <p:blipFill>
          <a:blip r:embed="rId3"/>
          <a:stretch>
            <a:fillRect/>
          </a:stretch>
        </p:blipFill>
        <p:spPr>
          <a:xfrm>
            <a:off x="7866063" y="2543175"/>
            <a:ext cx="382587" cy="369888"/>
          </a:xfrm>
          <a:prstGeom prst="rect">
            <a:avLst/>
          </a:prstGeom>
          <a:noFill/>
          <a:ln w="9525">
            <a:noFill/>
          </a:ln>
        </p:spPr>
      </p:pic>
      <p:pic>
        <p:nvPicPr>
          <p:cNvPr id="180250" name="Picture 27"/>
          <p:cNvPicPr/>
          <p:nvPr/>
        </p:nvPicPr>
        <p:blipFill>
          <a:blip r:embed="rId3"/>
          <a:stretch>
            <a:fillRect/>
          </a:stretch>
        </p:blipFill>
        <p:spPr>
          <a:xfrm>
            <a:off x="7092950" y="2171700"/>
            <a:ext cx="381000" cy="369888"/>
          </a:xfrm>
          <a:prstGeom prst="rect">
            <a:avLst/>
          </a:prstGeom>
          <a:noFill/>
          <a:ln w="9525">
            <a:noFill/>
          </a:ln>
        </p:spPr>
      </p:pic>
      <p:pic>
        <p:nvPicPr>
          <p:cNvPr id="180251" name="Picture 28"/>
          <p:cNvPicPr/>
          <p:nvPr/>
        </p:nvPicPr>
        <p:blipFill>
          <a:blip r:embed="rId3"/>
          <a:stretch>
            <a:fillRect/>
          </a:stretch>
        </p:blipFill>
        <p:spPr>
          <a:xfrm>
            <a:off x="8251825" y="4327525"/>
            <a:ext cx="382588" cy="368300"/>
          </a:xfrm>
          <a:prstGeom prst="rect">
            <a:avLst/>
          </a:prstGeom>
          <a:noFill/>
          <a:ln w="9525">
            <a:noFill/>
          </a:ln>
        </p:spPr>
      </p:pic>
      <p:pic>
        <p:nvPicPr>
          <p:cNvPr id="180252" name="Picture 29"/>
          <p:cNvPicPr/>
          <p:nvPr/>
        </p:nvPicPr>
        <p:blipFill>
          <a:blip r:embed="rId3"/>
          <a:stretch>
            <a:fillRect/>
          </a:stretch>
        </p:blipFill>
        <p:spPr>
          <a:xfrm>
            <a:off x="5894388" y="5499100"/>
            <a:ext cx="382587" cy="369888"/>
          </a:xfrm>
          <a:prstGeom prst="rect">
            <a:avLst/>
          </a:prstGeom>
          <a:noFill/>
          <a:ln w="9525">
            <a:noFill/>
          </a:ln>
        </p:spPr>
      </p:pic>
      <p:pic>
        <p:nvPicPr>
          <p:cNvPr id="180253" name="Picture 30"/>
          <p:cNvPicPr/>
          <p:nvPr/>
        </p:nvPicPr>
        <p:blipFill>
          <a:blip r:embed="rId3"/>
          <a:stretch>
            <a:fillRect/>
          </a:stretch>
        </p:blipFill>
        <p:spPr>
          <a:xfrm>
            <a:off x="4819650" y="5235575"/>
            <a:ext cx="381000" cy="371475"/>
          </a:xfrm>
          <a:prstGeom prst="rect">
            <a:avLst/>
          </a:prstGeom>
          <a:noFill/>
          <a:ln w="9525">
            <a:noFill/>
          </a:ln>
        </p:spPr>
      </p:pic>
      <p:pic>
        <p:nvPicPr>
          <p:cNvPr id="180254" name="Picture 31"/>
          <p:cNvPicPr/>
          <p:nvPr/>
        </p:nvPicPr>
        <p:blipFill>
          <a:blip r:embed="rId3"/>
          <a:stretch>
            <a:fillRect/>
          </a:stretch>
        </p:blipFill>
        <p:spPr>
          <a:xfrm>
            <a:off x="3425825" y="4938713"/>
            <a:ext cx="382588" cy="369887"/>
          </a:xfrm>
          <a:prstGeom prst="rect">
            <a:avLst/>
          </a:prstGeom>
          <a:noFill/>
          <a:ln w="9525">
            <a:noFill/>
          </a:ln>
        </p:spPr>
      </p:pic>
      <p:sp>
        <p:nvSpPr>
          <p:cNvPr id="505888" name="Text Box 32"/>
          <p:cNvSpPr txBox="1">
            <a:spLocks noChangeArrowheads="1"/>
          </p:cNvSpPr>
          <p:nvPr/>
        </p:nvSpPr>
        <p:spPr bwMode="auto">
          <a:xfrm>
            <a:off x="2528888" y="2062163"/>
            <a:ext cx="1433513"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dirty="0">
                <a:solidFill>
                  <a:srgbClr val="0000CC"/>
                </a:solidFill>
                <a:latin typeface="Arial" panose="020B0604020202090204"/>
                <a:ea typeface="黑体" pitchFamily="6" charset="-122"/>
                <a:cs typeface="+mn-cs"/>
              </a:rPr>
              <a:t>145.13.3.10</a:t>
            </a:r>
          </a:p>
        </p:txBody>
      </p:sp>
      <p:sp>
        <p:nvSpPr>
          <p:cNvPr id="505889" name="Text Box 33"/>
          <p:cNvSpPr txBox="1">
            <a:spLocks noChangeArrowheads="1"/>
          </p:cNvSpPr>
          <p:nvPr/>
        </p:nvSpPr>
        <p:spPr bwMode="auto">
          <a:xfrm>
            <a:off x="3538538" y="1766888"/>
            <a:ext cx="1420813"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dirty="0">
                <a:solidFill>
                  <a:srgbClr val="0000CC"/>
                </a:solidFill>
                <a:latin typeface="Arial" panose="020B0604020202090204"/>
                <a:ea typeface="黑体" pitchFamily="6" charset="-122"/>
                <a:cs typeface="+mn-cs"/>
              </a:rPr>
              <a:t>145.13.3.11</a:t>
            </a:r>
          </a:p>
        </p:txBody>
      </p:sp>
      <p:sp>
        <p:nvSpPr>
          <p:cNvPr id="505890" name="Text Box 34"/>
          <p:cNvSpPr txBox="1">
            <a:spLocks noChangeArrowheads="1"/>
          </p:cNvSpPr>
          <p:nvPr/>
        </p:nvSpPr>
        <p:spPr bwMode="auto">
          <a:xfrm>
            <a:off x="4748213" y="1666875"/>
            <a:ext cx="1565275"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145.13.3.101</a:t>
            </a:r>
          </a:p>
        </p:txBody>
      </p:sp>
      <p:sp>
        <p:nvSpPr>
          <p:cNvPr id="505891" name="Text Box 35"/>
          <p:cNvSpPr txBox="1">
            <a:spLocks noChangeArrowheads="1"/>
          </p:cNvSpPr>
          <p:nvPr/>
        </p:nvSpPr>
        <p:spPr bwMode="auto">
          <a:xfrm>
            <a:off x="6653213" y="1792288"/>
            <a:ext cx="1433513"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145.13.7.34</a:t>
            </a:r>
          </a:p>
        </p:txBody>
      </p:sp>
      <p:sp>
        <p:nvSpPr>
          <p:cNvPr id="505892" name="Text Box 36"/>
          <p:cNvSpPr txBox="1">
            <a:spLocks noChangeArrowheads="1"/>
          </p:cNvSpPr>
          <p:nvPr/>
        </p:nvSpPr>
        <p:spPr bwMode="auto">
          <a:xfrm>
            <a:off x="7558088" y="2151063"/>
            <a:ext cx="1433513"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145.13.7.35</a:t>
            </a:r>
          </a:p>
        </p:txBody>
      </p:sp>
      <p:sp>
        <p:nvSpPr>
          <p:cNvPr id="505893" name="Text Box 37"/>
          <p:cNvSpPr txBox="1">
            <a:spLocks noChangeArrowheads="1"/>
          </p:cNvSpPr>
          <p:nvPr/>
        </p:nvSpPr>
        <p:spPr bwMode="auto">
          <a:xfrm>
            <a:off x="7524750" y="3992563"/>
            <a:ext cx="1433513"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145.13.7.56</a:t>
            </a:r>
          </a:p>
        </p:txBody>
      </p:sp>
      <p:sp>
        <p:nvSpPr>
          <p:cNvPr id="505894" name="Text Box 38"/>
          <p:cNvSpPr txBox="1">
            <a:spLocks noChangeArrowheads="1"/>
          </p:cNvSpPr>
          <p:nvPr/>
        </p:nvSpPr>
        <p:spPr bwMode="auto">
          <a:xfrm>
            <a:off x="2820988" y="5289550"/>
            <a:ext cx="1565275" cy="37782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145.13.21.23</a:t>
            </a:r>
          </a:p>
        </p:txBody>
      </p:sp>
      <p:sp>
        <p:nvSpPr>
          <p:cNvPr id="505895" name="Text Box 39"/>
          <p:cNvSpPr txBox="1">
            <a:spLocks noChangeArrowheads="1"/>
          </p:cNvSpPr>
          <p:nvPr/>
        </p:nvSpPr>
        <p:spPr bwMode="auto">
          <a:xfrm>
            <a:off x="4176713" y="5565775"/>
            <a:ext cx="1433513"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145.13.21.9</a:t>
            </a:r>
          </a:p>
        </p:txBody>
      </p:sp>
      <p:sp>
        <p:nvSpPr>
          <p:cNvPr id="505896" name="Text Box 40"/>
          <p:cNvSpPr txBox="1">
            <a:spLocks noChangeArrowheads="1"/>
          </p:cNvSpPr>
          <p:nvPr/>
        </p:nvSpPr>
        <p:spPr bwMode="auto">
          <a:xfrm>
            <a:off x="5280025" y="5862638"/>
            <a:ext cx="1433513"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145.13.21.8</a:t>
            </a:r>
          </a:p>
        </p:txBody>
      </p:sp>
      <p:sp>
        <p:nvSpPr>
          <p:cNvPr id="505897" name="Line 41"/>
          <p:cNvSpPr>
            <a:spLocks noChangeShapeType="1"/>
          </p:cNvSpPr>
          <p:nvPr/>
        </p:nvSpPr>
        <p:spPr bwMode="auto">
          <a:xfrm flipV="1">
            <a:off x="3267075" y="4700588"/>
            <a:ext cx="3154363" cy="14288"/>
          </a:xfrm>
          <a:prstGeom prst="line">
            <a:avLst/>
          </a:prstGeom>
          <a:noFill/>
          <a:ln w="3810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98" name="Line 42"/>
          <p:cNvSpPr>
            <a:spLocks noChangeShapeType="1"/>
          </p:cNvSpPr>
          <p:nvPr/>
        </p:nvSpPr>
        <p:spPr bwMode="auto">
          <a:xfrm>
            <a:off x="3021013" y="2840038"/>
            <a:ext cx="3094038" cy="0"/>
          </a:xfrm>
          <a:prstGeom prst="line">
            <a:avLst/>
          </a:prstGeom>
          <a:noFill/>
          <a:ln w="3810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899" name="Text Box 43"/>
          <p:cNvSpPr txBox="1">
            <a:spLocks noChangeArrowheads="1"/>
          </p:cNvSpPr>
          <p:nvPr/>
        </p:nvSpPr>
        <p:spPr bwMode="auto">
          <a:xfrm>
            <a:off x="4110038" y="4833938"/>
            <a:ext cx="422275"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a:t>
            </a:r>
          </a:p>
        </p:txBody>
      </p:sp>
      <p:sp>
        <p:nvSpPr>
          <p:cNvPr id="505900" name="Text Box 44"/>
          <p:cNvSpPr txBox="1">
            <a:spLocks noChangeArrowheads="1"/>
          </p:cNvSpPr>
          <p:nvPr/>
        </p:nvSpPr>
        <p:spPr bwMode="auto">
          <a:xfrm>
            <a:off x="4543425" y="1978025"/>
            <a:ext cx="422275" cy="376238"/>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a:t>
            </a:r>
          </a:p>
        </p:txBody>
      </p:sp>
      <p:sp>
        <p:nvSpPr>
          <p:cNvPr id="505901" name="Line 45"/>
          <p:cNvSpPr>
            <a:spLocks noChangeShapeType="1"/>
          </p:cNvSpPr>
          <p:nvPr/>
        </p:nvSpPr>
        <p:spPr bwMode="auto">
          <a:xfrm rot="5400000">
            <a:off x="6477794" y="3769519"/>
            <a:ext cx="2157413" cy="0"/>
          </a:xfrm>
          <a:prstGeom prst="line">
            <a:avLst/>
          </a:prstGeom>
          <a:noFill/>
          <a:ln w="38100">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902" name="Text Box 46"/>
          <p:cNvSpPr txBox="1">
            <a:spLocks noChangeArrowheads="1"/>
          </p:cNvSpPr>
          <p:nvPr/>
        </p:nvSpPr>
        <p:spPr bwMode="auto">
          <a:xfrm rot="5400000">
            <a:off x="8015288" y="3508375"/>
            <a:ext cx="422275" cy="377825"/>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a:t>
            </a:r>
          </a:p>
        </p:txBody>
      </p:sp>
      <p:sp>
        <p:nvSpPr>
          <p:cNvPr id="505903" name="Text Box 47"/>
          <p:cNvSpPr txBox="1">
            <a:spLocks noChangeArrowheads="1"/>
          </p:cNvSpPr>
          <p:nvPr/>
        </p:nvSpPr>
        <p:spPr bwMode="auto">
          <a:xfrm>
            <a:off x="4044950" y="4335463"/>
            <a:ext cx="1974850" cy="376238"/>
          </a:xfrm>
          <a:prstGeom prst="rect">
            <a:avLst/>
          </a:prstGeom>
          <a:noFill/>
          <a:ln>
            <a:noFill/>
          </a:ln>
          <a:effectLst/>
        </p:spPr>
        <p:txBody>
          <a:bodyPr wrap="none">
            <a:spAutoFit/>
          </a:bodyPr>
          <a:lstStyle/>
          <a:p>
            <a:pPr marR="0" defTabSz="843915">
              <a:buClrTx/>
              <a:buSzTx/>
              <a:buFontTx/>
              <a:buNone/>
              <a:defRPr/>
            </a:pPr>
            <a:r>
              <a:rPr kumimoji="1" lang="zh-CN" altLang="en-US" sz="1845" b="1" kern="1200" cap="none" spc="0" normalizeH="0" baseline="0" noProof="0">
                <a:solidFill>
                  <a:srgbClr val="0000CC"/>
                </a:solidFill>
                <a:latin typeface="Arial" panose="020B0604020202090204"/>
                <a:ea typeface="黑体" pitchFamily="6" charset="-122"/>
                <a:cs typeface="+mn-cs"/>
              </a:rPr>
              <a:t>子网 </a:t>
            </a:r>
            <a:r>
              <a:rPr kumimoji="1" lang="en-US" altLang="zh-CN" sz="1845" b="1" kern="1200" cap="none" spc="0" normalizeH="0" baseline="0" noProof="0">
                <a:solidFill>
                  <a:srgbClr val="0000CC"/>
                </a:solidFill>
                <a:latin typeface="Arial" panose="020B0604020202090204"/>
                <a:ea typeface="黑体" pitchFamily="6" charset="-122"/>
                <a:cs typeface="+mn-cs"/>
              </a:rPr>
              <a:t>145.13.21.0</a:t>
            </a:r>
          </a:p>
        </p:txBody>
      </p:sp>
      <p:sp>
        <p:nvSpPr>
          <p:cNvPr id="505904" name="Text Box 48"/>
          <p:cNvSpPr txBox="1">
            <a:spLocks noChangeArrowheads="1"/>
          </p:cNvSpPr>
          <p:nvPr/>
        </p:nvSpPr>
        <p:spPr bwMode="auto">
          <a:xfrm>
            <a:off x="3957638" y="2863850"/>
            <a:ext cx="1843088" cy="376238"/>
          </a:xfrm>
          <a:prstGeom prst="rect">
            <a:avLst/>
          </a:prstGeom>
          <a:noFill/>
          <a:ln>
            <a:noFill/>
          </a:ln>
          <a:effectLst/>
        </p:spPr>
        <p:txBody>
          <a:bodyPr wrap="none">
            <a:spAutoFit/>
          </a:bodyPr>
          <a:lstStyle/>
          <a:p>
            <a:pPr marR="0" defTabSz="843915">
              <a:buClrTx/>
              <a:buSzTx/>
              <a:buFontTx/>
              <a:buNone/>
              <a:defRPr/>
            </a:pPr>
            <a:r>
              <a:rPr kumimoji="1" lang="zh-CN" altLang="en-US" sz="1845" b="1" kern="1200" cap="none" spc="0" normalizeH="0" baseline="0" noProof="0">
                <a:solidFill>
                  <a:srgbClr val="0000CC"/>
                </a:solidFill>
                <a:latin typeface="Arial" panose="020B0604020202090204"/>
                <a:ea typeface="黑体" pitchFamily="6" charset="-122"/>
                <a:cs typeface="+mn-cs"/>
              </a:rPr>
              <a:t>子网 </a:t>
            </a:r>
            <a:r>
              <a:rPr kumimoji="1" lang="en-US" altLang="zh-CN" sz="1845" b="1" kern="1200" cap="none" spc="0" normalizeH="0" baseline="0" noProof="0">
                <a:solidFill>
                  <a:srgbClr val="0000CC"/>
                </a:solidFill>
                <a:latin typeface="Arial" panose="020B0604020202090204"/>
                <a:ea typeface="黑体" pitchFamily="6" charset="-122"/>
                <a:cs typeface="+mn-cs"/>
              </a:rPr>
              <a:t>145.13.3.0</a:t>
            </a:r>
          </a:p>
        </p:txBody>
      </p:sp>
      <p:sp>
        <p:nvSpPr>
          <p:cNvPr id="505905" name="Text Box 49"/>
          <p:cNvSpPr txBox="1">
            <a:spLocks noChangeArrowheads="1"/>
          </p:cNvSpPr>
          <p:nvPr/>
        </p:nvSpPr>
        <p:spPr bwMode="auto">
          <a:xfrm>
            <a:off x="6011863" y="3275013"/>
            <a:ext cx="1301750" cy="660400"/>
          </a:xfrm>
          <a:prstGeom prst="rect">
            <a:avLst/>
          </a:prstGeom>
          <a:noFill/>
          <a:ln>
            <a:noFill/>
          </a:ln>
          <a:effectLst/>
        </p:spPr>
        <p:txBody>
          <a:bodyPr wrap="none">
            <a:spAutoFit/>
          </a:bodyPr>
          <a:lstStyle/>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    </a:t>
            </a:r>
            <a:r>
              <a:rPr kumimoji="1" lang="zh-CN" altLang="en-US" sz="1845" b="1" kern="1200" cap="none" spc="0" normalizeH="0" baseline="0" noProof="0">
                <a:solidFill>
                  <a:srgbClr val="0000CC"/>
                </a:solidFill>
                <a:latin typeface="Arial" panose="020B0604020202090204"/>
                <a:ea typeface="黑体" pitchFamily="6" charset="-122"/>
                <a:cs typeface="+mn-cs"/>
              </a:rPr>
              <a:t>子网 </a:t>
            </a:r>
          </a:p>
          <a:p>
            <a:pPr marR="0" defTabSz="843915">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145.13.7.0</a:t>
            </a:r>
          </a:p>
        </p:txBody>
      </p:sp>
      <p:pic>
        <p:nvPicPr>
          <p:cNvPr id="180273" name="Picture 50"/>
          <p:cNvPicPr/>
          <p:nvPr/>
        </p:nvPicPr>
        <p:blipFill>
          <a:blip r:embed="rId4"/>
          <a:stretch>
            <a:fillRect/>
          </a:stretch>
        </p:blipFill>
        <p:spPr>
          <a:xfrm>
            <a:off x="511175" y="4549775"/>
            <a:ext cx="696913" cy="446088"/>
          </a:xfrm>
          <a:prstGeom prst="rect">
            <a:avLst/>
          </a:prstGeom>
          <a:noFill/>
          <a:ln w="12699">
            <a:noFill/>
          </a:ln>
        </p:spPr>
      </p:pic>
      <p:pic>
        <p:nvPicPr>
          <p:cNvPr id="180274" name="Picture 51"/>
          <p:cNvPicPr/>
          <p:nvPr/>
        </p:nvPicPr>
        <p:blipFill>
          <a:blip r:embed="rId4"/>
          <a:stretch>
            <a:fillRect/>
          </a:stretch>
        </p:blipFill>
        <p:spPr>
          <a:xfrm>
            <a:off x="511175" y="2468563"/>
            <a:ext cx="696913" cy="446087"/>
          </a:xfrm>
          <a:prstGeom prst="rect">
            <a:avLst/>
          </a:prstGeom>
          <a:noFill/>
          <a:ln w="12699">
            <a:noFill/>
          </a:ln>
        </p:spPr>
      </p:pic>
      <p:sp>
        <p:nvSpPr>
          <p:cNvPr id="505908" name="AutoShape 52"/>
          <p:cNvSpPr>
            <a:spLocks noChangeArrowheads="1"/>
          </p:cNvSpPr>
          <p:nvPr/>
        </p:nvSpPr>
        <p:spPr bwMode="auto">
          <a:xfrm>
            <a:off x="130175" y="1368425"/>
            <a:ext cx="2319338" cy="990600"/>
          </a:xfrm>
          <a:prstGeom prst="wedgeRoundRectCallout">
            <a:avLst>
              <a:gd name="adj1" fmla="val 47574"/>
              <a:gd name="adj2" fmla="val 193336"/>
              <a:gd name="adj3" fmla="val 16667"/>
            </a:avLst>
          </a:prstGeom>
          <a:solidFill>
            <a:srgbClr val="FFFF99"/>
          </a:solidFill>
          <a:ln w="9525">
            <a:solidFill>
              <a:srgbClr val="333399"/>
            </a:solidFill>
            <a:miter lim="800000"/>
          </a:ln>
          <a:effectLst>
            <a:outerShdw dist="35921" dir="2700000" algn="ctr" rotWithShape="0">
              <a:schemeClr val="bg2"/>
            </a:outerShdw>
          </a:effectLst>
        </p:spPr>
        <p:txBody>
          <a:bodyPr/>
          <a:lstStyle/>
          <a:p>
            <a:pPr marL="0" marR="0" lvl="0" indent="0" algn="ctr" defTabSz="843915" rtl="0" eaLnBrk="0" fontAlgn="base" latinLnBrk="0" hangingPunct="0">
              <a:lnSpc>
                <a:spcPct val="100000"/>
              </a:lnSpc>
              <a:spcBef>
                <a:spcPct val="0"/>
              </a:spcBef>
              <a:spcAft>
                <a:spcPct val="0"/>
              </a:spcAft>
              <a:buClrTx/>
              <a:buSzTx/>
              <a:buFontTx/>
              <a:buNone/>
              <a:defRPr/>
            </a:pPr>
            <a:endParaRPr kumimoji="1" lang="zh-CN" altLang="zh-CN"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5909" name="Text Box 53"/>
          <p:cNvSpPr txBox="1">
            <a:spLocks noChangeArrowheads="1"/>
          </p:cNvSpPr>
          <p:nvPr/>
        </p:nvSpPr>
        <p:spPr bwMode="auto">
          <a:xfrm>
            <a:off x="133350" y="1362075"/>
            <a:ext cx="2316163" cy="944563"/>
          </a:xfrm>
          <a:prstGeom prst="rect">
            <a:avLst/>
          </a:prstGeom>
          <a:noFill/>
          <a:ln>
            <a:noFill/>
          </a:ln>
          <a:effectLst/>
        </p:spPr>
        <p:txBody>
          <a:bodyPr>
            <a:spAutoFit/>
          </a:bodyPr>
          <a:lstStyle/>
          <a:p>
            <a:pPr algn="ctr" defTabSz="843280">
              <a:buNone/>
            </a:pPr>
            <a:r>
              <a:rPr lang="zh-CN" altLang="en-US" b="1">
                <a:solidFill>
                  <a:srgbClr val="0000CC"/>
                </a:solidFill>
                <a:latin typeface="Arial" panose="020B0604020202090204" pitchFamily="34" charset="0"/>
                <a:ea typeface="黑体" pitchFamily="6" charset="-122"/>
              </a:rPr>
              <a:t>所有到达网络</a:t>
            </a:r>
            <a:r>
              <a:rPr lang="en-US" altLang="zh-CN" b="1">
                <a:solidFill>
                  <a:srgbClr val="0000CC"/>
                </a:solidFill>
                <a:latin typeface="Arial" panose="020B0604020202090204" pitchFamily="34" charset="0"/>
                <a:ea typeface="黑体" pitchFamily="6" charset="-122"/>
              </a:rPr>
              <a:t>145.13.0.0 </a:t>
            </a:r>
            <a:r>
              <a:rPr lang="zh-CN" altLang="en-US" b="1">
                <a:solidFill>
                  <a:srgbClr val="0000CC"/>
                </a:solidFill>
                <a:latin typeface="Arial" panose="020B0604020202090204" pitchFamily="34" charset="0"/>
                <a:ea typeface="黑体" pitchFamily="6" charset="-122"/>
              </a:rPr>
              <a:t>的分组均到达此路由器</a:t>
            </a:r>
          </a:p>
        </p:txBody>
      </p:sp>
      <p:sp>
        <p:nvSpPr>
          <p:cNvPr id="505912" name="Text Box 56"/>
          <p:cNvSpPr txBox="1">
            <a:spLocks noChangeArrowheads="1"/>
          </p:cNvSpPr>
          <p:nvPr/>
        </p:nvSpPr>
        <p:spPr bwMode="auto">
          <a:xfrm>
            <a:off x="6937375" y="5507038"/>
            <a:ext cx="1747838" cy="887413"/>
          </a:xfrm>
          <a:prstGeom prst="rect">
            <a:avLst/>
          </a:prstGeom>
          <a:noFill/>
          <a:ln>
            <a:noFill/>
          </a:ln>
          <a:effectLst/>
        </p:spPr>
        <p:txBody>
          <a:bodyPr wrap="none">
            <a:spAutoFit/>
          </a:bodyPr>
          <a:lstStyle/>
          <a:p>
            <a:pPr algn="ctr" defTabSz="843280">
              <a:buNone/>
            </a:pPr>
            <a:r>
              <a:rPr lang="zh-CN" altLang="en-US" sz="2500" b="1">
                <a:solidFill>
                  <a:srgbClr val="0000CC"/>
                </a:solidFill>
                <a:latin typeface="Arial" panose="020B0604020202090204" pitchFamily="34" charset="0"/>
                <a:ea typeface="黑体" pitchFamily="6" charset="-122"/>
              </a:rPr>
              <a:t>网络</a:t>
            </a:r>
          </a:p>
          <a:p>
            <a:pPr algn="ctr" defTabSz="843280">
              <a:buNone/>
            </a:pPr>
            <a:r>
              <a:rPr lang="en-US" altLang="zh-CN" sz="2500" b="1">
                <a:solidFill>
                  <a:srgbClr val="0000CC"/>
                </a:solidFill>
                <a:latin typeface="Arial" panose="020B0604020202090204" pitchFamily="34" charset="0"/>
                <a:ea typeface="黑体" pitchFamily="6" charset="-122"/>
              </a:rPr>
              <a:t>145.13.0.0</a:t>
            </a:r>
          </a:p>
        </p:txBody>
      </p:sp>
      <p:sp>
        <p:nvSpPr>
          <p:cNvPr id="505913" name="Text Box 57"/>
          <p:cNvSpPr txBox="1">
            <a:spLocks noChangeArrowheads="1"/>
          </p:cNvSpPr>
          <p:nvPr/>
        </p:nvSpPr>
        <p:spPr bwMode="auto">
          <a:xfrm>
            <a:off x="2300288" y="4052888"/>
            <a:ext cx="495300" cy="433388"/>
          </a:xfrm>
          <a:prstGeom prst="rect">
            <a:avLst/>
          </a:prstGeom>
          <a:noFill/>
          <a:ln>
            <a:noFill/>
          </a:ln>
          <a:effectLst/>
        </p:spPr>
        <p:txBody>
          <a:bodyPr wrap="none">
            <a:spAutoFit/>
          </a:bodyPr>
          <a:lstStyle/>
          <a:p>
            <a:pPr marR="0" defTabSz="843915">
              <a:buClrTx/>
              <a:buSzTx/>
              <a:buFontTx/>
              <a:buNone/>
              <a:defRPr/>
            </a:pPr>
            <a:r>
              <a:rPr kumimoji="1" lang="en-US" altLang="zh-CN" sz="2215" b="1" kern="1200" cap="none" spc="0" normalizeH="0" baseline="0" noProof="0">
                <a:solidFill>
                  <a:srgbClr val="C00000"/>
                </a:solidFill>
                <a:latin typeface="Arial" panose="020B0604020202090204"/>
                <a:ea typeface="黑体" pitchFamily="6" charset="-122"/>
                <a:cs typeface="+mn-cs"/>
              </a:rPr>
              <a:t>R</a:t>
            </a:r>
            <a:r>
              <a:rPr kumimoji="1" lang="en-US" altLang="zh-CN" sz="2215" b="1" kern="1200" cap="none" spc="0" normalizeH="0" baseline="-25000" noProof="0">
                <a:solidFill>
                  <a:srgbClr val="C00000"/>
                </a:solidFill>
                <a:latin typeface="Arial" panose="020B0604020202090204"/>
                <a:ea typeface="黑体" pitchFamily="6" charset="-122"/>
                <a:cs typeface="+mn-cs"/>
              </a:rPr>
              <a:t>1</a:t>
            </a:r>
          </a:p>
        </p:txBody>
      </p:sp>
      <p:sp>
        <p:nvSpPr>
          <p:cNvPr id="505914" name="Text Box 58"/>
          <p:cNvSpPr txBox="1">
            <a:spLocks noChangeArrowheads="1"/>
          </p:cNvSpPr>
          <p:nvPr/>
        </p:nvSpPr>
        <p:spPr bwMode="auto">
          <a:xfrm>
            <a:off x="306388" y="4219575"/>
            <a:ext cx="495300" cy="431800"/>
          </a:xfrm>
          <a:prstGeom prst="rect">
            <a:avLst/>
          </a:prstGeom>
          <a:noFill/>
          <a:ln>
            <a:noFill/>
          </a:ln>
          <a:effectLst/>
        </p:spPr>
        <p:txBody>
          <a:bodyPr wrap="none">
            <a:spAutoFit/>
          </a:bodyPr>
          <a:lstStyle/>
          <a:p>
            <a:pPr marR="0" defTabSz="843915">
              <a:buClrTx/>
              <a:buSzTx/>
              <a:buFontTx/>
              <a:buNone/>
              <a:defRPr/>
            </a:pPr>
            <a:r>
              <a:rPr kumimoji="1" lang="en-US" altLang="zh-CN" sz="2215" b="1" kern="1200" cap="none" spc="0" normalizeH="0" baseline="0" noProof="0" dirty="0">
                <a:solidFill>
                  <a:srgbClr val="C00000"/>
                </a:solidFill>
                <a:latin typeface="Arial" panose="020B0604020202090204"/>
                <a:ea typeface="黑体" pitchFamily="6" charset="-122"/>
                <a:cs typeface="+mn-cs"/>
              </a:rPr>
              <a:t>R</a:t>
            </a:r>
            <a:r>
              <a:rPr kumimoji="1" lang="en-US" altLang="zh-CN" sz="2215" b="1" kern="1200" cap="none" spc="0" normalizeH="0" baseline="-25000" noProof="0" dirty="0">
                <a:solidFill>
                  <a:srgbClr val="C00000"/>
                </a:solidFill>
                <a:latin typeface="Arial" panose="020B0604020202090204"/>
                <a:ea typeface="黑体" pitchFamily="6" charset="-122"/>
                <a:cs typeface="+mn-cs"/>
              </a:rPr>
              <a:t>3</a:t>
            </a:r>
          </a:p>
        </p:txBody>
      </p:sp>
      <p:sp>
        <p:nvSpPr>
          <p:cNvPr id="505915" name="Text Box 59"/>
          <p:cNvSpPr txBox="1">
            <a:spLocks noChangeArrowheads="1"/>
          </p:cNvSpPr>
          <p:nvPr/>
        </p:nvSpPr>
        <p:spPr bwMode="auto">
          <a:xfrm>
            <a:off x="377825" y="2798763"/>
            <a:ext cx="495300" cy="433388"/>
          </a:xfrm>
          <a:prstGeom prst="rect">
            <a:avLst/>
          </a:prstGeom>
          <a:noFill/>
          <a:ln>
            <a:noFill/>
          </a:ln>
          <a:effectLst/>
        </p:spPr>
        <p:txBody>
          <a:bodyPr wrap="none">
            <a:spAutoFit/>
          </a:bodyPr>
          <a:lstStyle/>
          <a:p>
            <a:pPr marR="0" defTabSz="843915">
              <a:buClrTx/>
              <a:buSzTx/>
              <a:buFontTx/>
              <a:buNone/>
              <a:defRPr/>
            </a:pPr>
            <a:r>
              <a:rPr kumimoji="1" lang="en-US" altLang="zh-CN" sz="2215" b="1" kern="1200" cap="none" spc="0" normalizeH="0" baseline="0" noProof="0" dirty="0">
                <a:solidFill>
                  <a:srgbClr val="C00000"/>
                </a:solidFill>
                <a:latin typeface="Arial" panose="020B0604020202090204"/>
                <a:ea typeface="黑体" pitchFamily="6" charset="-122"/>
                <a:cs typeface="+mn-cs"/>
              </a:rPr>
              <a:t>R</a:t>
            </a:r>
            <a:r>
              <a:rPr kumimoji="1" lang="en-US" altLang="zh-CN" sz="2215" b="1" kern="1200" cap="none" spc="0" normalizeH="0" baseline="-25000" noProof="0" dirty="0">
                <a:solidFill>
                  <a:srgbClr val="C00000"/>
                </a:solidFill>
                <a:latin typeface="Arial" panose="020B0604020202090204"/>
                <a:ea typeface="黑体" pitchFamily="6" charset="-122"/>
                <a:cs typeface="+mn-cs"/>
              </a:rPr>
              <a:t>2</a:t>
            </a:r>
          </a:p>
        </p:txBody>
      </p:sp>
      <p:sp>
        <p:nvSpPr>
          <p:cNvPr id="2" name="右箭头 1"/>
          <p:cNvSpPr/>
          <p:nvPr/>
        </p:nvSpPr>
        <p:spPr bwMode="auto">
          <a:xfrm rot="2390318">
            <a:off x="1289050" y="3079750"/>
            <a:ext cx="727075" cy="231775"/>
          </a:xfrm>
          <a:prstGeom prst="rightArrow">
            <a:avLst>
              <a:gd name="adj1" fmla="val 50000"/>
              <a:gd name="adj2" fmla="val 83805"/>
            </a:avLst>
          </a:prstGeom>
          <a:solidFill>
            <a:schemeClr val="accent1"/>
          </a:solidFill>
          <a:ln w="9525" cap="flat" cmpd="sng" algn="ctr">
            <a:solidFill>
              <a:schemeClr val="tx1"/>
            </a:solidFill>
            <a:prstDash val="solid"/>
            <a:round/>
            <a:headEnd type="none" w="med" len="med"/>
            <a:tailEnd type="none" w="med" len="med"/>
          </a:ln>
          <a:effectLst/>
        </p:spPr>
        <p:txBody>
          <a:bodyPr lIns="84406" tIns="42203" rIns="84406" bIns="42203"/>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62" name="右箭头 61"/>
          <p:cNvSpPr/>
          <p:nvPr/>
        </p:nvSpPr>
        <p:spPr bwMode="auto">
          <a:xfrm rot="19808815">
            <a:off x="1203325" y="4065588"/>
            <a:ext cx="725488" cy="231775"/>
          </a:xfrm>
          <a:prstGeom prst="rightArrow">
            <a:avLst>
              <a:gd name="adj1" fmla="val 50000"/>
              <a:gd name="adj2" fmla="val 83805"/>
            </a:avLst>
          </a:prstGeom>
          <a:solidFill>
            <a:schemeClr val="accent1"/>
          </a:solidFill>
          <a:ln w="9525" cap="flat" cmpd="sng" algn="ctr">
            <a:solidFill>
              <a:schemeClr val="tx1"/>
            </a:solidFill>
            <a:prstDash val="solid"/>
            <a:round/>
            <a:headEnd type="none" w="med" len="med"/>
            <a:tailEnd type="none" w="med" len="med"/>
          </a:ln>
          <a:effectLst/>
        </p:spPr>
        <p:txBody>
          <a:bodyPr lIns="84406" tIns="42203" rIns="84406" bIns="42203"/>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Tree>
  </p:cSld>
  <p:clrMapOvr>
    <a:masterClrMapping/>
  </p:clrMapOvr>
  <p:transition spd="slow"/>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3" name="Rectangle 3"/>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a:latin typeface="+mn-lt"/>
                <a:ea typeface="黑体" pitchFamily="6" charset="-122"/>
                <a:cs typeface="+mj-cs"/>
              </a:rPr>
              <a:t>划分子网后变成了三级结构 </a:t>
            </a:r>
          </a:p>
        </p:txBody>
      </p:sp>
      <p:sp>
        <p:nvSpPr>
          <p:cNvPr id="506882" name="Rectangle 2"/>
          <p:cNvSpPr>
            <a:spLocks noGrp="1" noChangeArrowheads="1"/>
          </p:cNvSpPr>
          <p:nvPr>
            <p:ph idx="1"/>
          </p:nvPr>
        </p:nvSpPr>
        <p:spPr>
          <a:xfrm>
            <a:off x="457200" y="1196975"/>
            <a:ext cx="8369300" cy="4933950"/>
          </a:xfrm>
        </p:spPr>
        <p:txBody>
          <a:bodyPr vert="horz" wrap="square" lIns="91440" tIns="45720" rIns="91440" bIns="45720" numCol="1" anchor="t" anchorCtr="0" compatLnSpc="1"/>
          <a:lstStyle/>
          <a:p>
            <a:pPr algn="just" eaLnBrk="1" hangingPunct="1">
              <a:buSzPct val="75000"/>
            </a:pPr>
            <a:r>
              <a:rPr lang="zh-CN" altLang="en-US" sz="2900">
                <a:latin typeface="+mn-lt"/>
                <a:ea typeface="黑体" pitchFamily="6" charset="-122"/>
                <a:cs typeface="+mn-cs"/>
              </a:rPr>
              <a:t>当没有划分子网时，</a:t>
            </a:r>
            <a:r>
              <a:rPr lang="en-US" altLang="zh-CN" sz="2900">
                <a:latin typeface="+mn-lt"/>
                <a:ea typeface="黑体" pitchFamily="6" charset="-122"/>
                <a:cs typeface="+mn-cs"/>
              </a:rPr>
              <a:t>IP </a:t>
            </a:r>
            <a:r>
              <a:rPr lang="zh-CN" altLang="en-US" sz="2900">
                <a:latin typeface="+mn-lt"/>
                <a:ea typeface="黑体" pitchFamily="6" charset="-122"/>
                <a:cs typeface="+mn-cs"/>
              </a:rPr>
              <a:t>地址是两级结构。</a:t>
            </a:r>
          </a:p>
          <a:p>
            <a:pPr algn="just" eaLnBrk="1" hangingPunct="1">
              <a:buSzPct val="75000"/>
            </a:pPr>
            <a:r>
              <a:rPr lang="zh-CN" altLang="en-US" sz="2900">
                <a:latin typeface="+mn-lt"/>
                <a:ea typeface="黑体" pitchFamily="6" charset="-122"/>
                <a:cs typeface="+mn-cs"/>
              </a:rPr>
              <a:t>划分子网后 </a:t>
            </a:r>
            <a:r>
              <a:rPr lang="en-US" altLang="zh-CN" sz="2900">
                <a:latin typeface="+mn-lt"/>
                <a:ea typeface="黑体" pitchFamily="6" charset="-122"/>
                <a:cs typeface="+mn-cs"/>
              </a:rPr>
              <a:t>IP </a:t>
            </a:r>
            <a:r>
              <a:rPr lang="zh-CN" altLang="en-US" sz="2900">
                <a:latin typeface="+mn-lt"/>
                <a:ea typeface="黑体" pitchFamily="6" charset="-122"/>
                <a:cs typeface="+mn-cs"/>
              </a:rPr>
              <a:t>地址就变成了</a:t>
            </a:r>
            <a:r>
              <a:rPr lang="zh-CN" altLang="en-US" sz="2900">
                <a:solidFill>
                  <a:srgbClr val="FF0000"/>
                </a:solidFill>
                <a:latin typeface="+mn-lt"/>
                <a:ea typeface="黑体" pitchFamily="6" charset="-122"/>
                <a:cs typeface="+mn-cs"/>
              </a:rPr>
              <a:t>三级结构。</a:t>
            </a:r>
          </a:p>
          <a:p>
            <a:pPr algn="just" eaLnBrk="1" hangingPunct="1">
              <a:buSzPct val="75000"/>
            </a:pPr>
            <a:r>
              <a:rPr lang="zh-CN" altLang="en-US" sz="2900">
                <a:latin typeface="+mn-lt"/>
                <a:ea typeface="黑体" pitchFamily="6" charset="-122"/>
                <a:cs typeface="+mn-cs"/>
              </a:rPr>
              <a:t>划分子网只是把 </a:t>
            </a:r>
            <a:r>
              <a:rPr lang="en-US" altLang="zh-CN" sz="2900">
                <a:latin typeface="+mn-lt"/>
                <a:ea typeface="黑体" pitchFamily="6" charset="-122"/>
                <a:cs typeface="+mn-cs"/>
              </a:rPr>
              <a:t>IP </a:t>
            </a:r>
            <a:r>
              <a:rPr lang="zh-CN" altLang="en-US" sz="2900">
                <a:latin typeface="+mn-lt"/>
                <a:ea typeface="黑体" pitchFamily="6" charset="-122"/>
                <a:cs typeface="+mn-cs"/>
              </a:rPr>
              <a:t>地址的主机号 </a:t>
            </a:r>
            <a:r>
              <a:rPr lang="en-US" altLang="zh-CN" sz="2900">
                <a:latin typeface="+mn-lt"/>
                <a:ea typeface="黑体" pitchFamily="6" charset="-122"/>
                <a:cs typeface="+mn-cs"/>
              </a:rPr>
              <a:t>host-id </a:t>
            </a:r>
            <a:r>
              <a:rPr lang="zh-CN" altLang="en-US" sz="2900">
                <a:latin typeface="+mn-lt"/>
                <a:ea typeface="黑体" pitchFamily="6" charset="-122"/>
                <a:cs typeface="+mn-cs"/>
              </a:rPr>
              <a:t>这部分进行再划分，而</a:t>
            </a:r>
            <a:r>
              <a:rPr lang="zh-CN" altLang="en-US" sz="2900">
                <a:solidFill>
                  <a:srgbClr val="FF0000"/>
                </a:solidFill>
                <a:latin typeface="+mn-lt"/>
                <a:ea typeface="黑体" pitchFamily="6" charset="-122"/>
                <a:cs typeface="+mn-cs"/>
              </a:rPr>
              <a:t>不改变 </a:t>
            </a:r>
            <a:r>
              <a:rPr lang="en-US" altLang="zh-CN" sz="2900">
                <a:solidFill>
                  <a:srgbClr val="FF0000"/>
                </a:solidFill>
                <a:latin typeface="+mn-lt"/>
                <a:ea typeface="黑体" pitchFamily="6" charset="-122"/>
                <a:cs typeface="+mn-cs"/>
              </a:rPr>
              <a:t>IP </a:t>
            </a:r>
            <a:r>
              <a:rPr lang="zh-CN" altLang="en-US" sz="2900">
                <a:solidFill>
                  <a:srgbClr val="FF0000"/>
                </a:solidFill>
                <a:latin typeface="+mn-lt"/>
                <a:ea typeface="黑体" pitchFamily="6" charset="-122"/>
                <a:cs typeface="+mn-cs"/>
              </a:rPr>
              <a:t>地址原来的网络号 </a:t>
            </a:r>
            <a:r>
              <a:rPr lang="en-US" altLang="zh-CN" sz="2900">
                <a:solidFill>
                  <a:srgbClr val="FF0000"/>
                </a:solidFill>
                <a:latin typeface="+mn-lt"/>
                <a:ea typeface="黑体" pitchFamily="6" charset="-122"/>
                <a:cs typeface="+mn-cs"/>
              </a:rPr>
              <a:t>net-id</a:t>
            </a:r>
            <a:r>
              <a:rPr lang="zh-CN" altLang="en-US" sz="2900">
                <a:solidFill>
                  <a:srgbClr val="FF0000"/>
                </a:solidFill>
                <a:latin typeface="+mn-lt"/>
                <a:ea typeface="黑体" pitchFamily="6" charset="-122"/>
                <a:cs typeface="+mn-cs"/>
              </a:rPr>
              <a:t>。 </a:t>
            </a:r>
          </a:p>
        </p:txBody>
      </p:sp>
      <p:grpSp>
        <p:nvGrpSpPr>
          <p:cNvPr id="182275" name="组合 5"/>
          <p:cNvGrpSpPr/>
          <p:nvPr/>
        </p:nvGrpSpPr>
        <p:grpSpPr>
          <a:xfrm>
            <a:off x="2030413" y="3805238"/>
            <a:ext cx="5067300" cy="1617662"/>
            <a:chOff x="1839416" y="3501010"/>
            <a:chExt cx="5490146" cy="1752598"/>
          </a:xfrm>
        </p:grpSpPr>
        <p:grpSp>
          <p:nvGrpSpPr>
            <p:cNvPr id="182276" name="Group 19"/>
            <p:cNvGrpSpPr/>
            <p:nvPr/>
          </p:nvGrpSpPr>
          <p:grpSpPr>
            <a:xfrm>
              <a:off x="4160912" y="3577204"/>
              <a:ext cx="3168650" cy="500062"/>
              <a:chOff x="2375" y="2045"/>
              <a:chExt cx="1996" cy="430"/>
            </a:xfrm>
          </p:grpSpPr>
          <p:sp>
            <p:nvSpPr>
              <p:cNvPr id="21" name="Line 13"/>
              <p:cNvSpPr>
                <a:spLocks noChangeShapeType="1"/>
              </p:cNvSpPr>
              <p:nvPr/>
            </p:nvSpPr>
            <p:spPr bwMode="auto">
              <a:xfrm>
                <a:off x="4371" y="2045"/>
                <a:ext cx="0" cy="430"/>
              </a:xfrm>
              <a:prstGeom prst="line">
                <a:avLst/>
              </a:prstGeom>
              <a:noFill/>
              <a:ln w="28575">
                <a:solidFill>
                  <a:srgbClr val="000000"/>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22" name="Line 14"/>
              <p:cNvSpPr>
                <a:spLocks noChangeShapeType="1"/>
              </p:cNvSpPr>
              <p:nvPr/>
            </p:nvSpPr>
            <p:spPr bwMode="auto">
              <a:xfrm>
                <a:off x="2375" y="2045"/>
                <a:ext cx="0" cy="430"/>
              </a:xfrm>
              <a:prstGeom prst="line">
                <a:avLst/>
              </a:prstGeom>
              <a:noFill/>
              <a:ln w="28575">
                <a:solidFill>
                  <a:srgbClr val="000000"/>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grpSp>
        <p:grpSp>
          <p:nvGrpSpPr>
            <p:cNvPr id="182277" name="Group 21"/>
            <p:cNvGrpSpPr/>
            <p:nvPr/>
          </p:nvGrpSpPr>
          <p:grpSpPr>
            <a:xfrm>
              <a:off x="1867991" y="3501010"/>
              <a:ext cx="5454650" cy="1736726"/>
              <a:chOff x="755" y="2169"/>
              <a:chExt cx="3436" cy="1094"/>
            </a:xfrm>
          </p:grpSpPr>
          <p:sp>
            <p:nvSpPr>
              <p:cNvPr id="17" name="Line 9"/>
              <p:cNvSpPr>
                <a:spLocks noChangeShapeType="1"/>
              </p:cNvSpPr>
              <p:nvPr/>
            </p:nvSpPr>
            <p:spPr bwMode="auto">
              <a:xfrm>
                <a:off x="755" y="3122"/>
                <a:ext cx="3436" cy="0"/>
              </a:xfrm>
              <a:prstGeom prst="line">
                <a:avLst/>
              </a:prstGeom>
              <a:noFill/>
              <a:ln w="28575">
                <a:solidFill>
                  <a:srgbClr val="000000"/>
                </a:solidFill>
                <a:round/>
                <a:headEnd type="triangle" w="med" len="med"/>
                <a:tailEnd type="triangle" w="med" len="me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18" name="Text Box 10"/>
              <p:cNvSpPr txBox="1">
                <a:spLocks noChangeArrowheads="1"/>
              </p:cNvSpPr>
              <p:nvPr/>
            </p:nvSpPr>
            <p:spPr bwMode="auto">
              <a:xfrm>
                <a:off x="2218" y="2967"/>
                <a:ext cx="593" cy="296"/>
              </a:xfrm>
              <a:prstGeom prst="rect">
                <a:avLst/>
              </a:prstGeom>
              <a:solidFill>
                <a:srgbClr val="FFFFFF"/>
              </a:solidFill>
              <a:ln>
                <a:noFill/>
              </a:ln>
              <a:effectLst/>
            </p:spPr>
            <p:txBody>
              <a:bodyPr wrap="none">
                <a:spAutoFit/>
              </a:bodyPr>
              <a:lstStyle/>
              <a:p>
                <a:pPr marR="0" defTabSz="843915" fontAlgn="auto">
                  <a:spcBef>
                    <a:spcPts val="0"/>
                  </a:spcBef>
                  <a:spcAft>
                    <a:spcPts val="0"/>
                  </a:spcAft>
                  <a:buClrTx/>
                  <a:buSzTx/>
                  <a:buFontTx/>
                  <a:buNone/>
                  <a:defRPr/>
                </a:pPr>
                <a:r>
                  <a:rPr kumimoji="0" lang="en-US" altLang="zh-CN" sz="2215" b="1" kern="0" cap="none" spc="0" normalizeH="0" baseline="0" noProof="0" dirty="0">
                    <a:solidFill>
                      <a:sysClr val="windowText" lastClr="000000"/>
                    </a:solidFill>
                    <a:latin typeface="Arial" panose="020B0604020202090204"/>
                    <a:ea typeface="黑体" pitchFamily="6" charset="-122"/>
                    <a:cs typeface="+mn-cs"/>
                  </a:rPr>
                  <a:t>32 </a:t>
                </a:r>
                <a:r>
                  <a:rPr kumimoji="0" lang="zh-CN" altLang="en-US" sz="2215" b="1" kern="0" cap="none" spc="0" normalizeH="0" baseline="0" noProof="0" dirty="0">
                    <a:solidFill>
                      <a:sysClr val="windowText" lastClr="000000"/>
                    </a:solidFill>
                    <a:latin typeface="Arial" panose="020B0604020202090204"/>
                    <a:ea typeface="黑体" pitchFamily="6" charset="-122"/>
                    <a:cs typeface="+mn-cs"/>
                  </a:rPr>
                  <a:t>位</a:t>
                </a:r>
              </a:p>
            </p:txBody>
          </p:sp>
          <p:sp>
            <p:nvSpPr>
              <p:cNvPr id="19" name="Line 15"/>
              <p:cNvSpPr>
                <a:spLocks noChangeShapeType="1"/>
              </p:cNvSpPr>
              <p:nvPr/>
            </p:nvSpPr>
            <p:spPr bwMode="auto">
              <a:xfrm>
                <a:off x="2201" y="2350"/>
                <a:ext cx="1990" cy="0"/>
              </a:xfrm>
              <a:prstGeom prst="line">
                <a:avLst/>
              </a:prstGeom>
              <a:noFill/>
              <a:ln w="28575">
                <a:solidFill>
                  <a:srgbClr val="000000"/>
                </a:solidFill>
                <a:round/>
                <a:headEnd type="triangle" w="med" len="med"/>
                <a:tailEnd type="triangle" w="med" len="me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20" name="Text Box 16"/>
              <p:cNvSpPr txBox="1">
                <a:spLocks noChangeArrowheads="1"/>
              </p:cNvSpPr>
              <p:nvPr/>
            </p:nvSpPr>
            <p:spPr bwMode="auto">
              <a:xfrm>
                <a:off x="2789" y="2169"/>
                <a:ext cx="905" cy="296"/>
              </a:xfrm>
              <a:prstGeom prst="rect">
                <a:avLst/>
              </a:prstGeom>
              <a:solidFill>
                <a:srgbClr val="FFFFFF"/>
              </a:solidFill>
              <a:ln>
                <a:noFill/>
              </a:ln>
              <a:effectLst/>
            </p:spPr>
            <p:txBody>
              <a:bodyPr wrap="none">
                <a:spAutoFit/>
              </a:bodyPr>
              <a:lstStyle/>
              <a:p>
                <a:pPr marR="0" defTabSz="843915" fontAlgn="auto">
                  <a:spcBef>
                    <a:spcPts val="0"/>
                  </a:spcBef>
                  <a:spcAft>
                    <a:spcPts val="0"/>
                  </a:spcAft>
                  <a:buClrTx/>
                  <a:buSzTx/>
                  <a:buFontTx/>
                  <a:buNone/>
                  <a:defRPr/>
                </a:pPr>
                <a:r>
                  <a:rPr kumimoji="0" lang="zh-CN" altLang="en-US" sz="2215" b="1" kern="0" cap="none" spc="0" normalizeH="0" baseline="0" noProof="0" dirty="0">
                    <a:solidFill>
                      <a:srgbClr val="C00000"/>
                    </a:solidFill>
                    <a:latin typeface="Arial" panose="020B0604020202090204"/>
                    <a:ea typeface="黑体" pitchFamily="6" charset="-122"/>
                    <a:cs typeface="+mn-cs"/>
                  </a:rPr>
                  <a:t>本地地址</a:t>
                </a:r>
              </a:p>
            </p:txBody>
          </p:sp>
        </p:grpSp>
        <p:grpSp>
          <p:nvGrpSpPr>
            <p:cNvPr id="182278" name="Group 20"/>
            <p:cNvGrpSpPr/>
            <p:nvPr/>
          </p:nvGrpSpPr>
          <p:grpSpPr>
            <a:xfrm>
              <a:off x="1842591" y="4644008"/>
              <a:ext cx="5486401" cy="609600"/>
              <a:chOff x="739" y="2832"/>
              <a:chExt cx="3456" cy="430"/>
            </a:xfrm>
          </p:grpSpPr>
          <p:sp>
            <p:nvSpPr>
              <p:cNvPr id="15" name="Line 8"/>
              <p:cNvSpPr>
                <a:spLocks noChangeShapeType="1"/>
              </p:cNvSpPr>
              <p:nvPr/>
            </p:nvSpPr>
            <p:spPr bwMode="auto">
              <a:xfrm>
                <a:off x="739" y="2835"/>
                <a:ext cx="0" cy="427"/>
              </a:xfrm>
              <a:prstGeom prst="line">
                <a:avLst/>
              </a:prstGeom>
              <a:noFill/>
              <a:ln w="28575">
                <a:solidFill>
                  <a:srgbClr val="000000"/>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16" name="Line 17"/>
              <p:cNvSpPr>
                <a:spLocks noChangeShapeType="1"/>
              </p:cNvSpPr>
              <p:nvPr/>
            </p:nvSpPr>
            <p:spPr bwMode="auto">
              <a:xfrm>
                <a:off x="4195" y="2835"/>
                <a:ext cx="0" cy="427"/>
              </a:xfrm>
              <a:prstGeom prst="line">
                <a:avLst/>
              </a:prstGeom>
              <a:noFill/>
              <a:ln w="28575">
                <a:solidFill>
                  <a:srgbClr val="000000"/>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47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grpSp>
        <p:grpSp>
          <p:nvGrpSpPr>
            <p:cNvPr id="182279" name="Group 18"/>
            <p:cNvGrpSpPr/>
            <p:nvPr/>
          </p:nvGrpSpPr>
          <p:grpSpPr>
            <a:xfrm>
              <a:off x="1839416" y="4105856"/>
              <a:ext cx="5482976" cy="612776"/>
              <a:chOff x="737" y="2493"/>
              <a:chExt cx="3894" cy="386"/>
            </a:xfrm>
          </p:grpSpPr>
          <p:sp>
            <p:nvSpPr>
              <p:cNvPr id="11"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algn="ctr" defTabSz="843280">
                  <a:buNone/>
                </a:pPr>
                <a:r>
                  <a:rPr lang="zh-CN" altLang="en-US" sz="2200" b="1">
                    <a:solidFill>
                      <a:srgbClr val="000000"/>
                    </a:solidFill>
                    <a:latin typeface="Arial" panose="020B0604020202090204" pitchFamily="34" charset="0"/>
                    <a:ea typeface="黑体" pitchFamily="6" charset="-122"/>
                  </a:rPr>
                  <a:t>网络号</a:t>
                </a:r>
                <a:endParaRPr lang="en-US" altLang="zh-CN" sz="2200" b="1">
                  <a:solidFill>
                    <a:srgbClr val="000000"/>
                  </a:solidFill>
                  <a:latin typeface="Arial" panose="020B0604020202090204" pitchFamily="34" charset="0"/>
                  <a:ea typeface="黑体" pitchFamily="6" charset="-122"/>
                </a:endParaRPr>
              </a:p>
            </p:txBody>
          </p:sp>
          <p:sp>
            <p:nvSpPr>
              <p:cNvPr id="12" name="Rectangle 7"/>
              <p:cNvSpPr>
                <a:spLocks noChangeArrowheads="1"/>
              </p:cNvSpPr>
              <p:nvPr/>
            </p:nvSpPr>
            <p:spPr bwMode="auto">
              <a:xfrm>
                <a:off x="2387" y="2494"/>
                <a:ext cx="2244" cy="385"/>
              </a:xfrm>
              <a:prstGeom prst="rect">
                <a:avLst/>
              </a:prstGeom>
              <a:solidFill>
                <a:srgbClr val="66FFFF"/>
              </a:solidFill>
              <a:ln w="19050" algn="ctr">
                <a:solidFill>
                  <a:schemeClr val="tx1"/>
                </a:solidFill>
                <a:miter lim="800000"/>
              </a:ln>
              <a:effectLst>
                <a:outerShdw dist="107763" dir="2700000" algn="ctr" rotWithShape="0">
                  <a:srgbClr val="1C1C1C">
                    <a:alpha val="50000"/>
                  </a:srgbClr>
                </a:outerShdw>
              </a:effectLst>
            </p:spPr>
            <p:txBody>
              <a:bodyPr wrap="none" anchor="ctr"/>
              <a:lstStyle/>
              <a:p>
                <a:pPr marL="0" marR="0" lvl="0" indent="0" algn="ctr" defTabSz="843915" rtl="0" eaLnBrk="0" fontAlgn="auto" latinLnBrk="0" hangingPunct="0">
                  <a:lnSpc>
                    <a:spcPct val="100000"/>
                  </a:lnSpc>
                  <a:spcBef>
                    <a:spcPts val="0"/>
                  </a:spcBef>
                  <a:spcAft>
                    <a:spcPts val="0"/>
                  </a:spcAft>
                  <a:buClrTx/>
                  <a:buSzTx/>
                  <a:buFontTx/>
                  <a:buNone/>
                  <a:defRPr/>
                </a:pPr>
                <a:endParaRPr kumimoji="0" lang="zh-CN" altLang="zh-CN" sz="2585" b="1" i="0" u="none" strike="noStrike" kern="0" cap="none" spc="0" normalizeH="0" baseline="0" noProof="0">
                  <a:ln>
                    <a:noFill/>
                  </a:ln>
                  <a:solidFill>
                    <a:sysClr val="windowText" lastClr="000000"/>
                  </a:solidFill>
                  <a:effectLst/>
                  <a:uLnTx/>
                  <a:uFillTx/>
                  <a:latin typeface="Arial" panose="020B0604020202090204"/>
                  <a:ea typeface="黑体" pitchFamily="6" charset="-122"/>
                  <a:cs typeface="+mn-cs"/>
                </a:endParaRPr>
              </a:p>
            </p:txBody>
          </p:sp>
          <p:sp>
            <p:nvSpPr>
              <p:cNvPr id="13" name="Rectangle 11"/>
              <p:cNvSpPr>
                <a:spLocks noChangeArrowheads="1"/>
              </p:cNvSpPr>
              <p:nvPr/>
            </p:nvSpPr>
            <p:spPr bwMode="auto">
              <a:xfrm>
                <a:off x="3614" y="2551"/>
                <a:ext cx="966" cy="296"/>
              </a:xfrm>
              <a:prstGeom prst="rect">
                <a:avLst/>
              </a:prstGeom>
              <a:noFill/>
              <a:ln w="9525" algn="ctr">
                <a:noFill/>
                <a:miter lim="800000"/>
              </a:ln>
              <a:effectLst/>
            </p:spPr>
            <p:txBody>
              <a:bodyPr>
                <a:spAutoFit/>
              </a:bodyPr>
              <a:lstStyle/>
              <a:p>
                <a:pPr marL="0" marR="0" lvl="0" indent="0" algn="ctr" defTabSz="843915" rtl="0" eaLnBrk="0" fontAlgn="auto" latinLnBrk="0" hangingPunct="0">
                  <a:lnSpc>
                    <a:spcPct val="100000"/>
                  </a:lnSpc>
                  <a:spcBef>
                    <a:spcPts val="0"/>
                  </a:spcBef>
                  <a:spcAft>
                    <a:spcPts val="0"/>
                  </a:spcAft>
                  <a:buClrTx/>
                  <a:buSzTx/>
                  <a:buFontTx/>
                  <a:buNone/>
                  <a:defRPr/>
                </a:pPr>
                <a:r>
                  <a:rPr kumimoji="0" lang="zh-CN" altLang="en-US" sz="2215" b="1" i="0" u="none" strike="noStrike" kern="0" cap="none" spc="0" normalizeH="0" baseline="0" noProof="0" dirty="0">
                    <a:ln>
                      <a:noFill/>
                    </a:ln>
                    <a:solidFill>
                      <a:sysClr val="windowText" lastClr="000000"/>
                    </a:solidFill>
                    <a:effectLst/>
                    <a:uLnTx/>
                    <a:uFillTx/>
                    <a:latin typeface="Arial" panose="020B0604020202090204"/>
                    <a:ea typeface="黑体" pitchFamily="6" charset="-122"/>
                    <a:cs typeface="+mn-cs"/>
                  </a:rPr>
                  <a:t>主机号</a:t>
                </a:r>
                <a:endParaRPr kumimoji="0" lang="en-US" altLang="zh-CN" sz="2215" b="1" i="0" u="none" strike="noStrike" kern="0" cap="none" spc="0" normalizeH="0" baseline="0" noProof="0" dirty="0">
                  <a:ln>
                    <a:noFill/>
                  </a:ln>
                  <a:solidFill>
                    <a:sysClr val="windowText" lastClr="000000"/>
                  </a:solidFill>
                  <a:effectLst/>
                  <a:uLnTx/>
                  <a:uFillTx/>
                  <a:latin typeface="Arial" panose="020B0604020202090204"/>
                  <a:ea typeface="黑体" pitchFamily="6" charset="-122"/>
                  <a:cs typeface="+mn-cs"/>
                </a:endParaRPr>
              </a:p>
            </p:txBody>
          </p:sp>
          <p:sp>
            <p:nvSpPr>
              <p:cNvPr id="14" name="Rectangle 12"/>
              <p:cNvSpPr>
                <a:spLocks noChangeArrowheads="1"/>
              </p:cNvSpPr>
              <p:nvPr/>
            </p:nvSpPr>
            <p:spPr bwMode="auto">
              <a:xfrm>
                <a:off x="2440" y="2551"/>
                <a:ext cx="1069" cy="283"/>
              </a:xfrm>
              <a:prstGeom prst="rect">
                <a:avLst/>
              </a:prstGeom>
              <a:solidFill>
                <a:srgbClr val="FF66FF"/>
              </a:solidFill>
              <a:ln w="9525" algn="ctr">
                <a:solidFill>
                  <a:schemeClr val="tx1"/>
                </a:solidFill>
                <a:miter lim="800000"/>
              </a:ln>
              <a:effectLst/>
            </p:spPr>
            <p:txBody>
              <a:bodyPr wrap="none" anchor="ctr"/>
              <a:lstStyle/>
              <a:p>
                <a:pPr marL="0" marR="0" lvl="0" indent="0" algn="ctr" defTabSz="843915" rtl="0" eaLnBrk="0" fontAlgn="auto" latinLnBrk="0" hangingPunct="0">
                  <a:lnSpc>
                    <a:spcPct val="100000"/>
                  </a:lnSpc>
                  <a:spcBef>
                    <a:spcPts val="0"/>
                  </a:spcBef>
                  <a:spcAft>
                    <a:spcPts val="0"/>
                  </a:spcAft>
                  <a:buClrTx/>
                  <a:buSzTx/>
                  <a:buFontTx/>
                  <a:buNone/>
                  <a:defRPr/>
                </a:pPr>
                <a:r>
                  <a:rPr kumimoji="0" lang="zh-CN" altLang="en-US" sz="2215" b="1" i="0" u="none" strike="noStrike" kern="0" cap="none" spc="0" normalizeH="0" baseline="0" noProof="0" dirty="0">
                    <a:ln>
                      <a:noFill/>
                    </a:ln>
                    <a:solidFill>
                      <a:sysClr val="windowText" lastClr="000000"/>
                    </a:solidFill>
                    <a:effectLst/>
                    <a:uLnTx/>
                    <a:uFillTx/>
                    <a:latin typeface="Arial" panose="020B0604020202090204"/>
                    <a:ea typeface="黑体" pitchFamily="6" charset="-122"/>
                    <a:cs typeface="+mn-cs"/>
                  </a:rPr>
                  <a:t>子网号</a:t>
                </a:r>
                <a:endParaRPr kumimoji="0" lang="en-US" altLang="zh-CN" sz="2215" b="1" i="0" u="none" strike="noStrike" kern="0" cap="none" spc="0" normalizeH="0" baseline="0" noProof="0" dirty="0">
                  <a:ln>
                    <a:noFill/>
                  </a:ln>
                  <a:solidFill>
                    <a:sysClr val="windowText" lastClr="000000"/>
                  </a:solidFill>
                  <a:effectLst/>
                  <a:uLnTx/>
                  <a:uFillTx/>
                  <a:latin typeface="Arial" panose="020B0604020202090204"/>
                  <a:ea typeface="黑体" pitchFamily="6" charset="-122"/>
                  <a:cs typeface="+mn-cs"/>
                </a:endParaRPr>
              </a:p>
            </p:txBody>
          </p:sp>
        </p:gr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688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688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3666" name="Rectangle 2"/>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a:latin typeface="+mn-lt"/>
                <a:ea typeface="黑体" pitchFamily="6" charset="-122"/>
                <a:cs typeface="+mj-cs"/>
              </a:rPr>
              <a:t>划分子网后变成了三级结构 </a:t>
            </a:r>
            <a:endParaRPr lang="en-US" altLang="zh-CN">
              <a:latin typeface="+mn-lt"/>
              <a:ea typeface="黑体" pitchFamily="6" charset="-122"/>
              <a:cs typeface="+mj-cs"/>
            </a:endParaRPr>
          </a:p>
        </p:txBody>
      </p:sp>
      <p:sp>
        <p:nvSpPr>
          <p:cNvPr id="1393667" name="Rectangle 3"/>
          <p:cNvSpPr>
            <a:spLocks noGrp="1" noChangeArrowheads="1"/>
          </p:cNvSpPr>
          <p:nvPr>
            <p:ph idx="1"/>
          </p:nvPr>
        </p:nvSpPr>
        <p:spPr>
          <a:xfrm>
            <a:off x="457200" y="1196975"/>
            <a:ext cx="8369300" cy="4933950"/>
          </a:xfrm>
        </p:spPr>
        <p:txBody>
          <a:bodyPr vert="horz" wrap="square" lIns="91440" tIns="45720" rIns="91440" bIns="45720" numCol="1" anchor="t" anchorCtr="0" compatLnSpc="1"/>
          <a:lstStyle/>
          <a:p>
            <a:pPr eaLnBrk="1" hangingPunct="1">
              <a:buSzPct val="75000"/>
            </a:pPr>
            <a:r>
              <a:rPr lang="zh-CN" altLang="en-US" sz="2900">
                <a:solidFill>
                  <a:srgbClr val="FF0000"/>
                </a:solidFill>
                <a:latin typeface="+mn-lt"/>
                <a:ea typeface="黑体" pitchFamily="6" charset="-122"/>
                <a:cs typeface="+mn-cs"/>
              </a:rPr>
              <a:t>优点</a:t>
            </a:r>
          </a:p>
          <a:p>
            <a:pPr lvl="1" eaLnBrk="1" hangingPunct="1">
              <a:buSzPct val="70000"/>
            </a:pPr>
            <a:r>
              <a:rPr lang="zh-CN" altLang="en-US" sz="2500">
                <a:latin typeface="+mn-lt"/>
                <a:ea typeface="黑体" pitchFamily="6" charset="-122"/>
              </a:rPr>
              <a:t>减少了 </a:t>
            </a:r>
            <a:r>
              <a:rPr lang="en-US" altLang="zh-CN" sz="2500">
                <a:latin typeface="+mn-lt"/>
                <a:ea typeface="黑体" pitchFamily="6" charset="-122"/>
              </a:rPr>
              <a:t>IP </a:t>
            </a:r>
            <a:r>
              <a:rPr lang="zh-CN" altLang="en-US" sz="2500">
                <a:latin typeface="+mn-lt"/>
                <a:ea typeface="黑体" pitchFamily="6" charset="-122"/>
              </a:rPr>
              <a:t>地址的浪费</a:t>
            </a:r>
          </a:p>
          <a:p>
            <a:pPr lvl="1" eaLnBrk="1" hangingPunct="1">
              <a:buSzPct val="70000"/>
            </a:pPr>
            <a:r>
              <a:rPr lang="zh-CN" altLang="en-US" sz="2500">
                <a:latin typeface="+mn-lt"/>
                <a:ea typeface="黑体" pitchFamily="6" charset="-122"/>
              </a:rPr>
              <a:t>使网络的组织更加灵活</a:t>
            </a:r>
          </a:p>
          <a:p>
            <a:pPr lvl="1" eaLnBrk="1" hangingPunct="1">
              <a:buSzPct val="70000"/>
            </a:pPr>
            <a:r>
              <a:rPr lang="zh-CN" altLang="en-US" sz="2500">
                <a:latin typeface="+mn-lt"/>
                <a:ea typeface="黑体" pitchFamily="6" charset="-122"/>
              </a:rPr>
              <a:t>更便于维护和管理</a:t>
            </a:r>
          </a:p>
          <a:p>
            <a:pPr lvl="1" eaLnBrk="1" hangingPunct="1">
              <a:buSzPct val="70000"/>
            </a:pPr>
            <a:endParaRPr lang="zh-CN" altLang="en-US" sz="2500">
              <a:latin typeface="+mn-lt"/>
              <a:ea typeface="黑体" pitchFamily="6" charset="-122"/>
            </a:endParaRPr>
          </a:p>
          <a:p>
            <a:pPr eaLnBrk="1" hangingPunct="1">
              <a:buSzPct val="75000"/>
            </a:pPr>
            <a:r>
              <a:rPr lang="zh-CN" altLang="en-US" sz="2900">
                <a:solidFill>
                  <a:srgbClr val="0000FF"/>
                </a:solidFill>
                <a:latin typeface="+mn-lt"/>
                <a:ea typeface="黑体" pitchFamily="6" charset="-122"/>
                <a:cs typeface="+mn-cs"/>
              </a:rPr>
              <a:t>划分子网纯属一个单位内部的事情，对外部网络透明，</a:t>
            </a:r>
            <a:r>
              <a:rPr lang="zh-CN" altLang="en-US" sz="2900">
                <a:latin typeface="+mn-lt"/>
                <a:ea typeface="黑体" pitchFamily="6" charset="-122"/>
                <a:cs typeface="+mn-cs"/>
              </a:rPr>
              <a:t>对外仍然表现为没有划分子网的一个网络。</a:t>
            </a:r>
          </a:p>
        </p:txBody>
      </p:sp>
      <p:sp>
        <p:nvSpPr>
          <p:cNvPr id="2" name="文本框 1"/>
          <p:cNvSpPr txBox="1"/>
          <p:nvPr/>
        </p:nvSpPr>
        <p:spPr>
          <a:xfrm>
            <a:off x="558165" y="5353685"/>
            <a:ext cx="8028305" cy="491490"/>
          </a:xfrm>
          <a:prstGeom prst="rect">
            <a:avLst/>
          </a:prstGeom>
          <a:solidFill>
            <a:schemeClr val="tx2">
              <a:lumMod val="20000"/>
              <a:lumOff val="80000"/>
            </a:schemeClr>
          </a:solidFill>
          <a:effectLst>
            <a:outerShdw blurRad="50800" dist="38100" dir="8100000" algn="tr" rotWithShape="0">
              <a:prstClr val="black">
                <a:alpha val="40000"/>
              </a:prstClr>
            </a:outerShdw>
          </a:effectLst>
        </p:spPr>
        <p:txBody>
          <a:bodyPr wrap="square" rtlCol="0" anchor="t">
            <a:spAutoFit/>
          </a:bodyPr>
          <a:lstStyle/>
          <a:p>
            <a:pPr eaLnBrk="1" hangingPunct="1">
              <a:buSzPct val="75000"/>
            </a:pPr>
            <a:r>
              <a:rPr lang="en-US" altLang="zh-CN" sz="2600">
                <a:latin typeface="+mn-lt"/>
                <a:ea typeface="黑体" pitchFamily="6" charset="-122"/>
                <a:sym typeface="+mn-ea"/>
              </a:rPr>
              <a:t>Q</a:t>
            </a:r>
            <a:r>
              <a:rPr lang="zh-CN" altLang="en-US" sz="2600">
                <a:latin typeface="+mn-lt"/>
                <a:ea typeface="黑体" pitchFamily="6" charset="-122"/>
                <a:sym typeface="+mn-ea"/>
              </a:rPr>
              <a:t>：如何知道是否划分了子网？利用多少位划分子网？</a:t>
            </a:r>
          </a:p>
        </p:txBody>
      </p:sp>
    </p:spTree>
  </p:cSld>
  <p:clrMapOvr>
    <a:masterClrMapping/>
  </p:clrMapOvr>
  <p:transition spd="slow"/>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7" name="Rectangle 3"/>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eaLnBrk="1" hangingPunct="1">
              <a:buNone/>
            </a:pPr>
            <a:r>
              <a:rPr lang="zh-CN" altLang="en-US">
                <a:latin typeface="+mn-lt"/>
                <a:ea typeface="黑体" pitchFamily="6" charset="-122"/>
                <a:cs typeface="+mj-cs"/>
              </a:rPr>
              <a:t>子网掩码</a:t>
            </a:r>
          </a:p>
        </p:txBody>
      </p:sp>
      <p:sp>
        <p:nvSpPr>
          <p:cNvPr id="507906" name="Rectangle 2"/>
          <p:cNvSpPr>
            <a:spLocks noGrp="1" noChangeArrowheads="1"/>
          </p:cNvSpPr>
          <p:nvPr>
            <p:ph idx="1"/>
          </p:nvPr>
        </p:nvSpPr>
        <p:spPr>
          <a:xfrm>
            <a:off x="384175" y="1368425"/>
            <a:ext cx="8442325" cy="4554538"/>
          </a:xfrm>
        </p:spPr>
        <p:txBody>
          <a:bodyPr vert="horz" wrap="square" lIns="91440" tIns="45720" rIns="91440" bIns="45720" numCol="1" anchor="t" anchorCtr="0" compatLnSpc="1"/>
          <a:lstStyle/>
          <a:p>
            <a:pPr algn="just" eaLnBrk="1" hangingPunct="1">
              <a:buSzPct val="75000"/>
            </a:pPr>
            <a:r>
              <a:rPr lang="zh-CN" altLang="en-US" sz="2900">
                <a:latin typeface="+mn-lt"/>
                <a:ea typeface="黑体" pitchFamily="6" charset="-122"/>
                <a:cs typeface="+mn-cs"/>
              </a:rPr>
              <a:t>从一个</a:t>
            </a:r>
            <a:r>
              <a:rPr lang="zh-CN" altLang="en-US" sz="1800">
                <a:latin typeface="+mn-lt"/>
                <a:ea typeface="黑体" pitchFamily="6" charset="-122"/>
                <a:cs typeface="+mn-cs"/>
              </a:rPr>
              <a:t> </a:t>
            </a:r>
            <a:r>
              <a:rPr lang="en-US" altLang="zh-CN" sz="2900">
                <a:latin typeface="+mn-lt"/>
                <a:ea typeface="黑体" pitchFamily="6" charset="-122"/>
                <a:cs typeface="+mn-cs"/>
              </a:rPr>
              <a:t>IP</a:t>
            </a:r>
            <a:r>
              <a:rPr lang="en-US" altLang="zh-CN" sz="1800">
                <a:latin typeface="+mn-lt"/>
                <a:ea typeface="黑体" pitchFamily="6" charset="-122"/>
                <a:cs typeface="+mn-cs"/>
              </a:rPr>
              <a:t> </a:t>
            </a:r>
            <a:r>
              <a:rPr lang="zh-CN" altLang="en-US" sz="2900">
                <a:latin typeface="+mn-lt"/>
                <a:ea typeface="黑体" pitchFamily="6" charset="-122"/>
                <a:cs typeface="+mn-cs"/>
              </a:rPr>
              <a:t>数据报的首部并</a:t>
            </a:r>
            <a:r>
              <a:rPr lang="zh-CN" altLang="en-US" sz="2900">
                <a:solidFill>
                  <a:srgbClr val="FF0000"/>
                </a:solidFill>
                <a:latin typeface="+mn-lt"/>
                <a:ea typeface="黑体" pitchFamily="6" charset="-122"/>
                <a:cs typeface="+mn-cs"/>
              </a:rPr>
              <a:t>无法判断</a:t>
            </a:r>
            <a:r>
              <a:rPr lang="zh-CN" altLang="en-US" sz="2900">
                <a:latin typeface="+mn-lt"/>
                <a:ea typeface="黑体" pitchFamily="6" charset="-122"/>
                <a:cs typeface="+mn-cs"/>
              </a:rPr>
              <a:t>源主机或目的主机所连接的网络是否进行了子网划分。</a:t>
            </a:r>
          </a:p>
          <a:p>
            <a:pPr algn="just" eaLnBrk="1" hangingPunct="1">
              <a:buSzPct val="75000"/>
            </a:pPr>
            <a:r>
              <a:rPr lang="zh-CN" altLang="en-US" sz="2900">
                <a:latin typeface="+mn-lt"/>
                <a:ea typeface="黑体" pitchFamily="6" charset="-122"/>
                <a:cs typeface="+mn-cs"/>
              </a:rPr>
              <a:t>使用</a:t>
            </a:r>
            <a:r>
              <a:rPr lang="zh-CN" altLang="en-US" sz="2900">
                <a:solidFill>
                  <a:srgbClr val="FF0000"/>
                </a:solidFill>
                <a:latin typeface="+mn-lt"/>
                <a:ea typeface="黑体" pitchFamily="6" charset="-122"/>
                <a:cs typeface="+mn-cs"/>
              </a:rPr>
              <a:t>子网掩码 </a:t>
            </a:r>
            <a:r>
              <a:rPr lang="en-US" altLang="zh-CN" sz="2900">
                <a:latin typeface="+mn-lt"/>
                <a:ea typeface="黑体" pitchFamily="6" charset="-122"/>
                <a:cs typeface="+mn-cs"/>
              </a:rPr>
              <a:t>(subnet mask) </a:t>
            </a:r>
            <a:r>
              <a:rPr lang="zh-CN" altLang="en-US" sz="2900">
                <a:latin typeface="+mn-lt"/>
                <a:ea typeface="黑体" pitchFamily="6" charset="-122"/>
                <a:cs typeface="+mn-cs"/>
              </a:rPr>
              <a:t>可以找出 </a:t>
            </a:r>
            <a:r>
              <a:rPr lang="en-US" altLang="zh-CN" sz="2900">
                <a:latin typeface="+mn-lt"/>
                <a:ea typeface="黑体" pitchFamily="6" charset="-122"/>
                <a:cs typeface="+mn-cs"/>
              </a:rPr>
              <a:t>IP </a:t>
            </a:r>
            <a:r>
              <a:rPr lang="zh-CN" altLang="en-US" sz="2900">
                <a:latin typeface="+mn-lt"/>
                <a:ea typeface="黑体" pitchFamily="6" charset="-122"/>
                <a:cs typeface="+mn-cs"/>
              </a:rPr>
              <a:t>地址中的子网部分。 </a:t>
            </a:r>
          </a:p>
          <a:p>
            <a:pPr marL="0" indent="0" algn="just" eaLnBrk="1" hangingPunct="1">
              <a:buSzPct val="75000"/>
              <a:buNone/>
            </a:pPr>
            <a:r>
              <a:rPr lang="zh-CN" altLang="en-US" sz="2900">
                <a:latin typeface="+mn-lt"/>
                <a:ea typeface="黑体" pitchFamily="6" charset="-122"/>
                <a:cs typeface="+mn-cs"/>
              </a:rPr>
              <a:t> </a:t>
            </a:r>
            <a:endParaRPr lang="en-US" altLang="zh-CN" sz="2900">
              <a:latin typeface="+mn-lt"/>
              <a:ea typeface="黑体" pitchFamily="6" charset="-122"/>
              <a:cs typeface="+mn-cs"/>
            </a:endParaRPr>
          </a:p>
          <a:p>
            <a:pPr eaLnBrk="1" hangingPunct="1">
              <a:buSzPct val="75000"/>
              <a:buFont typeface="Wingdings" panose="05000000000000000000" pitchFamily="2" charset="2"/>
              <a:buNone/>
            </a:pPr>
            <a:r>
              <a:rPr lang="zh-CN" altLang="en-US" sz="2900">
                <a:solidFill>
                  <a:srgbClr val="0000FF"/>
                </a:solidFill>
                <a:latin typeface="+mn-lt"/>
                <a:ea typeface="黑体" pitchFamily="6" charset="-122"/>
                <a:cs typeface="+mn-cs"/>
              </a:rPr>
              <a:t>规则：</a:t>
            </a:r>
          </a:p>
          <a:p>
            <a:pPr eaLnBrk="1" hangingPunct="1">
              <a:buSzPct val="75000"/>
            </a:pPr>
            <a:r>
              <a:rPr lang="zh-CN" altLang="en-US" sz="2900">
                <a:latin typeface="+mn-lt"/>
                <a:ea typeface="黑体" pitchFamily="6" charset="-122"/>
                <a:cs typeface="+mn-cs"/>
              </a:rPr>
              <a:t>子网掩码长度 ＝ </a:t>
            </a:r>
            <a:r>
              <a:rPr lang="en-US" altLang="zh-CN" sz="2900">
                <a:latin typeface="+mn-lt"/>
                <a:ea typeface="黑体" pitchFamily="6" charset="-122"/>
                <a:cs typeface="+mn-cs"/>
              </a:rPr>
              <a:t>32 </a:t>
            </a:r>
            <a:r>
              <a:rPr lang="zh-CN" altLang="en-US" sz="2900">
                <a:latin typeface="+mn-lt"/>
                <a:ea typeface="黑体" pitchFamily="6" charset="-122"/>
                <a:cs typeface="+mn-cs"/>
              </a:rPr>
              <a:t>位</a:t>
            </a:r>
          </a:p>
          <a:p>
            <a:pPr eaLnBrk="1" hangingPunct="1">
              <a:buSzPct val="75000"/>
            </a:pPr>
            <a:r>
              <a:rPr lang="zh-CN" altLang="en-US" sz="2900">
                <a:solidFill>
                  <a:srgbClr val="FF0000"/>
                </a:solidFill>
                <a:latin typeface="+mn-lt"/>
                <a:ea typeface="黑体" pitchFamily="6" charset="-122"/>
                <a:cs typeface="+mn-cs"/>
              </a:rPr>
              <a:t>某位 ＝ </a:t>
            </a:r>
            <a:r>
              <a:rPr lang="en-US" altLang="zh-CN" sz="2900">
                <a:solidFill>
                  <a:srgbClr val="FF0000"/>
                </a:solidFill>
                <a:latin typeface="+mn-lt"/>
                <a:ea typeface="黑体" pitchFamily="6" charset="-122"/>
                <a:cs typeface="+mn-cs"/>
              </a:rPr>
              <a:t>1</a:t>
            </a:r>
            <a:r>
              <a:rPr lang="zh-CN" altLang="en-US" sz="2900">
                <a:solidFill>
                  <a:srgbClr val="FF0000"/>
                </a:solidFill>
                <a:latin typeface="+mn-lt"/>
                <a:ea typeface="黑体" pitchFamily="6" charset="-122"/>
                <a:cs typeface="+mn-cs"/>
              </a:rPr>
              <a:t>：</a:t>
            </a:r>
            <a:r>
              <a:rPr lang="en-US" altLang="zh-CN" sz="2900">
                <a:latin typeface="+mn-lt"/>
                <a:ea typeface="黑体" pitchFamily="6" charset="-122"/>
                <a:cs typeface="+mn-cs"/>
              </a:rPr>
              <a:t>IP</a:t>
            </a:r>
            <a:r>
              <a:rPr lang="zh-CN" altLang="en-US" sz="2900">
                <a:latin typeface="+mn-lt"/>
                <a:ea typeface="黑体" pitchFamily="6" charset="-122"/>
                <a:cs typeface="+mn-cs"/>
              </a:rPr>
              <a:t>地址中的对应位为网络号和子网号</a:t>
            </a:r>
            <a:endParaRPr lang="en-US" altLang="zh-CN" sz="2900">
              <a:latin typeface="+mn-lt"/>
              <a:ea typeface="黑体" pitchFamily="6" charset="-122"/>
              <a:cs typeface="+mn-cs"/>
            </a:endParaRPr>
          </a:p>
          <a:p>
            <a:pPr eaLnBrk="1" hangingPunct="1">
              <a:buSzPct val="75000"/>
            </a:pPr>
            <a:r>
              <a:rPr lang="zh-CN" altLang="en-US" sz="2900">
                <a:solidFill>
                  <a:srgbClr val="FF0000"/>
                </a:solidFill>
                <a:latin typeface="+mn-lt"/>
                <a:ea typeface="黑体" pitchFamily="6" charset="-122"/>
                <a:cs typeface="+mn-cs"/>
              </a:rPr>
              <a:t>某位 ＝ </a:t>
            </a:r>
            <a:r>
              <a:rPr lang="en-US" altLang="zh-CN" sz="2900">
                <a:solidFill>
                  <a:srgbClr val="FF0000"/>
                </a:solidFill>
                <a:latin typeface="+mn-lt"/>
                <a:ea typeface="黑体" pitchFamily="6" charset="-122"/>
                <a:cs typeface="+mn-cs"/>
              </a:rPr>
              <a:t>0</a:t>
            </a:r>
            <a:r>
              <a:rPr lang="zh-CN" altLang="en-US" sz="2900">
                <a:solidFill>
                  <a:srgbClr val="FF0000"/>
                </a:solidFill>
                <a:latin typeface="+mn-lt"/>
                <a:ea typeface="黑体" pitchFamily="6" charset="-122"/>
                <a:cs typeface="+mn-cs"/>
              </a:rPr>
              <a:t>：</a:t>
            </a:r>
            <a:r>
              <a:rPr lang="en-US" altLang="zh-CN" sz="2900">
                <a:latin typeface="+mn-lt"/>
                <a:ea typeface="黑体" pitchFamily="6" charset="-122"/>
                <a:cs typeface="+mn-cs"/>
              </a:rPr>
              <a:t>IP</a:t>
            </a:r>
            <a:r>
              <a:rPr lang="zh-CN" altLang="en-US" sz="2900">
                <a:latin typeface="+mn-lt"/>
                <a:ea typeface="黑体" pitchFamily="6" charset="-122"/>
                <a:cs typeface="+mn-cs"/>
              </a:rPr>
              <a:t>地址中的对应位为主机号  </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7906">
                                            <p:txEl>
                                              <p:charRg st="43" end="84"/>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7906">
                                            <p:txEl>
                                              <p:char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07906">
                                            <p:txEl>
                                              <p:charRg st="84" end="88"/>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07906">
                                            <p:txEl>
                                              <p:charRg st="88" end="102"/>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507906">
                                            <p:txEl>
                                              <p:charRg st="102" end="12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07906">
                                            <p:txEl>
                                              <p:charRg st="127" end="15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2" name="Rectangle 4"/>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en-US" altLang="zh-CN">
                <a:latin typeface="+mn-lt"/>
                <a:ea typeface="黑体" pitchFamily="6" charset="-122"/>
                <a:cs typeface="+mj-cs"/>
              </a:rPr>
              <a:t>IP </a:t>
            </a:r>
            <a:r>
              <a:rPr lang="zh-CN" altLang="en-US">
                <a:latin typeface="+mn-lt"/>
                <a:ea typeface="黑体" pitchFamily="6" charset="-122"/>
                <a:cs typeface="+mj-cs"/>
              </a:rPr>
              <a:t>地址的各字段和子网掩码 </a:t>
            </a:r>
          </a:p>
        </p:txBody>
      </p:sp>
      <p:sp>
        <p:nvSpPr>
          <p:cNvPr id="508930" name="Rectangle 2"/>
          <p:cNvSpPr>
            <a:spLocks noChangeArrowheads="1"/>
          </p:cNvSpPr>
          <p:nvPr/>
        </p:nvSpPr>
        <p:spPr bwMode="auto">
          <a:xfrm>
            <a:off x="1785938" y="3163888"/>
            <a:ext cx="7110413" cy="436563"/>
          </a:xfrm>
          <a:prstGeom prst="rect">
            <a:avLst/>
          </a:prstGeom>
          <a:solidFill>
            <a:srgbClr val="CCECFF"/>
          </a:solidFill>
          <a:ln w="12700">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31" name="Rectangle 3"/>
          <p:cNvSpPr>
            <a:spLocks noChangeArrowheads="1"/>
          </p:cNvSpPr>
          <p:nvPr/>
        </p:nvSpPr>
        <p:spPr bwMode="auto">
          <a:xfrm>
            <a:off x="1785938" y="1987550"/>
            <a:ext cx="7110413" cy="428625"/>
          </a:xfrm>
          <a:prstGeom prst="rect">
            <a:avLst/>
          </a:prstGeom>
          <a:solidFill>
            <a:srgbClr val="CCECFF"/>
          </a:solidFill>
          <a:ln w="12700">
            <a:solidFill>
              <a:srgbClr val="333399"/>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33" name="Line 5"/>
          <p:cNvSpPr>
            <a:spLocks noChangeShapeType="1"/>
          </p:cNvSpPr>
          <p:nvPr/>
        </p:nvSpPr>
        <p:spPr bwMode="auto">
          <a:xfrm>
            <a:off x="1820863" y="3868738"/>
            <a:ext cx="5245100" cy="4763"/>
          </a:xfrm>
          <a:prstGeom prst="line">
            <a:avLst/>
          </a:prstGeom>
          <a:noFill/>
          <a:ln w="12700">
            <a:solidFill>
              <a:schemeClr val="tx1"/>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34" name="Line 6"/>
          <p:cNvSpPr>
            <a:spLocks noChangeShapeType="1"/>
          </p:cNvSpPr>
          <p:nvPr/>
        </p:nvSpPr>
        <p:spPr bwMode="auto">
          <a:xfrm flipV="1">
            <a:off x="7097713" y="3868738"/>
            <a:ext cx="1778000" cy="0"/>
          </a:xfrm>
          <a:prstGeom prst="line">
            <a:avLst/>
          </a:prstGeom>
          <a:noFill/>
          <a:ln w="12700">
            <a:solidFill>
              <a:schemeClr val="tx2"/>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36" name="Rectangle 8"/>
          <p:cNvSpPr>
            <a:spLocks noChangeArrowheads="1"/>
          </p:cNvSpPr>
          <p:nvPr/>
        </p:nvSpPr>
        <p:spPr bwMode="auto">
          <a:xfrm>
            <a:off x="1800225" y="2000250"/>
            <a:ext cx="3490913" cy="407988"/>
          </a:xfrm>
          <a:prstGeom prst="rect">
            <a:avLst/>
          </a:prstGeom>
          <a:solidFill>
            <a:srgbClr val="FFFF99"/>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37" name="Rectangle 9"/>
          <p:cNvSpPr>
            <a:spLocks noChangeArrowheads="1"/>
          </p:cNvSpPr>
          <p:nvPr/>
        </p:nvSpPr>
        <p:spPr bwMode="auto">
          <a:xfrm>
            <a:off x="2400300" y="1966913"/>
            <a:ext cx="3344863" cy="48101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221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145        </a:t>
            </a:r>
            <a:r>
              <a:rPr kumimoji="1" lang="en-US" altLang="zh-CN" sz="258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a:t>
            </a:r>
            <a:r>
              <a:rPr kumimoji="1" lang="en-US" altLang="zh-CN" sz="221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        13            </a:t>
            </a:r>
            <a:r>
              <a:rPr kumimoji="1" lang="en-US" altLang="zh-CN" sz="258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a:t>
            </a:r>
          </a:p>
        </p:txBody>
      </p:sp>
      <p:sp>
        <p:nvSpPr>
          <p:cNvPr id="508938" name="Rectangle 10"/>
          <p:cNvSpPr>
            <a:spLocks noChangeArrowheads="1"/>
          </p:cNvSpPr>
          <p:nvPr/>
        </p:nvSpPr>
        <p:spPr bwMode="auto">
          <a:xfrm>
            <a:off x="6145213" y="1966913"/>
            <a:ext cx="2151063" cy="48101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3         </a:t>
            </a:r>
            <a:r>
              <a:rPr kumimoji="1" lang="en-US" altLang="zh-CN" sz="258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a:t>
            </a: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         10</a:t>
            </a:r>
          </a:p>
        </p:txBody>
      </p:sp>
      <p:sp>
        <p:nvSpPr>
          <p:cNvPr id="508939" name="Rectangle 11"/>
          <p:cNvSpPr>
            <a:spLocks noChangeArrowheads="1"/>
          </p:cNvSpPr>
          <p:nvPr/>
        </p:nvSpPr>
        <p:spPr bwMode="auto">
          <a:xfrm>
            <a:off x="317500" y="2000250"/>
            <a:ext cx="1470025" cy="36671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两级 </a:t>
            </a:r>
            <a:r>
              <a:rPr kumimoji="1" lang="en-US" altLang="zh-CN"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IP </a:t>
            </a: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地址</a:t>
            </a:r>
          </a:p>
        </p:txBody>
      </p:sp>
      <p:sp>
        <p:nvSpPr>
          <p:cNvPr id="508940" name="Rectangle 12"/>
          <p:cNvSpPr>
            <a:spLocks noChangeArrowheads="1"/>
          </p:cNvSpPr>
          <p:nvPr/>
        </p:nvSpPr>
        <p:spPr bwMode="auto">
          <a:xfrm>
            <a:off x="2944813" y="3771900"/>
            <a:ext cx="1160463" cy="241300"/>
          </a:xfrm>
          <a:prstGeom prst="rect">
            <a:avLst/>
          </a:prstGeom>
          <a:solidFill>
            <a:schemeClr val="bg1"/>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41" name="Line 13"/>
          <p:cNvSpPr>
            <a:spLocks noChangeShapeType="1"/>
          </p:cNvSpPr>
          <p:nvPr/>
        </p:nvSpPr>
        <p:spPr bwMode="auto">
          <a:xfrm>
            <a:off x="5299075" y="1995488"/>
            <a:ext cx="0" cy="419100"/>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42" name="Rectangle 14"/>
          <p:cNvSpPr>
            <a:spLocks noChangeArrowheads="1"/>
          </p:cNvSpPr>
          <p:nvPr/>
        </p:nvSpPr>
        <p:spPr bwMode="auto">
          <a:xfrm>
            <a:off x="2905125" y="3689350"/>
            <a:ext cx="3041650" cy="366713"/>
          </a:xfrm>
          <a:prstGeom prst="rect">
            <a:avLst/>
          </a:prstGeom>
          <a:solidFill>
            <a:schemeClr val="bg1"/>
          </a:solid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子网号为 </a:t>
            </a:r>
            <a:r>
              <a:rPr lang="en-US" altLang="zh-CN" b="1">
                <a:solidFill>
                  <a:srgbClr val="0000CC"/>
                </a:solidFill>
                <a:latin typeface="Arial" panose="020B0604020202090204" pitchFamily="34" charset="0"/>
                <a:ea typeface="黑体" pitchFamily="6" charset="-122"/>
              </a:rPr>
              <a:t>3 </a:t>
            </a:r>
            <a:r>
              <a:rPr lang="zh-CN" altLang="en-US" b="1">
                <a:solidFill>
                  <a:srgbClr val="0000CC"/>
                </a:solidFill>
                <a:latin typeface="Arial" panose="020B0604020202090204" pitchFamily="34" charset="0"/>
                <a:ea typeface="黑体" pitchFamily="6" charset="-122"/>
              </a:rPr>
              <a:t>的网络的网络号</a:t>
            </a:r>
          </a:p>
        </p:txBody>
      </p:sp>
      <p:sp>
        <p:nvSpPr>
          <p:cNvPr id="508943" name="Rectangle 15"/>
          <p:cNvSpPr>
            <a:spLocks noChangeArrowheads="1"/>
          </p:cNvSpPr>
          <p:nvPr/>
        </p:nvSpPr>
        <p:spPr bwMode="auto">
          <a:xfrm>
            <a:off x="1812925" y="3182938"/>
            <a:ext cx="5268913" cy="407988"/>
          </a:xfrm>
          <a:prstGeom prst="rect">
            <a:avLst/>
          </a:prstGeom>
          <a:solidFill>
            <a:srgbClr val="FFFF99"/>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46" name="Rectangle 18"/>
          <p:cNvSpPr>
            <a:spLocks noChangeArrowheads="1"/>
          </p:cNvSpPr>
          <p:nvPr/>
        </p:nvSpPr>
        <p:spPr bwMode="auto">
          <a:xfrm>
            <a:off x="317500" y="3182938"/>
            <a:ext cx="1470025" cy="366713"/>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三级 </a:t>
            </a:r>
            <a:r>
              <a:rPr lang="en-US" altLang="zh-CN" b="1">
                <a:solidFill>
                  <a:srgbClr val="0000CC"/>
                </a:solidFill>
                <a:latin typeface="Arial" panose="020B0604020202090204" pitchFamily="34" charset="0"/>
                <a:ea typeface="黑体" pitchFamily="6" charset="-122"/>
              </a:rPr>
              <a:t>IP </a:t>
            </a:r>
            <a:r>
              <a:rPr lang="zh-CN" altLang="en-US" b="1">
                <a:solidFill>
                  <a:srgbClr val="0000CC"/>
                </a:solidFill>
                <a:latin typeface="Arial" panose="020B0604020202090204" pitchFamily="34" charset="0"/>
                <a:ea typeface="黑体" pitchFamily="6" charset="-122"/>
              </a:rPr>
              <a:t>地址</a:t>
            </a:r>
          </a:p>
        </p:txBody>
      </p:sp>
      <p:sp>
        <p:nvSpPr>
          <p:cNvPr id="508947" name="Rectangle 19"/>
          <p:cNvSpPr>
            <a:spLocks noChangeArrowheads="1"/>
          </p:cNvSpPr>
          <p:nvPr/>
        </p:nvSpPr>
        <p:spPr bwMode="auto">
          <a:xfrm>
            <a:off x="7629525" y="3771900"/>
            <a:ext cx="889000" cy="263525"/>
          </a:xfrm>
          <a:prstGeom prst="rect">
            <a:avLst/>
          </a:prstGeom>
          <a:solidFill>
            <a:schemeClr val="bg1"/>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48" name="Line 20"/>
          <p:cNvSpPr>
            <a:spLocks noChangeShapeType="1"/>
          </p:cNvSpPr>
          <p:nvPr/>
        </p:nvSpPr>
        <p:spPr bwMode="auto">
          <a:xfrm>
            <a:off x="5299075" y="3181350"/>
            <a:ext cx="0" cy="415925"/>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49" name="Rectangle 21"/>
          <p:cNvSpPr>
            <a:spLocks noChangeArrowheads="1"/>
          </p:cNvSpPr>
          <p:nvPr/>
        </p:nvSpPr>
        <p:spPr bwMode="auto">
          <a:xfrm>
            <a:off x="7578725" y="3629025"/>
            <a:ext cx="881063" cy="36671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主机号</a:t>
            </a:r>
          </a:p>
        </p:txBody>
      </p:sp>
      <p:sp>
        <p:nvSpPr>
          <p:cNvPr id="508951" name="Line 23"/>
          <p:cNvSpPr>
            <a:spLocks noChangeShapeType="1"/>
          </p:cNvSpPr>
          <p:nvPr/>
        </p:nvSpPr>
        <p:spPr bwMode="auto">
          <a:xfrm>
            <a:off x="7097713" y="3168650"/>
            <a:ext cx="0" cy="417513"/>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55" name="Line 27"/>
          <p:cNvSpPr>
            <a:spLocks noChangeShapeType="1"/>
          </p:cNvSpPr>
          <p:nvPr/>
        </p:nvSpPr>
        <p:spPr bwMode="auto">
          <a:xfrm>
            <a:off x="1798638" y="3635375"/>
            <a:ext cx="0" cy="363538"/>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56" name="Line 28"/>
          <p:cNvSpPr>
            <a:spLocks noChangeShapeType="1"/>
          </p:cNvSpPr>
          <p:nvPr/>
        </p:nvSpPr>
        <p:spPr bwMode="auto">
          <a:xfrm>
            <a:off x="7097713" y="2698750"/>
            <a:ext cx="0" cy="401638"/>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57" name="Rectangle 29"/>
          <p:cNvSpPr>
            <a:spLocks noChangeArrowheads="1"/>
          </p:cNvSpPr>
          <p:nvPr/>
        </p:nvSpPr>
        <p:spPr bwMode="auto">
          <a:xfrm>
            <a:off x="317500" y="4094163"/>
            <a:ext cx="1470025" cy="650875"/>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三级 </a:t>
            </a:r>
            <a:r>
              <a:rPr lang="en-US" altLang="zh-CN" b="1">
                <a:solidFill>
                  <a:srgbClr val="0000CC"/>
                </a:solidFill>
                <a:latin typeface="Arial" panose="020B0604020202090204" pitchFamily="34" charset="0"/>
                <a:ea typeface="黑体" pitchFamily="6" charset="-122"/>
              </a:rPr>
              <a:t>IP </a:t>
            </a:r>
            <a:r>
              <a:rPr lang="zh-CN" altLang="en-US" b="1">
                <a:solidFill>
                  <a:srgbClr val="0000CC"/>
                </a:solidFill>
                <a:latin typeface="Arial" panose="020B0604020202090204" pitchFamily="34" charset="0"/>
                <a:ea typeface="黑体" pitchFamily="6" charset="-122"/>
              </a:rPr>
              <a:t>地址</a:t>
            </a:r>
          </a:p>
          <a:p>
            <a:pPr defTabSz="703580">
              <a:buNone/>
            </a:pPr>
            <a:r>
              <a:rPr lang="zh-CN" altLang="en-US" b="1">
                <a:solidFill>
                  <a:srgbClr val="0000CC"/>
                </a:solidFill>
                <a:latin typeface="Arial" panose="020B0604020202090204" pitchFamily="34" charset="0"/>
                <a:ea typeface="黑体" pitchFamily="6" charset="-122"/>
              </a:rPr>
              <a:t>的子网掩码</a:t>
            </a:r>
          </a:p>
        </p:txBody>
      </p:sp>
      <p:sp>
        <p:nvSpPr>
          <p:cNvPr id="508958" name="Line 30"/>
          <p:cNvSpPr>
            <a:spLocks noChangeShapeType="1"/>
          </p:cNvSpPr>
          <p:nvPr/>
        </p:nvSpPr>
        <p:spPr bwMode="auto">
          <a:xfrm>
            <a:off x="1798638" y="1730375"/>
            <a:ext cx="3482975" cy="0"/>
          </a:xfrm>
          <a:prstGeom prst="line">
            <a:avLst/>
          </a:prstGeom>
          <a:noFill/>
          <a:ln w="12700">
            <a:solidFill>
              <a:schemeClr val="tx1"/>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59" name="Line 31"/>
          <p:cNvSpPr>
            <a:spLocks noChangeShapeType="1"/>
          </p:cNvSpPr>
          <p:nvPr/>
        </p:nvSpPr>
        <p:spPr bwMode="auto">
          <a:xfrm>
            <a:off x="1798638" y="1535113"/>
            <a:ext cx="0" cy="369888"/>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60" name="Line 32"/>
          <p:cNvSpPr>
            <a:spLocks noChangeShapeType="1"/>
          </p:cNvSpPr>
          <p:nvPr/>
        </p:nvSpPr>
        <p:spPr bwMode="auto">
          <a:xfrm>
            <a:off x="8896350" y="1535113"/>
            <a:ext cx="0" cy="354013"/>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61" name="Rectangle 33"/>
          <p:cNvSpPr>
            <a:spLocks noChangeArrowheads="1"/>
          </p:cNvSpPr>
          <p:nvPr/>
        </p:nvSpPr>
        <p:spPr bwMode="auto">
          <a:xfrm>
            <a:off x="3097213" y="1501775"/>
            <a:ext cx="881063" cy="366713"/>
          </a:xfrm>
          <a:prstGeom prst="rect">
            <a:avLst/>
          </a:prstGeom>
          <a:solidFill>
            <a:schemeClr val="bg1"/>
          </a:solid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网络号</a:t>
            </a:r>
          </a:p>
        </p:txBody>
      </p:sp>
      <p:sp>
        <p:nvSpPr>
          <p:cNvPr id="508962" name="Line 34"/>
          <p:cNvSpPr>
            <a:spLocks noChangeShapeType="1"/>
          </p:cNvSpPr>
          <p:nvPr/>
        </p:nvSpPr>
        <p:spPr bwMode="auto">
          <a:xfrm>
            <a:off x="5326063" y="1730375"/>
            <a:ext cx="3582988" cy="0"/>
          </a:xfrm>
          <a:prstGeom prst="line">
            <a:avLst/>
          </a:prstGeom>
          <a:noFill/>
          <a:ln w="12700">
            <a:solidFill>
              <a:schemeClr val="tx1"/>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63" name="Rectangle 35"/>
          <p:cNvSpPr>
            <a:spLocks noChangeArrowheads="1"/>
          </p:cNvSpPr>
          <p:nvPr/>
        </p:nvSpPr>
        <p:spPr bwMode="auto">
          <a:xfrm>
            <a:off x="6642100" y="1501775"/>
            <a:ext cx="881063" cy="366713"/>
          </a:xfrm>
          <a:prstGeom prst="rect">
            <a:avLst/>
          </a:prstGeom>
          <a:solidFill>
            <a:schemeClr val="bg1"/>
          </a:solid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主机号</a:t>
            </a:r>
          </a:p>
        </p:txBody>
      </p:sp>
      <p:sp>
        <p:nvSpPr>
          <p:cNvPr id="508964" name="Line 36"/>
          <p:cNvSpPr>
            <a:spLocks noChangeShapeType="1"/>
          </p:cNvSpPr>
          <p:nvPr/>
        </p:nvSpPr>
        <p:spPr bwMode="auto">
          <a:xfrm>
            <a:off x="5299075" y="1535113"/>
            <a:ext cx="0" cy="369888"/>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65" name="Line 37"/>
          <p:cNvSpPr>
            <a:spLocks noChangeShapeType="1"/>
          </p:cNvSpPr>
          <p:nvPr/>
        </p:nvSpPr>
        <p:spPr bwMode="auto">
          <a:xfrm flipV="1">
            <a:off x="1798638" y="2884488"/>
            <a:ext cx="3495675" cy="12700"/>
          </a:xfrm>
          <a:prstGeom prst="line">
            <a:avLst/>
          </a:prstGeom>
          <a:noFill/>
          <a:ln w="12700">
            <a:solidFill>
              <a:schemeClr val="tx1"/>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66" name="Line 38"/>
          <p:cNvSpPr>
            <a:spLocks noChangeShapeType="1"/>
          </p:cNvSpPr>
          <p:nvPr/>
        </p:nvSpPr>
        <p:spPr bwMode="auto">
          <a:xfrm>
            <a:off x="1798638" y="2701925"/>
            <a:ext cx="0" cy="368300"/>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67" name="Line 39"/>
          <p:cNvSpPr>
            <a:spLocks noChangeShapeType="1"/>
          </p:cNvSpPr>
          <p:nvPr/>
        </p:nvSpPr>
        <p:spPr bwMode="auto">
          <a:xfrm>
            <a:off x="8896350" y="2701925"/>
            <a:ext cx="0" cy="354013"/>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69" name="Line 41"/>
          <p:cNvSpPr>
            <a:spLocks noChangeShapeType="1"/>
          </p:cNvSpPr>
          <p:nvPr/>
        </p:nvSpPr>
        <p:spPr bwMode="auto">
          <a:xfrm flipV="1">
            <a:off x="5326063" y="2884488"/>
            <a:ext cx="3570288" cy="12700"/>
          </a:xfrm>
          <a:prstGeom prst="line">
            <a:avLst/>
          </a:prstGeom>
          <a:noFill/>
          <a:ln w="12700">
            <a:solidFill>
              <a:schemeClr val="tx1"/>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71" name="Line 43"/>
          <p:cNvSpPr>
            <a:spLocks noChangeShapeType="1"/>
          </p:cNvSpPr>
          <p:nvPr/>
        </p:nvSpPr>
        <p:spPr bwMode="auto">
          <a:xfrm>
            <a:off x="5299075" y="2701925"/>
            <a:ext cx="0" cy="368300"/>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72" name="Line 44"/>
          <p:cNvSpPr>
            <a:spLocks noChangeShapeType="1"/>
          </p:cNvSpPr>
          <p:nvPr/>
        </p:nvSpPr>
        <p:spPr bwMode="auto">
          <a:xfrm>
            <a:off x="7081838" y="3683000"/>
            <a:ext cx="0" cy="419100"/>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73" name="Line 45"/>
          <p:cNvSpPr>
            <a:spLocks noChangeShapeType="1"/>
          </p:cNvSpPr>
          <p:nvPr/>
        </p:nvSpPr>
        <p:spPr bwMode="auto">
          <a:xfrm>
            <a:off x="8896350" y="3635375"/>
            <a:ext cx="0" cy="419100"/>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74" name="Rectangle 46"/>
          <p:cNvSpPr>
            <a:spLocks noChangeArrowheads="1"/>
          </p:cNvSpPr>
          <p:nvPr/>
        </p:nvSpPr>
        <p:spPr bwMode="auto">
          <a:xfrm>
            <a:off x="673100" y="4878388"/>
            <a:ext cx="1117600" cy="652463"/>
          </a:xfrm>
          <a:prstGeom prst="rect">
            <a:avLst/>
          </a:prstGeom>
          <a:noFill/>
          <a:ln>
            <a:noFill/>
          </a:ln>
          <a:effectLst/>
        </p:spPr>
        <p:txBody>
          <a:bodyPr wrap="none" lIns="83527" tIns="41031" rIns="83527" bIns="41031">
            <a:spAutoFit/>
          </a:bodyPr>
          <a:lstStyle/>
          <a:p>
            <a:pPr algn="ctr" defTabSz="703580">
              <a:buNone/>
            </a:pPr>
            <a:r>
              <a:rPr lang="zh-CN" altLang="en-US" b="1">
                <a:solidFill>
                  <a:srgbClr val="0000CC"/>
                </a:solidFill>
                <a:latin typeface="Arial" panose="020B0604020202090204" pitchFamily="34" charset="0"/>
                <a:ea typeface="黑体" pitchFamily="6" charset="-122"/>
              </a:rPr>
              <a:t>子网的</a:t>
            </a:r>
          </a:p>
          <a:p>
            <a:pPr algn="ctr" defTabSz="703580">
              <a:buNone/>
            </a:pPr>
            <a:r>
              <a:rPr lang="zh-CN" altLang="en-US" b="1">
                <a:solidFill>
                  <a:srgbClr val="0000CC"/>
                </a:solidFill>
                <a:latin typeface="Arial" panose="020B0604020202090204" pitchFamily="34" charset="0"/>
                <a:ea typeface="黑体" pitchFamily="6" charset="-122"/>
              </a:rPr>
              <a:t>网络地址</a:t>
            </a:r>
          </a:p>
        </p:txBody>
      </p:sp>
      <p:sp>
        <p:nvSpPr>
          <p:cNvPr id="508975" name="Rectangle 47"/>
          <p:cNvSpPr>
            <a:spLocks noChangeArrowheads="1"/>
          </p:cNvSpPr>
          <p:nvPr/>
        </p:nvSpPr>
        <p:spPr bwMode="auto">
          <a:xfrm>
            <a:off x="7081838" y="4227513"/>
            <a:ext cx="1800225" cy="463550"/>
          </a:xfrm>
          <a:prstGeom prst="rect">
            <a:avLst/>
          </a:prstGeom>
          <a:solidFill>
            <a:srgbClr val="CCE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76" name="Rectangle 48"/>
          <p:cNvSpPr>
            <a:spLocks noChangeArrowheads="1"/>
          </p:cNvSpPr>
          <p:nvPr/>
        </p:nvSpPr>
        <p:spPr bwMode="auto">
          <a:xfrm>
            <a:off x="1824038" y="4227513"/>
            <a:ext cx="5257800" cy="463550"/>
          </a:xfrm>
          <a:prstGeom prst="rect">
            <a:avLst/>
          </a:prstGeom>
          <a:solidFill>
            <a:srgbClr val="FFC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grpSp>
        <p:nvGrpSpPr>
          <p:cNvPr id="508977" name="Group 49"/>
          <p:cNvGrpSpPr/>
          <p:nvPr/>
        </p:nvGrpSpPr>
        <p:grpSpPr>
          <a:xfrm>
            <a:off x="1920875" y="4268788"/>
            <a:ext cx="6908800" cy="381000"/>
            <a:chOff x="1205" y="3120"/>
            <a:chExt cx="4352" cy="260"/>
          </a:xfrm>
        </p:grpSpPr>
        <p:sp>
          <p:nvSpPr>
            <p:cNvPr id="508978" name="Rectangle 50"/>
            <p:cNvSpPr>
              <a:spLocks noChangeArrowheads="1"/>
            </p:cNvSpPr>
            <p:nvPr/>
          </p:nvSpPr>
          <p:spPr bwMode="auto">
            <a:xfrm>
              <a:off x="1205" y="3120"/>
              <a:ext cx="3276" cy="260"/>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940"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1 1 1 1 1 1 1 1 1 1 1 1 1 1 1 1   1 1 1 1 1 1 1 1</a:t>
              </a:r>
            </a:p>
          </p:txBody>
        </p:sp>
        <p:sp>
          <p:nvSpPr>
            <p:cNvPr id="508979" name="Rectangle 51"/>
            <p:cNvSpPr>
              <a:spLocks noChangeArrowheads="1"/>
            </p:cNvSpPr>
            <p:nvPr/>
          </p:nvSpPr>
          <p:spPr bwMode="auto">
            <a:xfrm>
              <a:off x="4452" y="3120"/>
              <a:ext cx="1105" cy="260"/>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940"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0 0 0 0 0 0 0 0</a:t>
              </a:r>
            </a:p>
          </p:txBody>
        </p:sp>
      </p:grpSp>
      <p:sp>
        <p:nvSpPr>
          <p:cNvPr id="508980" name="Line 52"/>
          <p:cNvSpPr>
            <a:spLocks noChangeShapeType="1"/>
          </p:cNvSpPr>
          <p:nvPr/>
        </p:nvSpPr>
        <p:spPr bwMode="auto">
          <a:xfrm>
            <a:off x="5299075" y="4227513"/>
            <a:ext cx="1588" cy="463550"/>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81" name="Rectangle 53"/>
          <p:cNvSpPr>
            <a:spLocks noChangeArrowheads="1"/>
          </p:cNvSpPr>
          <p:nvPr/>
        </p:nvSpPr>
        <p:spPr bwMode="auto">
          <a:xfrm>
            <a:off x="7081838" y="5024438"/>
            <a:ext cx="1800225" cy="463550"/>
          </a:xfrm>
          <a:prstGeom prst="rect">
            <a:avLst/>
          </a:prstGeom>
          <a:solidFill>
            <a:srgbClr val="CCE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82" name="Rectangle 54"/>
          <p:cNvSpPr>
            <a:spLocks noChangeArrowheads="1"/>
          </p:cNvSpPr>
          <p:nvPr/>
        </p:nvSpPr>
        <p:spPr bwMode="auto">
          <a:xfrm>
            <a:off x="1824038" y="5024438"/>
            <a:ext cx="5257800" cy="463550"/>
          </a:xfrm>
          <a:prstGeom prst="rect">
            <a:avLst/>
          </a:prstGeom>
          <a:solidFill>
            <a:srgbClr val="FFC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83" name="Line 55"/>
          <p:cNvSpPr>
            <a:spLocks noChangeShapeType="1"/>
          </p:cNvSpPr>
          <p:nvPr/>
        </p:nvSpPr>
        <p:spPr bwMode="auto">
          <a:xfrm>
            <a:off x="5299075" y="5024438"/>
            <a:ext cx="1588" cy="463550"/>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8986" name="Rectangle 58"/>
          <p:cNvSpPr>
            <a:spLocks noChangeArrowheads="1"/>
          </p:cNvSpPr>
          <p:nvPr/>
        </p:nvSpPr>
        <p:spPr bwMode="auto">
          <a:xfrm>
            <a:off x="7800975" y="5046663"/>
            <a:ext cx="328613" cy="42386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0</a:t>
            </a:r>
          </a:p>
        </p:txBody>
      </p:sp>
      <p:sp>
        <p:nvSpPr>
          <p:cNvPr id="508988" name="Rectangle 60"/>
          <p:cNvSpPr>
            <a:spLocks noChangeArrowheads="1"/>
          </p:cNvSpPr>
          <p:nvPr/>
        </p:nvSpPr>
        <p:spPr bwMode="auto">
          <a:xfrm>
            <a:off x="3121025" y="2698750"/>
            <a:ext cx="881063" cy="366713"/>
          </a:xfrm>
          <a:prstGeom prst="rect">
            <a:avLst/>
          </a:prstGeom>
          <a:solidFill>
            <a:schemeClr val="bg1"/>
          </a:solid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网络号</a:t>
            </a:r>
          </a:p>
        </p:txBody>
      </p:sp>
      <p:sp>
        <p:nvSpPr>
          <p:cNvPr id="508953" name="Rectangle 25"/>
          <p:cNvSpPr>
            <a:spLocks noChangeArrowheads="1"/>
          </p:cNvSpPr>
          <p:nvPr/>
        </p:nvSpPr>
        <p:spPr bwMode="auto">
          <a:xfrm>
            <a:off x="5778500" y="2698750"/>
            <a:ext cx="881063" cy="366713"/>
          </a:xfrm>
          <a:prstGeom prst="rect">
            <a:avLst/>
          </a:prstGeom>
          <a:solidFill>
            <a:schemeClr val="bg1"/>
          </a:solid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子网号</a:t>
            </a:r>
          </a:p>
        </p:txBody>
      </p:sp>
      <p:sp>
        <p:nvSpPr>
          <p:cNvPr id="508945" name="Rectangle 17"/>
          <p:cNvSpPr>
            <a:spLocks noChangeArrowheads="1"/>
          </p:cNvSpPr>
          <p:nvPr/>
        </p:nvSpPr>
        <p:spPr bwMode="auto">
          <a:xfrm>
            <a:off x="7556500" y="2698750"/>
            <a:ext cx="881063" cy="366713"/>
          </a:xfrm>
          <a:prstGeom prst="rect">
            <a:avLst/>
          </a:prstGeom>
          <a:solidFill>
            <a:schemeClr val="bg1"/>
          </a:solid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主机号</a:t>
            </a:r>
          </a:p>
        </p:txBody>
      </p:sp>
      <p:sp>
        <p:nvSpPr>
          <p:cNvPr id="508989" name="Rectangle 61"/>
          <p:cNvSpPr>
            <a:spLocks noChangeArrowheads="1"/>
          </p:cNvSpPr>
          <p:nvPr/>
        </p:nvSpPr>
        <p:spPr bwMode="auto">
          <a:xfrm>
            <a:off x="2400300" y="3163888"/>
            <a:ext cx="3344863" cy="479425"/>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145        </a:t>
            </a:r>
            <a:r>
              <a:rPr kumimoji="1" lang="en-US" altLang="zh-CN" sz="258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a:t>
            </a: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        13            </a:t>
            </a:r>
            <a:r>
              <a:rPr kumimoji="1" lang="en-US" altLang="zh-CN" sz="258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a:t>
            </a:r>
          </a:p>
        </p:txBody>
      </p:sp>
      <p:sp>
        <p:nvSpPr>
          <p:cNvPr id="508991" name="Rectangle 63"/>
          <p:cNvSpPr>
            <a:spLocks noChangeArrowheads="1"/>
          </p:cNvSpPr>
          <p:nvPr/>
        </p:nvSpPr>
        <p:spPr bwMode="auto">
          <a:xfrm>
            <a:off x="2400300" y="5024438"/>
            <a:ext cx="4367213" cy="48101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145        </a:t>
            </a:r>
            <a:r>
              <a:rPr kumimoji="1" lang="en-US" altLang="zh-CN" sz="258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a:t>
            </a: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        13            </a:t>
            </a:r>
            <a:r>
              <a:rPr kumimoji="1" lang="en-US" altLang="zh-CN" sz="258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a:t>
            </a: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           3</a:t>
            </a:r>
          </a:p>
        </p:txBody>
      </p:sp>
      <p:sp>
        <p:nvSpPr>
          <p:cNvPr id="508992" name="Rectangle 64"/>
          <p:cNvSpPr>
            <a:spLocks noChangeArrowheads="1"/>
          </p:cNvSpPr>
          <p:nvPr/>
        </p:nvSpPr>
        <p:spPr bwMode="auto">
          <a:xfrm>
            <a:off x="6145213" y="3163888"/>
            <a:ext cx="2151063" cy="479425"/>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3         </a:t>
            </a:r>
            <a:r>
              <a:rPr kumimoji="1" lang="en-US" altLang="zh-CN" sz="258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a:t>
            </a: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         10</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893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893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893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894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894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08943"/>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50894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08946"/>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508947"/>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0894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0894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08951"/>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08955"/>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0895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0896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0896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0896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508969"/>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50897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08972"/>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08973"/>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508957"/>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508975"/>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50897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08977"/>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508980"/>
                                        </p:tgtEl>
                                        <p:attrNameLst>
                                          <p:attrName>style.visibility</p:attrName>
                                        </p:attrNameLst>
                                      </p:cBhvr>
                                      <p:to>
                                        <p:strVal val="visible"/>
                                      </p:to>
                                    </p:set>
                                  </p:childTnLst>
                                </p:cTn>
                              </p:par>
                            </p:childTnLst>
                          </p:cTn>
                        </p:par>
                        <p:par>
                          <p:cTn id="59" fill="hold">
                            <p:stCondLst>
                              <p:cond delay="0"/>
                            </p:stCondLst>
                            <p:childTnLst>
                              <p:par>
                                <p:cTn id="60" presetID="35" presetClass="emph" presetSubtype="0" repeatCount="4000" fill="hold" nodeType="afterEffect">
                                  <p:stCondLst>
                                    <p:cond delay="500"/>
                                  </p:stCondLst>
                                  <p:childTnLst>
                                    <p:anim calcmode="discrete" valueType="str">
                                      <p:cBhvr>
                                        <p:cTn id="61" dur="1000" fill="hold"/>
                                        <p:tgtEl>
                                          <p:spTgt spid="508977"/>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nodeType="clickEffect">
                                  <p:stCondLst>
                                    <p:cond delay="0"/>
                                  </p:stCondLst>
                                  <p:childTnLst>
                                    <p:set>
                                      <p:cBhvr>
                                        <p:cTn id="65" dur="1" fill="hold">
                                          <p:stCondLst>
                                            <p:cond delay="0"/>
                                          </p:stCondLst>
                                        </p:cTn>
                                        <p:tgtEl>
                                          <p:spTgt spid="508974"/>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508981"/>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508982"/>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508983"/>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508986"/>
                                        </p:tgtEl>
                                        <p:attrNameLst>
                                          <p:attrName>style.visibility</p:attrName>
                                        </p:attrNameLst>
                                      </p:cBhvr>
                                      <p:to>
                                        <p:strVal val="visible"/>
                                      </p:to>
                                    </p:set>
                                  </p:childTnLst>
                                </p:cTn>
                              </p:par>
                            </p:childTnLst>
                          </p:cTn>
                        </p:par>
                        <p:par>
                          <p:cTn id="74" fill="hold">
                            <p:stCondLst>
                              <p:cond delay="0"/>
                            </p:stCondLst>
                            <p:childTnLst>
                              <p:par>
                                <p:cTn id="75" presetID="35" presetClass="emph" presetSubtype="0" repeatCount="4000" fill="hold" nodeType="afterEffect">
                                  <p:stCondLst>
                                    <p:cond delay="0"/>
                                  </p:stCondLst>
                                  <p:childTnLst>
                                    <p:anim calcmode="discrete" valueType="str">
                                      <p:cBhvr>
                                        <p:cTn id="76" dur="1000" fill="hold"/>
                                        <p:tgtEl>
                                          <p:spTgt spid="50897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8930" grpId="0" animBg="1"/>
      <p:bldP spid="508940" grpId="0" animBg="1"/>
      <p:bldP spid="508942" grpId="0" animBg="1"/>
      <p:bldP spid="508943" grpId="0" animBg="1"/>
      <p:bldP spid="508946" grpId="0"/>
      <p:bldP spid="508947" grpId="0" animBg="1"/>
      <p:bldP spid="508949" grpId="0"/>
      <p:bldP spid="508957" grpId="0"/>
      <p:bldP spid="508974" grpId="0"/>
      <p:bldP spid="508974" grpId="1"/>
      <p:bldP spid="508975" grpId="0" animBg="1"/>
      <p:bldP spid="508976" grpId="0" animBg="1"/>
      <p:bldP spid="508981" grpId="0" animBg="1"/>
      <p:bldP spid="508982" grpId="0" animBg="1"/>
      <p:bldP spid="508986" grpId="0"/>
      <p:bldP spid="508945"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6" name="Rectangle 4"/>
          <p:cNvSpPr>
            <a:spLocks noGrp="1" noChangeArrowheads="1"/>
          </p:cNvSpPr>
          <p:nvPr>
            <p:ph type="title"/>
          </p:nvPr>
        </p:nvSpPr>
        <p:spPr>
          <a:xfrm>
            <a:off x="457200" y="188913"/>
            <a:ext cx="8369300" cy="792163"/>
          </a:xfrm>
          <a:solidFill>
            <a:srgbClr val="66FF66"/>
          </a:solidFill>
        </p:spPr>
        <p:txBody>
          <a:bodyPr vert="horz" wrap="square" lIns="91440" tIns="45720" rIns="91440" bIns="45720" numCol="1" anchor="b" anchorCtr="0" compatLnSpc="1"/>
          <a:lstStyle/>
          <a:p>
            <a:pPr algn="ctr" eaLnBrk="1" hangingPunct="1">
              <a:buNone/>
            </a:pPr>
            <a:r>
              <a:rPr lang="en-US" altLang="zh-CN" sz="3600">
                <a:solidFill>
                  <a:srgbClr val="C00000"/>
                </a:solidFill>
                <a:latin typeface="+mn-lt"/>
                <a:ea typeface="黑体" pitchFamily="6" charset="-122"/>
                <a:cs typeface="+mj-cs"/>
              </a:rPr>
              <a:t>(IP </a:t>
            </a:r>
            <a:r>
              <a:rPr lang="zh-CN" altLang="en-US" sz="3600">
                <a:solidFill>
                  <a:srgbClr val="C00000"/>
                </a:solidFill>
                <a:latin typeface="+mn-lt"/>
                <a:ea typeface="黑体" pitchFamily="6" charset="-122"/>
                <a:cs typeface="+mj-cs"/>
              </a:rPr>
              <a:t>地址</a:t>
            </a:r>
            <a:r>
              <a:rPr lang="en-US" altLang="zh-CN" sz="3600">
                <a:solidFill>
                  <a:srgbClr val="C00000"/>
                </a:solidFill>
                <a:latin typeface="+mn-lt"/>
                <a:ea typeface="黑体" pitchFamily="6" charset="-122"/>
                <a:cs typeface="+mj-cs"/>
              </a:rPr>
              <a:t>) AND (</a:t>
            </a:r>
            <a:r>
              <a:rPr lang="zh-CN" altLang="en-US" sz="3600">
                <a:solidFill>
                  <a:srgbClr val="C00000"/>
                </a:solidFill>
                <a:latin typeface="+mn-lt"/>
                <a:ea typeface="黑体" pitchFamily="6" charset="-122"/>
                <a:cs typeface="+mj-cs"/>
              </a:rPr>
              <a:t>子网掩码</a:t>
            </a:r>
            <a:r>
              <a:rPr lang="en-US" altLang="zh-CN" sz="3600">
                <a:solidFill>
                  <a:srgbClr val="C00000"/>
                </a:solidFill>
                <a:latin typeface="+mn-lt"/>
                <a:ea typeface="黑体" pitchFamily="6" charset="-122"/>
                <a:cs typeface="+mj-cs"/>
              </a:rPr>
              <a:t>) =</a:t>
            </a:r>
            <a:r>
              <a:rPr lang="zh-CN" altLang="en-US" sz="3600">
                <a:solidFill>
                  <a:srgbClr val="C00000"/>
                </a:solidFill>
                <a:latin typeface="+mn-lt"/>
                <a:ea typeface="黑体" pitchFamily="6" charset="-122"/>
                <a:cs typeface="+mj-cs"/>
              </a:rPr>
              <a:t>网络地址</a:t>
            </a:r>
          </a:p>
        </p:txBody>
      </p:sp>
      <p:sp>
        <p:nvSpPr>
          <p:cNvPr id="509954" name="Rectangle 2"/>
          <p:cNvSpPr>
            <a:spLocks noChangeArrowheads="1"/>
          </p:cNvSpPr>
          <p:nvPr/>
        </p:nvSpPr>
        <p:spPr bwMode="auto">
          <a:xfrm>
            <a:off x="1839913" y="2932113"/>
            <a:ext cx="7110413" cy="427038"/>
          </a:xfrm>
          <a:prstGeom prst="rect">
            <a:avLst/>
          </a:prstGeom>
          <a:solidFill>
            <a:srgbClr val="CCECFF"/>
          </a:solidFill>
          <a:ln w="12700">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55" name="Rectangle 3"/>
          <p:cNvSpPr>
            <a:spLocks noChangeArrowheads="1"/>
          </p:cNvSpPr>
          <p:nvPr/>
        </p:nvSpPr>
        <p:spPr bwMode="auto">
          <a:xfrm>
            <a:off x="1839913" y="1747838"/>
            <a:ext cx="7110413" cy="428625"/>
          </a:xfrm>
          <a:prstGeom prst="rect">
            <a:avLst/>
          </a:prstGeom>
          <a:solidFill>
            <a:srgbClr val="CCECFF"/>
          </a:solidFill>
          <a:ln w="12700">
            <a:solidFill>
              <a:srgbClr val="333399"/>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57" name="Line 5"/>
          <p:cNvSpPr>
            <a:spLocks noChangeShapeType="1"/>
          </p:cNvSpPr>
          <p:nvPr/>
        </p:nvSpPr>
        <p:spPr bwMode="auto">
          <a:xfrm flipV="1">
            <a:off x="1874838" y="3627438"/>
            <a:ext cx="3478213" cy="0"/>
          </a:xfrm>
          <a:prstGeom prst="line">
            <a:avLst/>
          </a:prstGeom>
          <a:noFill/>
          <a:ln w="12700">
            <a:solidFill>
              <a:schemeClr val="tx1"/>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58" name="Line 6"/>
          <p:cNvSpPr>
            <a:spLocks noChangeShapeType="1"/>
          </p:cNvSpPr>
          <p:nvPr/>
        </p:nvSpPr>
        <p:spPr bwMode="auto">
          <a:xfrm flipV="1">
            <a:off x="7151688" y="3627438"/>
            <a:ext cx="1778000" cy="0"/>
          </a:xfrm>
          <a:prstGeom prst="line">
            <a:avLst/>
          </a:prstGeom>
          <a:noFill/>
          <a:ln w="12700">
            <a:solidFill>
              <a:schemeClr val="tx2"/>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59" name="Line 7"/>
          <p:cNvSpPr>
            <a:spLocks noChangeShapeType="1"/>
          </p:cNvSpPr>
          <p:nvPr/>
        </p:nvSpPr>
        <p:spPr bwMode="auto">
          <a:xfrm flipV="1">
            <a:off x="5353050" y="3627438"/>
            <a:ext cx="1790700" cy="0"/>
          </a:xfrm>
          <a:prstGeom prst="line">
            <a:avLst/>
          </a:prstGeom>
          <a:noFill/>
          <a:ln w="12700">
            <a:solidFill>
              <a:schemeClr val="tx1"/>
            </a:solidFill>
            <a:round/>
            <a:headEnd type="triangle" w="sm" len="med"/>
            <a:tailEnd type="triangle" w="sm"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60" name="Rectangle 8"/>
          <p:cNvSpPr>
            <a:spLocks noChangeArrowheads="1"/>
          </p:cNvSpPr>
          <p:nvPr/>
        </p:nvSpPr>
        <p:spPr bwMode="auto">
          <a:xfrm>
            <a:off x="1854200" y="1758950"/>
            <a:ext cx="3490913" cy="409575"/>
          </a:xfrm>
          <a:prstGeom prst="rect">
            <a:avLst/>
          </a:prstGeom>
          <a:solidFill>
            <a:srgbClr val="FFFF99"/>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61" name="Rectangle 9"/>
          <p:cNvSpPr>
            <a:spLocks noChangeArrowheads="1"/>
          </p:cNvSpPr>
          <p:nvPr/>
        </p:nvSpPr>
        <p:spPr bwMode="auto">
          <a:xfrm>
            <a:off x="3095625" y="1743075"/>
            <a:ext cx="1025525" cy="422275"/>
          </a:xfrm>
          <a:prstGeom prst="rect">
            <a:avLst/>
          </a:prstGeom>
          <a:noFill/>
          <a:ln>
            <a:noFill/>
          </a:ln>
          <a:effectLst/>
        </p:spPr>
        <p:txBody>
          <a:bodyPr wrap="none" lIns="83527" tIns="41031" rIns="83527" bIns="41031">
            <a:spAutoFit/>
          </a:bodyPr>
          <a:lstStyle/>
          <a:p>
            <a:pPr defTabSz="703580">
              <a:buNone/>
            </a:pPr>
            <a:r>
              <a:rPr lang="zh-CN" altLang="en-US" sz="2200" b="1">
                <a:solidFill>
                  <a:srgbClr val="0000CC"/>
                </a:solidFill>
                <a:latin typeface="Arial" panose="020B0604020202090204" pitchFamily="34" charset="0"/>
                <a:ea typeface="黑体" pitchFamily="6" charset="-122"/>
              </a:rPr>
              <a:t>网络号</a:t>
            </a:r>
          </a:p>
        </p:txBody>
      </p:sp>
      <p:sp>
        <p:nvSpPr>
          <p:cNvPr id="509962" name="Rectangle 10"/>
          <p:cNvSpPr>
            <a:spLocks noChangeArrowheads="1"/>
          </p:cNvSpPr>
          <p:nvPr/>
        </p:nvSpPr>
        <p:spPr bwMode="auto">
          <a:xfrm>
            <a:off x="6696075" y="1743075"/>
            <a:ext cx="1025525" cy="422275"/>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主机号</a:t>
            </a:r>
          </a:p>
        </p:txBody>
      </p:sp>
      <p:sp>
        <p:nvSpPr>
          <p:cNvPr id="509963" name="Rectangle 11"/>
          <p:cNvSpPr>
            <a:spLocks noChangeArrowheads="1"/>
          </p:cNvSpPr>
          <p:nvPr/>
        </p:nvSpPr>
        <p:spPr bwMode="auto">
          <a:xfrm>
            <a:off x="382588" y="1758950"/>
            <a:ext cx="1468438" cy="368300"/>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两级 </a:t>
            </a:r>
            <a:r>
              <a:rPr kumimoji="1" lang="en-US" altLang="zh-CN"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IP </a:t>
            </a: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地址</a:t>
            </a:r>
          </a:p>
        </p:txBody>
      </p:sp>
      <p:sp>
        <p:nvSpPr>
          <p:cNvPr id="509964" name="Rectangle 12"/>
          <p:cNvSpPr>
            <a:spLocks noChangeArrowheads="1"/>
          </p:cNvSpPr>
          <p:nvPr/>
        </p:nvSpPr>
        <p:spPr bwMode="auto">
          <a:xfrm>
            <a:off x="2998788" y="3530600"/>
            <a:ext cx="1160463" cy="242888"/>
          </a:xfrm>
          <a:prstGeom prst="rect">
            <a:avLst/>
          </a:prstGeom>
          <a:solidFill>
            <a:schemeClr val="bg1"/>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65" name="Line 13"/>
          <p:cNvSpPr>
            <a:spLocks noChangeShapeType="1"/>
          </p:cNvSpPr>
          <p:nvPr/>
        </p:nvSpPr>
        <p:spPr bwMode="auto">
          <a:xfrm>
            <a:off x="5353050" y="1755775"/>
            <a:ext cx="0" cy="419100"/>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66" name="Rectangle 14"/>
          <p:cNvSpPr>
            <a:spLocks noChangeArrowheads="1"/>
          </p:cNvSpPr>
          <p:nvPr/>
        </p:nvSpPr>
        <p:spPr bwMode="auto">
          <a:xfrm>
            <a:off x="3082925" y="3459163"/>
            <a:ext cx="881063" cy="366713"/>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网络号</a:t>
            </a:r>
          </a:p>
        </p:txBody>
      </p:sp>
      <p:sp>
        <p:nvSpPr>
          <p:cNvPr id="509967" name="Rectangle 15"/>
          <p:cNvSpPr>
            <a:spLocks noChangeArrowheads="1"/>
          </p:cNvSpPr>
          <p:nvPr/>
        </p:nvSpPr>
        <p:spPr bwMode="auto">
          <a:xfrm>
            <a:off x="1866900" y="2941638"/>
            <a:ext cx="3465513" cy="409575"/>
          </a:xfrm>
          <a:prstGeom prst="rect">
            <a:avLst/>
          </a:prstGeom>
          <a:solidFill>
            <a:srgbClr val="FFFF99"/>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68" name="Rectangle 16"/>
          <p:cNvSpPr>
            <a:spLocks noChangeArrowheads="1"/>
          </p:cNvSpPr>
          <p:nvPr/>
        </p:nvSpPr>
        <p:spPr bwMode="auto">
          <a:xfrm>
            <a:off x="382588" y="2941638"/>
            <a:ext cx="1468438" cy="366713"/>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三级 </a:t>
            </a:r>
            <a:r>
              <a:rPr lang="en-US" altLang="zh-CN" b="1">
                <a:solidFill>
                  <a:srgbClr val="0000CC"/>
                </a:solidFill>
                <a:latin typeface="Arial" panose="020B0604020202090204" pitchFamily="34" charset="0"/>
                <a:ea typeface="黑体" pitchFamily="6" charset="-122"/>
              </a:rPr>
              <a:t>IP </a:t>
            </a:r>
            <a:r>
              <a:rPr lang="zh-CN" altLang="en-US" b="1">
                <a:solidFill>
                  <a:srgbClr val="0000CC"/>
                </a:solidFill>
                <a:latin typeface="Arial" panose="020B0604020202090204" pitchFamily="34" charset="0"/>
                <a:ea typeface="黑体" pitchFamily="6" charset="-122"/>
              </a:rPr>
              <a:t>地址</a:t>
            </a:r>
          </a:p>
        </p:txBody>
      </p:sp>
      <p:sp>
        <p:nvSpPr>
          <p:cNvPr id="509969" name="Rectangle 17"/>
          <p:cNvSpPr>
            <a:spLocks noChangeArrowheads="1"/>
          </p:cNvSpPr>
          <p:nvPr/>
        </p:nvSpPr>
        <p:spPr bwMode="auto">
          <a:xfrm>
            <a:off x="7683500" y="3530600"/>
            <a:ext cx="889000" cy="265113"/>
          </a:xfrm>
          <a:prstGeom prst="rect">
            <a:avLst/>
          </a:prstGeom>
          <a:solidFill>
            <a:schemeClr val="bg1"/>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70" name="Line 18"/>
          <p:cNvSpPr>
            <a:spLocks noChangeShapeType="1"/>
          </p:cNvSpPr>
          <p:nvPr/>
        </p:nvSpPr>
        <p:spPr bwMode="auto">
          <a:xfrm>
            <a:off x="5353050" y="2940050"/>
            <a:ext cx="0" cy="417513"/>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71" name="Rectangle 19"/>
          <p:cNvSpPr>
            <a:spLocks noChangeArrowheads="1"/>
          </p:cNvSpPr>
          <p:nvPr/>
        </p:nvSpPr>
        <p:spPr bwMode="auto">
          <a:xfrm>
            <a:off x="7593013" y="3449638"/>
            <a:ext cx="881063" cy="36671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主机号</a:t>
            </a:r>
          </a:p>
        </p:txBody>
      </p:sp>
      <p:sp>
        <p:nvSpPr>
          <p:cNvPr id="509972" name="Rectangle 20"/>
          <p:cNvSpPr>
            <a:spLocks noChangeArrowheads="1"/>
          </p:cNvSpPr>
          <p:nvPr/>
        </p:nvSpPr>
        <p:spPr bwMode="auto">
          <a:xfrm>
            <a:off x="5837238" y="3521075"/>
            <a:ext cx="889000" cy="263525"/>
          </a:xfrm>
          <a:prstGeom prst="rect">
            <a:avLst/>
          </a:prstGeom>
          <a:solidFill>
            <a:schemeClr val="bg1"/>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73" name="Line 21"/>
          <p:cNvSpPr>
            <a:spLocks noChangeShapeType="1"/>
          </p:cNvSpPr>
          <p:nvPr/>
        </p:nvSpPr>
        <p:spPr bwMode="auto">
          <a:xfrm>
            <a:off x="7151688" y="2928938"/>
            <a:ext cx="0" cy="417513"/>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75" name="Rectangle 23"/>
          <p:cNvSpPr>
            <a:spLocks noChangeArrowheads="1"/>
          </p:cNvSpPr>
          <p:nvPr/>
        </p:nvSpPr>
        <p:spPr bwMode="auto">
          <a:xfrm>
            <a:off x="3101975" y="2959100"/>
            <a:ext cx="1025525" cy="423863"/>
          </a:xfrm>
          <a:prstGeom prst="rect">
            <a:avLst/>
          </a:prstGeom>
          <a:noFill/>
          <a:ln>
            <a:noFill/>
          </a:ln>
          <a:effectLst/>
        </p:spPr>
        <p:txBody>
          <a:bodyPr wrap="none" lIns="83527" tIns="41031" rIns="83527" bIns="41031">
            <a:spAutoFit/>
          </a:bodyPr>
          <a:lstStyle/>
          <a:p>
            <a:pPr defTabSz="703580">
              <a:buNone/>
            </a:pPr>
            <a:r>
              <a:rPr lang="zh-CN" altLang="en-US" sz="2200" b="1">
                <a:solidFill>
                  <a:srgbClr val="0000CC"/>
                </a:solidFill>
                <a:latin typeface="Arial" panose="020B0604020202090204" pitchFamily="34" charset="0"/>
                <a:ea typeface="黑体" pitchFamily="6" charset="-122"/>
              </a:rPr>
              <a:t>网络号</a:t>
            </a:r>
          </a:p>
        </p:txBody>
      </p:sp>
      <p:sp>
        <p:nvSpPr>
          <p:cNvPr id="509976" name="Rectangle 24"/>
          <p:cNvSpPr>
            <a:spLocks noChangeArrowheads="1"/>
          </p:cNvSpPr>
          <p:nvPr/>
        </p:nvSpPr>
        <p:spPr bwMode="auto">
          <a:xfrm>
            <a:off x="7570788" y="2959100"/>
            <a:ext cx="1025525" cy="42386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主机号</a:t>
            </a:r>
          </a:p>
        </p:txBody>
      </p:sp>
      <p:sp>
        <p:nvSpPr>
          <p:cNvPr id="509977" name="Rectangle 25"/>
          <p:cNvSpPr>
            <a:spLocks noChangeArrowheads="1"/>
          </p:cNvSpPr>
          <p:nvPr/>
        </p:nvSpPr>
        <p:spPr bwMode="auto">
          <a:xfrm>
            <a:off x="5832475" y="2959100"/>
            <a:ext cx="1025525" cy="42386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子网号</a:t>
            </a:r>
          </a:p>
        </p:txBody>
      </p:sp>
      <p:sp>
        <p:nvSpPr>
          <p:cNvPr id="509978" name="Rectangle 26"/>
          <p:cNvSpPr>
            <a:spLocks noChangeArrowheads="1"/>
          </p:cNvSpPr>
          <p:nvPr/>
        </p:nvSpPr>
        <p:spPr bwMode="auto">
          <a:xfrm>
            <a:off x="5734050" y="3459163"/>
            <a:ext cx="881063" cy="36671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子网号</a:t>
            </a:r>
          </a:p>
        </p:txBody>
      </p:sp>
      <p:sp>
        <p:nvSpPr>
          <p:cNvPr id="509980" name="Line 28"/>
          <p:cNvSpPr>
            <a:spLocks noChangeShapeType="1"/>
          </p:cNvSpPr>
          <p:nvPr/>
        </p:nvSpPr>
        <p:spPr bwMode="auto">
          <a:xfrm>
            <a:off x="7151688" y="3395663"/>
            <a:ext cx="0" cy="400050"/>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81" name="Rectangle 29"/>
          <p:cNvSpPr>
            <a:spLocks noChangeArrowheads="1"/>
          </p:cNvSpPr>
          <p:nvPr/>
        </p:nvSpPr>
        <p:spPr bwMode="auto">
          <a:xfrm>
            <a:off x="382588" y="3919538"/>
            <a:ext cx="1468438" cy="650875"/>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三级 </a:t>
            </a:r>
            <a:r>
              <a:rPr lang="en-US" altLang="zh-CN" b="1">
                <a:solidFill>
                  <a:srgbClr val="0000CC"/>
                </a:solidFill>
                <a:latin typeface="Arial" panose="020B0604020202090204" pitchFamily="34" charset="0"/>
                <a:ea typeface="黑体" pitchFamily="6" charset="-122"/>
              </a:rPr>
              <a:t>IP </a:t>
            </a:r>
            <a:r>
              <a:rPr lang="zh-CN" altLang="en-US" b="1">
                <a:solidFill>
                  <a:srgbClr val="0000CC"/>
                </a:solidFill>
                <a:latin typeface="Arial" panose="020B0604020202090204" pitchFamily="34" charset="0"/>
                <a:ea typeface="黑体" pitchFamily="6" charset="-122"/>
              </a:rPr>
              <a:t>地址</a:t>
            </a:r>
          </a:p>
          <a:p>
            <a:pPr defTabSz="703580">
              <a:buNone/>
            </a:pPr>
            <a:r>
              <a:rPr lang="zh-CN" altLang="en-US" b="1">
                <a:solidFill>
                  <a:srgbClr val="0000CC"/>
                </a:solidFill>
                <a:latin typeface="Arial" panose="020B0604020202090204" pitchFamily="34" charset="0"/>
                <a:ea typeface="黑体" pitchFamily="6" charset="-122"/>
              </a:rPr>
              <a:t>的子网掩码</a:t>
            </a:r>
          </a:p>
        </p:txBody>
      </p:sp>
      <p:sp>
        <p:nvSpPr>
          <p:cNvPr id="509996" name="Line 44"/>
          <p:cNvSpPr>
            <a:spLocks noChangeShapeType="1"/>
          </p:cNvSpPr>
          <p:nvPr/>
        </p:nvSpPr>
        <p:spPr bwMode="auto">
          <a:xfrm>
            <a:off x="5353050" y="3443288"/>
            <a:ext cx="0" cy="419100"/>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09998" name="Rectangle 46"/>
          <p:cNvSpPr>
            <a:spLocks noChangeArrowheads="1"/>
          </p:cNvSpPr>
          <p:nvPr/>
        </p:nvSpPr>
        <p:spPr bwMode="auto">
          <a:xfrm>
            <a:off x="736600" y="4638675"/>
            <a:ext cx="1117600" cy="650875"/>
          </a:xfrm>
          <a:prstGeom prst="rect">
            <a:avLst/>
          </a:prstGeom>
          <a:noFill/>
          <a:ln>
            <a:noFill/>
          </a:ln>
          <a:effectLst/>
        </p:spPr>
        <p:txBody>
          <a:bodyPr wrap="none" lIns="83527" tIns="41031" rIns="83527" bIns="41031">
            <a:spAutoFit/>
          </a:bodyPr>
          <a:lstStyle/>
          <a:p>
            <a:pPr algn="ctr" defTabSz="703580">
              <a:buNone/>
            </a:pPr>
            <a:r>
              <a:rPr lang="zh-CN" altLang="en-US" b="1">
                <a:solidFill>
                  <a:srgbClr val="0000CC"/>
                </a:solidFill>
                <a:latin typeface="Arial" panose="020B0604020202090204" pitchFamily="34" charset="0"/>
                <a:ea typeface="黑体" pitchFamily="6" charset="-122"/>
              </a:rPr>
              <a:t>子网的</a:t>
            </a:r>
          </a:p>
          <a:p>
            <a:pPr algn="ctr" defTabSz="703580">
              <a:buNone/>
            </a:pPr>
            <a:r>
              <a:rPr lang="zh-CN" altLang="en-US" b="1">
                <a:solidFill>
                  <a:srgbClr val="0000CC"/>
                </a:solidFill>
                <a:latin typeface="Arial" panose="020B0604020202090204" pitchFamily="34" charset="0"/>
                <a:ea typeface="黑体" pitchFamily="6" charset="-122"/>
              </a:rPr>
              <a:t>网络地址</a:t>
            </a:r>
          </a:p>
        </p:txBody>
      </p:sp>
      <p:sp>
        <p:nvSpPr>
          <p:cNvPr id="509999" name="Rectangle 47"/>
          <p:cNvSpPr>
            <a:spLocks noChangeArrowheads="1"/>
          </p:cNvSpPr>
          <p:nvPr/>
        </p:nvSpPr>
        <p:spPr bwMode="auto">
          <a:xfrm>
            <a:off x="7135813" y="3986213"/>
            <a:ext cx="1800225" cy="465138"/>
          </a:xfrm>
          <a:prstGeom prst="rect">
            <a:avLst/>
          </a:prstGeom>
          <a:solidFill>
            <a:srgbClr val="CCE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000" name="Rectangle 48"/>
          <p:cNvSpPr>
            <a:spLocks noChangeArrowheads="1"/>
          </p:cNvSpPr>
          <p:nvPr/>
        </p:nvSpPr>
        <p:spPr bwMode="auto">
          <a:xfrm>
            <a:off x="1878013" y="3986213"/>
            <a:ext cx="5257800" cy="465138"/>
          </a:xfrm>
          <a:prstGeom prst="rect">
            <a:avLst/>
          </a:prstGeom>
          <a:solidFill>
            <a:srgbClr val="FFC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grpSp>
        <p:nvGrpSpPr>
          <p:cNvPr id="510001" name="Group 49"/>
          <p:cNvGrpSpPr/>
          <p:nvPr/>
        </p:nvGrpSpPr>
        <p:grpSpPr>
          <a:xfrm>
            <a:off x="1906588" y="4044950"/>
            <a:ext cx="7050087" cy="381000"/>
            <a:chOff x="1174" y="3062"/>
            <a:chExt cx="4441" cy="260"/>
          </a:xfrm>
        </p:grpSpPr>
        <p:sp>
          <p:nvSpPr>
            <p:cNvPr id="510002" name="Rectangle 50"/>
            <p:cNvSpPr>
              <a:spLocks noChangeArrowheads="1"/>
            </p:cNvSpPr>
            <p:nvPr/>
          </p:nvSpPr>
          <p:spPr bwMode="auto">
            <a:xfrm>
              <a:off x="1174" y="3062"/>
              <a:ext cx="3276" cy="260"/>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940"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1 1 1 1 1 1 1 1 1 1 1 1 1 1 1 1   1 1 1 1 1 1 1 1</a:t>
              </a:r>
            </a:p>
          </p:txBody>
        </p:sp>
        <p:sp>
          <p:nvSpPr>
            <p:cNvPr id="510003" name="Rectangle 51"/>
            <p:cNvSpPr>
              <a:spLocks noChangeArrowheads="1"/>
            </p:cNvSpPr>
            <p:nvPr/>
          </p:nvSpPr>
          <p:spPr bwMode="auto">
            <a:xfrm>
              <a:off x="4510" y="3062"/>
              <a:ext cx="1105" cy="260"/>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940"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0 0 0 0 0 0 0 0</a:t>
              </a:r>
            </a:p>
          </p:txBody>
        </p:sp>
      </p:grpSp>
      <p:sp>
        <p:nvSpPr>
          <p:cNvPr id="510004" name="Line 52"/>
          <p:cNvSpPr>
            <a:spLocks noChangeShapeType="1"/>
          </p:cNvSpPr>
          <p:nvPr/>
        </p:nvSpPr>
        <p:spPr bwMode="auto">
          <a:xfrm>
            <a:off x="5353050" y="3986213"/>
            <a:ext cx="1588" cy="465138"/>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005" name="Rectangle 53"/>
          <p:cNvSpPr>
            <a:spLocks noChangeArrowheads="1"/>
          </p:cNvSpPr>
          <p:nvPr/>
        </p:nvSpPr>
        <p:spPr bwMode="auto">
          <a:xfrm>
            <a:off x="7135813" y="4784725"/>
            <a:ext cx="1800225" cy="463550"/>
          </a:xfrm>
          <a:prstGeom prst="rect">
            <a:avLst/>
          </a:prstGeom>
          <a:solidFill>
            <a:srgbClr val="CCE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006" name="Rectangle 54"/>
          <p:cNvSpPr>
            <a:spLocks noChangeArrowheads="1"/>
          </p:cNvSpPr>
          <p:nvPr/>
        </p:nvSpPr>
        <p:spPr bwMode="auto">
          <a:xfrm>
            <a:off x="1878013" y="4784725"/>
            <a:ext cx="5257800" cy="463550"/>
          </a:xfrm>
          <a:prstGeom prst="rect">
            <a:avLst/>
          </a:prstGeom>
          <a:solidFill>
            <a:srgbClr val="FFC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007" name="Line 55"/>
          <p:cNvSpPr>
            <a:spLocks noChangeShapeType="1"/>
          </p:cNvSpPr>
          <p:nvPr/>
        </p:nvSpPr>
        <p:spPr bwMode="auto">
          <a:xfrm>
            <a:off x="5353050" y="4784725"/>
            <a:ext cx="1588" cy="463550"/>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009" name="Rectangle 57"/>
          <p:cNvSpPr>
            <a:spLocks noChangeArrowheads="1"/>
          </p:cNvSpPr>
          <p:nvPr/>
        </p:nvSpPr>
        <p:spPr bwMode="auto">
          <a:xfrm>
            <a:off x="3175000" y="4805363"/>
            <a:ext cx="1025525" cy="423863"/>
          </a:xfrm>
          <a:prstGeom prst="rect">
            <a:avLst/>
          </a:prstGeom>
          <a:noFill/>
          <a:ln>
            <a:noFill/>
          </a:ln>
          <a:effectLst/>
        </p:spPr>
        <p:txBody>
          <a:bodyPr wrap="none" lIns="83527" tIns="41031" rIns="83527" bIns="41031">
            <a:spAutoFit/>
          </a:bodyPr>
          <a:lstStyle/>
          <a:p>
            <a:pPr defTabSz="703580">
              <a:buNone/>
            </a:pPr>
            <a:r>
              <a:rPr lang="zh-CN" altLang="en-US" sz="2200" b="1">
                <a:solidFill>
                  <a:srgbClr val="0000CC"/>
                </a:solidFill>
                <a:latin typeface="Arial" panose="020B0604020202090204" pitchFamily="34" charset="0"/>
                <a:ea typeface="黑体" pitchFamily="6" charset="-122"/>
              </a:rPr>
              <a:t>网络号</a:t>
            </a:r>
          </a:p>
        </p:txBody>
      </p:sp>
      <p:sp>
        <p:nvSpPr>
          <p:cNvPr id="510010" name="Rectangle 58"/>
          <p:cNvSpPr>
            <a:spLocks noChangeArrowheads="1"/>
          </p:cNvSpPr>
          <p:nvPr/>
        </p:nvSpPr>
        <p:spPr bwMode="auto">
          <a:xfrm>
            <a:off x="5759450" y="4805363"/>
            <a:ext cx="1025525" cy="42386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zh-CN" altLang="en-US"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子网号</a:t>
            </a:r>
          </a:p>
        </p:txBody>
      </p:sp>
      <p:sp>
        <p:nvSpPr>
          <p:cNvPr id="510011" name="Rectangle 59"/>
          <p:cNvSpPr>
            <a:spLocks noChangeArrowheads="1"/>
          </p:cNvSpPr>
          <p:nvPr/>
        </p:nvSpPr>
        <p:spPr bwMode="auto">
          <a:xfrm>
            <a:off x="7893050" y="4805363"/>
            <a:ext cx="328613" cy="42386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221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0</a:t>
            </a:r>
          </a:p>
        </p:txBody>
      </p:sp>
      <p:sp>
        <p:nvSpPr>
          <p:cNvPr id="510012" name="Rectangle 60"/>
          <p:cNvSpPr>
            <a:spLocks noChangeArrowheads="1"/>
          </p:cNvSpPr>
          <p:nvPr/>
        </p:nvSpPr>
        <p:spPr bwMode="auto">
          <a:xfrm>
            <a:off x="1846263" y="3389313"/>
            <a:ext cx="7118350" cy="554038"/>
          </a:xfrm>
          <a:prstGeom prst="rect">
            <a:avLst/>
          </a:prstGeom>
          <a:solidFill>
            <a:srgbClr val="66FF66"/>
          </a:solidFill>
          <a:ln>
            <a:noFill/>
          </a:ln>
          <a:effectLst/>
        </p:spPr>
        <p:txBody>
          <a:bodyPr wrap="none" anchor="ctr"/>
          <a:lstStyle/>
          <a:p>
            <a:pPr algn="ctr" defTabSz="843280">
              <a:buNone/>
            </a:pPr>
            <a:r>
              <a:rPr lang="zh-CN" altLang="en-US" sz="3300" b="1">
                <a:solidFill>
                  <a:srgbClr val="0000CC"/>
                </a:solidFill>
                <a:latin typeface="Arial" panose="020B0604020202090204" pitchFamily="34" charset="0"/>
                <a:ea typeface="黑体" pitchFamily="6" charset="-122"/>
              </a:rPr>
              <a:t>逐位进行 </a:t>
            </a:r>
            <a:r>
              <a:rPr lang="en-US" altLang="zh-CN" sz="3300" b="1">
                <a:solidFill>
                  <a:srgbClr val="0000CC"/>
                </a:solidFill>
                <a:latin typeface="Arial" panose="020B0604020202090204" pitchFamily="34" charset="0"/>
                <a:ea typeface="黑体" pitchFamily="6" charset="-122"/>
              </a:rPr>
              <a:t>AND </a:t>
            </a:r>
            <a:r>
              <a:rPr lang="zh-CN" altLang="en-US" sz="3300" b="1">
                <a:solidFill>
                  <a:srgbClr val="0000CC"/>
                </a:solidFill>
                <a:latin typeface="Arial" panose="020B0604020202090204" pitchFamily="34" charset="0"/>
                <a:ea typeface="黑体" pitchFamily="6" charset="-122"/>
              </a:rPr>
              <a:t>运算</a:t>
            </a:r>
          </a:p>
        </p:txBody>
      </p:sp>
      <p:sp>
        <p:nvSpPr>
          <p:cNvPr id="510013" name="AutoShape 61"/>
          <p:cNvSpPr>
            <a:spLocks noChangeArrowheads="1"/>
          </p:cNvSpPr>
          <p:nvPr/>
        </p:nvSpPr>
        <p:spPr bwMode="auto">
          <a:xfrm>
            <a:off x="4902200" y="4519613"/>
            <a:ext cx="865188" cy="463550"/>
          </a:xfrm>
          <a:prstGeom prst="downArrow">
            <a:avLst>
              <a:gd name="adj1" fmla="val 50000"/>
              <a:gd name="adj2" fmla="val 25000"/>
            </a:avLst>
          </a:prstGeom>
          <a:solidFill>
            <a:schemeClr val="accent1"/>
          </a:solidFill>
          <a:ln w="9525">
            <a:solidFill>
              <a:schemeClr val="tx1"/>
            </a:solidFill>
            <a:miter lim="800000"/>
          </a:ln>
          <a:effectLst/>
        </p:spPr>
        <p:txBody>
          <a:bodyPr vert="eaVert"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509956"/>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1" presetClass="entr" presetSubtype="0" fill="hold" nodeType="afterEffect">
                                  <p:stCondLst>
                                    <p:cond delay="500"/>
                                  </p:stCondLst>
                                  <p:childTnLst>
                                    <p:set>
                                      <p:cBhvr>
                                        <p:cTn id="9" dur="1" fill="hold">
                                          <p:stCondLst>
                                            <p:cond delay="0"/>
                                          </p:stCondLst>
                                        </p:cTn>
                                        <p:tgtEl>
                                          <p:spTgt spid="510012"/>
                                        </p:tgtEl>
                                        <p:attrNameLst>
                                          <p:attrName>style.visibility</p:attrName>
                                        </p:attrNameLst>
                                      </p:cBhvr>
                                      <p:to>
                                        <p:strVal val="visible"/>
                                      </p:to>
                                    </p:set>
                                  </p:childTnLst>
                                </p:cTn>
                              </p:par>
                              <p:par>
                                <p:cTn id="10" presetID="35" presetClass="emph" presetSubtype="0" repeatCount="3000" fill="hold" nodeType="withEffect">
                                  <p:stCondLst>
                                    <p:cond delay="0"/>
                                  </p:stCondLst>
                                  <p:childTnLst>
                                    <p:anim calcmode="discrete" valueType="str">
                                      <p:cBhvr>
                                        <p:cTn id="11" dur="1000" fill="hold"/>
                                        <p:tgtEl>
                                          <p:spTgt spid="510001"/>
                                        </p:tgtEl>
                                        <p:attrNameLst>
                                          <p:attrName>style.visibility</p:attrName>
                                        </p:attrNameLst>
                                      </p:cBhvr>
                                      <p:tavLst>
                                        <p:tav tm="0">
                                          <p:val>
                                            <p:strVal val="hidden"/>
                                          </p:val>
                                        </p:tav>
                                        <p:tav tm="50000">
                                          <p:val>
                                            <p:strVal val="visible"/>
                                          </p:val>
                                        </p:tav>
                                      </p:tavLst>
                                    </p:anim>
                                  </p:childTnLst>
                                </p:cTn>
                              </p:par>
                            </p:childTnLst>
                          </p:cTn>
                        </p:par>
                        <p:par>
                          <p:cTn id="12" fill="hold">
                            <p:stCondLst>
                              <p:cond delay="1500"/>
                            </p:stCondLst>
                            <p:childTnLst>
                              <p:par>
                                <p:cTn id="13" presetID="1" presetClass="entr" presetSubtype="0" fill="hold" nodeType="afterEffect">
                                  <p:stCondLst>
                                    <p:cond delay="0"/>
                                  </p:stCondLst>
                                  <p:childTnLst>
                                    <p:set>
                                      <p:cBhvr>
                                        <p:cTn id="14" dur="1" fill="hold">
                                          <p:stCondLst>
                                            <p:cond delay="0"/>
                                          </p:stCondLst>
                                        </p:cTn>
                                        <p:tgtEl>
                                          <p:spTgt spid="5100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6" grpId="0" animBg="1"/>
      <p:bldP spid="510012" grpId="0" animBg="1"/>
      <p:bldP spid="510013"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1489" name="组合 2"/>
          <p:cNvGrpSpPr/>
          <p:nvPr/>
        </p:nvGrpSpPr>
        <p:grpSpPr>
          <a:xfrm>
            <a:off x="384175" y="1368425"/>
            <a:ext cx="8537575" cy="4765675"/>
            <a:chOff x="416496" y="1196752"/>
            <a:chExt cx="9249180" cy="5162550"/>
          </a:xfrm>
        </p:grpSpPr>
        <p:sp>
          <p:nvSpPr>
            <p:cNvPr id="511030" name="Rectangle 54"/>
            <p:cNvSpPr>
              <a:spLocks noChangeArrowheads="1"/>
            </p:cNvSpPr>
            <p:nvPr/>
          </p:nvSpPr>
          <p:spPr bwMode="auto">
            <a:xfrm>
              <a:off x="7780756" y="5621550"/>
              <a:ext cx="1721538" cy="496994"/>
            </a:xfrm>
            <a:prstGeom prst="rect">
              <a:avLst/>
            </a:prstGeom>
            <a:solidFill>
              <a:srgbClr val="FFC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11" name="Rectangle 35"/>
            <p:cNvSpPr>
              <a:spLocks noChangeArrowheads="1"/>
            </p:cNvSpPr>
            <p:nvPr/>
          </p:nvSpPr>
          <p:spPr bwMode="auto">
            <a:xfrm>
              <a:off x="2712453" y="5633587"/>
              <a:ext cx="5070023" cy="496995"/>
            </a:xfrm>
            <a:prstGeom prst="rect">
              <a:avLst/>
            </a:prstGeom>
            <a:solidFill>
              <a:srgbClr val="CCE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15" name="Rectangle 39"/>
            <p:cNvSpPr>
              <a:spLocks noChangeArrowheads="1"/>
            </p:cNvSpPr>
            <p:nvPr/>
          </p:nvSpPr>
          <p:spPr bwMode="auto">
            <a:xfrm>
              <a:off x="2664298" y="5676580"/>
              <a:ext cx="5238565" cy="397251"/>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84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1 1 1 1 1 1 1 1 1 1 1 1 1 1 1 1 1 1 1 1 1 1 1 1</a:t>
              </a:r>
            </a:p>
          </p:txBody>
        </p:sp>
        <p:sp>
          <p:nvSpPr>
            <p:cNvPr id="511020" name="Rectangle 44"/>
            <p:cNvSpPr>
              <a:spLocks noChangeArrowheads="1"/>
            </p:cNvSpPr>
            <p:nvPr/>
          </p:nvSpPr>
          <p:spPr bwMode="auto">
            <a:xfrm>
              <a:off x="7727442" y="5676580"/>
              <a:ext cx="1819567" cy="397251"/>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0 0 0 0 0 0 0 0</a:t>
              </a:r>
            </a:p>
          </p:txBody>
        </p:sp>
        <p:sp>
          <p:nvSpPr>
            <p:cNvPr id="511029" name="Rectangle 53"/>
            <p:cNvSpPr>
              <a:spLocks noChangeArrowheads="1"/>
            </p:cNvSpPr>
            <p:nvPr/>
          </p:nvSpPr>
          <p:spPr bwMode="auto">
            <a:xfrm>
              <a:off x="6043740" y="3870892"/>
              <a:ext cx="3455114" cy="493554"/>
            </a:xfrm>
            <a:prstGeom prst="rect">
              <a:avLst/>
            </a:prstGeom>
            <a:solidFill>
              <a:srgbClr val="FFC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18" name="Rectangle 42"/>
            <p:cNvSpPr>
              <a:spLocks noChangeArrowheads="1"/>
            </p:cNvSpPr>
            <p:nvPr/>
          </p:nvSpPr>
          <p:spPr bwMode="auto">
            <a:xfrm>
              <a:off x="6050619" y="3910444"/>
              <a:ext cx="3529066" cy="397252"/>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0 0 0 0 0 0 0 0 0 0 0 0 0 0 0 0</a:t>
              </a:r>
            </a:p>
          </p:txBody>
        </p:sp>
        <p:sp>
          <p:nvSpPr>
            <p:cNvPr id="511005" name="Rectangle 29"/>
            <p:cNvSpPr>
              <a:spLocks noChangeArrowheads="1"/>
            </p:cNvSpPr>
            <p:nvPr/>
          </p:nvSpPr>
          <p:spPr bwMode="auto">
            <a:xfrm>
              <a:off x="2719333" y="3876050"/>
              <a:ext cx="3331286" cy="493555"/>
            </a:xfrm>
            <a:prstGeom prst="rect">
              <a:avLst/>
            </a:prstGeom>
            <a:solidFill>
              <a:srgbClr val="CCE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17" name="Rectangle 41"/>
            <p:cNvSpPr>
              <a:spLocks noChangeArrowheads="1"/>
            </p:cNvSpPr>
            <p:nvPr/>
          </p:nvSpPr>
          <p:spPr bwMode="auto">
            <a:xfrm>
              <a:off x="2653979" y="3910444"/>
              <a:ext cx="3529066" cy="397252"/>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84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1 1 1 1 1 1 1 1 1 1 1 1 1 1 1 1</a:t>
              </a:r>
            </a:p>
          </p:txBody>
        </p:sp>
        <p:sp>
          <p:nvSpPr>
            <p:cNvPr id="510995" name="Rectangle 19"/>
            <p:cNvSpPr>
              <a:spLocks noChangeArrowheads="1"/>
            </p:cNvSpPr>
            <p:nvPr/>
          </p:nvSpPr>
          <p:spPr bwMode="auto">
            <a:xfrm>
              <a:off x="2719333" y="2118513"/>
              <a:ext cx="1737016" cy="493555"/>
            </a:xfrm>
            <a:prstGeom prst="rect">
              <a:avLst/>
            </a:prstGeom>
            <a:solidFill>
              <a:srgbClr val="CCE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28" name="Rectangle 52"/>
            <p:cNvSpPr>
              <a:spLocks noChangeArrowheads="1"/>
            </p:cNvSpPr>
            <p:nvPr/>
          </p:nvSpPr>
          <p:spPr bwMode="auto">
            <a:xfrm>
              <a:off x="4433990" y="2120233"/>
              <a:ext cx="5040786" cy="493554"/>
            </a:xfrm>
            <a:prstGeom prst="rect">
              <a:avLst/>
            </a:prstGeom>
            <a:solidFill>
              <a:srgbClr val="FFC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19" name="Rectangle 43"/>
            <p:cNvSpPr>
              <a:spLocks noChangeArrowheads="1"/>
            </p:cNvSpPr>
            <p:nvPr/>
          </p:nvSpPr>
          <p:spPr bwMode="auto">
            <a:xfrm>
              <a:off x="2667738" y="2168385"/>
              <a:ext cx="1821286" cy="397251"/>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84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1 1 1 1 1 1 1 1</a:t>
              </a:r>
            </a:p>
          </p:txBody>
        </p:sp>
        <p:sp>
          <p:nvSpPr>
            <p:cNvPr id="511016" name="Rectangle 40"/>
            <p:cNvSpPr>
              <a:spLocks noChangeArrowheads="1"/>
            </p:cNvSpPr>
            <p:nvPr/>
          </p:nvSpPr>
          <p:spPr bwMode="auto">
            <a:xfrm>
              <a:off x="4404754" y="2168385"/>
              <a:ext cx="5238565" cy="397251"/>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84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0 0 0 0 0 0 0 0 0 0 0 0 0 0 0 0 0 0 0 0 0 0 0 0</a:t>
              </a:r>
            </a:p>
          </p:txBody>
        </p:sp>
        <p:sp>
          <p:nvSpPr>
            <p:cNvPr id="510978" name="Rectangle 2"/>
            <p:cNvSpPr>
              <a:spLocks noChangeArrowheads="1"/>
            </p:cNvSpPr>
            <p:nvPr/>
          </p:nvSpPr>
          <p:spPr bwMode="auto">
            <a:xfrm>
              <a:off x="416496" y="1196752"/>
              <a:ext cx="9249180" cy="5162550"/>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79" name="Rectangle 3"/>
            <p:cNvSpPr>
              <a:spLocks noChangeArrowheads="1"/>
            </p:cNvSpPr>
            <p:nvPr/>
          </p:nvSpPr>
          <p:spPr bwMode="auto">
            <a:xfrm>
              <a:off x="2715893" y="4837365"/>
              <a:ext cx="5070023" cy="496994"/>
            </a:xfrm>
            <a:prstGeom prst="rect">
              <a:avLst/>
            </a:prstGeom>
            <a:solidFill>
              <a:srgbClr val="CCE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80" name="Rectangle 4"/>
            <p:cNvSpPr>
              <a:spLocks noChangeArrowheads="1"/>
            </p:cNvSpPr>
            <p:nvPr/>
          </p:nvSpPr>
          <p:spPr bwMode="auto">
            <a:xfrm>
              <a:off x="5142555" y="4858001"/>
              <a:ext cx="952779" cy="397251"/>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网络号</a:t>
              </a:r>
            </a:p>
          </p:txBody>
        </p:sp>
        <p:sp>
          <p:nvSpPr>
            <p:cNvPr id="510981" name="Line 5"/>
            <p:cNvSpPr>
              <a:spLocks noChangeShapeType="1"/>
            </p:cNvSpPr>
            <p:nvPr/>
          </p:nvSpPr>
          <p:spPr bwMode="auto">
            <a:xfrm>
              <a:off x="7791075" y="4820168"/>
              <a:ext cx="0" cy="507312"/>
            </a:xfrm>
            <a:prstGeom prst="line">
              <a:avLst/>
            </a:prstGeom>
            <a:noFill/>
            <a:ln w="1905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82" name="Rectangle 6"/>
            <p:cNvSpPr>
              <a:spLocks noChangeArrowheads="1"/>
            </p:cNvSpPr>
            <p:nvPr/>
          </p:nvSpPr>
          <p:spPr bwMode="auto">
            <a:xfrm>
              <a:off x="2710733" y="4823607"/>
              <a:ext cx="6800159" cy="519350"/>
            </a:xfrm>
            <a:prstGeom prst="rect">
              <a:avLst/>
            </a:prstGeom>
            <a:noFill/>
            <a:ln w="12700">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83" name="Rectangle 7"/>
            <p:cNvSpPr>
              <a:spLocks noChangeArrowheads="1"/>
            </p:cNvSpPr>
            <p:nvPr/>
          </p:nvSpPr>
          <p:spPr bwMode="auto">
            <a:xfrm>
              <a:off x="2721052" y="1389359"/>
              <a:ext cx="1700900" cy="493555"/>
            </a:xfrm>
            <a:prstGeom prst="rect">
              <a:avLst/>
            </a:prstGeom>
            <a:solidFill>
              <a:srgbClr val="CCE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84" name="Rectangle 8"/>
            <p:cNvSpPr>
              <a:spLocks noChangeArrowheads="1"/>
            </p:cNvSpPr>
            <p:nvPr/>
          </p:nvSpPr>
          <p:spPr bwMode="auto">
            <a:xfrm>
              <a:off x="4458068" y="1408276"/>
              <a:ext cx="5035626" cy="481517"/>
            </a:xfrm>
            <a:prstGeom prst="rect">
              <a:avLst/>
            </a:prstGeom>
            <a:solidFill>
              <a:srgbClr val="FFC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85" name="Rectangle 9"/>
            <p:cNvSpPr>
              <a:spLocks noChangeArrowheads="1"/>
            </p:cNvSpPr>
            <p:nvPr/>
          </p:nvSpPr>
          <p:spPr bwMode="auto">
            <a:xfrm>
              <a:off x="3125210" y="1440950"/>
              <a:ext cx="952779" cy="397252"/>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网络号</a:t>
              </a:r>
            </a:p>
          </p:txBody>
        </p:sp>
        <p:sp>
          <p:nvSpPr>
            <p:cNvPr id="510986" name="Rectangle 10"/>
            <p:cNvSpPr>
              <a:spLocks noChangeArrowheads="1"/>
            </p:cNvSpPr>
            <p:nvPr/>
          </p:nvSpPr>
          <p:spPr bwMode="auto">
            <a:xfrm>
              <a:off x="6164127" y="1440950"/>
              <a:ext cx="1681982" cy="397252"/>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主机号为全 </a:t>
              </a:r>
              <a:r>
                <a:rPr lang="en-US" altLang="zh-CN" b="1">
                  <a:solidFill>
                    <a:srgbClr val="0000CC"/>
                  </a:solidFill>
                  <a:latin typeface="Arial" panose="020B0604020202090204" pitchFamily="34" charset="0"/>
                  <a:ea typeface="黑体" pitchFamily="6" charset="-122"/>
                </a:rPr>
                <a:t>0</a:t>
              </a:r>
            </a:p>
          </p:txBody>
        </p:sp>
        <p:sp>
          <p:nvSpPr>
            <p:cNvPr id="510987" name="Line 11"/>
            <p:cNvSpPr>
              <a:spLocks noChangeShapeType="1"/>
            </p:cNvSpPr>
            <p:nvPr/>
          </p:nvSpPr>
          <p:spPr bwMode="auto">
            <a:xfrm>
              <a:off x="4437430" y="1384200"/>
              <a:ext cx="0" cy="507312"/>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88" name="Rectangle 12"/>
            <p:cNvSpPr>
              <a:spLocks noChangeArrowheads="1"/>
            </p:cNvSpPr>
            <p:nvPr/>
          </p:nvSpPr>
          <p:spPr bwMode="auto">
            <a:xfrm>
              <a:off x="2712453" y="1373882"/>
              <a:ext cx="6803599" cy="521070"/>
            </a:xfrm>
            <a:prstGeom prst="rect">
              <a:avLst/>
            </a:prstGeom>
            <a:noFill/>
            <a:ln w="12700">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89" name="Rectangle 13"/>
            <p:cNvSpPr>
              <a:spLocks noChangeArrowheads="1"/>
            </p:cNvSpPr>
            <p:nvPr/>
          </p:nvSpPr>
          <p:spPr bwMode="auto">
            <a:xfrm>
              <a:off x="2715893" y="3098744"/>
              <a:ext cx="3334726" cy="493555"/>
            </a:xfrm>
            <a:prstGeom prst="rect">
              <a:avLst/>
            </a:prstGeom>
            <a:solidFill>
              <a:srgbClr val="CCE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90" name="Rectangle 14"/>
            <p:cNvSpPr>
              <a:spLocks noChangeArrowheads="1"/>
            </p:cNvSpPr>
            <p:nvPr/>
          </p:nvSpPr>
          <p:spPr bwMode="auto">
            <a:xfrm>
              <a:off x="3954162" y="3157214"/>
              <a:ext cx="952779" cy="397252"/>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网络号</a:t>
              </a:r>
            </a:p>
          </p:txBody>
        </p:sp>
        <p:sp>
          <p:nvSpPr>
            <p:cNvPr id="510991" name="Line 15"/>
            <p:cNvSpPr>
              <a:spLocks noChangeShapeType="1"/>
            </p:cNvSpPr>
            <p:nvPr/>
          </p:nvSpPr>
          <p:spPr bwMode="auto">
            <a:xfrm>
              <a:off x="6071257" y="3093586"/>
              <a:ext cx="0" cy="509032"/>
            </a:xfrm>
            <a:prstGeom prst="line">
              <a:avLst/>
            </a:prstGeom>
            <a:noFill/>
            <a:ln w="12700">
              <a:solidFill>
                <a:schemeClr val="tx1"/>
              </a:solidFill>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92" name="Rectangle 16"/>
            <p:cNvSpPr>
              <a:spLocks noChangeArrowheads="1"/>
            </p:cNvSpPr>
            <p:nvPr/>
          </p:nvSpPr>
          <p:spPr bwMode="auto">
            <a:xfrm>
              <a:off x="2709014" y="3084986"/>
              <a:ext cx="6801879" cy="517631"/>
            </a:xfrm>
            <a:prstGeom prst="rect">
              <a:avLst/>
            </a:prstGeom>
            <a:noFill/>
            <a:ln w="12700">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94" name="Rectangle 18"/>
            <p:cNvSpPr>
              <a:spLocks noChangeArrowheads="1"/>
            </p:cNvSpPr>
            <p:nvPr/>
          </p:nvSpPr>
          <p:spPr bwMode="auto">
            <a:xfrm>
              <a:off x="7801394" y="4837365"/>
              <a:ext cx="1685421" cy="481517"/>
            </a:xfrm>
            <a:prstGeom prst="rect">
              <a:avLst/>
            </a:prstGeom>
            <a:solidFill>
              <a:srgbClr val="FFC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97" name="Rectangle 21"/>
            <p:cNvSpPr>
              <a:spLocks noChangeArrowheads="1"/>
            </p:cNvSpPr>
            <p:nvPr/>
          </p:nvSpPr>
          <p:spPr bwMode="auto">
            <a:xfrm>
              <a:off x="2710733" y="2104755"/>
              <a:ext cx="6803599" cy="519350"/>
            </a:xfrm>
            <a:prstGeom prst="rect">
              <a:avLst/>
            </a:prstGeom>
            <a:noFill/>
            <a:ln w="12700">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0998" name="Rectangle 22"/>
            <p:cNvSpPr>
              <a:spLocks noChangeArrowheads="1"/>
            </p:cNvSpPr>
            <p:nvPr/>
          </p:nvSpPr>
          <p:spPr bwMode="auto">
            <a:xfrm>
              <a:off x="1314241" y="1440950"/>
              <a:ext cx="1210752" cy="397252"/>
            </a:xfrm>
            <a:prstGeom prst="rect">
              <a:avLst/>
            </a:prstGeom>
            <a:noFill/>
            <a:ln>
              <a:noFill/>
            </a:ln>
            <a:effectLst/>
          </p:spPr>
          <p:txBody>
            <a:bodyPr wrap="none" lIns="83527" tIns="41031" rIns="83527" bIns="41031">
              <a:spAutoFit/>
            </a:bodyPr>
            <a:lstStyle/>
            <a:p>
              <a:pPr algn="ctr" defTabSz="703580">
                <a:buNone/>
              </a:pPr>
              <a:r>
                <a:rPr lang="zh-CN" altLang="en-US" b="1">
                  <a:solidFill>
                    <a:srgbClr val="0000CC"/>
                  </a:solidFill>
                  <a:latin typeface="Arial" panose="020B0604020202090204" pitchFamily="34" charset="0"/>
                  <a:ea typeface="黑体" pitchFamily="6" charset="-122"/>
                </a:rPr>
                <a:t>网络地址</a:t>
              </a:r>
            </a:p>
          </p:txBody>
        </p:sp>
        <p:sp>
          <p:nvSpPr>
            <p:cNvPr id="510999" name="Text Box 23"/>
            <p:cNvSpPr txBox="1">
              <a:spLocks noChangeArrowheads="1"/>
            </p:cNvSpPr>
            <p:nvPr/>
          </p:nvSpPr>
          <p:spPr bwMode="auto">
            <a:xfrm>
              <a:off x="480130" y="1356685"/>
              <a:ext cx="457472" cy="1147042"/>
            </a:xfrm>
            <a:prstGeom prst="rect">
              <a:avLst/>
            </a:prstGeom>
            <a:noFill/>
            <a:ln>
              <a:noFill/>
            </a:ln>
            <a:effectLst/>
          </p:spPr>
          <p:txBody>
            <a:bodyPr wrap="none">
              <a:spAutoFit/>
            </a:bodyPr>
            <a:lstStyle/>
            <a:p>
              <a:pPr marR="0" algn="ctr" defTabSz="843915">
                <a:lnSpc>
                  <a:spcPct val="85000"/>
                </a:lnSpc>
                <a:buClrTx/>
                <a:buSzTx/>
                <a:buFontTx/>
                <a:buNone/>
                <a:defRPr/>
              </a:pPr>
              <a:r>
                <a:rPr kumimoji="1" lang="en-US" altLang="zh-CN" sz="1845" b="1" kern="1200" cap="none" spc="0" normalizeH="0" baseline="0" noProof="0" dirty="0">
                  <a:solidFill>
                    <a:srgbClr val="0000CC"/>
                  </a:solidFill>
                  <a:latin typeface="Arial" panose="020B0604020202090204"/>
                  <a:ea typeface="黑体" pitchFamily="6" charset="-122"/>
                  <a:cs typeface="+mn-cs"/>
                </a:rPr>
                <a:t>A</a:t>
              </a:r>
            </a:p>
            <a:p>
              <a:pPr marR="0" algn="ctr" defTabSz="843915">
                <a:lnSpc>
                  <a:spcPct val="85000"/>
                </a:lnSpc>
                <a:buClrTx/>
                <a:buSzTx/>
                <a:buFontTx/>
                <a:buNone/>
                <a:defRPr/>
              </a:pPr>
              <a:r>
                <a:rPr kumimoji="1" lang="zh-CN" altLang="en-US" sz="1845" b="1" kern="1200" cap="none" spc="0" normalizeH="0" baseline="0" noProof="0" dirty="0">
                  <a:solidFill>
                    <a:srgbClr val="0000CC"/>
                  </a:solidFill>
                  <a:latin typeface="Arial" panose="020B0604020202090204"/>
                  <a:ea typeface="黑体" pitchFamily="6" charset="-122"/>
                  <a:cs typeface="+mn-cs"/>
                </a:rPr>
                <a:t>类</a:t>
              </a:r>
            </a:p>
            <a:p>
              <a:pPr marR="0" algn="ctr" defTabSz="843915">
                <a:lnSpc>
                  <a:spcPct val="85000"/>
                </a:lnSpc>
                <a:buClrTx/>
                <a:buSzTx/>
                <a:buFontTx/>
                <a:buNone/>
                <a:defRPr/>
              </a:pPr>
              <a:r>
                <a:rPr kumimoji="1" lang="zh-CN" altLang="en-US" sz="1845" b="1" kern="1200" cap="none" spc="0" normalizeH="0" baseline="0" noProof="0" dirty="0">
                  <a:solidFill>
                    <a:srgbClr val="0000CC"/>
                  </a:solidFill>
                  <a:latin typeface="Arial" panose="020B0604020202090204"/>
                  <a:ea typeface="黑体" pitchFamily="6" charset="-122"/>
                  <a:cs typeface="+mn-cs"/>
                </a:rPr>
                <a:t>地</a:t>
              </a:r>
            </a:p>
            <a:p>
              <a:pPr marR="0" algn="ctr" defTabSz="843915">
                <a:lnSpc>
                  <a:spcPct val="85000"/>
                </a:lnSpc>
                <a:buClrTx/>
                <a:buSzTx/>
                <a:buFontTx/>
                <a:buNone/>
                <a:defRPr/>
              </a:pPr>
              <a:r>
                <a:rPr kumimoji="1" lang="zh-CN" altLang="en-US" sz="1845" b="1" kern="1200" cap="none" spc="0" normalizeH="0" baseline="0" noProof="0" dirty="0">
                  <a:solidFill>
                    <a:srgbClr val="0000CC"/>
                  </a:solidFill>
                  <a:latin typeface="Arial" panose="020B0604020202090204"/>
                  <a:ea typeface="黑体" pitchFamily="6" charset="-122"/>
                  <a:cs typeface="+mn-cs"/>
                </a:rPr>
                <a:t>址</a:t>
              </a:r>
            </a:p>
          </p:txBody>
        </p:sp>
        <p:sp>
          <p:nvSpPr>
            <p:cNvPr id="511000" name="Rectangle 24"/>
            <p:cNvSpPr>
              <a:spLocks noChangeArrowheads="1"/>
            </p:cNvSpPr>
            <p:nvPr/>
          </p:nvSpPr>
          <p:spPr bwMode="auto">
            <a:xfrm>
              <a:off x="1035630" y="2075521"/>
              <a:ext cx="1723257" cy="644888"/>
            </a:xfrm>
            <a:prstGeom prst="rect">
              <a:avLst/>
            </a:prstGeom>
            <a:noFill/>
            <a:ln>
              <a:noFill/>
            </a:ln>
            <a:effectLst/>
          </p:spPr>
          <p:txBody>
            <a:bodyPr wrap="none" lIns="83527" tIns="41031" rIns="83527" bIns="41031">
              <a:spAutoFit/>
            </a:bodyPr>
            <a:lstStyle/>
            <a:p>
              <a:pPr algn="ctr" defTabSz="703580">
                <a:lnSpc>
                  <a:spcPct val="90000"/>
                </a:lnSpc>
                <a:buNone/>
              </a:pPr>
              <a:r>
                <a:rPr lang="zh-CN" altLang="en-US" b="1">
                  <a:solidFill>
                    <a:srgbClr val="0000CC"/>
                  </a:solidFill>
                  <a:latin typeface="Arial" panose="020B0604020202090204" pitchFamily="34" charset="0"/>
                  <a:ea typeface="黑体" pitchFamily="6" charset="-122"/>
                </a:rPr>
                <a:t>默认子网掩码</a:t>
              </a:r>
            </a:p>
            <a:p>
              <a:pPr algn="ctr" defTabSz="703580">
                <a:lnSpc>
                  <a:spcPct val="90000"/>
                </a:lnSpc>
                <a:buNone/>
              </a:pPr>
              <a:r>
                <a:rPr lang="en-US" altLang="zh-CN" b="1">
                  <a:solidFill>
                    <a:srgbClr val="0000CC"/>
                  </a:solidFill>
                  <a:latin typeface="Arial" panose="020B0604020202090204" pitchFamily="34" charset="0"/>
                  <a:ea typeface="黑体" pitchFamily="6" charset="-122"/>
                </a:rPr>
                <a:t>255.0.0.0</a:t>
              </a:r>
            </a:p>
          </p:txBody>
        </p:sp>
        <p:sp>
          <p:nvSpPr>
            <p:cNvPr id="511001" name="Rectangle 25"/>
            <p:cNvSpPr>
              <a:spLocks noChangeArrowheads="1"/>
            </p:cNvSpPr>
            <p:nvPr/>
          </p:nvSpPr>
          <p:spPr bwMode="auto">
            <a:xfrm>
              <a:off x="1322841" y="3157214"/>
              <a:ext cx="1210752" cy="397252"/>
            </a:xfrm>
            <a:prstGeom prst="rect">
              <a:avLst/>
            </a:prstGeom>
            <a:noFill/>
            <a:ln>
              <a:noFill/>
            </a:ln>
            <a:effectLst/>
          </p:spPr>
          <p:txBody>
            <a:bodyPr wrap="none" lIns="83527" tIns="41031" rIns="83527" bIns="41031">
              <a:spAutoFit/>
            </a:bodyPr>
            <a:lstStyle/>
            <a:p>
              <a:pPr algn="ctr" defTabSz="703580">
                <a:buNone/>
              </a:pPr>
              <a:r>
                <a:rPr lang="zh-CN" altLang="en-US" b="1">
                  <a:solidFill>
                    <a:srgbClr val="0000CC"/>
                  </a:solidFill>
                  <a:latin typeface="Arial" panose="020B0604020202090204" pitchFamily="34" charset="0"/>
                  <a:ea typeface="黑体" pitchFamily="6" charset="-122"/>
                </a:rPr>
                <a:t>网络地址</a:t>
              </a:r>
            </a:p>
          </p:txBody>
        </p:sp>
        <p:sp>
          <p:nvSpPr>
            <p:cNvPr id="511002" name="Text Box 26"/>
            <p:cNvSpPr txBox="1">
              <a:spLocks noChangeArrowheads="1"/>
            </p:cNvSpPr>
            <p:nvPr/>
          </p:nvSpPr>
          <p:spPr bwMode="auto">
            <a:xfrm>
              <a:off x="483569" y="3045434"/>
              <a:ext cx="457472" cy="1147042"/>
            </a:xfrm>
            <a:prstGeom prst="rect">
              <a:avLst/>
            </a:prstGeom>
            <a:noFill/>
            <a:ln>
              <a:noFill/>
            </a:ln>
            <a:effectLst/>
          </p:spPr>
          <p:txBody>
            <a:bodyPr wrap="none">
              <a:spAutoFit/>
            </a:bodyPr>
            <a:lstStyle/>
            <a:p>
              <a:pPr marR="0" algn="ctr" defTabSz="843915">
                <a:lnSpc>
                  <a:spcPct val="85000"/>
                </a:lnSpc>
                <a:buClrTx/>
                <a:buSzTx/>
                <a:buFontTx/>
                <a:buNone/>
                <a:defRPr/>
              </a:pPr>
              <a:r>
                <a:rPr kumimoji="1" lang="en-US" altLang="zh-CN" sz="1845" b="1" kern="1200" cap="none" spc="0" normalizeH="0" baseline="0" noProof="0" dirty="0">
                  <a:solidFill>
                    <a:srgbClr val="0000CC"/>
                  </a:solidFill>
                  <a:latin typeface="Arial" panose="020B0604020202090204"/>
                  <a:ea typeface="黑体" pitchFamily="6" charset="-122"/>
                  <a:cs typeface="+mn-cs"/>
                </a:rPr>
                <a:t>B</a:t>
              </a:r>
            </a:p>
            <a:p>
              <a:pPr marR="0" algn="ctr" defTabSz="843915">
                <a:lnSpc>
                  <a:spcPct val="85000"/>
                </a:lnSpc>
                <a:buClrTx/>
                <a:buSzTx/>
                <a:buFontTx/>
                <a:buNone/>
                <a:defRPr/>
              </a:pPr>
              <a:r>
                <a:rPr kumimoji="1" lang="zh-CN" altLang="en-US" sz="1845" b="1" kern="1200" cap="none" spc="0" normalizeH="0" baseline="0" noProof="0" dirty="0">
                  <a:solidFill>
                    <a:srgbClr val="0000CC"/>
                  </a:solidFill>
                  <a:latin typeface="Arial" panose="020B0604020202090204"/>
                  <a:ea typeface="黑体" pitchFamily="6" charset="-122"/>
                  <a:cs typeface="+mn-cs"/>
                </a:rPr>
                <a:t>类</a:t>
              </a:r>
            </a:p>
            <a:p>
              <a:pPr marR="0" algn="ctr" defTabSz="843915">
                <a:lnSpc>
                  <a:spcPct val="85000"/>
                </a:lnSpc>
                <a:buClrTx/>
                <a:buSzTx/>
                <a:buFontTx/>
                <a:buNone/>
                <a:defRPr/>
              </a:pPr>
              <a:r>
                <a:rPr kumimoji="1" lang="zh-CN" altLang="en-US" sz="1845" b="1" kern="1200" cap="none" spc="0" normalizeH="0" baseline="0" noProof="0" dirty="0">
                  <a:solidFill>
                    <a:srgbClr val="0000CC"/>
                  </a:solidFill>
                  <a:latin typeface="Arial" panose="020B0604020202090204"/>
                  <a:ea typeface="黑体" pitchFamily="6" charset="-122"/>
                  <a:cs typeface="+mn-cs"/>
                </a:rPr>
                <a:t>地</a:t>
              </a:r>
            </a:p>
            <a:p>
              <a:pPr marR="0" algn="ctr" defTabSz="843915">
                <a:lnSpc>
                  <a:spcPct val="85000"/>
                </a:lnSpc>
                <a:buClrTx/>
                <a:buSzTx/>
                <a:buFontTx/>
                <a:buNone/>
                <a:defRPr/>
              </a:pPr>
              <a:r>
                <a:rPr kumimoji="1" lang="zh-CN" altLang="en-US" sz="1845" b="1" kern="1200" cap="none" spc="0" normalizeH="0" baseline="0" noProof="0" dirty="0">
                  <a:solidFill>
                    <a:srgbClr val="0000CC"/>
                  </a:solidFill>
                  <a:latin typeface="Arial" panose="020B0604020202090204"/>
                  <a:ea typeface="黑体" pitchFamily="6" charset="-122"/>
                  <a:cs typeface="+mn-cs"/>
                </a:rPr>
                <a:t>址</a:t>
              </a:r>
            </a:p>
          </p:txBody>
        </p:sp>
        <p:sp>
          <p:nvSpPr>
            <p:cNvPr id="511003" name="Rectangle 27"/>
            <p:cNvSpPr>
              <a:spLocks noChangeArrowheads="1"/>
            </p:cNvSpPr>
            <p:nvPr/>
          </p:nvSpPr>
          <p:spPr bwMode="auto">
            <a:xfrm>
              <a:off x="999515" y="3767709"/>
              <a:ext cx="1723257" cy="643169"/>
            </a:xfrm>
            <a:prstGeom prst="rect">
              <a:avLst/>
            </a:prstGeom>
            <a:noFill/>
            <a:ln>
              <a:noFill/>
            </a:ln>
            <a:effectLst/>
          </p:spPr>
          <p:txBody>
            <a:bodyPr wrap="none" lIns="83527" tIns="41031" rIns="83527" bIns="41031">
              <a:spAutoFit/>
            </a:bodyPr>
            <a:lstStyle/>
            <a:p>
              <a:pPr algn="ctr" defTabSz="703580">
                <a:lnSpc>
                  <a:spcPct val="90000"/>
                </a:lnSpc>
                <a:buNone/>
              </a:pPr>
              <a:r>
                <a:rPr lang="zh-CN" altLang="en-US" b="1">
                  <a:solidFill>
                    <a:srgbClr val="0000CC"/>
                  </a:solidFill>
                  <a:latin typeface="Arial" panose="020B0604020202090204" pitchFamily="34" charset="0"/>
                  <a:ea typeface="黑体" pitchFamily="6" charset="-122"/>
                </a:rPr>
                <a:t>默认子网掩码</a:t>
              </a:r>
            </a:p>
            <a:p>
              <a:pPr algn="ctr" defTabSz="703580">
                <a:lnSpc>
                  <a:spcPct val="90000"/>
                </a:lnSpc>
                <a:buNone/>
              </a:pPr>
              <a:r>
                <a:rPr lang="en-US" altLang="zh-CN" b="1">
                  <a:solidFill>
                    <a:srgbClr val="0000CC"/>
                  </a:solidFill>
                  <a:latin typeface="Arial" panose="020B0604020202090204" pitchFamily="34" charset="0"/>
                  <a:ea typeface="黑体" pitchFamily="6" charset="-122"/>
                </a:rPr>
                <a:t>255.255.0.0</a:t>
              </a:r>
            </a:p>
          </p:txBody>
        </p:sp>
        <p:sp>
          <p:nvSpPr>
            <p:cNvPr id="511007" name="Rectangle 31"/>
            <p:cNvSpPr>
              <a:spLocks noChangeArrowheads="1"/>
            </p:cNvSpPr>
            <p:nvPr/>
          </p:nvSpPr>
          <p:spPr bwMode="auto">
            <a:xfrm>
              <a:off x="2710733" y="3862292"/>
              <a:ext cx="6803599" cy="521071"/>
            </a:xfrm>
            <a:prstGeom prst="rect">
              <a:avLst/>
            </a:prstGeom>
            <a:noFill/>
            <a:ln w="12700">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08" name="Rectangle 32"/>
            <p:cNvSpPr>
              <a:spLocks noChangeArrowheads="1"/>
            </p:cNvSpPr>
            <p:nvPr/>
          </p:nvSpPr>
          <p:spPr bwMode="auto">
            <a:xfrm>
              <a:off x="1322841" y="4883796"/>
              <a:ext cx="1210752" cy="398971"/>
            </a:xfrm>
            <a:prstGeom prst="rect">
              <a:avLst/>
            </a:prstGeom>
            <a:noFill/>
            <a:ln>
              <a:noFill/>
            </a:ln>
            <a:effectLst/>
          </p:spPr>
          <p:txBody>
            <a:bodyPr wrap="none" lIns="83527" tIns="41031" rIns="83527" bIns="41031">
              <a:spAutoFit/>
            </a:bodyPr>
            <a:lstStyle/>
            <a:p>
              <a:pPr algn="ctr" defTabSz="703580">
                <a:buNone/>
              </a:pPr>
              <a:r>
                <a:rPr lang="zh-CN" altLang="en-US" b="1">
                  <a:solidFill>
                    <a:srgbClr val="0000CC"/>
                  </a:solidFill>
                  <a:latin typeface="Arial" panose="020B0604020202090204" pitchFamily="34" charset="0"/>
                  <a:ea typeface="黑体" pitchFamily="6" charset="-122"/>
                </a:rPr>
                <a:t>网络地址</a:t>
              </a:r>
            </a:p>
          </p:txBody>
        </p:sp>
        <p:sp>
          <p:nvSpPr>
            <p:cNvPr id="511009" name="Text Box 33"/>
            <p:cNvSpPr txBox="1">
              <a:spLocks noChangeArrowheads="1"/>
            </p:cNvSpPr>
            <p:nvPr/>
          </p:nvSpPr>
          <p:spPr bwMode="auto">
            <a:xfrm>
              <a:off x="483569" y="4808129"/>
              <a:ext cx="457472" cy="1147043"/>
            </a:xfrm>
            <a:prstGeom prst="rect">
              <a:avLst/>
            </a:prstGeom>
            <a:noFill/>
            <a:ln>
              <a:noFill/>
            </a:ln>
            <a:effectLst/>
          </p:spPr>
          <p:txBody>
            <a:bodyPr wrap="none">
              <a:spAutoFit/>
            </a:bodyPr>
            <a:lstStyle/>
            <a:p>
              <a:pPr marR="0" algn="ctr" defTabSz="843915">
                <a:lnSpc>
                  <a:spcPct val="85000"/>
                </a:lnSpc>
                <a:buClrTx/>
                <a:buSzTx/>
                <a:buFontTx/>
                <a:buNone/>
                <a:defRPr/>
              </a:pPr>
              <a:r>
                <a:rPr kumimoji="1" lang="en-US" altLang="zh-CN" sz="1845" b="1" kern="1200" cap="none" spc="0" normalizeH="0" baseline="0" noProof="0">
                  <a:solidFill>
                    <a:srgbClr val="0000CC"/>
                  </a:solidFill>
                  <a:latin typeface="Arial" panose="020B0604020202090204"/>
                  <a:ea typeface="黑体" pitchFamily="6" charset="-122"/>
                  <a:cs typeface="+mn-cs"/>
                </a:rPr>
                <a:t>C</a:t>
              </a:r>
            </a:p>
            <a:p>
              <a:pPr marR="0" algn="ctr" defTabSz="843915">
                <a:lnSpc>
                  <a:spcPct val="85000"/>
                </a:lnSpc>
                <a:buClrTx/>
                <a:buSzTx/>
                <a:buFontTx/>
                <a:buNone/>
                <a:defRPr/>
              </a:pPr>
              <a:r>
                <a:rPr kumimoji="1" lang="zh-CN" altLang="en-US" sz="1845" b="1" kern="1200" cap="none" spc="0" normalizeH="0" baseline="0" noProof="0">
                  <a:solidFill>
                    <a:srgbClr val="0000CC"/>
                  </a:solidFill>
                  <a:latin typeface="Arial" panose="020B0604020202090204"/>
                  <a:ea typeface="黑体" pitchFamily="6" charset="-122"/>
                  <a:cs typeface="+mn-cs"/>
                </a:rPr>
                <a:t>类</a:t>
              </a:r>
            </a:p>
            <a:p>
              <a:pPr marR="0" algn="ctr" defTabSz="843915">
                <a:lnSpc>
                  <a:spcPct val="85000"/>
                </a:lnSpc>
                <a:buClrTx/>
                <a:buSzTx/>
                <a:buFontTx/>
                <a:buNone/>
                <a:defRPr/>
              </a:pPr>
              <a:r>
                <a:rPr kumimoji="1" lang="zh-CN" altLang="en-US" sz="1845" b="1" kern="1200" cap="none" spc="0" normalizeH="0" baseline="0" noProof="0">
                  <a:solidFill>
                    <a:srgbClr val="0000CC"/>
                  </a:solidFill>
                  <a:latin typeface="Arial" panose="020B0604020202090204"/>
                  <a:ea typeface="黑体" pitchFamily="6" charset="-122"/>
                  <a:cs typeface="+mn-cs"/>
                </a:rPr>
                <a:t>地</a:t>
              </a:r>
            </a:p>
            <a:p>
              <a:pPr marR="0" algn="ctr" defTabSz="843915">
                <a:lnSpc>
                  <a:spcPct val="85000"/>
                </a:lnSpc>
                <a:buClrTx/>
                <a:buSzTx/>
                <a:buFontTx/>
                <a:buNone/>
                <a:defRPr/>
              </a:pPr>
              <a:r>
                <a:rPr kumimoji="1" lang="zh-CN" altLang="en-US" sz="1845" b="1" kern="1200" cap="none" spc="0" normalizeH="0" baseline="0" noProof="0">
                  <a:solidFill>
                    <a:srgbClr val="0000CC"/>
                  </a:solidFill>
                  <a:latin typeface="Arial" panose="020B0604020202090204"/>
                  <a:ea typeface="黑体" pitchFamily="6" charset="-122"/>
                  <a:cs typeface="+mn-cs"/>
                </a:rPr>
                <a:t>址</a:t>
              </a:r>
            </a:p>
          </p:txBody>
        </p:sp>
        <p:sp>
          <p:nvSpPr>
            <p:cNvPr id="511010" name="Rectangle 34"/>
            <p:cNvSpPr>
              <a:spLocks noChangeArrowheads="1"/>
            </p:cNvSpPr>
            <p:nvPr/>
          </p:nvSpPr>
          <p:spPr bwMode="auto">
            <a:xfrm>
              <a:off x="951360" y="5575117"/>
              <a:ext cx="1819567" cy="643169"/>
            </a:xfrm>
            <a:prstGeom prst="rect">
              <a:avLst/>
            </a:prstGeom>
            <a:noFill/>
            <a:ln>
              <a:noFill/>
            </a:ln>
            <a:effectLst/>
          </p:spPr>
          <p:txBody>
            <a:bodyPr wrap="none" lIns="83527" tIns="41031" rIns="83527" bIns="41031">
              <a:spAutoFit/>
            </a:bodyPr>
            <a:lstStyle/>
            <a:p>
              <a:pPr algn="ctr" defTabSz="703580">
                <a:lnSpc>
                  <a:spcPct val="90000"/>
                </a:lnSpc>
                <a:buNone/>
              </a:pPr>
              <a:r>
                <a:rPr lang="zh-CN" altLang="en-US" b="1">
                  <a:solidFill>
                    <a:srgbClr val="0000CC"/>
                  </a:solidFill>
                  <a:latin typeface="Arial" panose="020B0604020202090204" pitchFamily="34" charset="0"/>
                  <a:ea typeface="黑体" pitchFamily="6" charset="-122"/>
                </a:rPr>
                <a:t>默认子网掩码</a:t>
              </a:r>
            </a:p>
            <a:p>
              <a:pPr algn="ctr" defTabSz="703580">
                <a:lnSpc>
                  <a:spcPct val="90000"/>
                </a:lnSpc>
                <a:buNone/>
              </a:pPr>
              <a:r>
                <a:rPr lang="en-US" altLang="zh-CN" b="1">
                  <a:solidFill>
                    <a:srgbClr val="0000CC"/>
                  </a:solidFill>
                  <a:latin typeface="Arial" panose="020B0604020202090204" pitchFamily="34" charset="0"/>
                  <a:ea typeface="黑体" pitchFamily="6" charset="-122"/>
                </a:rPr>
                <a:t>255.255.255.0</a:t>
              </a:r>
            </a:p>
          </p:txBody>
        </p:sp>
        <p:sp>
          <p:nvSpPr>
            <p:cNvPr id="511013" name="Rectangle 37"/>
            <p:cNvSpPr>
              <a:spLocks noChangeArrowheads="1"/>
            </p:cNvSpPr>
            <p:nvPr/>
          </p:nvSpPr>
          <p:spPr bwMode="auto">
            <a:xfrm>
              <a:off x="2705574" y="5619829"/>
              <a:ext cx="6801879" cy="521071"/>
            </a:xfrm>
            <a:prstGeom prst="rect">
              <a:avLst/>
            </a:prstGeom>
            <a:noFill/>
            <a:ln w="12700">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21" name="Rectangle 45"/>
            <p:cNvSpPr>
              <a:spLocks noChangeArrowheads="1"/>
            </p:cNvSpPr>
            <p:nvPr/>
          </p:nvSpPr>
          <p:spPr bwMode="auto">
            <a:xfrm>
              <a:off x="6081576" y="3097025"/>
              <a:ext cx="3412118" cy="483236"/>
            </a:xfrm>
            <a:prstGeom prst="rect">
              <a:avLst/>
            </a:prstGeom>
            <a:solidFill>
              <a:srgbClr val="FFCCFF"/>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22" name="Rectangle 46"/>
            <p:cNvSpPr>
              <a:spLocks noChangeArrowheads="1"/>
            </p:cNvSpPr>
            <p:nvPr/>
          </p:nvSpPr>
          <p:spPr bwMode="auto">
            <a:xfrm>
              <a:off x="7753239" y="4861441"/>
              <a:ext cx="1681982" cy="398971"/>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主机号为全 </a:t>
              </a:r>
              <a:r>
                <a:rPr lang="en-US" altLang="zh-CN" b="1">
                  <a:solidFill>
                    <a:srgbClr val="0000CC"/>
                  </a:solidFill>
                  <a:latin typeface="Arial" panose="020B0604020202090204" pitchFamily="34" charset="0"/>
                  <a:ea typeface="黑体" pitchFamily="6" charset="-122"/>
                </a:rPr>
                <a:t>0</a:t>
              </a:r>
            </a:p>
          </p:txBody>
        </p:sp>
        <p:sp>
          <p:nvSpPr>
            <p:cNvPr id="511023" name="Rectangle 47"/>
            <p:cNvSpPr>
              <a:spLocks noChangeArrowheads="1"/>
            </p:cNvSpPr>
            <p:nvPr/>
          </p:nvSpPr>
          <p:spPr bwMode="auto">
            <a:xfrm>
              <a:off x="6896769" y="3157214"/>
              <a:ext cx="1681982" cy="397252"/>
            </a:xfrm>
            <a:prstGeom prst="rect">
              <a:avLst/>
            </a:prstGeom>
            <a:noFill/>
            <a:ln>
              <a:noFill/>
            </a:ln>
            <a:effectLst/>
          </p:spPr>
          <p:txBody>
            <a:bodyPr wrap="none" lIns="83527" tIns="41031" rIns="83527" bIns="41031">
              <a:spAutoFit/>
            </a:bodyPr>
            <a:lstStyle/>
            <a:p>
              <a:pPr defTabSz="703580">
                <a:buNone/>
              </a:pPr>
              <a:r>
                <a:rPr lang="zh-CN" altLang="en-US" b="1">
                  <a:solidFill>
                    <a:srgbClr val="0000CC"/>
                  </a:solidFill>
                  <a:latin typeface="Arial" panose="020B0604020202090204" pitchFamily="34" charset="0"/>
                  <a:ea typeface="黑体" pitchFamily="6" charset="-122"/>
                </a:rPr>
                <a:t>主机号为全 </a:t>
              </a:r>
              <a:r>
                <a:rPr lang="en-US" altLang="zh-CN" b="1">
                  <a:solidFill>
                    <a:srgbClr val="0000CC"/>
                  </a:solidFill>
                  <a:latin typeface="Arial" panose="020B0604020202090204" pitchFamily="34" charset="0"/>
                  <a:ea typeface="黑体" pitchFamily="6" charset="-122"/>
                </a:rPr>
                <a:t>0</a:t>
              </a:r>
            </a:p>
          </p:txBody>
        </p:sp>
        <p:grpSp>
          <p:nvGrpSpPr>
            <p:cNvPr id="191534" name="组合 1"/>
            <p:cNvGrpSpPr/>
            <p:nvPr/>
          </p:nvGrpSpPr>
          <p:grpSpPr>
            <a:xfrm>
              <a:off x="416496" y="2844577"/>
              <a:ext cx="9249180" cy="1757362"/>
              <a:chOff x="24077" y="2916585"/>
              <a:chExt cx="9785615" cy="1757362"/>
            </a:xfrm>
          </p:grpSpPr>
          <p:sp>
            <p:nvSpPr>
              <p:cNvPr id="511024" name="Line 48"/>
              <p:cNvSpPr>
                <a:spLocks noChangeShapeType="1"/>
              </p:cNvSpPr>
              <p:nvPr/>
            </p:nvSpPr>
            <p:spPr bwMode="auto">
              <a:xfrm>
                <a:off x="24077" y="2916236"/>
                <a:ext cx="9785615" cy="0"/>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511025" name="Line 49"/>
              <p:cNvSpPr>
                <a:spLocks noChangeShapeType="1"/>
              </p:cNvSpPr>
              <p:nvPr/>
            </p:nvSpPr>
            <p:spPr bwMode="auto">
              <a:xfrm>
                <a:off x="24077" y="4673774"/>
                <a:ext cx="9785615" cy="0"/>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grpSp>
        <p:sp>
          <p:nvSpPr>
            <p:cNvPr id="511026" name="Line 50"/>
            <p:cNvSpPr>
              <a:spLocks noChangeShapeType="1"/>
            </p:cNvSpPr>
            <p:nvPr/>
          </p:nvSpPr>
          <p:spPr bwMode="auto">
            <a:xfrm>
              <a:off x="992635" y="1196752"/>
              <a:ext cx="0" cy="5162550"/>
            </a:xfrm>
            <a:prstGeom prst="line">
              <a:avLst/>
            </a:prstGeom>
            <a:noFill/>
            <a:ln w="9525">
              <a:solidFill>
                <a:schemeClr val="tx1"/>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grpSp>
      <p:sp>
        <p:nvSpPr>
          <p:cNvPr id="511027" name="Rectangle 51"/>
          <p:cNvSpPr>
            <a:spLocks noGrp="1" noChangeArrowheads="1"/>
          </p:cNvSpPr>
          <p:nvPr>
            <p:ph type="title"/>
          </p:nvPr>
        </p:nvSpPr>
        <p:spPr>
          <a:xfrm>
            <a:off x="457200" y="188913"/>
            <a:ext cx="8369300" cy="792163"/>
          </a:xfrm>
        </p:spPr>
        <p:txBody>
          <a:bodyPr vert="horz" wrap="square" lIns="84406" tIns="42203" rIns="84406" bIns="42203" numCol="1" anchor="b" anchorCtr="0" compatLnSpc="1"/>
          <a:lstStyle/>
          <a:p>
            <a:pPr algn="ctr" eaLnBrk="1" hangingPunct="1">
              <a:buNone/>
            </a:pPr>
            <a:r>
              <a:rPr lang="zh-CN" altLang="en-US">
                <a:latin typeface="+mn-lt"/>
                <a:ea typeface="黑体" pitchFamily="6" charset="-122"/>
                <a:cs typeface="+mj-cs"/>
              </a:rPr>
              <a:t>默认子网掩码 </a:t>
            </a:r>
          </a:p>
        </p:txBody>
      </p:sp>
    </p:spTree>
  </p:cSld>
  <p:clrMapOvr>
    <a:masterClrMapping/>
  </p:clrMapOvr>
  <p:transition spd="slow"/>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2"/>
          <p:cNvSpPr>
            <a:spLocks noGrp="1" noChangeArrowheads="1"/>
          </p:cNvSpPr>
          <p:nvPr>
            <p:ph type="title"/>
          </p:nvPr>
        </p:nvSpPr>
        <p:spPr>
          <a:xfrm>
            <a:off x="457200" y="188913"/>
            <a:ext cx="8369300" cy="792163"/>
          </a:xfrm>
        </p:spPr>
        <p:txBody>
          <a:bodyPr vert="horz" wrap="square" lIns="84406" tIns="42203" rIns="84406" bIns="42203" numCol="1" anchor="b" anchorCtr="0" compatLnSpc="1"/>
          <a:lstStyle/>
          <a:p>
            <a:pPr algn="ctr" eaLnBrk="1" hangingPunct="1">
              <a:buNone/>
            </a:pPr>
            <a:r>
              <a:rPr lang="zh-CN" altLang="en-US">
                <a:latin typeface="+mn-lt"/>
                <a:ea typeface="黑体" pitchFamily="6" charset="-122"/>
                <a:cs typeface="+mj-cs"/>
              </a:rPr>
              <a:t>子网掩码是一个重要属性</a:t>
            </a:r>
          </a:p>
        </p:txBody>
      </p:sp>
      <p:sp>
        <p:nvSpPr>
          <p:cNvPr id="985091" name="Rectangle 3"/>
          <p:cNvSpPr>
            <a:spLocks noGrp="1" noChangeArrowheads="1"/>
          </p:cNvSpPr>
          <p:nvPr>
            <p:ph idx="1"/>
          </p:nvPr>
        </p:nvSpPr>
        <p:spPr>
          <a:xfrm>
            <a:off x="457200" y="1196975"/>
            <a:ext cx="8369300" cy="4933950"/>
          </a:xfrm>
        </p:spPr>
        <p:txBody>
          <a:bodyPr vert="horz" wrap="square" lIns="91440" tIns="45720" rIns="91440" bIns="45720" numCol="1" anchor="t" anchorCtr="0" compatLnSpc="1"/>
          <a:lstStyle/>
          <a:p>
            <a:pPr eaLnBrk="1" latinLnBrk="0" hangingPunct="1">
              <a:lnSpc>
                <a:spcPct val="100000"/>
              </a:lnSpc>
              <a:spcBef>
                <a:spcPts val="1100"/>
              </a:spcBef>
              <a:buSzPct val="75000"/>
            </a:pPr>
            <a:r>
              <a:rPr lang="zh-CN" altLang="en-US" sz="2600">
                <a:solidFill>
                  <a:srgbClr val="FF0000"/>
                </a:solidFill>
                <a:latin typeface="+mn-lt"/>
                <a:ea typeface="黑体" pitchFamily="6" charset="-122"/>
                <a:cs typeface="+mn-cs"/>
              </a:rPr>
              <a:t>子网掩码是一个网络或一个子网的重要属性。</a:t>
            </a:r>
          </a:p>
          <a:p>
            <a:pPr eaLnBrk="1" latinLnBrk="0" hangingPunct="1">
              <a:lnSpc>
                <a:spcPct val="100000"/>
              </a:lnSpc>
              <a:spcBef>
                <a:spcPts val="1100"/>
              </a:spcBef>
              <a:buSzPct val="75000"/>
            </a:pPr>
            <a:r>
              <a:rPr lang="zh-CN" altLang="en-US" sz="2600">
                <a:latin typeface="+mn-lt"/>
                <a:ea typeface="黑体" pitchFamily="6" charset="-122"/>
                <a:cs typeface="+mn-cs"/>
              </a:rPr>
              <a:t>路由器在和相邻路由器交换路由信息时，必须把自己所在网络（或子网）的子网掩码告诉相邻路由器。</a:t>
            </a:r>
          </a:p>
          <a:p>
            <a:pPr eaLnBrk="1" latinLnBrk="0" hangingPunct="1">
              <a:lnSpc>
                <a:spcPct val="100000"/>
              </a:lnSpc>
              <a:spcBef>
                <a:spcPts val="1100"/>
              </a:spcBef>
              <a:buSzPct val="75000"/>
            </a:pPr>
            <a:r>
              <a:rPr lang="zh-CN" altLang="en-US" sz="2600">
                <a:latin typeface="+mn-lt"/>
                <a:ea typeface="黑体" pitchFamily="6" charset="-122"/>
                <a:cs typeface="+mn-cs"/>
              </a:rPr>
              <a:t>路由器的路由表中的每一个项目，除了要给出目的网络地址外，还必须同时给出该网络的子网掩码。</a:t>
            </a:r>
          </a:p>
          <a:p>
            <a:pPr eaLnBrk="1" latinLnBrk="0" hangingPunct="1">
              <a:lnSpc>
                <a:spcPct val="100000"/>
              </a:lnSpc>
              <a:spcBef>
                <a:spcPts val="1100"/>
              </a:spcBef>
              <a:buSzPct val="75000"/>
            </a:pPr>
            <a:r>
              <a:rPr lang="zh-CN" altLang="en-US" sz="2600">
                <a:latin typeface="+mn-lt"/>
                <a:ea typeface="黑体" pitchFamily="6" charset="-122"/>
                <a:cs typeface="+mn-cs"/>
              </a:rPr>
              <a:t>若一个路由器连接在两个子网上就拥有两个网络地址和两个子网掩码。</a:t>
            </a:r>
          </a:p>
        </p:txBody>
      </p:sp>
    </p:spTree>
  </p:cSld>
  <p:clrMapOvr>
    <a:masterClrMapping/>
  </p:clrMapOvr>
  <p:transition spd="slow"/>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a:latin typeface="+mn-lt"/>
                <a:ea typeface="黑体" pitchFamily="6" charset="-122"/>
                <a:cs typeface="+mj-cs"/>
              </a:rPr>
              <a:t>子网划分方法</a:t>
            </a:r>
          </a:p>
        </p:txBody>
      </p:sp>
      <p:sp>
        <p:nvSpPr>
          <p:cNvPr id="195586" name="内容占位符 2"/>
          <p:cNvSpPr>
            <a:spLocks noGrp="1"/>
          </p:cNvSpPr>
          <p:nvPr>
            <p:ph idx="1"/>
          </p:nvPr>
        </p:nvSpPr>
        <p:spPr>
          <a:xfrm>
            <a:off x="457200" y="1196975"/>
            <a:ext cx="8369300" cy="4933950"/>
          </a:xfrm>
        </p:spPr>
        <p:txBody>
          <a:bodyPr vert="horz" wrap="square" lIns="91440" tIns="45720" rIns="91440" bIns="45720" anchor="t" anchorCtr="0"/>
          <a:lstStyle/>
          <a:p>
            <a:pPr eaLnBrk="1" hangingPunct="1">
              <a:buSzPct val="75000"/>
            </a:pPr>
            <a:r>
              <a:rPr lang="zh-CN" altLang="en-US" sz="2400">
                <a:latin typeface="+mn-lt"/>
                <a:ea typeface="黑体" pitchFamily="6" charset="-122"/>
                <a:cs typeface="+mn-cs"/>
              </a:rPr>
              <a:t>有</a:t>
            </a:r>
            <a:r>
              <a:rPr lang="zh-CN" altLang="en-US" sz="2400">
                <a:solidFill>
                  <a:srgbClr val="FF0000"/>
                </a:solidFill>
                <a:latin typeface="+mn-lt"/>
                <a:ea typeface="黑体" pitchFamily="6" charset="-122"/>
                <a:cs typeface="+mn-cs"/>
              </a:rPr>
              <a:t>固定长度子网</a:t>
            </a:r>
            <a:r>
              <a:rPr lang="zh-CN" altLang="en-US" sz="2400">
                <a:latin typeface="+mn-lt"/>
                <a:ea typeface="黑体" pitchFamily="6" charset="-122"/>
                <a:cs typeface="+mn-cs"/>
              </a:rPr>
              <a:t>和</a:t>
            </a:r>
            <a:r>
              <a:rPr lang="zh-CN" altLang="en-US" sz="2400">
                <a:solidFill>
                  <a:srgbClr val="FF0000"/>
                </a:solidFill>
                <a:latin typeface="+mn-lt"/>
                <a:ea typeface="黑体" pitchFamily="6" charset="-122"/>
                <a:cs typeface="+mn-cs"/>
              </a:rPr>
              <a:t>变长子网</a:t>
            </a:r>
            <a:r>
              <a:rPr lang="zh-CN" altLang="en-US" sz="2400">
                <a:latin typeface="+mn-lt"/>
                <a:ea typeface="黑体" pitchFamily="6" charset="-122"/>
                <a:cs typeface="+mn-cs"/>
              </a:rPr>
              <a:t>两种子网划分方法。</a:t>
            </a:r>
            <a:endParaRPr lang="en-US" altLang="zh-CN" sz="2400">
              <a:latin typeface="+mn-lt"/>
              <a:ea typeface="黑体" pitchFamily="6" charset="-122"/>
              <a:cs typeface="+mn-cs"/>
            </a:endParaRPr>
          </a:p>
          <a:p>
            <a:pPr eaLnBrk="1" hangingPunct="1">
              <a:buSzPct val="75000"/>
            </a:pPr>
            <a:r>
              <a:rPr lang="zh-CN" altLang="zh-CN" sz="2400">
                <a:solidFill>
                  <a:srgbClr val="0000FF"/>
                </a:solidFill>
                <a:latin typeface="+mn-lt"/>
                <a:ea typeface="黑体" pitchFamily="6" charset="-122"/>
                <a:cs typeface="+mn-cs"/>
              </a:rPr>
              <a:t>在采用固定长度子网时，所划分的所有子网的子网掩码都是相同的</a:t>
            </a:r>
            <a:r>
              <a:rPr lang="zh-CN" altLang="en-US" sz="2400">
                <a:solidFill>
                  <a:srgbClr val="0000FF"/>
                </a:solidFill>
                <a:latin typeface="+mn-lt"/>
                <a:ea typeface="黑体" pitchFamily="6" charset="-122"/>
                <a:cs typeface="+mn-cs"/>
              </a:rPr>
              <a:t>。</a:t>
            </a:r>
            <a:endParaRPr lang="en-US" altLang="zh-CN" sz="2400">
              <a:solidFill>
                <a:srgbClr val="0000FF"/>
              </a:solidFill>
              <a:latin typeface="+mn-lt"/>
              <a:ea typeface="黑体" pitchFamily="6" charset="-122"/>
              <a:cs typeface="+mn-cs"/>
            </a:endParaRPr>
          </a:p>
          <a:p>
            <a:pPr eaLnBrk="1" hangingPunct="1">
              <a:buSzPct val="75000"/>
            </a:pPr>
            <a:r>
              <a:rPr lang="zh-CN" altLang="zh-CN" sz="2400">
                <a:latin typeface="+mn-lt"/>
                <a:ea typeface="黑体" pitchFamily="6" charset="-122"/>
                <a:cs typeface="+mn-cs"/>
              </a:rPr>
              <a:t>虽然根据已成为互联网标准协议的</a:t>
            </a:r>
            <a:r>
              <a:rPr lang="en-US" altLang="zh-CN" sz="2400">
                <a:latin typeface="+mn-lt"/>
                <a:ea typeface="黑体" pitchFamily="6" charset="-122"/>
                <a:cs typeface="+mn-cs"/>
              </a:rPr>
              <a:t> RFC 950 </a:t>
            </a:r>
            <a:r>
              <a:rPr lang="zh-CN" altLang="zh-CN" sz="2400">
                <a:latin typeface="+mn-lt"/>
                <a:ea typeface="黑体" pitchFamily="6" charset="-122"/>
                <a:cs typeface="+mn-cs"/>
              </a:rPr>
              <a:t>文档，子网号不能为</a:t>
            </a:r>
            <a:r>
              <a:rPr lang="zh-CN" altLang="zh-CN" sz="2400">
                <a:solidFill>
                  <a:srgbClr val="FF0000"/>
                </a:solidFill>
                <a:latin typeface="+mn-lt"/>
                <a:ea typeface="黑体" pitchFamily="6" charset="-122"/>
                <a:cs typeface="+mn-cs"/>
              </a:rPr>
              <a:t>全</a:t>
            </a:r>
            <a:r>
              <a:rPr lang="en-US" altLang="zh-CN" sz="2400">
                <a:solidFill>
                  <a:srgbClr val="FF0000"/>
                </a:solidFill>
                <a:latin typeface="+mn-lt"/>
                <a:ea typeface="黑体" pitchFamily="6" charset="-122"/>
                <a:cs typeface="+mn-cs"/>
              </a:rPr>
              <a:t> 1 </a:t>
            </a:r>
            <a:r>
              <a:rPr lang="zh-CN" altLang="zh-CN" sz="2400">
                <a:latin typeface="+mn-lt"/>
                <a:ea typeface="黑体" pitchFamily="6" charset="-122"/>
                <a:cs typeface="+mn-cs"/>
              </a:rPr>
              <a:t>或</a:t>
            </a:r>
            <a:r>
              <a:rPr lang="zh-CN" altLang="zh-CN" sz="2400">
                <a:solidFill>
                  <a:srgbClr val="FF0000"/>
                </a:solidFill>
                <a:latin typeface="+mn-lt"/>
                <a:ea typeface="黑体" pitchFamily="6" charset="-122"/>
                <a:cs typeface="+mn-cs"/>
              </a:rPr>
              <a:t>全</a:t>
            </a:r>
            <a:r>
              <a:rPr lang="en-US" altLang="zh-CN" sz="2400">
                <a:solidFill>
                  <a:srgbClr val="FF0000"/>
                </a:solidFill>
                <a:latin typeface="+mn-lt"/>
                <a:ea typeface="黑体" pitchFamily="6" charset="-122"/>
                <a:cs typeface="+mn-cs"/>
              </a:rPr>
              <a:t> 0</a:t>
            </a:r>
            <a:r>
              <a:rPr lang="zh-CN" altLang="zh-CN" sz="2400">
                <a:solidFill>
                  <a:srgbClr val="FF0000"/>
                </a:solidFill>
                <a:latin typeface="+mn-lt"/>
                <a:ea typeface="黑体" pitchFamily="6" charset="-122"/>
                <a:cs typeface="+mn-cs"/>
              </a:rPr>
              <a:t>，</a:t>
            </a:r>
            <a:r>
              <a:rPr lang="zh-CN" altLang="zh-CN" sz="2400">
                <a:latin typeface="+mn-lt"/>
                <a:ea typeface="黑体" pitchFamily="6" charset="-122"/>
                <a:cs typeface="+mn-cs"/>
              </a:rPr>
              <a:t>但随着无分类域间路由选择</a:t>
            </a:r>
            <a:r>
              <a:rPr lang="en-US" altLang="zh-CN" sz="2400">
                <a:latin typeface="+mn-lt"/>
                <a:ea typeface="黑体" pitchFamily="6" charset="-122"/>
                <a:cs typeface="+mn-cs"/>
              </a:rPr>
              <a:t> CIDR </a:t>
            </a:r>
            <a:r>
              <a:rPr lang="zh-CN" altLang="zh-CN" sz="2400">
                <a:latin typeface="+mn-lt"/>
                <a:ea typeface="黑体" pitchFamily="6" charset="-122"/>
                <a:cs typeface="+mn-cs"/>
              </a:rPr>
              <a:t>的广泛使用</a:t>
            </a:r>
            <a:r>
              <a:rPr lang="zh-CN" altLang="en-US" sz="2400">
                <a:latin typeface="+mn-lt"/>
                <a:ea typeface="黑体" pitchFamily="6" charset="-122"/>
                <a:cs typeface="+mn-cs"/>
              </a:rPr>
              <a:t>，</a:t>
            </a:r>
            <a:r>
              <a:rPr lang="zh-CN" altLang="zh-CN" sz="2400">
                <a:latin typeface="+mn-lt"/>
                <a:ea typeface="黑体" pitchFamily="6" charset="-122"/>
                <a:cs typeface="+mn-cs"/>
              </a:rPr>
              <a:t>现在全</a:t>
            </a:r>
            <a:r>
              <a:rPr lang="en-US" altLang="zh-CN" sz="2400">
                <a:latin typeface="+mn-lt"/>
                <a:ea typeface="黑体" pitchFamily="6" charset="-122"/>
                <a:cs typeface="+mn-cs"/>
              </a:rPr>
              <a:t> 1 </a:t>
            </a:r>
            <a:r>
              <a:rPr lang="zh-CN" altLang="zh-CN" sz="2400">
                <a:latin typeface="+mn-lt"/>
                <a:ea typeface="黑体" pitchFamily="6" charset="-122"/>
                <a:cs typeface="+mn-cs"/>
              </a:rPr>
              <a:t>和全</a:t>
            </a:r>
            <a:r>
              <a:rPr lang="en-US" altLang="zh-CN" sz="2400">
                <a:latin typeface="+mn-lt"/>
                <a:ea typeface="黑体" pitchFamily="6" charset="-122"/>
                <a:cs typeface="+mn-cs"/>
              </a:rPr>
              <a:t> 0 </a:t>
            </a:r>
            <a:r>
              <a:rPr lang="zh-CN" altLang="zh-CN" sz="2400">
                <a:latin typeface="+mn-lt"/>
                <a:ea typeface="黑体" pitchFamily="6" charset="-122"/>
                <a:cs typeface="+mn-cs"/>
              </a:rPr>
              <a:t>的子网号也可以使用了，但一定要谨慎使用，</a:t>
            </a:r>
            <a:r>
              <a:rPr lang="zh-CN" altLang="en-US" sz="2400">
                <a:latin typeface="+mn-lt"/>
                <a:ea typeface="黑体" pitchFamily="6" charset="-122"/>
                <a:cs typeface="+mn-cs"/>
              </a:rPr>
              <a:t>确认</a:t>
            </a:r>
            <a:r>
              <a:rPr lang="zh-CN" altLang="zh-CN" sz="2400">
                <a:latin typeface="+mn-lt"/>
                <a:ea typeface="黑体" pitchFamily="6" charset="-122"/>
                <a:cs typeface="+mn-cs"/>
              </a:rPr>
              <a:t>你的路由器所用的路由选择软件是否支持全</a:t>
            </a:r>
            <a:r>
              <a:rPr lang="en-US" altLang="zh-CN" sz="2400">
                <a:latin typeface="+mn-lt"/>
                <a:ea typeface="黑体" pitchFamily="6" charset="-122"/>
                <a:cs typeface="+mn-cs"/>
              </a:rPr>
              <a:t> 0 </a:t>
            </a:r>
            <a:r>
              <a:rPr lang="zh-CN" altLang="zh-CN" sz="2400">
                <a:latin typeface="+mn-lt"/>
                <a:ea typeface="黑体" pitchFamily="6" charset="-122"/>
                <a:cs typeface="+mn-cs"/>
              </a:rPr>
              <a:t>或全</a:t>
            </a:r>
            <a:r>
              <a:rPr lang="en-US" altLang="zh-CN" sz="2400">
                <a:latin typeface="+mn-lt"/>
                <a:ea typeface="黑体" pitchFamily="6" charset="-122"/>
                <a:cs typeface="+mn-cs"/>
              </a:rPr>
              <a:t> 1 </a:t>
            </a:r>
            <a:r>
              <a:rPr lang="zh-CN" altLang="zh-CN" sz="2400">
                <a:latin typeface="+mn-lt"/>
                <a:ea typeface="黑体" pitchFamily="6" charset="-122"/>
                <a:cs typeface="+mn-cs"/>
              </a:rPr>
              <a:t>的子网号这种较新的用法。</a:t>
            </a:r>
            <a:endParaRPr lang="en-US" altLang="zh-CN" sz="2400">
              <a:latin typeface="+mn-lt"/>
              <a:ea typeface="黑体" pitchFamily="6" charset="-122"/>
              <a:cs typeface="+mn-cs"/>
            </a:endParaRPr>
          </a:p>
          <a:p>
            <a:pPr eaLnBrk="1" hangingPunct="1">
              <a:buSzPct val="75000"/>
            </a:pPr>
            <a:r>
              <a:rPr lang="zh-CN" altLang="zh-CN" sz="2400">
                <a:solidFill>
                  <a:srgbClr val="FF0000"/>
                </a:solidFill>
                <a:latin typeface="+mn-lt"/>
                <a:ea typeface="黑体" pitchFamily="6" charset="-122"/>
                <a:cs typeface="+mn-cs"/>
              </a:rPr>
              <a:t>划分子网增加了灵活性，但却减少了能够连接在网络上的主机总数。</a:t>
            </a:r>
            <a:endParaRPr lang="zh-CN" altLang="en-US" sz="2400">
              <a:solidFill>
                <a:srgbClr val="FF0000"/>
              </a:solidFill>
              <a:latin typeface="+mn-lt"/>
              <a:ea typeface="黑体" pitchFamily="6" charset="-122"/>
              <a:cs typeface="+mn-cs"/>
            </a:endParaRPr>
          </a:p>
        </p:txBody>
      </p:sp>
    </p:spTree>
  </p:cSld>
  <p:clrMapOvr>
    <a:masterClrMapping/>
  </p:clrMapOvr>
  <p:transition spd="slow"/>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6609" name="表格 196608"/>
          <p:cNvGraphicFramePr/>
          <p:nvPr/>
        </p:nvGraphicFramePr>
        <p:xfrm>
          <a:off x="650875" y="969963"/>
          <a:ext cx="8175625" cy="4719638"/>
        </p:xfrm>
        <a:graphic>
          <a:graphicData uri="http://schemas.openxmlformats.org/drawingml/2006/table">
            <a:tbl>
              <a:tblPr/>
              <a:tblGrid>
                <a:gridCol w="1793875">
                  <a:extLst>
                    <a:ext uri="{9D8B030D-6E8A-4147-A177-3AD203B41FA5}">
                      <a16:colId xmlns:a16="http://schemas.microsoft.com/office/drawing/2014/main" val="20000"/>
                    </a:ext>
                  </a:extLst>
                </a:gridCol>
                <a:gridCol w="2460625">
                  <a:extLst>
                    <a:ext uri="{9D8B030D-6E8A-4147-A177-3AD203B41FA5}">
                      <a16:colId xmlns:a16="http://schemas.microsoft.com/office/drawing/2014/main" val="20001"/>
                    </a:ext>
                  </a:extLst>
                </a:gridCol>
                <a:gridCol w="1660525">
                  <a:extLst>
                    <a:ext uri="{9D8B030D-6E8A-4147-A177-3AD203B41FA5}">
                      <a16:colId xmlns:a16="http://schemas.microsoft.com/office/drawing/2014/main" val="20002"/>
                    </a:ext>
                  </a:extLst>
                </a:gridCol>
                <a:gridCol w="2260600">
                  <a:extLst>
                    <a:ext uri="{9D8B030D-6E8A-4147-A177-3AD203B41FA5}">
                      <a16:colId xmlns:a16="http://schemas.microsoft.com/office/drawing/2014/main" val="20003"/>
                    </a:ext>
                  </a:extLst>
                </a:gridCol>
              </a:tblGrid>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zh-CN" altLang="x-none" sz="2000" b="1">
                          <a:latin typeface="Arial" panose="020B0604020202090204" pitchFamily="34" charset="0"/>
                          <a:ea typeface="黑体" pitchFamily="6" charset="-122"/>
                        </a:rPr>
                        <a:t>子网号的位数</a:t>
                      </a: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BFBFBF"/>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zh-CN" altLang="x-none" sz="2000" b="1">
                          <a:latin typeface="Arial" panose="020B0604020202090204" pitchFamily="34" charset="0"/>
                          <a:ea typeface="黑体" pitchFamily="6" charset="-122"/>
                        </a:rPr>
                        <a:t>子网掩码</a:t>
                      </a: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BFBFBF"/>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zh-CN" altLang="x-none" sz="2000" b="1">
                          <a:latin typeface="Arial" panose="020B0604020202090204" pitchFamily="34" charset="0"/>
                          <a:ea typeface="黑体" pitchFamily="6" charset="-122"/>
                        </a:rPr>
                        <a:t>子网数</a:t>
                      </a: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BFBFBF"/>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zh-CN" altLang="x-none" sz="2000" b="1">
                          <a:latin typeface="Arial" panose="020B0604020202090204" pitchFamily="34" charset="0"/>
                          <a:ea typeface="黑体" pitchFamily="6" charset="-122"/>
                        </a:rPr>
                        <a:t>每个子网的主机数</a:t>
                      </a: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BFBFBF"/>
                    </a:solidFill>
                  </a:tcPr>
                </a:tc>
                <a:extLst>
                  <a:ext uri="{0D108BD9-81ED-4DB2-BD59-A6C34878D82A}">
                    <a16:rowId xmlns:a16="http://schemas.microsoft.com/office/drawing/2014/main" val="10000"/>
                  </a:ext>
                </a:extLst>
              </a:tr>
              <a:tr h="338138">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255.255.192.0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16382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3</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255.255.224.0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6</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8190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4</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255.255.240.0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14</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4094</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38137">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5</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255.255.248.0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30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2046</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6</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255.255.252.0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62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1022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38138">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7</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255.255.254.0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126</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510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8</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255.255.255.0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254</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254</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9</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255.255.255.128</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510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126</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338137">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10</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255.255.255.192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1022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62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11</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255.255.255.224</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2046</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30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12</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255.255.255.240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4094</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14</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338138">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13</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255.255.255.248</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8190</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6</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33655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14</a:t>
                      </a:r>
                      <a:endParaRPr lang="zh-CN" altLang="zh-CN" sz="2000" b="1">
                        <a:latin typeface="Arial" panose="020B0604020202090204" pitchFamily="34" charset="0"/>
                        <a:ea typeface="黑体" pitchFamily="6" charset="-122"/>
                      </a:endParaRPr>
                    </a:p>
                  </a:txBody>
                  <a:tcPr marL="63305" marR="63305" marT="0" marB="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tabLst>
                          <a:tab pos="266700" algn="l"/>
                          <a:tab pos="2637155" algn="ctr"/>
                          <a:tab pos="5273675" algn="r"/>
                        </a:tabLst>
                      </a:pPr>
                      <a:r>
                        <a:rPr lang="en-US" altLang="zh-CN" sz="2000" b="1">
                          <a:latin typeface="Arial" panose="020B0604020202090204" pitchFamily="34" charset="0"/>
                          <a:ea typeface="黑体" pitchFamily="6" charset="-122"/>
                        </a:rPr>
                        <a:t>255.255.255.252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16382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defTabSz="843280" eaLnBrk="1" hangingPunct="1">
                        <a:buNone/>
                      </a:pPr>
                      <a:r>
                        <a:rPr lang="en-US" altLang="zh-CN" sz="2000" b="1">
                          <a:latin typeface="Arial" panose="020B0604020202090204" pitchFamily="34" charset="0"/>
                          <a:ea typeface="黑体" pitchFamily="6" charset="-122"/>
                        </a:rPr>
                        <a:t>2</a:t>
                      </a:r>
                      <a:endParaRPr lang="zh-CN" altLang="zh-CN" sz="2000" b="1">
                        <a:latin typeface="Arial" panose="020B0604020202090204" pitchFamily="34" charset="0"/>
                        <a:ea typeface="黑体" pitchFamily="6" charset="-122"/>
                      </a:endParaRPr>
                    </a:p>
                  </a:txBody>
                  <a:tcPr marL="63305" marR="63305" marT="0" marB="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bl>
          </a:graphicData>
        </a:graphic>
      </p:graphicFrame>
      <p:sp>
        <p:nvSpPr>
          <p:cNvPr id="5" name="矩形 4"/>
          <p:cNvSpPr/>
          <p:nvPr/>
        </p:nvSpPr>
        <p:spPr>
          <a:xfrm>
            <a:off x="1182688" y="542925"/>
            <a:ext cx="7045325" cy="433388"/>
          </a:xfrm>
          <a:prstGeom prst="rect">
            <a:avLst/>
          </a:prstGeom>
        </p:spPr>
        <p:txBody>
          <a:bodyPr>
            <a:spAutoFit/>
          </a:bodyPr>
          <a:lstStyle/>
          <a:p>
            <a:pPr algn="ctr" defTabSz="843280">
              <a:buNone/>
            </a:pPr>
            <a:r>
              <a:rPr lang="en-US" altLang="zh-CN" sz="2200" b="1">
                <a:solidFill>
                  <a:srgbClr val="000000"/>
                </a:solidFill>
                <a:latin typeface="Arial" panose="020B0604020202090204" pitchFamily="34" charset="0"/>
                <a:ea typeface="黑体" pitchFamily="6" charset="-122"/>
              </a:rPr>
              <a:t>B </a:t>
            </a:r>
            <a:r>
              <a:rPr lang="zh-CN" altLang="zh-CN" sz="2200" b="1">
                <a:solidFill>
                  <a:srgbClr val="000000"/>
                </a:solidFill>
                <a:latin typeface="Arial" panose="020B0604020202090204" pitchFamily="34" charset="0"/>
                <a:ea typeface="黑体" pitchFamily="6" charset="-122"/>
              </a:rPr>
              <a:t>类地址的子网划分选择（使用固定长度子网）</a:t>
            </a:r>
            <a:endParaRPr lang="zh-CN" altLang="en-US" sz="2200" b="1">
              <a:solidFill>
                <a:srgbClr val="000000"/>
              </a:solidFill>
              <a:latin typeface="Arial" panose="020B0604020202090204" pitchFamily="34" charset="0"/>
              <a:ea typeface="黑体" pitchFamily="6" charset="-122"/>
            </a:endParaRPr>
          </a:p>
        </p:txBody>
      </p:sp>
      <p:sp>
        <p:nvSpPr>
          <p:cNvPr id="6" name="矩形 5"/>
          <p:cNvSpPr/>
          <p:nvPr/>
        </p:nvSpPr>
        <p:spPr>
          <a:xfrm>
            <a:off x="584200" y="5754688"/>
            <a:ext cx="8374063" cy="377825"/>
          </a:xfrm>
          <a:prstGeom prst="rect">
            <a:avLst/>
          </a:prstGeom>
          <a:solidFill>
            <a:srgbClr val="FFFF66"/>
          </a:solidFill>
          <a:ln>
            <a:solidFill>
              <a:srgbClr val="000066"/>
            </a:solidFill>
          </a:ln>
        </p:spPr>
        <p:txBody>
          <a:bodyPr>
            <a:spAutoFit/>
          </a:bodyPr>
          <a:lstStyle/>
          <a:p>
            <a:pPr algn="ctr" defTabSz="843280">
              <a:buNone/>
            </a:pPr>
            <a:r>
              <a:rPr lang="zh-CN" altLang="zh-CN" b="1">
                <a:solidFill>
                  <a:srgbClr val="000099"/>
                </a:solidFill>
                <a:latin typeface="Arial" panose="020B0604020202090204" pitchFamily="34" charset="0"/>
                <a:ea typeface="黑体" pitchFamily="6" charset="-122"/>
              </a:rPr>
              <a:t>表中的“子网号的位数”中没有</a:t>
            </a:r>
            <a:r>
              <a:rPr lang="en-US" altLang="zh-CN" b="1">
                <a:solidFill>
                  <a:srgbClr val="000099"/>
                </a:solidFill>
                <a:latin typeface="Arial" panose="020B0604020202090204" pitchFamily="34" charset="0"/>
                <a:ea typeface="黑体" pitchFamily="6" charset="-122"/>
              </a:rPr>
              <a:t> 0, 1, 15 </a:t>
            </a:r>
            <a:r>
              <a:rPr lang="zh-CN" altLang="zh-CN" b="1">
                <a:solidFill>
                  <a:srgbClr val="000099"/>
                </a:solidFill>
                <a:latin typeface="Arial" panose="020B0604020202090204" pitchFamily="34" charset="0"/>
                <a:ea typeface="黑体" pitchFamily="6" charset="-122"/>
              </a:rPr>
              <a:t>和</a:t>
            </a:r>
            <a:r>
              <a:rPr lang="en-US" altLang="zh-CN" b="1">
                <a:solidFill>
                  <a:srgbClr val="000099"/>
                </a:solidFill>
                <a:latin typeface="Arial" panose="020B0604020202090204" pitchFamily="34" charset="0"/>
                <a:ea typeface="黑体" pitchFamily="6" charset="-122"/>
              </a:rPr>
              <a:t> 16 </a:t>
            </a:r>
            <a:r>
              <a:rPr lang="zh-CN" altLang="zh-CN" b="1">
                <a:solidFill>
                  <a:srgbClr val="000099"/>
                </a:solidFill>
                <a:latin typeface="Arial" panose="020B0604020202090204" pitchFamily="34" charset="0"/>
                <a:ea typeface="黑体" pitchFamily="6" charset="-122"/>
              </a:rPr>
              <a:t>这四种情况，因为这没有意义。</a:t>
            </a:r>
            <a:endParaRPr lang="zh-CN" altLang="en-US" b="1">
              <a:solidFill>
                <a:srgbClr val="000099"/>
              </a:solidFill>
              <a:latin typeface="Arial" panose="020B0604020202090204" pitchFamily="34" charset="0"/>
              <a:ea typeface="黑体" pitchFamily="6" charset="-122"/>
            </a:endParaRPr>
          </a:p>
        </p:txBody>
      </p:sp>
    </p:spTree>
  </p:cSld>
  <p:clrMapOvr>
    <a:masterClrMapping/>
  </p:clrMapOvr>
  <p:transition spd="slow"/>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93" name="Freeform 57"/>
          <p:cNvSpPr/>
          <p:nvPr/>
        </p:nvSpPr>
        <p:spPr bwMode="auto">
          <a:xfrm>
            <a:off x="6102350" y="2232025"/>
            <a:ext cx="1223963" cy="282575"/>
          </a:xfrm>
          <a:custGeom>
            <a:avLst/>
            <a:gdLst>
              <a:gd name="T0" fmla="*/ 181 w 771"/>
              <a:gd name="T1" fmla="*/ 0 h 181"/>
              <a:gd name="T2" fmla="*/ 589 w 771"/>
              <a:gd name="T3" fmla="*/ 0 h 181"/>
              <a:gd name="T4" fmla="*/ 771 w 771"/>
              <a:gd name="T5" fmla="*/ 181 h 181"/>
              <a:gd name="T6" fmla="*/ 0 w 771"/>
              <a:gd name="T7" fmla="*/ 181 h 181"/>
              <a:gd name="T8" fmla="*/ 181 w 771"/>
              <a:gd name="T9" fmla="*/ 0 h 181"/>
            </a:gdLst>
            <a:ahLst/>
            <a:cxnLst>
              <a:cxn ang="0">
                <a:pos x="T0" y="T1"/>
              </a:cxn>
              <a:cxn ang="0">
                <a:pos x="T2" y="T3"/>
              </a:cxn>
              <a:cxn ang="0">
                <a:pos x="T4" y="T5"/>
              </a:cxn>
              <a:cxn ang="0">
                <a:pos x="T6" y="T7"/>
              </a:cxn>
              <a:cxn ang="0">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79" name="Rectangle 43"/>
          <p:cNvSpPr>
            <a:spLocks noChangeArrowheads="1"/>
          </p:cNvSpPr>
          <p:nvPr/>
        </p:nvSpPr>
        <p:spPr bwMode="auto">
          <a:xfrm>
            <a:off x="3527425" y="3770313"/>
            <a:ext cx="2916238" cy="317500"/>
          </a:xfrm>
          <a:prstGeom prst="rect">
            <a:avLst/>
          </a:prstGeom>
          <a:solidFill>
            <a:srgbClr val="FFCCCC"/>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85" name="Text Box 49"/>
          <p:cNvSpPr txBox="1">
            <a:spLocks noChangeArrowheads="1"/>
          </p:cNvSpPr>
          <p:nvPr/>
        </p:nvSpPr>
        <p:spPr bwMode="auto">
          <a:xfrm>
            <a:off x="4013200" y="3781425"/>
            <a:ext cx="358298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141       .        14        .</a:t>
            </a:r>
            <a:r>
              <a:rPr kumimoji="1" lang="en-US" altLang="zh-CN" sz="1475" b="1" kern="1200" cap="none" spc="0" normalizeH="0" baseline="0" noProof="0" dirty="0">
                <a:solidFill>
                  <a:srgbClr val="0000CC"/>
                </a:solidFill>
                <a:latin typeface="Arial" panose="020B0604020202090204"/>
                <a:ea typeface="黑体" pitchFamily="6" charset="-122"/>
                <a:cs typeface="+mn-cs"/>
              </a:rPr>
              <a:t> 0 1 0 0 0 0 0 0 </a:t>
            </a:r>
            <a:endParaRPr kumimoji="1" lang="en-US" altLang="zh-CN" sz="1660" b="1" kern="1200" cap="none" spc="0" normalizeH="0" baseline="0" noProof="0" dirty="0">
              <a:solidFill>
                <a:srgbClr val="0000CC"/>
              </a:solidFill>
              <a:latin typeface="Arial" panose="020B0604020202090204"/>
              <a:ea typeface="黑体" pitchFamily="6" charset="-122"/>
              <a:cs typeface="+mn-cs"/>
            </a:endParaRPr>
          </a:p>
        </p:txBody>
      </p:sp>
      <p:sp>
        <p:nvSpPr>
          <p:cNvPr id="987172" name="Rectangle 36"/>
          <p:cNvSpPr>
            <a:spLocks noChangeArrowheads="1"/>
          </p:cNvSpPr>
          <p:nvPr/>
        </p:nvSpPr>
        <p:spPr bwMode="auto">
          <a:xfrm>
            <a:off x="3519488" y="3111500"/>
            <a:ext cx="2870200" cy="315913"/>
          </a:xfrm>
          <a:prstGeom prst="rect">
            <a:avLst/>
          </a:prstGeom>
          <a:solidFill>
            <a:srgbClr val="FFCCCC"/>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77" name="Rectangle 41"/>
          <p:cNvSpPr>
            <a:spLocks noChangeArrowheads="1"/>
          </p:cNvSpPr>
          <p:nvPr/>
        </p:nvSpPr>
        <p:spPr bwMode="auto">
          <a:xfrm>
            <a:off x="3495675" y="3095625"/>
            <a:ext cx="3930650" cy="339725"/>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47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1 1 1 1 1 1 1 1 1 1 1 1 1 1 1 1</a:t>
            </a:r>
            <a:r>
              <a:rPr kumimoji="1" lang="en-US" altLang="zh-CN" sz="1660"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 </a:t>
            </a:r>
            <a:r>
              <a:rPr kumimoji="1" lang="en-US" altLang="zh-CN" sz="147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1 1 0 0 0 0 0 0</a:t>
            </a:r>
          </a:p>
        </p:txBody>
      </p:sp>
      <p:sp>
        <p:nvSpPr>
          <p:cNvPr id="987138" name="Rectangle 2"/>
          <p:cNvSpPr>
            <a:spLocks noGrp="1" noChangeArrowheads="1"/>
          </p:cNvSpPr>
          <p:nvPr>
            <p:ph type="title" idx="4294967295"/>
          </p:nvPr>
        </p:nvSpPr>
        <p:spPr>
          <a:xfrm>
            <a:off x="331788" y="371475"/>
            <a:ext cx="8693150" cy="974725"/>
          </a:xfrm>
          <a:solidFill>
            <a:srgbClr val="FFFFCC"/>
          </a:solidFill>
          <a:ln>
            <a:solidFill>
              <a:srgbClr val="333399"/>
            </a:solidFill>
            <a:miter lim="800000"/>
          </a:ln>
          <a:effectLst>
            <a:outerShdw dist="35921" dir="2700000" algn="ctr" rotWithShape="0">
              <a:schemeClr val="bg2"/>
            </a:outerShdw>
          </a:effectLst>
        </p:spPr>
        <p:txBody>
          <a:bodyPr vert="horz" wrap="square" lIns="91440" tIns="45720" rIns="91440" bIns="45720" numCol="1" anchor="b" anchorCtr="0" compatLnSpc="1"/>
          <a:lstStyle/>
          <a:p>
            <a:pPr algn="ctr" eaLnBrk="1" hangingPunct="1">
              <a:buNone/>
            </a:pPr>
            <a:r>
              <a:rPr lang="en-US" altLang="zh-CN" sz="2900">
                <a:solidFill>
                  <a:srgbClr val="0000CC"/>
                </a:solidFill>
              </a:rPr>
              <a:t>【</a:t>
            </a:r>
            <a:r>
              <a:rPr lang="zh-CN" altLang="en-US" sz="2900">
                <a:solidFill>
                  <a:srgbClr val="0000CC"/>
                </a:solidFill>
              </a:rPr>
              <a:t>例</a:t>
            </a:r>
            <a:r>
              <a:rPr lang="en-US" altLang="zh-CN" sz="2900">
                <a:solidFill>
                  <a:srgbClr val="0000CC"/>
                </a:solidFill>
              </a:rPr>
              <a:t>4-2】</a:t>
            </a:r>
            <a:r>
              <a:rPr lang="zh-CN" altLang="en-US" sz="2900">
                <a:solidFill>
                  <a:srgbClr val="0000CC"/>
                </a:solidFill>
              </a:rPr>
              <a:t>已知 </a:t>
            </a:r>
            <a:r>
              <a:rPr lang="en-US" altLang="zh-CN" sz="2900">
                <a:solidFill>
                  <a:srgbClr val="0000CC"/>
                </a:solidFill>
              </a:rPr>
              <a:t>IP </a:t>
            </a:r>
            <a:r>
              <a:rPr lang="zh-CN" altLang="en-US" sz="2900">
                <a:solidFill>
                  <a:srgbClr val="0000CC"/>
                </a:solidFill>
              </a:rPr>
              <a:t>地址是 </a:t>
            </a:r>
            <a:r>
              <a:rPr lang="en-US" altLang="zh-CN" sz="2900">
                <a:solidFill>
                  <a:srgbClr val="0000CC"/>
                </a:solidFill>
              </a:rPr>
              <a:t>141.14.72.24</a:t>
            </a:r>
            <a:r>
              <a:rPr lang="zh-CN" altLang="en-US" sz="2900">
                <a:solidFill>
                  <a:srgbClr val="0000CC"/>
                </a:solidFill>
              </a:rPr>
              <a:t>，子网掩码是 </a:t>
            </a:r>
            <a:r>
              <a:rPr lang="en-US" altLang="zh-CN" sz="2900">
                <a:solidFill>
                  <a:srgbClr val="0000CC"/>
                </a:solidFill>
              </a:rPr>
              <a:t>255.255.192.0</a:t>
            </a:r>
            <a:r>
              <a:rPr lang="zh-CN" altLang="en-US" sz="2900">
                <a:solidFill>
                  <a:srgbClr val="0000CC"/>
                </a:solidFill>
              </a:rPr>
              <a:t>。试求网络地址。 </a:t>
            </a:r>
          </a:p>
        </p:txBody>
      </p:sp>
      <p:sp>
        <p:nvSpPr>
          <p:cNvPr id="987169" name="Rectangle 33"/>
          <p:cNvSpPr>
            <a:spLocks noChangeArrowheads="1"/>
          </p:cNvSpPr>
          <p:nvPr/>
        </p:nvSpPr>
        <p:spPr bwMode="auto">
          <a:xfrm>
            <a:off x="3513138" y="1912938"/>
            <a:ext cx="5137150" cy="331788"/>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70" name="Rectangle 34"/>
          <p:cNvSpPr>
            <a:spLocks noChangeArrowheads="1"/>
          </p:cNvSpPr>
          <p:nvPr/>
        </p:nvSpPr>
        <p:spPr bwMode="auto">
          <a:xfrm>
            <a:off x="317500" y="1920875"/>
            <a:ext cx="2936875" cy="338138"/>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(a) </a:t>
            </a:r>
            <a:r>
              <a:rPr lang="zh-CN" altLang="en-US" sz="1600" b="1">
                <a:solidFill>
                  <a:srgbClr val="000000"/>
                </a:solidFill>
                <a:latin typeface="Arial" panose="020B0604020202090204" pitchFamily="34" charset="0"/>
                <a:ea typeface="黑体" pitchFamily="6" charset="-122"/>
              </a:rPr>
              <a:t>点分十进制表示的 </a:t>
            </a:r>
            <a:r>
              <a:rPr lang="en-US" altLang="zh-CN" sz="1600" b="1">
                <a:solidFill>
                  <a:srgbClr val="000000"/>
                </a:solidFill>
                <a:latin typeface="Arial" panose="020B0604020202090204" pitchFamily="34" charset="0"/>
                <a:ea typeface="黑体" pitchFamily="6" charset="-122"/>
              </a:rPr>
              <a:t>IP </a:t>
            </a:r>
            <a:r>
              <a:rPr lang="zh-CN" altLang="en-US" sz="1600" b="1">
                <a:solidFill>
                  <a:srgbClr val="000000"/>
                </a:solidFill>
                <a:latin typeface="Arial" panose="020B0604020202090204" pitchFamily="34" charset="0"/>
                <a:ea typeface="黑体" pitchFamily="6" charset="-122"/>
              </a:rPr>
              <a:t>地址</a:t>
            </a:r>
          </a:p>
        </p:txBody>
      </p:sp>
      <p:sp>
        <p:nvSpPr>
          <p:cNvPr id="987171" name="Rectangle 35"/>
          <p:cNvSpPr>
            <a:spLocks noChangeArrowheads="1"/>
          </p:cNvSpPr>
          <p:nvPr/>
        </p:nvSpPr>
        <p:spPr bwMode="auto">
          <a:xfrm>
            <a:off x="3513138" y="4425950"/>
            <a:ext cx="5137150" cy="331788"/>
          </a:xfrm>
          <a:prstGeom prst="rect">
            <a:avLst/>
          </a:prstGeom>
          <a:solidFill>
            <a:srgbClr val="CCE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73" name="Rectangle 37"/>
          <p:cNvSpPr>
            <a:spLocks noChangeArrowheads="1"/>
          </p:cNvSpPr>
          <p:nvPr/>
        </p:nvSpPr>
        <p:spPr bwMode="auto">
          <a:xfrm>
            <a:off x="317500" y="3095625"/>
            <a:ext cx="2978150" cy="339725"/>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(c) </a:t>
            </a:r>
            <a:r>
              <a:rPr lang="zh-CN" altLang="en-US" sz="1600" b="1">
                <a:solidFill>
                  <a:srgbClr val="000000"/>
                </a:solidFill>
                <a:latin typeface="Arial" panose="020B0604020202090204" pitchFamily="34" charset="0"/>
                <a:ea typeface="黑体" pitchFamily="6" charset="-122"/>
              </a:rPr>
              <a:t>子网掩码是 </a:t>
            </a:r>
            <a:r>
              <a:rPr lang="en-US" altLang="zh-CN" sz="1600" b="1">
                <a:solidFill>
                  <a:srgbClr val="000000"/>
                </a:solidFill>
                <a:latin typeface="Arial" panose="020B0604020202090204" pitchFamily="34" charset="0"/>
                <a:ea typeface="黑体" pitchFamily="6" charset="-122"/>
              </a:rPr>
              <a:t>255.255.192.0</a:t>
            </a:r>
          </a:p>
        </p:txBody>
      </p:sp>
      <p:sp>
        <p:nvSpPr>
          <p:cNvPr id="987174" name="Line 38"/>
          <p:cNvSpPr>
            <a:spLocks noChangeShapeType="1"/>
          </p:cNvSpPr>
          <p:nvPr/>
        </p:nvSpPr>
        <p:spPr bwMode="auto">
          <a:xfrm>
            <a:off x="6051550" y="3108325"/>
            <a:ext cx="0" cy="325438"/>
          </a:xfrm>
          <a:prstGeom prst="line">
            <a:avLst/>
          </a:prstGeom>
          <a:noFill/>
          <a:ln w="9525">
            <a:solidFill>
              <a:schemeClr val="tx1"/>
            </a:solidFill>
            <a:prstDash val="dash"/>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75" name="Line 39"/>
          <p:cNvSpPr>
            <a:spLocks noChangeShapeType="1"/>
          </p:cNvSpPr>
          <p:nvPr/>
        </p:nvSpPr>
        <p:spPr bwMode="auto">
          <a:xfrm>
            <a:off x="7351713" y="3098800"/>
            <a:ext cx="0" cy="330200"/>
          </a:xfrm>
          <a:prstGeom prst="line">
            <a:avLst/>
          </a:prstGeom>
          <a:noFill/>
          <a:ln w="9525">
            <a:solidFill>
              <a:schemeClr val="tx1"/>
            </a:solidFill>
            <a:prstDash val="dash"/>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76" name="Rectangle 40"/>
          <p:cNvSpPr>
            <a:spLocks noChangeArrowheads="1"/>
          </p:cNvSpPr>
          <p:nvPr/>
        </p:nvSpPr>
        <p:spPr bwMode="auto">
          <a:xfrm>
            <a:off x="3513138" y="3101975"/>
            <a:ext cx="5137150" cy="333375"/>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78" name="Rectangle 42"/>
          <p:cNvSpPr>
            <a:spLocks noChangeArrowheads="1"/>
          </p:cNvSpPr>
          <p:nvPr/>
        </p:nvSpPr>
        <p:spPr bwMode="auto">
          <a:xfrm>
            <a:off x="7326313" y="3124200"/>
            <a:ext cx="1385888" cy="30956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47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0 0 0 0 0 0 0 0</a:t>
            </a:r>
          </a:p>
        </p:txBody>
      </p:sp>
      <p:sp>
        <p:nvSpPr>
          <p:cNvPr id="987180" name="Rectangle 44"/>
          <p:cNvSpPr>
            <a:spLocks noChangeArrowheads="1"/>
          </p:cNvSpPr>
          <p:nvPr/>
        </p:nvSpPr>
        <p:spPr bwMode="auto">
          <a:xfrm>
            <a:off x="3522663" y="3762375"/>
            <a:ext cx="5137150" cy="331788"/>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81" name="Text Box 45"/>
          <p:cNvSpPr txBox="1">
            <a:spLocks noChangeArrowheads="1"/>
          </p:cNvSpPr>
          <p:nvPr/>
        </p:nvSpPr>
        <p:spPr bwMode="auto">
          <a:xfrm>
            <a:off x="4013200" y="1920875"/>
            <a:ext cx="24971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141       .        14            .</a:t>
            </a:r>
          </a:p>
        </p:txBody>
      </p:sp>
      <p:sp>
        <p:nvSpPr>
          <p:cNvPr id="987182" name="Text Box 46"/>
          <p:cNvSpPr txBox="1">
            <a:spLocks noChangeArrowheads="1"/>
          </p:cNvSpPr>
          <p:nvPr/>
        </p:nvSpPr>
        <p:spPr bwMode="auto">
          <a:xfrm>
            <a:off x="6462713" y="1920875"/>
            <a:ext cx="19637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CC"/>
                </a:solidFill>
                <a:latin typeface="Arial" panose="020B0604020202090204"/>
                <a:ea typeface="黑体" pitchFamily="6" charset="-122"/>
                <a:cs typeface="+mn-cs"/>
              </a:rPr>
              <a:t> 72          .          24</a:t>
            </a:r>
          </a:p>
        </p:txBody>
      </p:sp>
      <p:sp>
        <p:nvSpPr>
          <p:cNvPr id="987183" name="Text Box 47"/>
          <p:cNvSpPr txBox="1">
            <a:spLocks noChangeArrowheads="1"/>
          </p:cNvSpPr>
          <p:nvPr/>
        </p:nvSpPr>
        <p:spPr bwMode="auto">
          <a:xfrm>
            <a:off x="4013200" y="4445000"/>
            <a:ext cx="23193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141       .        14         .</a:t>
            </a:r>
          </a:p>
        </p:txBody>
      </p:sp>
      <p:sp>
        <p:nvSpPr>
          <p:cNvPr id="987184" name="Text Box 48"/>
          <p:cNvSpPr txBox="1">
            <a:spLocks noChangeArrowheads="1"/>
          </p:cNvSpPr>
          <p:nvPr/>
        </p:nvSpPr>
        <p:spPr bwMode="auto">
          <a:xfrm>
            <a:off x="6516688" y="4445000"/>
            <a:ext cx="1905000"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CC"/>
                </a:solidFill>
                <a:latin typeface="Arial" panose="020B0604020202090204"/>
                <a:ea typeface="黑体" pitchFamily="6" charset="-122"/>
                <a:cs typeface="+mn-cs"/>
              </a:rPr>
              <a:t>64          .            0</a:t>
            </a:r>
          </a:p>
        </p:txBody>
      </p:sp>
      <p:sp>
        <p:nvSpPr>
          <p:cNvPr id="987186" name="Text Box 50"/>
          <p:cNvSpPr txBox="1">
            <a:spLocks noChangeArrowheads="1"/>
          </p:cNvSpPr>
          <p:nvPr/>
        </p:nvSpPr>
        <p:spPr bwMode="auto">
          <a:xfrm>
            <a:off x="7277100" y="3781425"/>
            <a:ext cx="10747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 .           0</a:t>
            </a:r>
          </a:p>
        </p:txBody>
      </p:sp>
      <p:sp>
        <p:nvSpPr>
          <p:cNvPr id="987187" name="Line 51"/>
          <p:cNvSpPr>
            <a:spLocks noChangeShapeType="1"/>
          </p:cNvSpPr>
          <p:nvPr/>
        </p:nvSpPr>
        <p:spPr bwMode="auto">
          <a:xfrm>
            <a:off x="4805363" y="3098800"/>
            <a:ext cx="0" cy="325438"/>
          </a:xfrm>
          <a:prstGeom prst="line">
            <a:avLst/>
          </a:prstGeom>
          <a:noFill/>
          <a:ln w="9525">
            <a:solidFill>
              <a:schemeClr val="tx1"/>
            </a:solidFill>
            <a:prstDash val="dash"/>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88" name="Rectangle 52"/>
          <p:cNvSpPr>
            <a:spLocks noChangeArrowheads="1"/>
          </p:cNvSpPr>
          <p:nvPr/>
        </p:nvSpPr>
        <p:spPr bwMode="auto">
          <a:xfrm>
            <a:off x="6029325" y="2509838"/>
            <a:ext cx="1438275" cy="311150"/>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47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 0 1 0 0 1 0 0 0</a:t>
            </a:r>
          </a:p>
        </p:txBody>
      </p:sp>
      <p:sp>
        <p:nvSpPr>
          <p:cNvPr id="987189" name="Rectangle 53"/>
          <p:cNvSpPr>
            <a:spLocks noChangeArrowheads="1"/>
          </p:cNvSpPr>
          <p:nvPr/>
        </p:nvSpPr>
        <p:spPr bwMode="auto">
          <a:xfrm>
            <a:off x="3509963" y="2497138"/>
            <a:ext cx="5137150" cy="331788"/>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90" name="Text Box 54"/>
          <p:cNvSpPr txBox="1">
            <a:spLocks noChangeArrowheads="1"/>
          </p:cNvSpPr>
          <p:nvPr/>
        </p:nvSpPr>
        <p:spPr bwMode="auto">
          <a:xfrm>
            <a:off x="4013200" y="2506663"/>
            <a:ext cx="2260600"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141       .        14        .</a:t>
            </a:r>
          </a:p>
        </p:txBody>
      </p:sp>
      <p:sp>
        <p:nvSpPr>
          <p:cNvPr id="987191" name="Text Box 55"/>
          <p:cNvSpPr txBox="1">
            <a:spLocks noChangeArrowheads="1"/>
          </p:cNvSpPr>
          <p:nvPr/>
        </p:nvSpPr>
        <p:spPr bwMode="auto">
          <a:xfrm>
            <a:off x="7254875" y="2506663"/>
            <a:ext cx="1133475"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 .          24</a:t>
            </a:r>
          </a:p>
        </p:txBody>
      </p:sp>
      <p:sp>
        <p:nvSpPr>
          <p:cNvPr id="987192" name="Rectangle 56"/>
          <p:cNvSpPr>
            <a:spLocks noChangeArrowheads="1"/>
          </p:cNvSpPr>
          <p:nvPr/>
        </p:nvSpPr>
        <p:spPr bwMode="auto">
          <a:xfrm>
            <a:off x="6389688" y="1920875"/>
            <a:ext cx="647700" cy="333375"/>
          </a:xfrm>
          <a:prstGeom prst="rect">
            <a:avLst/>
          </a:prstGeom>
          <a:noFill/>
          <a:ln w="57150">
            <a:solidFill>
              <a:srgbClr val="FF0000"/>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7194" name="Rectangle 58"/>
          <p:cNvSpPr>
            <a:spLocks noChangeArrowheads="1"/>
          </p:cNvSpPr>
          <p:nvPr/>
        </p:nvSpPr>
        <p:spPr bwMode="auto">
          <a:xfrm>
            <a:off x="317500" y="2497138"/>
            <a:ext cx="3125788" cy="338138"/>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(b) IP </a:t>
            </a:r>
            <a:r>
              <a:rPr lang="zh-CN" altLang="en-US" sz="1600" b="1">
                <a:solidFill>
                  <a:srgbClr val="000000"/>
                </a:solidFill>
                <a:latin typeface="Arial" panose="020B0604020202090204" pitchFamily="34" charset="0"/>
                <a:ea typeface="黑体" pitchFamily="6" charset="-122"/>
              </a:rPr>
              <a:t>地址的第 </a:t>
            </a:r>
            <a:r>
              <a:rPr lang="en-US" altLang="zh-CN" sz="1600" b="1">
                <a:solidFill>
                  <a:srgbClr val="000000"/>
                </a:solidFill>
                <a:latin typeface="Arial" panose="020B0604020202090204" pitchFamily="34" charset="0"/>
                <a:ea typeface="黑体" pitchFamily="6" charset="-122"/>
              </a:rPr>
              <a:t>3 </a:t>
            </a:r>
            <a:r>
              <a:rPr lang="zh-CN" altLang="en-US" sz="1600" b="1">
                <a:solidFill>
                  <a:srgbClr val="000000"/>
                </a:solidFill>
                <a:latin typeface="Arial" panose="020B0604020202090204" pitchFamily="34" charset="0"/>
                <a:ea typeface="黑体" pitchFamily="6" charset="-122"/>
              </a:rPr>
              <a:t>字节是二进制</a:t>
            </a:r>
          </a:p>
        </p:txBody>
      </p:sp>
      <p:sp>
        <p:nvSpPr>
          <p:cNvPr id="987195" name="Rectangle 59"/>
          <p:cNvSpPr>
            <a:spLocks noChangeArrowheads="1"/>
          </p:cNvSpPr>
          <p:nvPr/>
        </p:nvSpPr>
        <p:spPr bwMode="auto">
          <a:xfrm>
            <a:off x="317500" y="3760788"/>
            <a:ext cx="3101975" cy="338138"/>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(d) IP </a:t>
            </a:r>
            <a:r>
              <a:rPr lang="zh-CN" altLang="en-US" sz="1600" b="1">
                <a:solidFill>
                  <a:srgbClr val="000000"/>
                </a:solidFill>
                <a:latin typeface="Arial" panose="020B0604020202090204" pitchFamily="34" charset="0"/>
                <a:ea typeface="黑体" pitchFamily="6" charset="-122"/>
              </a:rPr>
              <a:t>地址与子网掩码逐位相与</a:t>
            </a:r>
          </a:p>
        </p:txBody>
      </p:sp>
      <p:sp>
        <p:nvSpPr>
          <p:cNvPr id="987196" name="Rectangle 60"/>
          <p:cNvSpPr>
            <a:spLocks noChangeArrowheads="1"/>
          </p:cNvSpPr>
          <p:nvPr/>
        </p:nvSpPr>
        <p:spPr bwMode="auto">
          <a:xfrm>
            <a:off x="317500" y="4448175"/>
            <a:ext cx="3259138" cy="338138"/>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(e) </a:t>
            </a:r>
            <a:r>
              <a:rPr lang="zh-CN" altLang="en-US" sz="1600" b="1">
                <a:solidFill>
                  <a:srgbClr val="000000"/>
                </a:solidFill>
                <a:latin typeface="Arial" panose="020B0604020202090204" pitchFamily="34" charset="0"/>
                <a:ea typeface="黑体" pitchFamily="6" charset="-122"/>
              </a:rPr>
              <a:t>网络地址（点分十进制表示）</a:t>
            </a:r>
          </a:p>
        </p:txBody>
      </p:sp>
    </p:spTree>
  </p:cSld>
  <p:clrMapOvr>
    <a:masterClrMapping/>
  </p:clrMapOvr>
  <p:transition spd="slow"/>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7" name="Rectangle 3"/>
          <p:cNvSpPr>
            <a:spLocks noChangeArrowheads="1"/>
          </p:cNvSpPr>
          <p:nvPr/>
        </p:nvSpPr>
        <p:spPr bwMode="auto">
          <a:xfrm>
            <a:off x="3527425" y="3770313"/>
            <a:ext cx="3017838" cy="317500"/>
          </a:xfrm>
          <a:prstGeom prst="rect">
            <a:avLst/>
          </a:prstGeom>
          <a:solidFill>
            <a:srgbClr val="FFCCCC"/>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188" name="Text Box 4"/>
          <p:cNvSpPr txBox="1">
            <a:spLocks noChangeArrowheads="1"/>
          </p:cNvSpPr>
          <p:nvPr/>
        </p:nvSpPr>
        <p:spPr bwMode="auto">
          <a:xfrm>
            <a:off x="4013200" y="3781425"/>
            <a:ext cx="3624263"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141       .        14      . 0 1 0 0 0 0 0 0 </a:t>
            </a:r>
          </a:p>
        </p:txBody>
      </p:sp>
      <p:sp>
        <p:nvSpPr>
          <p:cNvPr id="989189" name="Rectangle 5"/>
          <p:cNvSpPr>
            <a:spLocks noChangeArrowheads="1"/>
          </p:cNvSpPr>
          <p:nvPr/>
        </p:nvSpPr>
        <p:spPr bwMode="auto">
          <a:xfrm>
            <a:off x="3519488" y="3111500"/>
            <a:ext cx="3022600" cy="315913"/>
          </a:xfrm>
          <a:prstGeom prst="rect">
            <a:avLst/>
          </a:prstGeom>
          <a:solidFill>
            <a:srgbClr val="FFCCCC"/>
          </a:solidFill>
          <a:ln>
            <a:noFill/>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190" name="Rectangle 6"/>
          <p:cNvSpPr>
            <a:spLocks noChangeArrowheads="1"/>
          </p:cNvSpPr>
          <p:nvPr/>
        </p:nvSpPr>
        <p:spPr bwMode="auto">
          <a:xfrm>
            <a:off x="3495675" y="3095625"/>
            <a:ext cx="3956050" cy="339725"/>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47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1 1 1 1 1 1 1 1 1 1 1 1 1 1 1 1</a:t>
            </a:r>
            <a:r>
              <a:rPr kumimoji="1" lang="en-US" altLang="zh-CN" sz="1660"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 </a:t>
            </a:r>
            <a:r>
              <a:rPr kumimoji="1" lang="en-US" altLang="zh-CN" sz="740"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 </a:t>
            </a:r>
            <a:r>
              <a:rPr kumimoji="1" lang="en-US" altLang="zh-CN" sz="147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1 1 1 0 0 0 0 0</a:t>
            </a:r>
          </a:p>
        </p:txBody>
      </p:sp>
      <p:sp>
        <p:nvSpPr>
          <p:cNvPr id="989186" name="Freeform 2"/>
          <p:cNvSpPr/>
          <p:nvPr/>
        </p:nvSpPr>
        <p:spPr bwMode="auto">
          <a:xfrm>
            <a:off x="6102350" y="2232025"/>
            <a:ext cx="1223963" cy="282575"/>
          </a:xfrm>
          <a:custGeom>
            <a:avLst/>
            <a:gdLst>
              <a:gd name="T0" fmla="*/ 181 w 771"/>
              <a:gd name="T1" fmla="*/ 0 h 181"/>
              <a:gd name="T2" fmla="*/ 589 w 771"/>
              <a:gd name="T3" fmla="*/ 0 h 181"/>
              <a:gd name="T4" fmla="*/ 771 w 771"/>
              <a:gd name="T5" fmla="*/ 181 h 181"/>
              <a:gd name="T6" fmla="*/ 0 w 771"/>
              <a:gd name="T7" fmla="*/ 181 h 181"/>
              <a:gd name="T8" fmla="*/ 181 w 771"/>
              <a:gd name="T9" fmla="*/ 0 h 181"/>
            </a:gdLst>
            <a:ahLst/>
            <a:cxnLst>
              <a:cxn ang="0">
                <a:pos x="T0" y="T1"/>
              </a:cxn>
              <a:cxn ang="0">
                <a:pos x="T2" y="T3"/>
              </a:cxn>
              <a:cxn ang="0">
                <a:pos x="T4" y="T5"/>
              </a:cxn>
              <a:cxn ang="0">
                <a:pos x="T6" y="T7"/>
              </a:cxn>
              <a:cxn ang="0">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191" name="Rectangle 7"/>
          <p:cNvSpPr>
            <a:spLocks noGrp="1" noChangeArrowheads="1"/>
          </p:cNvSpPr>
          <p:nvPr>
            <p:ph type="title" idx="4294967295"/>
          </p:nvPr>
        </p:nvSpPr>
        <p:spPr>
          <a:xfrm>
            <a:off x="317500" y="393700"/>
            <a:ext cx="8774113" cy="974725"/>
          </a:xfrm>
          <a:solidFill>
            <a:srgbClr val="FFFFCC"/>
          </a:solidFill>
          <a:ln>
            <a:solidFill>
              <a:srgbClr val="333399"/>
            </a:solidFill>
            <a:miter lim="800000"/>
          </a:ln>
          <a:effectLst>
            <a:outerShdw dist="35921" dir="2700000" algn="ctr" rotWithShape="0">
              <a:schemeClr val="bg2"/>
            </a:outerShdw>
          </a:effectLst>
        </p:spPr>
        <p:txBody>
          <a:bodyPr vert="horz" wrap="square" lIns="84406" tIns="42203" rIns="84406" bIns="42203" numCol="1" anchor="b" anchorCtr="0" compatLnSpc="1"/>
          <a:lstStyle/>
          <a:p>
            <a:pPr algn="ctr" eaLnBrk="1" hangingPunct="1">
              <a:buNone/>
            </a:pPr>
            <a:r>
              <a:rPr lang="en-US" altLang="zh-CN" sz="2900">
                <a:solidFill>
                  <a:srgbClr val="0000CC"/>
                </a:solidFill>
              </a:rPr>
              <a:t>【</a:t>
            </a:r>
            <a:r>
              <a:rPr lang="zh-CN" altLang="en-US" sz="2900">
                <a:solidFill>
                  <a:srgbClr val="0000CC"/>
                </a:solidFill>
              </a:rPr>
              <a:t>例</a:t>
            </a:r>
            <a:r>
              <a:rPr lang="en-US" altLang="zh-CN" sz="2900">
                <a:solidFill>
                  <a:srgbClr val="0000CC"/>
                </a:solidFill>
              </a:rPr>
              <a:t>4-3】</a:t>
            </a:r>
            <a:r>
              <a:rPr lang="zh-CN" altLang="en-US" sz="2900">
                <a:solidFill>
                  <a:srgbClr val="0000CC"/>
                </a:solidFill>
              </a:rPr>
              <a:t>上例中，若子网掩码改为 </a:t>
            </a:r>
            <a:r>
              <a:rPr lang="en-US" altLang="zh-CN" sz="2900">
                <a:solidFill>
                  <a:srgbClr val="0000CC"/>
                </a:solidFill>
              </a:rPr>
              <a:t>255.255.224.0</a:t>
            </a:r>
            <a:r>
              <a:rPr lang="zh-CN" altLang="en-US" sz="2900">
                <a:solidFill>
                  <a:srgbClr val="0000CC"/>
                </a:solidFill>
              </a:rPr>
              <a:t>，试求网络地址，讨论所得结果。 </a:t>
            </a:r>
          </a:p>
        </p:txBody>
      </p:sp>
      <p:sp>
        <p:nvSpPr>
          <p:cNvPr id="989192" name="Rectangle 8"/>
          <p:cNvSpPr>
            <a:spLocks noChangeArrowheads="1"/>
          </p:cNvSpPr>
          <p:nvPr/>
        </p:nvSpPr>
        <p:spPr bwMode="auto">
          <a:xfrm>
            <a:off x="3513138" y="1912938"/>
            <a:ext cx="5137150" cy="331788"/>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193" name="Rectangle 9"/>
          <p:cNvSpPr>
            <a:spLocks noChangeArrowheads="1"/>
          </p:cNvSpPr>
          <p:nvPr/>
        </p:nvSpPr>
        <p:spPr bwMode="auto">
          <a:xfrm>
            <a:off x="317500" y="1920875"/>
            <a:ext cx="2936875" cy="338138"/>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(a) </a:t>
            </a:r>
            <a:r>
              <a:rPr lang="zh-CN" altLang="en-US" sz="1600" b="1">
                <a:solidFill>
                  <a:srgbClr val="000000"/>
                </a:solidFill>
                <a:latin typeface="Arial" panose="020B0604020202090204" pitchFamily="34" charset="0"/>
                <a:ea typeface="黑体" pitchFamily="6" charset="-122"/>
              </a:rPr>
              <a:t>点分十进制表示的 </a:t>
            </a:r>
            <a:r>
              <a:rPr lang="en-US" altLang="zh-CN" sz="1600" b="1">
                <a:solidFill>
                  <a:srgbClr val="000000"/>
                </a:solidFill>
                <a:latin typeface="Arial" panose="020B0604020202090204" pitchFamily="34" charset="0"/>
                <a:ea typeface="黑体" pitchFamily="6" charset="-122"/>
              </a:rPr>
              <a:t>IP </a:t>
            </a:r>
            <a:r>
              <a:rPr lang="zh-CN" altLang="en-US" sz="1600" b="1">
                <a:solidFill>
                  <a:srgbClr val="000000"/>
                </a:solidFill>
                <a:latin typeface="Arial" panose="020B0604020202090204" pitchFamily="34" charset="0"/>
                <a:ea typeface="黑体" pitchFamily="6" charset="-122"/>
              </a:rPr>
              <a:t>地址</a:t>
            </a:r>
          </a:p>
        </p:txBody>
      </p:sp>
      <p:sp>
        <p:nvSpPr>
          <p:cNvPr id="989194" name="Rectangle 10"/>
          <p:cNvSpPr>
            <a:spLocks noChangeArrowheads="1"/>
          </p:cNvSpPr>
          <p:nvPr/>
        </p:nvSpPr>
        <p:spPr bwMode="auto">
          <a:xfrm>
            <a:off x="3513138" y="4425950"/>
            <a:ext cx="5137150" cy="331788"/>
          </a:xfrm>
          <a:prstGeom prst="rect">
            <a:avLst/>
          </a:prstGeom>
          <a:solidFill>
            <a:srgbClr val="CCECFF"/>
          </a:solid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195" name="Rectangle 11"/>
          <p:cNvSpPr>
            <a:spLocks noChangeArrowheads="1"/>
          </p:cNvSpPr>
          <p:nvPr/>
        </p:nvSpPr>
        <p:spPr bwMode="auto">
          <a:xfrm>
            <a:off x="317500" y="3095625"/>
            <a:ext cx="2978150" cy="339725"/>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(c) </a:t>
            </a:r>
            <a:r>
              <a:rPr lang="zh-CN" altLang="en-US" sz="1600" b="1">
                <a:solidFill>
                  <a:srgbClr val="000000"/>
                </a:solidFill>
                <a:latin typeface="Arial" panose="020B0604020202090204" pitchFamily="34" charset="0"/>
                <a:ea typeface="黑体" pitchFamily="6" charset="-122"/>
              </a:rPr>
              <a:t>子网掩码是 </a:t>
            </a:r>
            <a:r>
              <a:rPr lang="en-US" altLang="zh-CN" sz="1600" b="1">
                <a:solidFill>
                  <a:srgbClr val="000000"/>
                </a:solidFill>
                <a:latin typeface="Arial" panose="020B0604020202090204" pitchFamily="34" charset="0"/>
                <a:ea typeface="黑体" pitchFamily="6" charset="-122"/>
              </a:rPr>
              <a:t>255.255.224.0</a:t>
            </a:r>
          </a:p>
        </p:txBody>
      </p:sp>
      <p:sp>
        <p:nvSpPr>
          <p:cNvPr id="989196" name="Line 12"/>
          <p:cNvSpPr>
            <a:spLocks noChangeShapeType="1"/>
          </p:cNvSpPr>
          <p:nvPr/>
        </p:nvSpPr>
        <p:spPr bwMode="auto">
          <a:xfrm>
            <a:off x="6051550" y="3108325"/>
            <a:ext cx="0" cy="325438"/>
          </a:xfrm>
          <a:prstGeom prst="line">
            <a:avLst/>
          </a:prstGeom>
          <a:noFill/>
          <a:ln w="9525">
            <a:solidFill>
              <a:schemeClr val="tx1"/>
            </a:solidFill>
            <a:prstDash val="dash"/>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197" name="Line 13"/>
          <p:cNvSpPr>
            <a:spLocks noChangeShapeType="1"/>
          </p:cNvSpPr>
          <p:nvPr/>
        </p:nvSpPr>
        <p:spPr bwMode="auto">
          <a:xfrm>
            <a:off x="7351713" y="3098800"/>
            <a:ext cx="0" cy="330200"/>
          </a:xfrm>
          <a:prstGeom prst="line">
            <a:avLst/>
          </a:prstGeom>
          <a:noFill/>
          <a:ln w="9525">
            <a:solidFill>
              <a:schemeClr val="tx1"/>
            </a:solidFill>
            <a:prstDash val="dash"/>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198" name="Rectangle 14"/>
          <p:cNvSpPr>
            <a:spLocks noChangeArrowheads="1"/>
          </p:cNvSpPr>
          <p:nvPr/>
        </p:nvSpPr>
        <p:spPr bwMode="auto">
          <a:xfrm>
            <a:off x="3513138" y="3101975"/>
            <a:ext cx="5137150" cy="333375"/>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199" name="Rectangle 15"/>
          <p:cNvSpPr>
            <a:spLocks noChangeArrowheads="1"/>
          </p:cNvSpPr>
          <p:nvPr/>
        </p:nvSpPr>
        <p:spPr bwMode="auto">
          <a:xfrm>
            <a:off x="7326313" y="3124200"/>
            <a:ext cx="1385888" cy="309563"/>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475" b="1" i="0" u="none" strike="noStrike" kern="1200" cap="none" spc="0" normalizeH="0" baseline="0" noProof="0">
                <a:ln>
                  <a:noFill/>
                </a:ln>
                <a:solidFill>
                  <a:srgbClr val="0000CC"/>
                </a:solidFill>
                <a:effectLst/>
                <a:uLnTx/>
                <a:uFillTx/>
                <a:latin typeface="Arial" panose="020B0604020202090204"/>
                <a:ea typeface="黑体" pitchFamily="6" charset="-122"/>
                <a:cs typeface="+mn-cs"/>
              </a:rPr>
              <a:t>0 0 0 0 0 0 0 0</a:t>
            </a:r>
          </a:p>
        </p:txBody>
      </p:sp>
      <p:sp>
        <p:nvSpPr>
          <p:cNvPr id="989200" name="Rectangle 16"/>
          <p:cNvSpPr>
            <a:spLocks noChangeArrowheads="1"/>
          </p:cNvSpPr>
          <p:nvPr/>
        </p:nvSpPr>
        <p:spPr bwMode="auto">
          <a:xfrm>
            <a:off x="3522663" y="3762375"/>
            <a:ext cx="5137150" cy="331788"/>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201" name="Text Box 17"/>
          <p:cNvSpPr txBox="1">
            <a:spLocks noChangeArrowheads="1"/>
          </p:cNvSpPr>
          <p:nvPr/>
        </p:nvSpPr>
        <p:spPr bwMode="auto">
          <a:xfrm>
            <a:off x="4013200" y="1920875"/>
            <a:ext cx="24971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141       .        14            .</a:t>
            </a:r>
          </a:p>
        </p:txBody>
      </p:sp>
      <p:sp>
        <p:nvSpPr>
          <p:cNvPr id="989202" name="Text Box 18"/>
          <p:cNvSpPr txBox="1">
            <a:spLocks noChangeArrowheads="1"/>
          </p:cNvSpPr>
          <p:nvPr/>
        </p:nvSpPr>
        <p:spPr bwMode="auto">
          <a:xfrm>
            <a:off x="6462713" y="1920875"/>
            <a:ext cx="19637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CC"/>
                </a:solidFill>
                <a:latin typeface="Arial" panose="020B0604020202090204"/>
                <a:ea typeface="黑体" pitchFamily="6" charset="-122"/>
                <a:cs typeface="+mn-cs"/>
              </a:rPr>
              <a:t> 72          .          24</a:t>
            </a:r>
          </a:p>
        </p:txBody>
      </p:sp>
      <p:sp>
        <p:nvSpPr>
          <p:cNvPr id="989203" name="Text Box 19"/>
          <p:cNvSpPr txBox="1">
            <a:spLocks noChangeArrowheads="1"/>
          </p:cNvSpPr>
          <p:nvPr/>
        </p:nvSpPr>
        <p:spPr bwMode="auto">
          <a:xfrm>
            <a:off x="4013200" y="4445000"/>
            <a:ext cx="24971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141       .        14            .</a:t>
            </a:r>
          </a:p>
        </p:txBody>
      </p:sp>
      <p:sp>
        <p:nvSpPr>
          <p:cNvPr id="989204" name="Text Box 20"/>
          <p:cNvSpPr txBox="1">
            <a:spLocks noChangeArrowheads="1"/>
          </p:cNvSpPr>
          <p:nvPr/>
        </p:nvSpPr>
        <p:spPr bwMode="auto">
          <a:xfrm>
            <a:off x="6516688" y="4445000"/>
            <a:ext cx="1844675"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64          .           0</a:t>
            </a:r>
          </a:p>
        </p:txBody>
      </p:sp>
      <p:sp>
        <p:nvSpPr>
          <p:cNvPr id="989205" name="Text Box 21"/>
          <p:cNvSpPr txBox="1">
            <a:spLocks noChangeArrowheads="1"/>
          </p:cNvSpPr>
          <p:nvPr/>
        </p:nvSpPr>
        <p:spPr bwMode="auto">
          <a:xfrm>
            <a:off x="7277100" y="3781425"/>
            <a:ext cx="10747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 .          0</a:t>
            </a:r>
          </a:p>
        </p:txBody>
      </p:sp>
      <p:sp>
        <p:nvSpPr>
          <p:cNvPr id="989206" name="Line 22"/>
          <p:cNvSpPr>
            <a:spLocks noChangeShapeType="1"/>
          </p:cNvSpPr>
          <p:nvPr/>
        </p:nvSpPr>
        <p:spPr bwMode="auto">
          <a:xfrm>
            <a:off x="4805363" y="3098800"/>
            <a:ext cx="0" cy="325438"/>
          </a:xfrm>
          <a:prstGeom prst="line">
            <a:avLst/>
          </a:prstGeom>
          <a:noFill/>
          <a:ln w="9525">
            <a:solidFill>
              <a:schemeClr val="tx1"/>
            </a:solidFill>
            <a:prstDash val="dash"/>
            <a:round/>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207" name="Rectangle 23"/>
          <p:cNvSpPr>
            <a:spLocks noChangeArrowheads="1"/>
          </p:cNvSpPr>
          <p:nvPr/>
        </p:nvSpPr>
        <p:spPr bwMode="auto">
          <a:xfrm>
            <a:off x="6029325" y="2509838"/>
            <a:ext cx="1385888" cy="311150"/>
          </a:xfrm>
          <a:prstGeom prst="rect">
            <a:avLst/>
          </a:prstGeom>
          <a:noFill/>
          <a:ln>
            <a:noFill/>
          </a:ln>
          <a:effectLst/>
        </p:spPr>
        <p:txBody>
          <a:bodyPr wrap="none" lIns="83527" tIns="41031" rIns="83527" bIns="41031">
            <a:spAutoFit/>
          </a:bodyPr>
          <a:lstStyle/>
          <a:p>
            <a:pPr marL="0" marR="0" lvl="0" indent="0" algn="l" defTabSz="703580" rtl="0" eaLnBrk="0" fontAlgn="base" latinLnBrk="0" hangingPunct="0">
              <a:lnSpc>
                <a:spcPct val="100000"/>
              </a:lnSpc>
              <a:spcBef>
                <a:spcPct val="0"/>
              </a:spcBef>
              <a:spcAft>
                <a:spcPct val="0"/>
              </a:spcAft>
              <a:buClrTx/>
              <a:buSzTx/>
              <a:buFontTx/>
              <a:buNone/>
              <a:defRPr/>
            </a:pPr>
            <a:r>
              <a:rPr kumimoji="1" lang="en-US" altLang="zh-CN" sz="1475" b="1" i="0" u="none" strike="noStrike" kern="1200" cap="none" spc="0" normalizeH="0" baseline="0" noProof="0" dirty="0">
                <a:ln>
                  <a:noFill/>
                </a:ln>
                <a:solidFill>
                  <a:srgbClr val="0000CC"/>
                </a:solidFill>
                <a:effectLst/>
                <a:uLnTx/>
                <a:uFillTx/>
                <a:latin typeface="Arial" panose="020B0604020202090204"/>
                <a:ea typeface="黑体" pitchFamily="6" charset="-122"/>
                <a:cs typeface="+mn-cs"/>
              </a:rPr>
              <a:t>0 1 0 0 1 0 0 0</a:t>
            </a:r>
          </a:p>
        </p:txBody>
      </p:sp>
      <p:sp>
        <p:nvSpPr>
          <p:cNvPr id="989208" name="Rectangle 24"/>
          <p:cNvSpPr>
            <a:spLocks noChangeArrowheads="1"/>
          </p:cNvSpPr>
          <p:nvPr/>
        </p:nvSpPr>
        <p:spPr bwMode="auto">
          <a:xfrm>
            <a:off x="3509963" y="2497138"/>
            <a:ext cx="5137150" cy="331788"/>
          </a:xfrm>
          <a:prstGeom prst="rect">
            <a:avLst/>
          </a:prstGeom>
          <a:noFill/>
          <a:ln w="9525">
            <a:solidFill>
              <a:schemeClr val="tx1"/>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209" name="Text Box 25"/>
          <p:cNvSpPr txBox="1">
            <a:spLocks noChangeArrowheads="1"/>
          </p:cNvSpPr>
          <p:nvPr/>
        </p:nvSpPr>
        <p:spPr bwMode="auto">
          <a:xfrm>
            <a:off x="4013200" y="2506663"/>
            <a:ext cx="220186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141       .        14       .</a:t>
            </a:r>
          </a:p>
        </p:txBody>
      </p:sp>
      <p:sp>
        <p:nvSpPr>
          <p:cNvPr id="989210" name="Text Box 26"/>
          <p:cNvSpPr txBox="1">
            <a:spLocks noChangeArrowheads="1"/>
          </p:cNvSpPr>
          <p:nvPr/>
        </p:nvSpPr>
        <p:spPr bwMode="auto">
          <a:xfrm>
            <a:off x="7254875" y="2506663"/>
            <a:ext cx="1133475"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0000CC"/>
                </a:solidFill>
                <a:latin typeface="Arial" panose="020B0604020202090204"/>
                <a:ea typeface="黑体" pitchFamily="6" charset="-122"/>
                <a:cs typeface="+mn-cs"/>
              </a:rPr>
              <a:t>.           24</a:t>
            </a:r>
          </a:p>
        </p:txBody>
      </p:sp>
      <p:sp>
        <p:nvSpPr>
          <p:cNvPr id="989211" name="Rectangle 27"/>
          <p:cNvSpPr>
            <a:spLocks noChangeArrowheads="1"/>
          </p:cNvSpPr>
          <p:nvPr/>
        </p:nvSpPr>
        <p:spPr bwMode="auto">
          <a:xfrm>
            <a:off x="6389688" y="1920875"/>
            <a:ext cx="647700" cy="333375"/>
          </a:xfrm>
          <a:prstGeom prst="rect">
            <a:avLst/>
          </a:prstGeom>
          <a:noFill/>
          <a:ln w="57150">
            <a:solidFill>
              <a:srgbClr val="FF0000"/>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989212" name="Rectangle 28"/>
          <p:cNvSpPr>
            <a:spLocks noChangeArrowheads="1"/>
          </p:cNvSpPr>
          <p:nvPr/>
        </p:nvSpPr>
        <p:spPr bwMode="auto">
          <a:xfrm>
            <a:off x="317500" y="2497138"/>
            <a:ext cx="3125788" cy="338138"/>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(b) IP </a:t>
            </a:r>
            <a:r>
              <a:rPr lang="zh-CN" altLang="en-US" sz="1600" b="1">
                <a:solidFill>
                  <a:srgbClr val="000000"/>
                </a:solidFill>
                <a:latin typeface="Arial" panose="020B0604020202090204" pitchFamily="34" charset="0"/>
                <a:ea typeface="黑体" pitchFamily="6" charset="-122"/>
              </a:rPr>
              <a:t>地址的第 </a:t>
            </a:r>
            <a:r>
              <a:rPr lang="en-US" altLang="zh-CN" sz="1600" b="1">
                <a:solidFill>
                  <a:srgbClr val="000000"/>
                </a:solidFill>
                <a:latin typeface="Arial" panose="020B0604020202090204" pitchFamily="34" charset="0"/>
                <a:ea typeface="黑体" pitchFamily="6" charset="-122"/>
              </a:rPr>
              <a:t>3 </a:t>
            </a:r>
            <a:r>
              <a:rPr lang="zh-CN" altLang="en-US" sz="1600" b="1">
                <a:solidFill>
                  <a:srgbClr val="000000"/>
                </a:solidFill>
                <a:latin typeface="Arial" panose="020B0604020202090204" pitchFamily="34" charset="0"/>
                <a:ea typeface="黑体" pitchFamily="6" charset="-122"/>
              </a:rPr>
              <a:t>字节是二进制</a:t>
            </a:r>
          </a:p>
        </p:txBody>
      </p:sp>
      <p:sp>
        <p:nvSpPr>
          <p:cNvPr id="989213" name="Rectangle 29"/>
          <p:cNvSpPr>
            <a:spLocks noChangeArrowheads="1"/>
          </p:cNvSpPr>
          <p:nvPr/>
        </p:nvSpPr>
        <p:spPr bwMode="auto">
          <a:xfrm>
            <a:off x="317500" y="3760788"/>
            <a:ext cx="3101975" cy="338138"/>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(d) IP </a:t>
            </a:r>
            <a:r>
              <a:rPr lang="zh-CN" altLang="en-US" sz="1600" b="1">
                <a:solidFill>
                  <a:srgbClr val="000000"/>
                </a:solidFill>
                <a:latin typeface="Arial" panose="020B0604020202090204" pitchFamily="34" charset="0"/>
                <a:ea typeface="黑体" pitchFamily="6" charset="-122"/>
              </a:rPr>
              <a:t>地址与子网掩码逐位相与</a:t>
            </a:r>
          </a:p>
        </p:txBody>
      </p:sp>
      <p:sp>
        <p:nvSpPr>
          <p:cNvPr id="989214" name="Rectangle 30"/>
          <p:cNvSpPr>
            <a:spLocks noChangeArrowheads="1"/>
          </p:cNvSpPr>
          <p:nvPr/>
        </p:nvSpPr>
        <p:spPr bwMode="auto">
          <a:xfrm>
            <a:off x="317500" y="4448175"/>
            <a:ext cx="3259138" cy="338138"/>
          </a:xfrm>
          <a:prstGeom prst="rect">
            <a:avLst/>
          </a:prstGeom>
          <a:noFill/>
          <a:ln>
            <a:noFill/>
          </a:ln>
          <a:effectLst/>
        </p:spPr>
        <p:txBody>
          <a:bodyPr wrap="none" lIns="83527" tIns="41031" rIns="83527" bIns="41031">
            <a:spAutoFit/>
          </a:bodyPr>
          <a:lstStyle/>
          <a:p>
            <a:pPr defTabSz="703580">
              <a:buNone/>
            </a:pPr>
            <a:r>
              <a:rPr lang="en-US" altLang="zh-CN" sz="1600" b="1">
                <a:solidFill>
                  <a:srgbClr val="000000"/>
                </a:solidFill>
                <a:latin typeface="Arial" panose="020B0604020202090204" pitchFamily="34" charset="0"/>
                <a:ea typeface="黑体" pitchFamily="6" charset="-122"/>
              </a:rPr>
              <a:t>(e) </a:t>
            </a:r>
            <a:r>
              <a:rPr lang="zh-CN" altLang="en-US" sz="1600" b="1">
                <a:solidFill>
                  <a:srgbClr val="000000"/>
                </a:solidFill>
                <a:latin typeface="Arial" panose="020B0604020202090204" pitchFamily="34" charset="0"/>
                <a:ea typeface="黑体" pitchFamily="6" charset="-122"/>
              </a:rPr>
              <a:t>网络地址（点分十进制表示）</a:t>
            </a:r>
          </a:p>
        </p:txBody>
      </p:sp>
      <p:sp>
        <p:nvSpPr>
          <p:cNvPr id="989215" name="Text Box 31"/>
          <p:cNvSpPr txBox="1">
            <a:spLocks noChangeArrowheads="1"/>
          </p:cNvSpPr>
          <p:nvPr/>
        </p:nvSpPr>
        <p:spPr bwMode="auto">
          <a:xfrm>
            <a:off x="1958975" y="4957763"/>
            <a:ext cx="5853113" cy="930275"/>
          </a:xfrm>
          <a:prstGeom prst="rect">
            <a:avLst/>
          </a:prstGeom>
          <a:solidFill>
            <a:srgbClr val="66FF66"/>
          </a:solidFill>
          <a:ln w="12700">
            <a:solidFill>
              <a:srgbClr val="333399"/>
            </a:solidFill>
            <a:miter lim="800000"/>
          </a:ln>
          <a:effectLst>
            <a:outerShdw dist="35921" dir="2700000" algn="ctr" rotWithShape="0">
              <a:schemeClr val="bg2"/>
            </a:outerShdw>
          </a:effectLst>
        </p:spPr>
        <p:txBody>
          <a:bodyPr wrap="none">
            <a:spAutoFit/>
          </a:bodyPr>
          <a:lstStyle/>
          <a:p>
            <a:pPr algn="ctr" defTabSz="843280">
              <a:lnSpc>
                <a:spcPct val="110000"/>
              </a:lnSpc>
              <a:buNone/>
            </a:pPr>
            <a:r>
              <a:rPr lang="zh-CN" altLang="en-US" sz="2500" b="1">
                <a:solidFill>
                  <a:srgbClr val="000099"/>
                </a:solidFill>
                <a:latin typeface="Arial" panose="020B0604020202090204" pitchFamily="34" charset="0"/>
                <a:ea typeface="黑体" pitchFamily="6" charset="-122"/>
              </a:rPr>
              <a:t>不同的子网掩码得出</a:t>
            </a:r>
            <a:r>
              <a:rPr lang="zh-CN" altLang="en-US" sz="2500" b="1">
                <a:solidFill>
                  <a:srgbClr val="FF0000"/>
                </a:solidFill>
                <a:latin typeface="Arial" panose="020B0604020202090204" pitchFamily="34" charset="0"/>
                <a:ea typeface="黑体" pitchFamily="6" charset="-122"/>
              </a:rPr>
              <a:t>相同</a:t>
            </a:r>
            <a:r>
              <a:rPr lang="zh-CN" altLang="en-US" sz="2500" b="1">
                <a:solidFill>
                  <a:srgbClr val="000099"/>
                </a:solidFill>
                <a:latin typeface="Arial" panose="020B0604020202090204" pitchFamily="34" charset="0"/>
                <a:ea typeface="黑体" pitchFamily="6" charset="-122"/>
              </a:rPr>
              <a:t>的网络地址。</a:t>
            </a:r>
          </a:p>
          <a:p>
            <a:pPr algn="ctr" defTabSz="843280">
              <a:lnSpc>
                <a:spcPct val="110000"/>
              </a:lnSpc>
              <a:buNone/>
            </a:pPr>
            <a:r>
              <a:rPr lang="zh-CN" altLang="en-US" sz="2500" b="1">
                <a:solidFill>
                  <a:srgbClr val="000099"/>
                </a:solidFill>
                <a:latin typeface="Arial" panose="020B0604020202090204" pitchFamily="34" charset="0"/>
                <a:ea typeface="黑体" pitchFamily="6" charset="-122"/>
              </a:rPr>
              <a:t>但不同的掩码的效果是不同的。 </a:t>
            </a:r>
          </a:p>
        </p:txBody>
      </p:sp>
    </p:spTree>
  </p:cSld>
  <p:clrMapOvr>
    <a:masterClrMapping/>
  </p:clrMapOvr>
  <p:transition spd="slow"/>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1729" name="Picture 2"/>
          <p:cNvPicPr>
            <a:picLocks noChangeAspect="1"/>
          </p:cNvPicPr>
          <p:nvPr/>
        </p:nvPicPr>
        <p:blipFill>
          <a:blip r:embed="rId2"/>
          <a:stretch>
            <a:fillRect/>
          </a:stretch>
        </p:blipFill>
        <p:spPr>
          <a:xfrm>
            <a:off x="4173538" y="3986213"/>
            <a:ext cx="1003300" cy="666750"/>
          </a:xfrm>
          <a:prstGeom prst="rect">
            <a:avLst/>
          </a:prstGeom>
          <a:noFill/>
          <a:ln w="9525">
            <a:noFill/>
          </a:ln>
        </p:spPr>
      </p:pic>
      <p:grpSp>
        <p:nvGrpSpPr>
          <p:cNvPr id="201730" name="组合 33"/>
          <p:cNvGrpSpPr/>
          <p:nvPr/>
        </p:nvGrpSpPr>
        <p:grpSpPr>
          <a:xfrm>
            <a:off x="1423988" y="2501900"/>
            <a:ext cx="2657475" cy="1006475"/>
            <a:chOff x="1424429" y="2501222"/>
            <a:chExt cx="2656456" cy="1007414"/>
          </a:xfrm>
        </p:grpSpPr>
        <p:grpSp>
          <p:nvGrpSpPr>
            <p:cNvPr id="201760" name="组合 7"/>
            <p:cNvGrpSpPr/>
            <p:nvPr/>
          </p:nvGrpSpPr>
          <p:grpSpPr>
            <a:xfrm>
              <a:off x="1424429" y="2501222"/>
              <a:ext cx="2656456" cy="1007414"/>
              <a:chOff x="514438" y="0"/>
              <a:chExt cx="1555196" cy="1007414"/>
            </a:xfrm>
          </p:grpSpPr>
          <p:sp>
            <p:nvSpPr>
              <p:cNvPr id="21" name="圆角矩形 20"/>
              <p:cNvSpPr/>
              <p:nvPr/>
            </p:nvSpPr>
            <p:spPr>
              <a:xfrm>
                <a:off x="514438" y="0"/>
                <a:ext cx="1555196" cy="1007414"/>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22" name="圆角矩形 10"/>
              <p:cNvSpPr txBox="1"/>
              <p:nvPr/>
            </p:nvSpPr>
            <p:spPr>
              <a:xfrm>
                <a:off x="536735" y="22246"/>
                <a:ext cx="1044230" cy="711864"/>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99060" tIns="99060" rIns="99060" bIns="99060" spcCol="1270"/>
              <a:lstStyle/>
              <a:p>
                <a:pPr marL="228600" marR="0" lvl="1" indent="-228600" algn="l" defTabSz="889000" rtl="0" eaLnBrk="0" fontAlgn="base" latinLnBrk="0" hangingPunct="0">
                  <a:lnSpc>
                    <a:spcPct val="90000"/>
                  </a:lnSpc>
                  <a:spcBef>
                    <a:spcPct val="0"/>
                  </a:spcBef>
                  <a:spcAft>
                    <a:spcPct val="15000"/>
                  </a:spcAft>
                  <a:buClrTx/>
                  <a:buSzTx/>
                  <a:buFontTx/>
                  <a:buChar char="•"/>
                  <a:defRPr/>
                </a:pPr>
                <a:endParaRPr kumimoji="0" lang="zh-CN" altLang="en-US" sz="2000" b="0" i="0" u="none" strike="noStrike" kern="1200" cap="none" spc="0" normalizeH="0" baseline="0" noProof="0">
                  <a:ln>
                    <a:noFill/>
                  </a:ln>
                  <a:solidFill>
                    <a:srgbClr val="000000">
                      <a:hueOff val="0"/>
                      <a:satOff val="0"/>
                      <a:lumOff val="0"/>
                      <a:alphaOff val="0"/>
                    </a:srgbClr>
                  </a:solidFill>
                  <a:effectLst/>
                  <a:uLnTx/>
                  <a:uFillTx/>
                  <a:latin typeface="+mn-lt"/>
                  <a:ea typeface="+mn-ea"/>
                  <a:cs typeface="+mn-cs"/>
                </a:endParaRPr>
              </a:p>
            </p:txBody>
          </p:sp>
        </p:grpSp>
        <p:sp>
          <p:nvSpPr>
            <p:cNvPr id="201761" name="文本框 29"/>
            <p:cNvSpPr txBox="1"/>
            <p:nvPr/>
          </p:nvSpPr>
          <p:spPr>
            <a:xfrm>
              <a:off x="1480811" y="2536530"/>
              <a:ext cx="2213447" cy="70788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ct val="100000"/>
                </a:lnSpc>
                <a:spcBef>
                  <a:spcPct val="0"/>
                </a:spcBef>
                <a:buClrTx/>
                <a:buSzTx/>
                <a:buFontTx/>
                <a:buNone/>
              </a:pPr>
              <a:r>
                <a:rPr lang="en-US" altLang="zh-CN" sz="2000" b="1">
                  <a:solidFill>
                    <a:srgbClr val="000000"/>
                  </a:solidFill>
                  <a:ea typeface="宋体" pitchFamily="2" charset="-122"/>
                </a:rPr>
                <a:t>201.2.3.0 </a:t>
              </a:r>
              <a:endParaRPr lang="zh-CN" altLang="en-US" sz="2000" b="1">
                <a:solidFill>
                  <a:srgbClr val="000000"/>
                </a:solidFill>
                <a:ea typeface="宋体" pitchFamily="2" charset="-122"/>
              </a:endParaRPr>
            </a:p>
            <a:p>
              <a:pPr marL="0" lvl="0" indent="0">
                <a:lnSpc>
                  <a:spcPct val="100000"/>
                </a:lnSpc>
                <a:spcBef>
                  <a:spcPct val="0"/>
                </a:spcBef>
                <a:buClrTx/>
                <a:buSzTx/>
                <a:buFontTx/>
                <a:buNone/>
              </a:pPr>
              <a:r>
                <a:rPr lang="en-US" altLang="zh-CN" sz="2000" b="1">
                  <a:solidFill>
                    <a:srgbClr val="000000"/>
                  </a:solidFill>
                  <a:ea typeface="宋体" pitchFamily="2" charset="-122"/>
                </a:rPr>
                <a:t>255.255.255.192 </a:t>
              </a:r>
              <a:endParaRPr lang="zh-CN" altLang="en-US" sz="2000" b="1">
                <a:solidFill>
                  <a:srgbClr val="000000"/>
                </a:solidFill>
                <a:ea typeface="宋体" pitchFamily="2" charset="-122"/>
              </a:endParaRPr>
            </a:p>
          </p:txBody>
        </p:sp>
      </p:grpSp>
      <p:grpSp>
        <p:nvGrpSpPr>
          <p:cNvPr id="201731" name="组合 36"/>
          <p:cNvGrpSpPr/>
          <p:nvPr/>
        </p:nvGrpSpPr>
        <p:grpSpPr>
          <a:xfrm>
            <a:off x="1423988" y="4848225"/>
            <a:ext cx="2657475" cy="1006475"/>
            <a:chOff x="1424084" y="4848042"/>
            <a:chExt cx="2656800" cy="1007414"/>
          </a:xfrm>
        </p:grpSpPr>
        <p:sp>
          <p:nvSpPr>
            <p:cNvPr id="25" name="圆角矩形 24"/>
            <p:cNvSpPr/>
            <p:nvPr/>
          </p:nvSpPr>
          <p:spPr>
            <a:xfrm>
              <a:off x="1424084" y="4848042"/>
              <a:ext cx="2656800" cy="1007414"/>
            </a:xfrm>
            <a:prstGeom prst="roundRect">
              <a:avLst>
                <a:gd name="adj" fmla="val 10000"/>
              </a:avLst>
            </a:prstGeom>
            <a:ln>
              <a:solidFill>
                <a:srgbClr val="FFC000"/>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201759" name="文本框 30"/>
            <p:cNvSpPr txBox="1"/>
            <p:nvPr/>
          </p:nvSpPr>
          <p:spPr>
            <a:xfrm>
              <a:off x="1480811" y="5119240"/>
              <a:ext cx="2213447" cy="70788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ct val="100000"/>
                </a:lnSpc>
                <a:spcBef>
                  <a:spcPct val="0"/>
                </a:spcBef>
                <a:buClrTx/>
                <a:buSzTx/>
                <a:buFontTx/>
                <a:buNone/>
              </a:pPr>
              <a:r>
                <a:rPr lang="en-US" altLang="zh-CN" sz="2000" b="1">
                  <a:solidFill>
                    <a:srgbClr val="000000"/>
                  </a:solidFill>
                  <a:ea typeface="宋体" pitchFamily="2" charset="-122"/>
                </a:rPr>
                <a:t>201.2.3.192 </a:t>
              </a:r>
              <a:endParaRPr lang="zh-CN" altLang="en-US" sz="2000" b="1">
                <a:solidFill>
                  <a:srgbClr val="000000"/>
                </a:solidFill>
                <a:ea typeface="宋体" pitchFamily="2" charset="-122"/>
              </a:endParaRPr>
            </a:p>
            <a:p>
              <a:pPr marL="0" lvl="0" indent="0">
                <a:lnSpc>
                  <a:spcPct val="100000"/>
                </a:lnSpc>
                <a:spcBef>
                  <a:spcPct val="0"/>
                </a:spcBef>
                <a:buClrTx/>
                <a:buSzTx/>
                <a:buFontTx/>
                <a:buNone/>
              </a:pPr>
              <a:r>
                <a:rPr lang="en-US" altLang="zh-CN" sz="2000" b="1">
                  <a:solidFill>
                    <a:srgbClr val="000000"/>
                  </a:solidFill>
                  <a:ea typeface="宋体" pitchFamily="2" charset="-122"/>
                </a:rPr>
                <a:t>255.255.255.192 </a:t>
              </a:r>
              <a:endParaRPr lang="zh-CN" altLang="en-US" sz="2000" b="1">
                <a:solidFill>
                  <a:srgbClr val="000000"/>
                </a:solidFill>
                <a:ea typeface="宋体" pitchFamily="2" charset="-122"/>
              </a:endParaRPr>
            </a:p>
          </p:txBody>
        </p:sp>
      </p:grpSp>
      <p:grpSp>
        <p:nvGrpSpPr>
          <p:cNvPr id="201732" name="组合 35"/>
          <p:cNvGrpSpPr/>
          <p:nvPr/>
        </p:nvGrpSpPr>
        <p:grpSpPr>
          <a:xfrm>
            <a:off x="5268913" y="4848225"/>
            <a:ext cx="2778125" cy="1008063"/>
            <a:chOff x="5269178" y="4848042"/>
            <a:chExt cx="2778428" cy="1007999"/>
          </a:xfrm>
        </p:grpSpPr>
        <p:sp>
          <p:nvSpPr>
            <p:cNvPr id="27" name="圆角矩形 26"/>
            <p:cNvSpPr/>
            <p:nvPr/>
          </p:nvSpPr>
          <p:spPr>
            <a:xfrm>
              <a:off x="5269178" y="4848042"/>
              <a:ext cx="2656177" cy="1007999"/>
            </a:xfrm>
            <a:prstGeom prst="roundRect">
              <a:avLst>
                <a:gd name="adj" fmla="val 10000"/>
              </a:avLst>
            </a:prstGeom>
            <a:ln>
              <a:solidFill>
                <a:srgbClr val="00B0F0"/>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201757" name="文本框 31"/>
            <p:cNvSpPr txBox="1"/>
            <p:nvPr/>
          </p:nvSpPr>
          <p:spPr>
            <a:xfrm>
              <a:off x="5834159" y="5119240"/>
              <a:ext cx="2213447" cy="70788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ct val="100000"/>
                </a:lnSpc>
                <a:spcBef>
                  <a:spcPct val="0"/>
                </a:spcBef>
                <a:buClrTx/>
                <a:buSzTx/>
                <a:buFontTx/>
                <a:buNone/>
              </a:pPr>
              <a:r>
                <a:rPr lang="en-US" altLang="zh-CN" sz="2000" b="1">
                  <a:solidFill>
                    <a:srgbClr val="000000"/>
                  </a:solidFill>
                  <a:ea typeface="宋体" pitchFamily="2" charset="-122"/>
                </a:rPr>
                <a:t>201.2.3.128 </a:t>
              </a:r>
              <a:endParaRPr lang="zh-CN" altLang="en-US" sz="2000" b="1">
                <a:solidFill>
                  <a:srgbClr val="000000"/>
                </a:solidFill>
                <a:ea typeface="宋体" pitchFamily="2" charset="-122"/>
              </a:endParaRPr>
            </a:p>
            <a:p>
              <a:pPr marL="0" lvl="0" indent="0">
                <a:lnSpc>
                  <a:spcPct val="100000"/>
                </a:lnSpc>
                <a:spcBef>
                  <a:spcPct val="0"/>
                </a:spcBef>
                <a:buClrTx/>
                <a:buSzTx/>
                <a:buFontTx/>
                <a:buNone/>
              </a:pPr>
              <a:r>
                <a:rPr lang="en-US" altLang="zh-CN" sz="2000" b="1">
                  <a:solidFill>
                    <a:srgbClr val="000000"/>
                  </a:solidFill>
                  <a:ea typeface="宋体" pitchFamily="2" charset="-122"/>
                </a:rPr>
                <a:t>255.255.255.192 </a:t>
              </a:r>
              <a:endParaRPr lang="zh-CN" altLang="en-US" sz="2000" b="1">
                <a:solidFill>
                  <a:srgbClr val="000000"/>
                </a:solidFill>
                <a:ea typeface="宋体" pitchFamily="2" charset="-122"/>
              </a:endParaRPr>
            </a:p>
          </p:txBody>
        </p:sp>
      </p:grpSp>
      <p:grpSp>
        <p:nvGrpSpPr>
          <p:cNvPr id="201733" name="组合 34"/>
          <p:cNvGrpSpPr/>
          <p:nvPr/>
        </p:nvGrpSpPr>
        <p:grpSpPr>
          <a:xfrm>
            <a:off x="5268913" y="2501900"/>
            <a:ext cx="2778125" cy="1006475"/>
            <a:chOff x="5269178" y="2501222"/>
            <a:chExt cx="2778084" cy="1007414"/>
          </a:xfrm>
        </p:grpSpPr>
        <p:sp>
          <p:nvSpPr>
            <p:cNvPr id="23" name="圆角矩形 22"/>
            <p:cNvSpPr/>
            <p:nvPr/>
          </p:nvSpPr>
          <p:spPr>
            <a:xfrm>
              <a:off x="5269178" y="2501222"/>
              <a:ext cx="2657436" cy="1007414"/>
            </a:xfrm>
            <a:prstGeom prst="roundRect">
              <a:avLst>
                <a:gd name="adj" fmla="val 10000"/>
              </a:avLst>
            </a:prstGeom>
            <a:ln>
              <a:solidFill>
                <a:schemeClr val="accent2">
                  <a:lumMod val="40000"/>
                  <a:lumOff val="60000"/>
                </a:schemeClr>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201755" name="文本框 32"/>
            <p:cNvSpPr txBox="1"/>
            <p:nvPr/>
          </p:nvSpPr>
          <p:spPr>
            <a:xfrm>
              <a:off x="5833815" y="2536530"/>
              <a:ext cx="2213447" cy="70788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ct val="100000"/>
                </a:lnSpc>
                <a:spcBef>
                  <a:spcPct val="0"/>
                </a:spcBef>
                <a:buClrTx/>
                <a:buSzTx/>
                <a:buFontTx/>
                <a:buNone/>
              </a:pPr>
              <a:r>
                <a:rPr lang="en-US" altLang="zh-CN" sz="2000" b="1">
                  <a:solidFill>
                    <a:srgbClr val="000000"/>
                  </a:solidFill>
                  <a:ea typeface="宋体" pitchFamily="2" charset="-122"/>
                </a:rPr>
                <a:t>201.2.3.64 </a:t>
              </a:r>
              <a:endParaRPr lang="zh-CN" altLang="en-US" sz="2000" b="1">
                <a:solidFill>
                  <a:srgbClr val="000000"/>
                </a:solidFill>
                <a:ea typeface="宋体" pitchFamily="2" charset="-122"/>
              </a:endParaRPr>
            </a:p>
            <a:p>
              <a:pPr marL="0" lvl="0" indent="0">
                <a:lnSpc>
                  <a:spcPct val="100000"/>
                </a:lnSpc>
                <a:spcBef>
                  <a:spcPct val="0"/>
                </a:spcBef>
                <a:buClrTx/>
                <a:buSzTx/>
                <a:buFontTx/>
                <a:buNone/>
              </a:pPr>
              <a:r>
                <a:rPr lang="en-US" altLang="zh-CN" sz="2000" b="1">
                  <a:solidFill>
                    <a:srgbClr val="000000"/>
                  </a:solidFill>
                  <a:ea typeface="宋体" pitchFamily="2" charset="-122"/>
                </a:rPr>
                <a:t>255.255.255.192 </a:t>
              </a:r>
              <a:endParaRPr lang="zh-CN" altLang="en-US" sz="2000" b="1">
                <a:solidFill>
                  <a:srgbClr val="000000"/>
                </a:solidFill>
                <a:ea typeface="宋体" pitchFamily="2" charset="-122"/>
              </a:endParaRPr>
            </a:p>
          </p:txBody>
        </p:sp>
      </p:grpSp>
      <p:sp>
        <p:nvSpPr>
          <p:cNvPr id="42031" name="Rectangle 98"/>
          <p:cNvSpPr>
            <a:spLocks noGrp="1" noChangeArrowheads="1"/>
          </p:cNvSpPr>
          <p:nvPr>
            <p:ph type="title"/>
          </p:nvPr>
        </p:nvSpPr>
        <p:spPr>
          <a:xfrm>
            <a:off x="601663" y="477838"/>
            <a:ext cx="3702050" cy="763588"/>
          </a:xfrm>
        </p:spPr>
        <p:txBody>
          <a:bodyPr vert="horz" wrap="square" lIns="91440" tIns="45720" rIns="91440" bIns="45720" numCol="1" anchor="ctr" anchorCtr="0" compatLnSpc="1"/>
          <a:lstStyle/>
          <a:p>
            <a:pPr>
              <a:buNone/>
            </a:pPr>
            <a:r>
              <a:rPr lang="zh-CN" altLang="en-US" sz="3200"/>
              <a:t>子网划分举例</a:t>
            </a:r>
          </a:p>
        </p:txBody>
      </p:sp>
      <p:pic>
        <p:nvPicPr>
          <p:cNvPr id="201735" name="Picture 99" descr="underline_base"/>
          <p:cNvPicPr/>
          <p:nvPr/>
        </p:nvPicPr>
        <p:blipFill>
          <a:blip r:embed="rId3"/>
          <a:stretch>
            <a:fillRect/>
          </a:stretch>
        </p:blipFill>
        <p:spPr>
          <a:xfrm>
            <a:off x="601663" y="1228725"/>
            <a:ext cx="2744787" cy="173038"/>
          </a:xfrm>
          <a:prstGeom prst="rect">
            <a:avLst/>
          </a:prstGeom>
          <a:noFill/>
          <a:ln w="9525">
            <a:noFill/>
          </a:ln>
        </p:spPr>
      </p:pic>
      <p:sp>
        <p:nvSpPr>
          <p:cNvPr id="201736" name="矩形 4"/>
          <p:cNvSpPr/>
          <p:nvPr/>
        </p:nvSpPr>
        <p:spPr>
          <a:xfrm>
            <a:off x="4017963" y="630238"/>
            <a:ext cx="3810000" cy="4619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gn="ctr">
              <a:lnSpc>
                <a:spcPct val="100000"/>
              </a:lnSpc>
              <a:spcBef>
                <a:spcPct val="0"/>
              </a:spcBef>
              <a:buClrTx/>
              <a:buSzTx/>
              <a:buFontTx/>
              <a:buNone/>
            </a:pPr>
            <a:r>
              <a:rPr lang="en-US" altLang="zh-CN" sz="2400" b="1">
                <a:solidFill>
                  <a:srgbClr val="C00000"/>
                </a:solidFill>
                <a:latin typeface="Bodoni 72 Book" panose="00000400000000000000" pitchFamily="2" charset="0"/>
              </a:rPr>
              <a:t>MOOC</a:t>
            </a:r>
            <a:r>
              <a:rPr lang="zh-CN" altLang="en-US" sz="2400" b="1">
                <a:solidFill>
                  <a:srgbClr val="C00000"/>
                </a:solidFill>
                <a:latin typeface="Bodoni 72 Book" panose="00000400000000000000" pitchFamily="2" charset="0"/>
              </a:rPr>
              <a:t> </a:t>
            </a:r>
            <a:r>
              <a:rPr lang="en-US" altLang="zh-CN" sz="2400" b="1">
                <a:solidFill>
                  <a:srgbClr val="C00000"/>
                </a:solidFill>
                <a:latin typeface="Bodoni 72 Book" panose="00000400000000000000" pitchFamily="2" charset="0"/>
              </a:rPr>
              <a:t>4.3.5</a:t>
            </a:r>
            <a:r>
              <a:rPr lang="zh-CN" altLang="en-US" sz="2400" b="1">
                <a:solidFill>
                  <a:srgbClr val="C00000"/>
                </a:solidFill>
                <a:latin typeface="Bodoni 72 Book" panose="00000400000000000000" pitchFamily="2" charset="0"/>
              </a:rPr>
              <a:t>  大约</a:t>
            </a:r>
            <a:r>
              <a:rPr lang="en-US" altLang="zh-CN" sz="2400" b="1">
                <a:solidFill>
                  <a:srgbClr val="C00000"/>
                </a:solidFill>
                <a:latin typeface="Bodoni 72 Book" panose="00000400000000000000" pitchFamily="2" charset="0"/>
              </a:rPr>
              <a:t>11’10”</a:t>
            </a:r>
            <a:r>
              <a:rPr lang="zh-CN" altLang="en-US" sz="2400" b="1">
                <a:solidFill>
                  <a:srgbClr val="C00000"/>
                </a:solidFill>
                <a:latin typeface="Bodoni 72 Book" panose="00000400000000000000" pitchFamily="2" charset="0"/>
              </a:rPr>
              <a:t>处</a:t>
            </a:r>
            <a:endParaRPr lang="en-US" altLang="zh-CN" sz="2400" b="1">
              <a:solidFill>
                <a:srgbClr val="C00000"/>
              </a:solidFill>
              <a:latin typeface="Bodoni 72 Book" panose="00000400000000000000" pitchFamily="2" charset="0"/>
            </a:endParaRPr>
          </a:p>
        </p:txBody>
      </p:sp>
      <p:sp>
        <p:nvSpPr>
          <p:cNvPr id="201737" name="文本框 2"/>
          <p:cNvSpPr txBox="1"/>
          <p:nvPr/>
        </p:nvSpPr>
        <p:spPr>
          <a:xfrm>
            <a:off x="962025" y="1562100"/>
            <a:ext cx="7219950" cy="430213"/>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ct val="100000"/>
              </a:lnSpc>
              <a:spcBef>
                <a:spcPct val="0"/>
              </a:spcBef>
              <a:buClrTx/>
              <a:buSzTx/>
              <a:buFontTx/>
              <a:buNone/>
            </a:pPr>
            <a:r>
              <a:rPr lang="zh-CN" altLang="en-US" sz="2200" b="1">
                <a:solidFill>
                  <a:srgbClr val="143593"/>
                </a:solidFill>
              </a:rPr>
              <a:t>子网</a:t>
            </a:r>
            <a:r>
              <a:rPr lang="en-US" altLang="zh-CN" sz="2200" b="1">
                <a:solidFill>
                  <a:srgbClr val="143593"/>
                </a:solidFill>
              </a:rPr>
              <a:t>201.2.3.0</a:t>
            </a:r>
            <a:r>
              <a:rPr lang="zh-CN" altLang="en-US" sz="2200" b="1">
                <a:solidFill>
                  <a:srgbClr val="143593"/>
                </a:solidFill>
              </a:rPr>
              <a:t>，</a:t>
            </a:r>
            <a:r>
              <a:rPr lang="en-US" altLang="zh-CN" sz="2200" b="1">
                <a:solidFill>
                  <a:srgbClr val="143593"/>
                </a:solidFill>
              </a:rPr>
              <a:t>255.255.255.0</a:t>
            </a:r>
            <a:r>
              <a:rPr lang="zh-CN" altLang="en-US" sz="2200" b="1">
                <a:solidFill>
                  <a:srgbClr val="143593"/>
                </a:solidFill>
              </a:rPr>
              <a:t>， 划分为等长的</a:t>
            </a:r>
            <a:r>
              <a:rPr lang="en-US" altLang="zh-CN" sz="2200" b="1">
                <a:solidFill>
                  <a:srgbClr val="143593"/>
                </a:solidFill>
              </a:rPr>
              <a:t>4</a:t>
            </a:r>
            <a:r>
              <a:rPr lang="zh-CN" altLang="en-US" sz="2200" b="1">
                <a:solidFill>
                  <a:srgbClr val="143593"/>
                </a:solidFill>
              </a:rPr>
              <a:t>个子网 </a:t>
            </a:r>
            <a:endParaRPr lang="zh-CN" altLang="en-US" sz="2200" b="1">
              <a:solidFill>
                <a:srgbClr val="000000"/>
              </a:solidFill>
            </a:endParaRPr>
          </a:p>
        </p:txBody>
      </p:sp>
      <p:grpSp>
        <p:nvGrpSpPr>
          <p:cNvPr id="201738" name="组合 8"/>
          <p:cNvGrpSpPr/>
          <p:nvPr/>
        </p:nvGrpSpPr>
        <p:grpSpPr>
          <a:xfrm>
            <a:off x="3176588" y="2681288"/>
            <a:ext cx="1363662" cy="1362075"/>
            <a:chOff x="1166109" y="179445"/>
            <a:chExt cx="1363158" cy="1363158"/>
          </a:xfrm>
        </p:grpSpPr>
        <p:sp>
          <p:nvSpPr>
            <p:cNvPr id="19" name="饼形 18"/>
            <p:cNvSpPr/>
            <p:nvPr/>
          </p:nvSpPr>
          <p:spPr>
            <a:xfrm>
              <a:off x="1166109" y="179445"/>
              <a:ext cx="1363158" cy="1363158"/>
            </a:xfrm>
            <a:prstGeom prst="pieWedge">
              <a:avLst/>
            </a:prstGeom>
            <a:scene3d>
              <a:camera prst="orthographicFront"/>
              <a:lightRig rig="threePt" dir="t"/>
            </a:scene3d>
            <a:sp3d>
              <a:bevelT/>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0" name="饼形 12"/>
            <p:cNvSpPr txBox="1"/>
            <p:nvPr/>
          </p:nvSpPr>
          <p:spPr>
            <a:xfrm>
              <a:off x="1565369" y="578705"/>
              <a:ext cx="963898" cy="963898"/>
            </a:xfrm>
            <a:prstGeom prst="rect">
              <a:avLst/>
            </a:prstGeom>
            <a:scene3d>
              <a:camera prst="orthographicFront"/>
              <a:lightRig rig="threePt" dir="t"/>
            </a:scene3d>
            <a:sp3d>
              <a:bevelT/>
            </a:sp3d>
          </p:spPr>
          <p:style>
            <a:lnRef idx="0">
              <a:scrgbClr r="0" g="0" b="0"/>
            </a:lnRef>
            <a:fillRef idx="0">
              <a:scrgbClr r="0" g="0" b="0"/>
            </a:fillRef>
            <a:effectRef idx="0">
              <a:scrgbClr r="0" g="0" b="0"/>
            </a:effectRef>
            <a:fontRef idx="minor">
              <a:schemeClr val="lt1"/>
            </a:fontRef>
          </p:style>
          <p:txBody>
            <a:bodyPr lIns="149352" tIns="149352" rIns="149352" bIns="149352" spcCol="1270" anchor="ctr"/>
            <a:lstStyle/>
            <a:p>
              <a:pPr marL="0" marR="0" lvl="0" indent="0" algn="ctr" defTabSz="933450" rtl="0" eaLnBrk="0" fontAlgn="base" latinLnBrk="0" hangingPunct="0">
                <a:lnSpc>
                  <a:spcPct val="90000"/>
                </a:lnSpc>
                <a:spcBef>
                  <a:spcPct val="0"/>
                </a:spcBef>
                <a:spcAft>
                  <a:spcPct val="35000"/>
                </a:spcAft>
                <a:buClrTx/>
                <a:buSzTx/>
                <a:buFontTx/>
                <a:buNone/>
                <a:defRPr/>
              </a:pPr>
              <a:endParaRPr kumimoji="0" lang="zh-CN" altLang="en-US" sz="2100" b="0" i="0" u="none" strike="noStrike" kern="1200" cap="none" spc="0" normalizeH="0" baseline="0" noProof="0" dirty="0">
                <a:ln>
                  <a:noFill/>
                </a:ln>
                <a:solidFill>
                  <a:srgbClr val="FFFFFF"/>
                </a:solidFill>
                <a:effectLst/>
                <a:uLnTx/>
                <a:uFillTx/>
                <a:latin typeface="+mn-lt"/>
                <a:ea typeface="+mn-ea"/>
                <a:cs typeface="+mn-cs"/>
              </a:endParaRPr>
            </a:p>
          </p:txBody>
        </p:sp>
      </p:grpSp>
      <p:sp>
        <p:nvSpPr>
          <p:cNvPr id="17" name="饼形 16"/>
          <p:cNvSpPr/>
          <p:nvPr/>
        </p:nvSpPr>
        <p:spPr>
          <a:xfrm rot="5400000">
            <a:off x="4809545" y="2680667"/>
            <a:ext cx="1363158" cy="1363158"/>
          </a:xfrm>
          <a:prstGeom prst="pieWedge">
            <a:avLst/>
          </a:prstGeom>
          <a:solidFill>
            <a:schemeClr val="accent6">
              <a:lumMod val="40000"/>
              <a:lumOff val="60000"/>
            </a:schemeClr>
          </a:solidFill>
          <a:scene3d>
            <a:camera prst="orthographicFront"/>
            <a:lightRig rig="threePt" dir="t"/>
          </a:scene3d>
          <a:sp3d>
            <a:bevelT/>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饼形 14"/>
          <p:cNvSpPr/>
          <p:nvPr/>
        </p:nvSpPr>
        <p:spPr>
          <a:xfrm rot="10800000">
            <a:off x="4809545" y="4312853"/>
            <a:ext cx="1363158" cy="1363158"/>
          </a:xfrm>
          <a:prstGeom prst="pieWedge">
            <a:avLst/>
          </a:prstGeom>
          <a:solidFill>
            <a:srgbClr val="00B0F0"/>
          </a:solidFill>
          <a:scene3d>
            <a:camera prst="orthographicFront"/>
            <a:lightRig rig="threePt" dir="t"/>
          </a:scene3d>
          <a:sp3d>
            <a:bevelT/>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饼形 12"/>
          <p:cNvSpPr/>
          <p:nvPr/>
        </p:nvSpPr>
        <p:spPr>
          <a:xfrm rot="16200000">
            <a:off x="3177359" y="4312853"/>
            <a:ext cx="1363158" cy="1363158"/>
          </a:xfrm>
          <a:prstGeom prst="pieWedge">
            <a:avLst/>
          </a:prstGeom>
          <a:solidFill>
            <a:srgbClr val="FFC000"/>
          </a:solidFill>
          <a:scene3d>
            <a:camera prst="orthographicFront"/>
            <a:lightRig rig="threePt" dir="t"/>
          </a:scene3d>
          <a:sp3d>
            <a:bevelT/>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Tree>
  </p:cSld>
  <p:clrMapOvr>
    <a:masterClrMapping/>
  </p:clrMapOvr>
  <p:transition spd="slow"/>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3" name="Rectangle 3"/>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eaLnBrk="1" hangingPunct="1">
              <a:buNone/>
            </a:pPr>
            <a:r>
              <a:rPr lang="zh-CN" altLang="en-US" sz="3600">
                <a:latin typeface="+mn-lt"/>
                <a:ea typeface="黑体" pitchFamily="6" charset="-122"/>
                <a:cs typeface="+mj-cs"/>
              </a:rPr>
              <a:t>使用子网时分组的转发</a:t>
            </a:r>
          </a:p>
        </p:txBody>
      </p:sp>
      <p:sp>
        <p:nvSpPr>
          <p:cNvPr id="512002" name="Rectangle 2"/>
          <p:cNvSpPr>
            <a:spLocks noGrp="1" noChangeArrowheads="1"/>
          </p:cNvSpPr>
          <p:nvPr>
            <p:ph idx="1"/>
          </p:nvPr>
        </p:nvSpPr>
        <p:spPr>
          <a:xfrm>
            <a:off x="457200" y="1196975"/>
            <a:ext cx="8369300" cy="4933950"/>
          </a:xfrm>
        </p:spPr>
        <p:txBody>
          <a:bodyPr vert="horz" wrap="square" lIns="91440" tIns="45720" rIns="91440" bIns="45720" numCol="1" anchor="t" anchorCtr="0" compatLnSpc="1"/>
          <a:lstStyle/>
          <a:p>
            <a:pPr eaLnBrk="1" hangingPunct="1">
              <a:buSzPct val="75000"/>
            </a:pPr>
            <a:r>
              <a:rPr lang="zh-CN" altLang="en-US" sz="2900">
                <a:latin typeface="+mn-lt"/>
                <a:ea typeface="黑体" pitchFamily="6" charset="-122"/>
                <a:cs typeface="+mn-cs"/>
              </a:rPr>
              <a:t>在不划分子网的两级 </a:t>
            </a:r>
            <a:r>
              <a:rPr lang="en-US" altLang="zh-CN" sz="2900">
                <a:latin typeface="+mn-lt"/>
                <a:ea typeface="黑体" pitchFamily="6" charset="-122"/>
                <a:cs typeface="+mn-cs"/>
              </a:rPr>
              <a:t>IP </a:t>
            </a:r>
            <a:r>
              <a:rPr lang="zh-CN" altLang="en-US" sz="2900">
                <a:latin typeface="+mn-lt"/>
                <a:ea typeface="黑体" pitchFamily="6" charset="-122"/>
                <a:cs typeface="+mn-cs"/>
              </a:rPr>
              <a:t>地址下，从 </a:t>
            </a:r>
            <a:r>
              <a:rPr lang="en-US" altLang="zh-CN" sz="2900">
                <a:latin typeface="+mn-lt"/>
                <a:ea typeface="黑体" pitchFamily="6" charset="-122"/>
                <a:cs typeface="+mn-cs"/>
              </a:rPr>
              <a:t>IP </a:t>
            </a:r>
            <a:r>
              <a:rPr lang="zh-CN" altLang="en-US" sz="2900">
                <a:latin typeface="+mn-lt"/>
                <a:ea typeface="黑体" pitchFamily="6" charset="-122"/>
                <a:cs typeface="+mn-cs"/>
              </a:rPr>
              <a:t>地址得出网络地址是个很简单的事。</a:t>
            </a:r>
          </a:p>
          <a:p>
            <a:pPr eaLnBrk="1" hangingPunct="1">
              <a:buSzPct val="75000"/>
            </a:pPr>
            <a:r>
              <a:rPr lang="zh-CN" altLang="en-US" sz="2900">
                <a:latin typeface="+mn-lt"/>
                <a:ea typeface="黑体" pitchFamily="6" charset="-122"/>
                <a:cs typeface="+mn-cs"/>
              </a:rPr>
              <a:t>但在划分子网的情况下，从 </a:t>
            </a:r>
            <a:r>
              <a:rPr lang="en-US" altLang="zh-CN" sz="2900">
                <a:latin typeface="+mn-lt"/>
                <a:ea typeface="黑体" pitchFamily="6" charset="-122"/>
                <a:cs typeface="+mn-cs"/>
              </a:rPr>
              <a:t>IP </a:t>
            </a:r>
            <a:r>
              <a:rPr lang="zh-CN" altLang="en-US" sz="2900">
                <a:latin typeface="+mn-lt"/>
                <a:ea typeface="黑体" pitchFamily="6" charset="-122"/>
                <a:cs typeface="+mn-cs"/>
              </a:rPr>
              <a:t>地址却不能唯一地得出网络地址来，这是因为网络地址取决于那个网络所采用的子网掩码，但</a:t>
            </a:r>
            <a:r>
              <a:rPr lang="zh-CN" altLang="en-US" sz="2900">
                <a:solidFill>
                  <a:srgbClr val="FF0000"/>
                </a:solidFill>
                <a:latin typeface="+mn-lt"/>
                <a:ea typeface="黑体" pitchFamily="6" charset="-122"/>
                <a:cs typeface="+mn-cs"/>
              </a:rPr>
              <a:t>数据报的首部并没有提供子网掩码的信息。</a:t>
            </a:r>
          </a:p>
          <a:p>
            <a:pPr eaLnBrk="1" hangingPunct="1">
              <a:buSzPct val="75000"/>
            </a:pPr>
            <a:r>
              <a:rPr lang="zh-CN" altLang="en-US" sz="2900">
                <a:latin typeface="+mn-lt"/>
                <a:ea typeface="黑体" pitchFamily="6" charset="-122"/>
                <a:cs typeface="+mn-cs"/>
              </a:rPr>
              <a:t>因此分组转发的算法也必须做相应的改动。 </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1200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1200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2"/>
          <p:cNvSpPr>
            <a:spLocks noGrp="1" noChangeArrowheads="1"/>
          </p:cNvSpPr>
          <p:nvPr>
            <p:ph type="title"/>
          </p:nvPr>
        </p:nvSpPr>
        <p:spPr>
          <a:xfrm>
            <a:off x="457200" y="188913"/>
            <a:ext cx="8369300" cy="792163"/>
          </a:xfrm>
        </p:spPr>
        <p:txBody>
          <a:bodyPr vert="horz" wrap="square" lIns="91440" tIns="45720" rIns="91440" bIns="45720" numCol="1" anchor="b" anchorCtr="0" compatLnSpc="1"/>
          <a:lstStyle/>
          <a:p>
            <a:pPr algn="ctr" eaLnBrk="1" hangingPunct="1">
              <a:buNone/>
            </a:pPr>
            <a:r>
              <a:rPr lang="zh-CN" altLang="en-US" sz="2900">
                <a:latin typeface="+mn-lt"/>
                <a:ea typeface="黑体" pitchFamily="6" charset="-122"/>
                <a:cs typeface="+mj-cs"/>
              </a:rPr>
              <a:t>在划分子网情况下路由器转发分组的算法 </a:t>
            </a:r>
          </a:p>
        </p:txBody>
      </p:sp>
      <p:sp>
        <p:nvSpPr>
          <p:cNvPr id="3" name="内容占位符 2"/>
          <p:cNvSpPr>
            <a:spLocks noGrp="1"/>
          </p:cNvSpPr>
          <p:nvPr>
            <p:ph idx="1"/>
          </p:nvPr>
        </p:nvSpPr>
        <p:spPr>
          <a:xfrm>
            <a:off x="457200" y="1196975"/>
            <a:ext cx="8369300" cy="4933950"/>
          </a:xfrm>
        </p:spPr>
        <p:txBody>
          <a:bodyPr vert="horz" wrap="square" lIns="91440" tIns="45720" rIns="91440" bIns="45720" numCol="1" anchor="t" anchorCtr="0" compatLnSpc="1"/>
          <a:lstStyle/>
          <a:p>
            <a:pPr marL="0" indent="0" eaLnBrk="1" hangingPunct="1">
              <a:lnSpc>
                <a:spcPct val="100000"/>
              </a:lnSpc>
              <a:spcAft>
                <a:spcPct val="10000"/>
              </a:spcAft>
              <a:buSzPct val="75000"/>
              <a:buFont typeface="Wingdings" panose="05000000000000000000" pitchFamily="2" charset="2"/>
              <a:buNone/>
            </a:pPr>
            <a:r>
              <a:rPr lang="en-US" altLang="zh-CN" sz="2200">
                <a:latin typeface="+mn-lt"/>
                <a:ea typeface="黑体" pitchFamily="6" charset="-122"/>
                <a:cs typeface="+mn-cs"/>
              </a:rPr>
              <a:t>(1) </a:t>
            </a:r>
            <a:r>
              <a:rPr lang="zh-CN" altLang="en-US" sz="2200">
                <a:latin typeface="+mn-lt"/>
                <a:ea typeface="黑体" pitchFamily="6" charset="-122"/>
                <a:cs typeface="+mn-cs"/>
              </a:rPr>
              <a:t>从收到的分组的首部提取</a:t>
            </a:r>
            <a:r>
              <a:rPr lang="zh-CN" altLang="en-US" sz="2200">
                <a:solidFill>
                  <a:srgbClr val="FF0000"/>
                </a:solidFill>
                <a:latin typeface="+mn-lt"/>
                <a:ea typeface="黑体" pitchFamily="6" charset="-122"/>
                <a:cs typeface="+mn-cs"/>
              </a:rPr>
              <a:t>目的 </a:t>
            </a:r>
            <a:r>
              <a:rPr lang="en-US" altLang="zh-CN" sz="2200">
                <a:solidFill>
                  <a:srgbClr val="FF0000"/>
                </a:solidFill>
                <a:latin typeface="+mn-lt"/>
                <a:ea typeface="黑体" pitchFamily="6" charset="-122"/>
                <a:cs typeface="+mn-cs"/>
              </a:rPr>
              <a:t>IP </a:t>
            </a:r>
            <a:r>
              <a:rPr lang="zh-CN" altLang="en-US" sz="2200">
                <a:solidFill>
                  <a:srgbClr val="FF0000"/>
                </a:solidFill>
                <a:latin typeface="+mn-lt"/>
                <a:ea typeface="黑体" pitchFamily="6" charset="-122"/>
                <a:cs typeface="+mn-cs"/>
              </a:rPr>
              <a:t>地址 </a:t>
            </a:r>
            <a:r>
              <a:rPr lang="en-US" altLang="zh-CN" sz="2200">
                <a:solidFill>
                  <a:srgbClr val="FF0000"/>
                </a:solidFill>
                <a:latin typeface="+mn-lt"/>
                <a:ea typeface="黑体" pitchFamily="6" charset="-122"/>
                <a:cs typeface="+mn-cs"/>
              </a:rPr>
              <a:t>D</a:t>
            </a:r>
            <a:r>
              <a:rPr lang="zh-CN" altLang="en-US" sz="2200">
                <a:solidFill>
                  <a:srgbClr val="FF0000"/>
                </a:solidFill>
                <a:latin typeface="+mn-lt"/>
                <a:ea typeface="黑体" pitchFamily="6" charset="-122"/>
                <a:cs typeface="+mn-cs"/>
              </a:rPr>
              <a:t>。</a:t>
            </a: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(2) </a:t>
            </a:r>
            <a:r>
              <a:rPr lang="zh-CN" altLang="en-US" sz="2200">
                <a:latin typeface="+mn-lt"/>
                <a:ea typeface="黑体" pitchFamily="6" charset="-122"/>
                <a:cs typeface="+mn-cs"/>
              </a:rPr>
              <a:t>先用各网络的</a:t>
            </a:r>
            <a:r>
              <a:rPr lang="zh-CN" altLang="en-US" sz="2200">
                <a:solidFill>
                  <a:srgbClr val="FF0000"/>
                </a:solidFill>
                <a:latin typeface="+mn-lt"/>
                <a:ea typeface="黑体" pitchFamily="6" charset="-122"/>
                <a:cs typeface="+mn-cs"/>
              </a:rPr>
              <a:t>子网掩码和 </a:t>
            </a:r>
            <a:r>
              <a:rPr lang="en-US" altLang="zh-CN" sz="2200" i="1">
                <a:solidFill>
                  <a:srgbClr val="FF0000"/>
                </a:solidFill>
                <a:latin typeface="+mn-lt"/>
                <a:ea typeface="黑体" pitchFamily="6" charset="-122"/>
                <a:cs typeface="+mn-cs"/>
              </a:rPr>
              <a:t>D </a:t>
            </a:r>
            <a:r>
              <a:rPr lang="zh-CN" altLang="en-US" sz="2200">
                <a:solidFill>
                  <a:srgbClr val="FF0000"/>
                </a:solidFill>
                <a:latin typeface="+mn-lt"/>
                <a:ea typeface="黑体" pitchFamily="6" charset="-122"/>
                <a:cs typeface="+mn-cs"/>
              </a:rPr>
              <a:t>逐位相“与”</a:t>
            </a:r>
            <a:r>
              <a:rPr lang="zh-CN" altLang="en-US" sz="2200">
                <a:latin typeface="+mn-lt"/>
                <a:ea typeface="黑体" pitchFamily="6" charset="-122"/>
                <a:cs typeface="+mn-cs"/>
              </a:rPr>
              <a:t>，看是否和相应的网</a:t>
            </a:r>
            <a:endParaRPr lang="en-US" altLang="zh-CN" sz="2200">
              <a:latin typeface="+mn-lt"/>
              <a:ea typeface="黑体" pitchFamily="6" charset="-122"/>
              <a:cs typeface="+mn-cs"/>
            </a:endParaRP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     </a:t>
            </a:r>
            <a:r>
              <a:rPr lang="zh-CN" altLang="en-US" sz="2200">
                <a:latin typeface="+mn-lt"/>
                <a:ea typeface="黑体" pitchFamily="6" charset="-122"/>
                <a:cs typeface="+mn-cs"/>
              </a:rPr>
              <a:t>络地址匹配。若匹配，则将分组直接</a:t>
            </a:r>
            <a:r>
              <a:rPr lang="zh-CN" altLang="en-US" sz="2200">
                <a:solidFill>
                  <a:srgbClr val="FF0000"/>
                </a:solidFill>
                <a:latin typeface="+mn-lt"/>
                <a:ea typeface="黑体" pitchFamily="6" charset="-122"/>
                <a:cs typeface="+mn-cs"/>
              </a:rPr>
              <a:t>交付。</a:t>
            </a:r>
            <a:r>
              <a:rPr lang="zh-CN" altLang="en-US" sz="2200">
                <a:latin typeface="+mn-lt"/>
                <a:ea typeface="黑体" pitchFamily="6" charset="-122"/>
                <a:cs typeface="+mn-cs"/>
              </a:rPr>
              <a:t>否则就是间接交付，</a:t>
            </a:r>
            <a:endParaRPr lang="en-US" altLang="zh-CN" sz="2200">
              <a:latin typeface="+mn-lt"/>
              <a:ea typeface="黑体" pitchFamily="6" charset="-122"/>
              <a:cs typeface="+mn-cs"/>
            </a:endParaRP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     </a:t>
            </a:r>
            <a:r>
              <a:rPr lang="zh-CN" altLang="en-US" sz="2200">
                <a:latin typeface="+mn-lt"/>
                <a:ea typeface="黑体" pitchFamily="6" charset="-122"/>
                <a:cs typeface="+mn-cs"/>
              </a:rPr>
              <a:t>执行 </a:t>
            </a:r>
            <a:r>
              <a:rPr lang="en-US" altLang="zh-CN" sz="2200">
                <a:latin typeface="+mn-lt"/>
                <a:ea typeface="黑体" pitchFamily="6" charset="-122"/>
                <a:cs typeface="+mn-cs"/>
              </a:rPr>
              <a:t>(3)</a:t>
            </a:r>
            <a:r>
              <a:rPr lang="zh-CN" altLang="en-US" sz="2200">
                <a:latin typeface="+mn-lt"/>
                <a:ea typeface="黑体" pitchFamily="6" charset="-122"/>
                <a:cs typeface="+mn-cs"/>
              </a:rPr>
              <a:t>。</a:t>
            </a: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(3) </a:t>
            </a:r>
            <a:r>
              <a:rPr lang="zh-CN" altLang="en-US" sz="2200">
                <a:latin typeface="+mn-lt"/>
                <a:ea typeface="黑体" pitchFamily="6" charset="-122"/>
                <a:cs typeface="+mn-cs"/>
              </a:rPr>
              <a:t>若路由表中有目的地址为 </a:t>
            </a:r>
            <a:r>
              <a:rPr lang="en-US" altLang="zh-CN" sz="2200" i="1">
                <a:latin typeface="+mn-lt"/>
                <a:ea typeface="黑体" pitchFamily="6" charset="-122"/>
                <a:cs typeface="+mn-cs"/>
              </a:rPr>
              <a:t>D </a:t>
            </a:r>
            <a:r>
              <a:rPr lang="zh-CN" altLang="en-US" sz="2200">
                <a:latin typeface="+mn-lt"/>
                <a:ea typeface="黑体" pitchFamily="6" charset="-122"/>
                <a:cs typeface="+mn-cs"/>
              </a:rPr>
              <a:t>的</a:t>
            </a:r>
            <a:r>
              <a:rPr lang="zh-CN" altLang="en-US" sz="2200">
                <a:solidFill>
                  <a:srgbClr val="FF0000"/>
                </a:solidFill>
                <a:latin typeface="+mn-lt"/>
                <a:ea typeface="黑体" pitchFamily="6" charset="-122"/>
                <a:cs typeface="+mn-cs"/>
              </a:rPr>
              <a:t>特定主机路由</a:t>
            </a:r>
            <a:r>
              <a:rPr lang="zh-CN" altLang="en-US" sz="2200">
                <a:latin typeface="+mn-lt"/>
                <a:ea typeface="黑体" pitchFamily="6" charset="-122"/>
                <a:cs typeface="+mn-cs"/>
              </a:rPr>
              <a:t>，则将分组传送给</a:t>
            </a:r>
            <a:endParaRPr lang="en-US" altLang="zh-CN" sz="2200">
              <a:latin typeface="+mn-lt"/>
              <a:ea typeface="黑体" pitchFamily="6" charset="-122"/>
              <a:cs typeface="+mn-cs"/>
            </a:endParaRP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      </a:t>
            </a:r>
            <a:r>
              <a:rPr lang="zh-CN" altLang="en-US" sz="2200">
                <a:latin typeface="+mn-lt"/>
                <a:ea typeface="黑体" pitchFamily="6" charset="-122"/>
                <a:cs typeface="+mn-cs"/>
              </a:rPr>
              <a:t>指明的下一跳路由器；否则，执行 </a:t>
            </a:r>
            <a:r>
              <a:rPr lang="en-US" altLang="zh-CN" sz="2200">
                <a:latin typeface="+mn-lt"/>
                <a:ea typeface="黑体" pitchFamily="6" charset="-122"/>
                <a:cs typeface="+mn-cs"/>
              </a:rPr>
              <a:t>(4)</a:t>
            </a:r>
            <a:r>
              <a:rPr lang="zh-CN" altLang="en-US" sz="2200">
                <a:latin typeface="+mn-lt"/>
                <a:ea typeface="黑体" pitchFamily="6" charset="-122"/>
                <a:cs typeface="+mn-cs"/>
              </a:rPr>
              <a:t>。</a:t>
            </a: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(4) </a:t>
            </a:r>
            <a:r>
              <a:rPr lang="zh-CN" altLang="en-US" sz="2200">
                <a:latin typeface="+mn-lt"/>
                <a:ea typeface="黑体" pitchFamily="6" charset="-122"/>
                <a:cs typeface="+mn-cs"/>
              </a:rPr>
              <a:t>对路由表中的每一行，将</a:t>
            </a:r>
            <a:r>
              <a:rPr lang="zh-CN" altLang="en-US" sz="2200">
                <a:solidFill>
                  <a:srgbClr val="FF0000"/>
                </a:solidFill>
                <a:latin typeface="+mn-lt"/>
                <a:ea typeface="黑体" pitchFamily="6" charset="-122"/>
                <a:cs typeface="+mn-cs"/>
              </a:rPr>
              <a:t>子网掩码和 </a:t>
            </a:r>
            <a:r>
              <a:rPr lang="en-US" altLang="zh-CN" sz="2200" i="1">
                <a:solidFill>
                  <a:srgbClr val="FF0000"/>
                </a:solidFill>
                <a:latin typeface="+mn-lt"/>
                <a:ea typeface="黑体" pitchFamily="6" charset="-122"/>
                <a:cs typeface="+mn-cs"/>
              </a:rPr>
              <a:t>D </a:t>
            </a:r>
            <a:r>
              <a:rPr lang="zh-CN" altLang="en-US" sz="2200">
                <a:solidFill>
                  <a:srgbClr val="FF0000"/>
                </a:solidFill>
                <a:latin typeface="+mn-lt"/>
                <a:ea typeface="黑体" pitchFamily="6" charset="-122"/>
                <a:cs typeface="+mn-cs"/>
              </a:rPr>
              <a:t>逐位相“与”。</a:t>
            </a:r>
            <a:r>
              <a:rPr lang="zh-CN" altLang="en-US" sz="2200">
                <a:latin typeface="+mn-lt"/>
                <a:ea typeface="黑体" pitchFamily="6" charset="-122"/>
                <a:cs typeface="+mn-cs"/>
              </a:rPr>
              <a:t>若结果与该行的目的网络地址匹配，则将分组传送给该行指明的下一跳路由器；否则，执行 </a:t>
            </a:r>
            <a:r>
              <a:rPr lang="en-US" altLang="zh-CN" sz="2200">
                <a:latin typeface="+mn-lt"/>
                <a:ea typeface="黑体" pitchFamily="6" charset="-122"/>
                <a:cs typeface="+mn-cs"/>
              </a:rPr>
              <a:t>(5)</a:t>
            </a:r>
            <a:r>
              <a:rPr lang="zh-CN" altLang="en-US" sz="2200">
                <a:latin typeface="+mn-lt"/>
                <a:ea typeface="黑体" pitchFamily="6" charset="-122"/>
                <a:cs typeface="+mn-cs"/>
              </a:rPr>
              <a:t>。</a:t>
            </a: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(5) </a:t>
            </a:r>
            <a:r>
              <a:rPr lang="zh-CN" altLang="en-US" sz="2200">
                <a:latin typeface="+mn-lt"/>
                <a:ea typeface="黑体" pitchFamily="6" charset="-122"/>
                <a:cs typeface="+mn-cs"/>
              </a:rPr>
              <a:t>若路由表中有一个</a:t>
            </a:r>
            <a:r>
              <a:rPr lang="zh-CN" altLang="en-US" sz="2200">
                <a:solidFill>
                  <a:srgbClr val="FF0000"/>
                </a:solidFill>
                <a:latin typeface="+mn-lt"/>
                <a:ea typeface="黑体" pitchFamily="6" charset="-122"/>
                <a:cs typeface="+mn-cs"/>
              </a:rPr>
              <a:t>默认路由，</a:t>
            </a:r>
            <a:r>
              <a:rPr lang="zh-CN" altLang="en-US" sz="2200">
                <a:latin typeface="+mn-lt"/>
                <a:ea typeface="黑体" pitchFamily="6" charset="-122"/>
                <a:cs typeface="+mn-cs"/>
              </a:rPr>
              <a:t>则将分组传送给路由表中所指明</a:t>
            </a:r>
            <a:endParaRPr lang="en-US" altLang="zh-CN" sz="2200">
              <a:latin typeface="+mn-lt"/>
              <a:ea typeface="黑体" pitchFamily="6" charset="-122"/>
              <a:cs typeface="+mn-cs"/>
            </a:endParaRP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     </a:t>
            </a:r>
            <a:r>
              <a:rPr lang="zh-CN" altLang="en-US" sz="2200">
                <a:latin typeface="+mn-lt"/>
                <a:ea typeface="黑体" pitchFamily="6" charset="-122"/>
                <a:cs typeface="+mn-cs"/>
              </a:rPr>
              <a:t>的默认路由器；否则，执行 </a:t>
            </a:r>
            <a:r>
              <a:rPr lang="en-US" altLang="zh-CN" sz="2200">
                <a:latin typeface="+mn-lt"/>
                <a:ea typeface="黑体" pitchFamily="6" charset="-122"/>
                <a:cs typeface="+mn-cs"/>
              </a:rPr>
              <a:t>(6)</a:t>
            </a:r>
            <a:r>
              <a:rPr lang="zh-CN" altLang="en-US" sz="2200">
                <a:latin typeface="+mn-lt"/>
                <a:ea typeface="黑体" pitchFamily="6" charset="-122"/>
                <a:cs typeface="+mn-cs"/>
              </a:rPr>
              <a:t>。</a:t>
            </a:r>
          </a:p>
          <a:p>
            <a:pPr marL="0" indent="0" eaLnBrk="1" hangingPunct="1">
              <a:lnSpc>
                <a:spcPct val="100000"/>
              </a:lnSpc>
              <a:buSzPct val="75000"/>
              <a:buFont typeface="Wingdings" panose="05000000000000000000" pitchFamily="2" charset="2"/>
              <a:buNone/>
            </a:pPr>
            <a:r>
              <a:rPr lang="en-US" altLang="zh-CN" sz="2200">
                <a:latin typeface="+mn-lt"/>
                <a:ea typeface="黑体" pitchFamily="6" charset="-122"/>
                <a:cs typeface="+mn-cs"/>
              </a:rPr>
              <a:t>(6) </a:t>
            </a:r>
            <a:r>
              <a:rPr lang="zh-CN" altLang="en-US" sz="2200">
                <a:latin typeface="+mn-lt"/>
                <a:ea typeface="黑体" pitchFamily="6" charset="-122"/>
                <a:cs typeface="+mn-cs"/>
              </a:rPr>
              <a:t>报告转发分组出错。</a:t>
            </a:r>
          </a:p>
        </p:txBody>
      </p:sp>
    </p:spTree>
  </p:cSld>
  <p:clrMapOvr>
    <a:masterClrMapping/>
  </p:clrMapOvr>
  <p:transition spd="slow"/>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Freeform 2"/>
          <p:cNvSpPr/>
          <p:nvPr/>
        </p:nvSpPr>
        <p:spPr bwMode="auto">
          <a:xfrm>
            <a:off x="2698750" y="2151063"/>
            <a:ext cx="1681163" cy="167957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28" name="Text Box 4"/>
          <p:cNvSpPr txBox="1">
            <a:spLocks noChangeArrowheads="1"/>
          </p:cNvSpPr>
          <p:nvPr/>
        </p:nvSpPr>
        <p:spPr bwMode="auto">
          <a:xfrm>
            <a:off x="2698750" y="3151188"/>
            <a:ext cx="303213"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graphicFrame>
        <p:nvGraphicFramePr>
          <p:cNvPr id="206851" name="表格 206850"/>
          <p:cNvGraphicFramePr/>
          <p:nvPr/>
        </p:nvGraphicFramePr>
        <p:xfrm>
          <a:off x="4379913" y="2159000"/>
          <a:ext cx="4645025" cy="1274763"/>
        </p:xfrm>
        <a:graphic>
          <a:graphicData uri="http://schemas.openxmlformats.org/drawingml/2006/table">
            <a:tbl>
              <a:tblPr/>
              <a:tblGrid>
                <a:gridCol w="1668463">
                  <a:extLst>
                    <a:ext uri="{9D8B030D-6E8A-4147-A177-3AD203B41FA5}">
                      <a16:colId xmlns:a16="http://schemas.microsoft.com/office/drawing/2014/main" val="20000"/>
                    </a:ext>
                  </a:extLst>
                </a:gridCol>
                <a:gridCol w="1998662">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1750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目的网络地址</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子网掩码</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下一跳</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957263">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128.30.33.0</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128.30.36.0</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255.255.255.0</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0</a:t>
                      </a:r>
                    </a:p>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1</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R</a:t>
                      </a:r>
                      <a:r>
                        <a:rPr lang="en-US" altLang="zh-CN" sz="1700" b="1" baseline="-25000">
                          <a:solidFill>
                            <a:srgbClr val="000099"/>
                          </a:solidFill>
                          <a:latin typeface="Arial" panose="020B0604020202090204" pitchFamily="34" charset="0"/>
                          <a:ea typeface="黑体" pitchFamily="6" charset="-122"/>
                        </a:rPr>
                        <a:t>2</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sp>
        <p:nvSpPr>
          <p:cNvPr id="513043" name="Line 19"/>
          <p:cNvSpPr>
            <a:spLocks noChangeShapeType="1"/>
          </p:cNvSpPr>
          <p:nvPr/>
        </p:nvSpPr>
        <p:spPr bwMode="auto">
          <a:xfrm>
            <a:off x="2671763" y="3130550"/>
            <a:ext cx="1588" cy="6492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44" name="Line 20"/>
          <p:cNvSpPr>
            <a:spLocks noChangeShapeType="1"/>
          </p:cNvSpPr>
          <p:nvPr/>
        </p:nvSpPr>
        <p:spPr bwMode="auto">
          <a:xfrm>
            <a:off x="463550" y="3114675"/>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45" name="Line 21"/>
          <p:cNvSpPr>
            <a:spLocks noChangeShapeType="1"/>
          </p:cNvSpPr>
          <p:nvPr/>
        </p:nvSpPr>
        <p:spPr bwMode="auto">
          <a:xfrm flipV="1">
            <a:off x="246063" y="3130550"/>
            <a:ext cx="4043363" cy="3175"/>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46" name="Line 22"/>
          <p:cNvSpPr>
            <a:spLocks noChangeShapeType="1"/>
          </p:cNvSpPr>
          <p:nvPr/>
        </p:nvSpPr>
        <p:spPr bwMode="auto">
          <a:xfrm>
            <a:off x="1111250" y="2603500"/>
            <a:ext cx="1588" cy="52705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06869" name="Picture 23"/>
          <p:cNvPicPr/>
          <p:nvPr/>
        </p:nvPicPr>
        <p:blipFill>
          <a:blip r:embed="rId3"/>
          <a:stretch>
            <a:fillRect/>
          </a:stretch>
        </p:blipFill>
        <p:spPr>
          <a:xfrm>
            <a:off x="939800" y="2365375"/>
            <a:ext cx="398463" cy="436563"/>
          </a:xfrm>
          <a:prstGeom prst="rect">
            <a:avLst/>
          </a:prstGeom>
          <a:noFill/>
          <a:ln w="9525">
            <a:noFill/>
          </a:ln>
        </p:spPr>
      </p:pic>
      <p:sp>
        <p:nvSpPr>
          <p:cNvPr id="513048" name="Text Box 24"/>
          <p:cNvSpPr txBox="1">
            <a:spLocks noChangeArrowheads="1"/>
          </p:cNvSpPr>
          <p:nvPr/>
        </p:nvSpPr>
        <p:spPr bwMode="auto">
          <a:xfrm>
            <a:off x="401638" y="2038350"/>
            <a:ext cx="14303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a:t>
            </a:r>
          </a:p>
        </p:txBody>
      </p:sp>
      <p:sp>
        <p:nvSpPr>
          <p:cNvPr id="513049" name="Text Box 25"/>
          <p:cNvSpPr txBox="1">
            <a:spLocks noChangeArrowheads="1"/>
          </p:cNvSpPr>
          <p:nvPr/>
        </p:nvSpPr>
        <p:spPr bwMode="auto">
          <a:xfrm>
            <a:off x="203200" y="2298700"/>
            <a:ext cx="823913" cy="604838"/>
          </a:xfrm>
          <a:prstGeom prst="rect">
            <a:avLst/>
          </a:prstGeom>
          <a:noFill/>
          <a:ln>
            <a:noFill/>
          </a:ln>
          <a:effectLst/>
        </p:spPr>
        <p:txBody>
          <a:bodyPr wrap="none">
            <a:spAutoFit/>
          </a:bodyPr>
          <a:lstStyle/>
          <a:p>
            <a:pPr marR="0" algn="ctr"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源主机</a:t>
            </a:r>
          </a:p>
          <a:p>
            <a:pPr marR="0" algn="ctr"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1</a:t>
            </a:r>
          </a:p>
        </p:txBody>
      </p:sp>
      <p:sp>
        <p:nvSpPr>
          <p:cNvPr id="513051" name="Line 27"/>
          <p:cNvSpPr>
            <a:spLocks noChangeShapeType="1"/>
          </p:cNvSpPr>
          <p:nvPr/>
        </p:nvSpPr>
        <p:spPr bwMode="auto">
          <a:xfrm>
            <a:off x="1778000" y="4889500"/>
            <a:ext cx="1588" cy="6492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52" name="Line 28"/>
          <p:cNvSpPr>
            <a:spLocks noChangeShapeType="1"/>
          </p:cNvSpPr>
          <p:nvPr/>
        </p:nvSpPr>
        <p:spPr bwMode="auto">
          <a:xfrm>
            <a:off x="6305550" y="4325938"/>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53" name="Line 29"/>
          <p:cNvSpPr>
            <a:spLocks noChangeShapeType="1"/>
          </p:cNvSpPr>
          <p:nvPr/>
        </p:nvSpPr>
        <p:spPr bwMode="auto">
          <a:xfrm>
            <a:off x="982663" y="5534025"/>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54" name="Line 30"/>
          <p:cNvSpPr>
            <a:spLocks noChangeShapeType="1"/>
          </p:cNvSpPr>
          <p:nvPr/>
        </p:nvSpPr>
        <p:spPr bwMode="auto">
          <a:xfrm>
            <a:off x="1778000" y="4325938"/>
            <a:ext cx="1588" cy="6492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55" name="Line 31"/>
          <p:cNvSpPr>
            <a:spLocks noChangeShapeType="1"/>
          </p:cNvSpPr>
          <p:nvPr/>
        </p:nvSpPr>
        <p:spPr bwMode="auto">
          <a:xfrm>
            <a:off x="2678113" y="3657600"/>
            <a:ext cx="1588" cy="6492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06877" name="Picture 32"/>
          <p:cNvPicPr/>
          <p:nvPr/>
        </p:nvPicPr>
        <p:blipFill>
          <a:blip r:embed="rId3"/>
          <a:stretch>
            <a:fillRect/>
          </a:stretch>
        </p:blipFill>
        <p:spPr>
          <a:xfrm>
            <a:off x="808038" y="5819775"/>
            <a:ext cx="398462" cy="434975"/>
          </a:xfrm>
          <a:prstGeom prst="rect">
            <a:avLst/>
          </a:prstGeom>
          <a:noFill/>
          <a:ln w="9525">
            <a:noFill/>
          </a:ln>
        </p:spPr>
      </p:pic>
      <p:pic>
        <p:nvPicPr>
          <p:cNvPr id="206878" name="Picture 33"/>
          <p:cNvPicPr/>
          <p:nvPr/>
        </p:nvPicPr>
        <p:blipFill>
          <a:blip r:embed="rId3"/>
          <a:stretch>
            <a:fillRect/>
          </a:stretch>
        </p:blipFill>
        <p:spPr>
          <a:xfrm>
            <a:off x="254000" y="3414713"/>
            <a:ext cx="398463" cy="434975"/>
          </a:xfrm>
          <a:prstGeom prst="rect">
            <a:avLst/>
          </a:prstGeom>
          <a:noFill/>
          <a:ln w="9525">
            <a:noFill/>
          </a:ln>
        </p:spPr>
      </p:pic>
      <p:grpSp>
        <p:nvGrpSpPr>
          <p:cNvPr id="206879" name="Group 34"/>
          <p:cNvGrpSpPr/>
          <p:nvPr/>
        </p:nvGrpSpPr>
        <p:grpSpPr>
          <a:xfrm>
            <a:off x="2417763" y="3457575"/>
            <a:ext cx="612775" cy="423863"/>
            <a:chOff x="864" y="1824"/>
            <a:chExt cx="432" cy="288"/>
          </a:xfrm>
        </p:grpSpPr>
        <p:pic>
          <p:nvPicPr>
            <p:cNvPr id="206910" name="Picture 35"/>
            <p:cNvPicPr/>
            <p:nvPr/>
          </p:nvPicPr>
          <p:blipFill>
            <a:blip r:embed="rId4"/>
            <a:stretch>
              <a:fillRect/>
            </a:stretch>
          </p:blipFill>
          <p:spPr>
            <a:xfrm>
              <a:off x="864" y="1824"/>
              <a:ext cx="432" cy="288"/>
            </a:xfrm>
            <a:prstGeom prst="rect">
              <a:avLst/>
            </a:prstGeom>
            <a:noFill/>
            <a:ln w="12699">
              <a:noFill/>
            </a:ln>
          </p:spPr>
        </p:pic>
        <p:pic>
          <p:nvPicPr>
            <p:cNvPr id="206911" name="Picture 36"/>
            <p:cNvPicPr/>
            <p:nvPr/>
          </p:nvPicPr>
          <p:blipFill>
            <a:blip r:embed="rId4"/>
            <a:stretch>
              <a:fillRect/>
            </a:stretch>
          </p:blipFill>
          <p:spPr>
            <a:xfrm>
              <a:off x="864" y="1824"/>
              <a:ext cx="432" cy="288"/>
            </a:xfrm>
            <a:prstGeom prst="rect">
              <a:avLst/>
            </a:prstGeom>
            <a:noFill/>
            <a:ln w="12699">
              <a:noFill/>
            </a:ln>
          </p:spPr>
        </p:pic>
      </p:grpSp>
      <p:pic>
        <p:nvPicPr>
          <p:cNvPr id="206880" name="Picture 37"/>
          <p:cNvPicPr/>
          <p:nvPr/>
        </p:nvPicPr>
        <p:blipFill>
          <a:blip r:embed="rId3"/>
          <a:stretch>
            <a:fillRect/>
          </a:stretch>
        </p:blipFill>
        <p:spPr>
          <a:xfrm>
            <a:off x="6140450" y="4676775"/>
            <a:ext cx="398463" cy="434975"/>
          </a:xfrm>
          <a:prstGeom prst="rect">
            <a:avLst/>
          </a:prstGeom>
          <a:noFill/>
          <a:ln w="9525">
            <a:noFill/>
          </a:ln>
        </p:spPr>
      </p:pic>
      <p:sp>
        <p:nvSpPr>
          <p:cNvPr id="513062" name="Line 38"/>
          <p:cNvSpPr>
            <a:spLocks noChangeShapeType="1"/>
          </p:cNvSpPr>
          <p:nvPr/>
        </p:nvSpPr>
        <p:spPr bwMode="auto">
          <a:xfrm>
            <a:off x="1084263" y="4306888"/>
            <a:ext cx="6948488" cy="15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63" name="Line 39"/>
          <p:cNvSpPr>
            <a:spLocks noChangeShapeType="1"/>
          </p:cNvSpPr>
          <p:nvPr/>
        </p:nvSpPr>
        <p:spPr bwMode="auto">
          <a:xfrm>
            <a:off x="669925" y="5553075"/>
            <a:ext cx="7835900" cy="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64" name="Text Box 40"/>
          <p:cNvSpPr txBox="1">
            <a:spLocks noChangeArrowheads="1"/>
          </p:cNvSpPr>
          <p:nvPr/>
        </p:nvSpPr>
        <p:spPr bwMode="auto">
          <a:xfrm>
            <a:off x="1016000" y="3856038"/>
            <a:ext cx="1547813" cy="347663"/>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128.30.33.130</a:t>
            </a:r>
          </a:p>
        </p:txBody>
      </p:sp>
      <p:grpSp>
        <p:nvGrpSpPr>
          <p:cNvPr id="513065" name="Group 41"/>
          <p:cNvGrpSpPr/>
          <p:nvPr/>
        </p:nvGrpSpPr>
        <p:grpSpPr>
          <a:xfrm>
            <a:off x="3063875" y="1766888"/>
            <a:ext cx="5511800" cy="2109787"/>
            <a:chOff x="1836" y="1026"/>
            <a:chExt cx="3472" cy="1440"/>
          </a:xfrm>
        </p:grpSpPr>
        <p:sp>
          <p:nvSpPr>
            <p:cNvPr id="513066" name="Text Box 42"/>
            <p:cNvSpPr txBox="1">
              <a:spLocks noChangeArrowheads="1"/>
            </p:cNvSpPr>
            <p:nvPr/>
          </p:nvSpPr>
          <p:spPr bwMode="auto">
            <a:xfrm>
              <a:off x="2894" y="1026"/>
              <a:ext cx="2414" cy="257"/>
            </a:xfrm>
            <a:prstGeom prst="rect">
              <a:avLst/>
            </a:prstGeom>
            <a:noFill/>
            <a:ln>
              <a:noFill/>
            </a:ln>
            <a:effectLst/>
          </p:spPr>
          <p:txBody>
            <a:bodyPr wrap="none">
              <a:spAutoFit/>
            </a:bodyPr>
            <a:lstStyle/>
            <a:p>
              <a:pPr defTabSz="843280">
                <a:buNone/>
              </a:pPr>
              <a:r>
                <a:rPr lang="en-US" altLang="zh-CN" b="1">
                  <a:solidFill>
                    <a:srgbClr val="990000"/>
                  </a:solidFill>
                  <a:latin typeface="Arial" panose="020B0604020202090204" pitchFamily="34" charset="0"/>
                  <a:ea typeface="黑体" pitchFamily="6" charset="-122"/>
                </a:rPr>
                <a:t>R</a:t>
              </a:r>
              <a:r>
                <a:rPr lang="en-US" altLang="zh-CN" b="1" baseline="-25000">
                  <a:solidFill>
                    <a:srgbClr val="990000"/>
                  </a:solidFill>
                  <a:latin typeface="Arial" panose="020B0604020202090204" pitchFamily="34" charset="0"/>
                  <a:ea typeface="黑体" pitchFamily="6" charset="-122"/>
                </a:rPr>
                <a:t>1</a:t>
              </a:r>
              <a:r>
                <a:rPr lang="en-US" altLang="zh-CN" b="1">
                  <a:solidFill>
                    <a:srgbClr val="990000"/>
                  </a:solidFill>
                  <a:latin typeface="Arial" panose="020B0604020202090204" pitchFamily="34" charset="0"/>
                  <a:ea typeface="黑体" pitchFamily="6" charset="-122"/>
                </a:rPr>
                <a:t> </a:t>
              </a:r>
              <a:r>
                <a:rPr lang="zh-CN" altLang="en-US" b="1">
                  <a:solidFill>
                    <a:srgbClr val="990000"/>
                  </a:solidFill>
                  <a:latin typeface="Arial" panose="020B0604020202090204" pitchFamily="34" charset="0"/>
                  <a:ea typeface="黑体" pitchFamily="6" charset="-122"/>
                </a:rPr>
                <a:t>的路由表（未给出默认路由器）</a:t>
              </a:r>
              <a:endParaRPr lang="zh-CN" altLang="en-US" b="1" baseline="-25000">
                <a:solidFill>
                  <a:srgbClr val="990000"/>
                </a:solidFill>
                <a:latin typeface="Arial" panose="020B0604020202090204" pitchFamily="34" charset="0"/>
                <a:ea typeface="黑体" pitchFamily="6" charset="-122"/>
              </a:endParaRPr>
            </a:p>
          </p:txBody>
        </p:sp>
        <p:sp>
          <p:nvSpPr>
            <p:cNvPr id="513067" name="Text Box 43"/>
            <p:cNvSpPr txBox="1">
              <a:spLocks noChangeArrowheads="1"/>
            </p:cNvSpPr>
            <p:nvPr/>
          </p:nvSpPr>
          <p:spPr bwMode="auto">
            <a:xfrm>
              <a:off x="1836" y="2228"/>
              <a:ext cx="263" cy="238"/>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990000"/>
                  </a:solidFill>
                  <a:latin typeface="Arial" panose="020B0604020202090204"/>
                  <a:ea typeface="黑体" pitchFamily="6" charset="-122"/>
                  <a:cs typeface="+mn-cs"/>
                </a:rPr>
                <a:t>R</a:t>
              </a:r>
              <a:r>
                <a:rPr kumimoji="1" lang="en-US" altLang="zh-CN" sz="1660" b="1" kern="1200" cap="none" spc="0" normalizeH="0" baseline="-25000" noProof="0" dirty="0">
                  <a:solidFill>
                    <a:srgbClr val="990000"/>
                  </a:solidFill>
                  <a:latin typeface="Arial" panose="020B0604020202090204"/>
                  <a:ea typeface="黑体" pitchFamily="6" charset="-122"/>
                  <a:cs typeface="+mn-cs"/>
                </a:rPr>
                <a:t>1</a:t>
              </a:r>
            </a:p>
          </p:txBody>
        </p:sp>
      </p:grpSp>
      <p:sp>
        <p:nvSpPr>
          <p:cNvPr id="513068" name="Text Box 44"/>
          <p:cNvSpPr txBox="1">
            <a:spLocks noChangeArrowheads="1"/>
          </p:cNvSpPr>
          <p:nvPr/>
        </p:nvSpPr>
        <p:spPr bwMode="auto">
          <a:xfrm>
            <a:off x="2682875" y="3860800"/>
            <a:ext cx="30321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513069" name="Line 45"/>
          <p:cNvSpPr>
            <a:spLocks noChangeShapeType="1"/>
          </p:cNvSpPr>
          <p:nvPr/>
        </p:nvSpPr>
        <p:spPr bwMode="auto">
          <a:xfrm>
            <a:off x="4168775" y="4325938"/>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grpSp>
        <p:nvGrpSpPr>
          <p:cNvPr id="206887" name="Group 46"/>
          <p:cNvGrpSpPr/>
          <p:nvPr/>
        </p:nvGrpSpPr>
        <p:grpSpPr>
          <a:xfrm>
            <a:off x="1517650" y="4733925"/>
            <a:ext cx="612775" cy="425450"/>
            <a:chOff x="864" y="1824"/>
            <a:chExt cx="432" cy="288"/>
          </a:xfrm>
        </p:grpSpPr>
        <p:pic>
          <p:nvPicPr>
            <p:cNvPr id="206906" name="Picture 47"/>
            <p:cNvPicPr/>
            <p:nvPr/>
          </p:nvPicPr>
          <p:blipFill>
            <a:blip r:embed="rId4"/>
            <a:stretch>
              <a:fillRect/>
            </a:stretch>
          </p:blipFill>
          <p:spPr>
            <a:xfrm>
              <a:off x="864" y="1824"/>
              <a:ext cx="432" cy="288"/>
            </a:xfrm>
            <a:prstGeom prst="rect">
              <a:avLst/>
            </a:prstGeom>
            <a:noFill/>
            <a:ln w="12699">
              <a:noFill/>
            </a:ln>
          </p:spPr>
        </p:pic>
        <p:pic>
          <p:nvPicPr>
            <p:cNvPr id="206907" name="Picture 48"/>
            <p:cNvPicPr/>
            <p:nvPr/>
          </p:nvPicPr>
          <p:blipFill>
            <a:blip r:embed="rId4"/>
            <a:stretch>
              <a:fillRect/>
            </a:stretch>
          </p:blipFill>
          <p:spPr>
            <a:xfrm>
              <a:off x="864" y="1824"/>
              <a:ext cx="432" cy="288"/>
            </a:xfrm>
            <a:prstGeom prst="rect">
              <a:avLst/>
            </a:prstGeom>
            <a:noFill/>
            <a:ln w="12699">
              <a:noFill/>
            </a:ln>
          </p:spPr>
        </p:pic>
      </p:grpSp>
      <p:sp>
        <p:nvSpPr>
          <p:cNvPr id="513073" name="Text Box 49"/>
          <p:cNvSpPr txBox="1">
            <a:spLocks noChangeArrowheads="1"/>
          </p:cNvSpPr>
          <p:nvPr/>
        </p:nvSpPr>
        <p:spPr bwMode="auto">
          <a:xfrm>
            <a:off x="1120775" y="4718050"/>
            <a:ext cx="41751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R</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513074" name="Line 50"/>
          <p:cNvSpPr>
            <a:spLocks noChangeShapeType="1"/>
          </p:cNvSpPr>
          <p:nvPr/>
        </p:nvSpPr>
        <p:spPr bwMode="auto">
          <a:xfrm>
            <a:off x="2366963" y="5532438"/>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06890" name="Picture 51"/>
          <p:cNvPicPr/>
          <p:nvPr/>
        </p:nvPicPr>
        <p:blipFill>
          <a:blip r:embed="rId3"/>
          <a:stretch>
            <a:fillRect/>
          </a:stretch>
        </p:blipFill>
        <p:spPr>
          <a:xfrm>
            <a:off x="3994150" y="4679950"/>
            <a:ext cx="398463" cy="434975"/>
          </a:xfrm>
          <a:prstGeom prst="rect">
            <a:avLst/>
          </a:prstGeom>
          <a:noFill/>
          <a:ln w="9525">
            <a:noFill/>
          </a:ln>
        </p:spPr>
      </p:pic>
      <p:sp>
        <p:nvSpPr>
          <p:cNvPr id="513076" name="Text Box 52"/>
          <p:cNvSpPr txBox="1">
            <a:spLocks noChangeArrowheads="1"/>
          </p:cNvSpPr>
          <p:nvPr/>
        </p:nvSpPr>
        <p:spPr bwMode="auto">
          <a:xfrm>
            <a:off x="4100513" y="3662363"/>
            <a:ext cx="4581525" cy="660400"/>
          </a:xfrm>
          <a:prstGeom prst="rect">
            <a:avLst/>
          </a:prstGeom>
          <a:noFill/>
          <a:ln>
            <a:noFill/>
          </a:ln>
          <a:effectLst/>
        </p:spPr>
        <p:txBody>
          <a:bodyPr>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2</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128.30.33.128</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255.255.255.128</a:t>
            </a:r>
            <a:endParaRPr lang="en-US" altLang="zh-CN" b="1" baseline="-25000">
              <a:solidFill>
                <a:srgbClr val="000099"/>
              </a:solidFill>
              <a:latin typeface="Arial" panose="020B0604020202090204" pitchFamily="34" charset="0"/>
              <a:ea typeface="黑体" pitchFamily="6" charset="-122"/>
            </a:endParaRPr>
          </a:p>
        </p:txBody>
      </p:sp>
      <p:sp>
        <p:nvSpPr>
          <p:cNvPr id="513077" name="Text Box 53"/>
          <p:cNvSpPr txBox="1">
            <a:spLocks noChangeArrowheads="1"/>
          </p:cNvSpPr>
          <p:nvPr/>
        </p:nvSpPr>
        <p:spPr bwMode="auto">
          <a:xfrm>
            <a:off x="3497263" y="5091113"/>
            <a:ext cx="1330325" cy="347663"/>
          </a:xfrm>
          <a:prstGeom prst="rect">
            <a:avLst/>
          </a:prstGeom>
          <a:noFill/>
          <a:ln>
            <a:noFill/>
          </a:ln>
          <a:effectLst/>
        </p:spPr>
        <p:txBody>
          <a:bodyPr wrap="none">
            <a:spAutoFit/>
          </a:bodyPr>
          <a:lstStyle/>
          <a:p>
            <a:pPr marR="0"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目的主机 </a:t>
            </a: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513078" name="Text Box 54"/>
          <p:cNvSpPr txBox="1">
            <a:spLocks noChangeArrowheads="1"/>
          </p:cNvSpPr>
          <p:nvPr/>
        </p:nvSpPr>
        <p:spPr bwMode="auto">
          <a:xfrm>
            <a:off x="4289425" y="4657725"/>
            <a:ext cx="1549400"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128.30.33.138</a:t>
            </a:r>
          </a:p>
        </p:txBody>
      </p:sp>
      <p:sp>
        <p:nvSpPr>
          <p:cNvPr id="513079" name="Text Box 55"/>
          <p:cNvSpPr txBox="1">
            <a:spLocks noChangeArrowheads="1"/>
          </p:cNvSpPr>
          <p:nvPr/>
        </p:nvSpPr>
        <p:spPr bwMode="auto">
          <a:xfrm>
            <a:off x="1457325" y="4452938"/>
            <a:ext cx="30321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513080" name="Text Box 56"/>
          <p:cNvSpPr txBox="1">
            <a:spLocks noChangeArrowheads="1"/>
          </p:cNvSpPr>
          <p:nvPr/>
        </p:nvSpPr>
        <p:spPr bwMode="auto">
          <a:xfrm>
            <a:off x="1457325" y="5118100"/>
            <a:ext cx="30321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513081" name="Text Box 57"/>
          <p:cNvSpPr txBox="1">
            <a:spLocks noChangeArrowheads="1"/>
          </p:cNvSpPr>
          <p:nvPr/>
        </p:nvSpPr>
        <p:spPr bwMode="auto">
          <a:xfrm>
            <a:off x="1768475" y="4452938"/>
            <a:ext cx="1549400"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128.30.33.129</a:t>
            </a:r>
          </a:p>
        </p:txBody>
      </p:sp>
      <p:pic>
        <p:nvPicPr>
          <p:cNvPr id="206897" name="Picture 58"/>
          <p:cNvPicPr/>
          <p:nvPr/>
        </p:nvPicPr>
        <p:blipFill>
          <a:blip r:embed="rId3"/>
          <a:stretch>
            <a:fillRect/>
          </a:stretch>
        </p:blipFill>
        <p:spPr>
          <a:xfrm>
            <a:off x="2192338" y="5818188"/>
            <a:ext cx="400050" cy="436562"/>
          </a:xfrm>
          <a:prstGeom prst="rect">
            <a:avLst/>
          </a:prstGeom>
          <a:noFill/>
          <a:ln w="9525">
            <a:noFill/>
          </a:ln>
        </p:spPr>
      </p:pic>
      <p:sp>
        <p:nvSpPr>
          <p:cNvPr id="513083" name="Text Box 59"/>
          <p:cNvSpPr txBox="1">
            <a:spLocks noChangeArrowheads="1"/>
          </p:cNvSpPr>
          <p:nvPr/>
        </p:nvSpPr>
        <p:spPr bwMode="auto">
          <a:xfrm>
            <a:off x="1841500" y="5788025"/>
            <a:ext cx="417513"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3</a:t>
            </a:r>
          </a:p>
        </p:txBody>
      </p:sp>
      <p:sp>
        <p:nvSpPr>
          <p:cNvPr id="513084" name="Text Box 60"/>
          <p:cNvSpPr txBox="1">
            <a:spLocks noChangeArrowheads="1"/>
          </p:cNvSpPr>
          <p:nvPr/>
        </p:nvSpPr>
        <p:spPr bwMode="auto">
          <a:xfrm>
            <a:off x="1836738" y="5116513"/>
            <a:ext cx="1311275"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128.30.36.2</a:t>
            </a:r>
          </a:p>
        </p:txBody>
      </p:sp>
      <p:sp>
        <p:nvSpPr>
          <p:cNvPr id="513085" name="Text Box 61"/>
          <p:cNvSpPr txBox="1">
            <a:spLocks noChangeArrowheads="1"/>
          </p:cNvSpPr>
          <p:nvPr/>
        </p:nvSpPr>
        <p:spPr bwMode="auto">
          <a:xfrm>
            <a:off x="4168775" y="5607050"/>
            <a:ext cx="3500438" cy="660400"/>
          </a:xfrm>
          <a:prstGeom prst="rect">
            <a:avLst/>
          </a:prstGeom>
          <a:noFill/>
          <a:ln>
            <a:noFill/>
          </a:ln>
          <a:effectLst/>
        </p:spPr>
        <p:txBody>
          <a:bodyPr wrap="none">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3</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128.30.36.0</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255.255.255.0</a:t>
            </a:r>
            <a:endParaRPr lang="en-US" altLang="zh-CN" b="1" baseline="-25000">
              <a:solidFill>
                <a:srgbClr val="000099"/>
              </a:solidFill>
              <a:latin typeface="Arial" panose="020B0604020202090204" pitchFamily="34" charset="0"/>
              <a:ea typeface="黑体" pitchFamily="6" charset="-122"/>
            </a:endParaRPr>
          </a:p>
        </p:txBody>
      </p:sp>
      <p:sp>
        <p:nvSpPr>
          <p:cNvPr id="513086" name="Text Box 62"/>
          <p:cNvSpPr txBox="1">
            <a:spLocks noChangeArrowheads="1"/>
          </p:cNvSpPr>
          <p:nvPr/>
        </p:nvSpPr>
        <p:spPr bwMode="auto">
          <a:xfrm>
            <a:off x="2482850" y="5854700"/>
            <a:ext cx="14303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128.30.36.12</a:t>
            </a:r>
          </a:p>
        </p:txBody>
      </p:sp>
      <p:sp>
        <p:nvSpPr>
          <p:cNvPr id="513087" name="Rectangle 63"/>
          <p:cNvSpPr>
            <a:spLocks noGrp="1" noChangeArrowheads="1"/>
          </p:cNvSpPr>
          <p:nvPr>
            <p:ph type="title" idx="4294967295"/>
          </p:nvPr>
        </p:nvSpPr>
        <p:spPr>
          <a:xfrm>
            <a:off x="322263" y="352425"/>
            <a:ext cx="8570913" cy="1347788"/>
          </a:xfrm>
          <a:solidFill>
            <a:srgbClr val="66FFFF"/>
          </a:solidFill>
          <a:ln>
            <a:solidFill>
              <a:srgbClr val="333399"/>
            </a:solidFill>
            <a:miter lim="800000"/>
          </a:ln>
          <a:effectLst>
            <a:outerShdw dist="35921" dir="2700000" algn="ctr" rotWithShape="0">
              <a:schemeClr val="bg2"/>
            </a:outerShdw>
          </a:effectLst>
        </p:spPr>
        <p:txBody>
          <a:bodyPr vert="horz" wrap="square" lIns="91440" tIns="45720" rIns="91440" bIns="45720" numCol="1" anchor="b" anchorCtr="0" compatLnSpc="1"/>
          <a:lstStyle/>
          <a:p>
            <a:pPr algn="ctr" eaLnBrk="1" hangingPunct="1">
              <a:buNone/>
            </a:pPr>
            <a:r>
              <a:rPr lang="en-US" altLang="zh-CN" sz="2500"/>
              <a:t>【</a:t>
            </a:r>
            <a:r>
              <a:rPr lang="zh-CN" altLang="en-US" sz="2500"/>
              <a:t>例</a:t>
            </a:r>
            <a:r>
              <a:rPr lang="en-US" altLang="zh-CN" sz="2500"/>
              <a:t>4-4】</a:t>
            </a:r>
            <a:r>
              <a:rPr lang="zh-CN" altLang="en-US" sz="2500"/>
              <a:t>已知互联网和路由器 </a:t>
            </a:r>
            <a:r>
              <a:rPr lang="en-US" altLang="zh-CN" sz="2500"/>
              <a:t>R</a:t>
            </a:r>
            <a:r>
              <a:rPr lang="en-US" altLang="zh-CN" sz="2500" baseline="-25000"/>
              <a:t>1 </a:t>
            </a:r>
            <a:r>
              <a:rPr lang="zh-CN" altLang="en-US" sz="2500"/>
              <a:t>中的路由表。</a:t>
            </a:r>
            <a:br>
              <a:rPr lang="en-US" altLang="zh-CN" sz="2500"/>
            </a:br>
            <a:r>
              <a:rPr lang="zh-CN" altLang="en-US" sz="2500"/>
              <a:t>主机 </a:t>
            </a:r>
            <a:r>
              <a:rPr lang="en-US" altLang="zh-CN" sz="2500"/>
              <a:t>H</a:t>
            </a:r>
            <a:r>
              <a:rPr lang="en-US" altLang="zh-CN" sz="2500" baseline="-25000"/>
              <a:t>1 </a:t>
            </a:r>
            <a:r>
              <a:rPr lang="zh-CN" altLang="en-US" sz="2500"/>
              <a:t>向 </a:t>
            </a:r>
            <a:r>
              <a:rPr lang="en-US" altLang="zh-CN" sz="2500"/>
              <a:t>H</a:t>
            </a:r>
            <a:r>
              <a:rPr lang="en-US" altLang="zh-CN" sz="2500" baseline="-25000"/>
              <a:t>2 </a:t>
            </a:r>
            <a:r>
              <a:rPr lang="zh-CN" altLang="en-US" sz="2500"/>
              <a:t>发送分组。</a:t>
            </a:r>
            <a:br>
              <a:rPr lang="en-US" altLang="zh-CN" sz="2500"/>
            </a:br>
            <a:r>
              <a:rPr lang="zh-CN" altLang="en-US" sz="2500"/>
              <a:t>试讨论 </a:t>
            </a:r>
            <a:r>
              <a:rPr lang="en-US" altLang="zh-CN" sz="2500"/>
              <a:t>R</a:t>
            </a:r>
            <a:r>
              <a:rPr lang="en-US" altLang="zh-CN" sz="2500" baseline="-25000"/>
              <a:t>1 </a:t>
            </a:r>
            <a:r>
              <a:rPr lang="zh-CN" altLang="en-US" sz="2500"/>
              <a:t>收到 </a:t>
            </a:r>
            <a:r>
              <a:rPr lang="en-US" altLang="zh-CN" sz="2500"/>
              <a:t>H</a:t>
            </a:r>
            <a:r>
              <a:rPr lang="en-US" altLang="zh-CN" sz="2500" baseline="-25000"/>
              <a:t>1 </a:t>
            </a:r>
            <a:r>
              <a:rPr lang="zh-CN" altLang="en-US" sz="2500"/>
              <a:t>向 </a:t>
            </a:r>
            <a:r>
              <a:rPr lang="en-US" altLang="zh-CN" sz="2500"/>
              <a:t>H</a:t>
            </a:r>
            <a:r>
              <a:rPr lang="en-US" altLang="zh-CN" sz="2500" baseline="-25000"/>
              <a:t>2 </a:t>
            </a:r>
            <a:r>
              <a:rPr lang="zh-CN" altLang="en-US" sz="2500"/>
              <a:t>发送的分组后查找路由表的过程。 </a:t>
            </a:r>
          </a:p>
        </p:txBody>
      </p:sp>
      <p:sp>
        <p:nvSpPr>
          <p:cNvPr id="513088" name="Line 64"/>
          <p:cNvSpPr>
            <a:spLocks noChangeShapeType="1"/>
          </p:cNvSpPr>
          <p:nvPr/>
        </p:nvSpPr>
        <p:spPr bwMode="auto">
          <a:xfrm>
            <a:off x="1120775" y="2697163"/>
            <a:ext cx="3024188" cy="2128838"/>
          </a:xfrm>
          <a:prstGeom prst="line">
            <a:avLst/>
          </a:prstGeom>
          <a:noFill/>
          <a:ln w="76200">
            <a:solidFill>
              <a:srgbClr val="FF0000">
                <a:alpha val="80000"/>
              </a:srgbClr>
            </a:solidFill>
            <a:round/>
            <a:tailEnd type="triangle" w="med"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13050" name="Text Box 26"/>
          <p:cNvSpPr txBox="1">
            <a:spLocks noChangeArrowheads="1"/>
          </p:cNvSpPr>
          <p:nvPr/>
        </p:nvSpPr>
        <p:spPr bwMode="auto">
          <a:xfrm>
            <a:off x="688975" y="2284413"/>
            <a:ext cx="3494088" cy="860425"/>
          </a:xfrm>
          <a:prstGeom prst="rect">
            <a:avLst/>
          </a:prstGeom>
          <a:noFill/>
          <a:ln>
            <a:noFill/>
          </a:ln>
          <a:effectLst/>
        </p:spPr>
        <p:txBody>
          <a:bodyPr>
            <a:spAutoFit/>
          </a:bodyPr>
          <a:lstStyle/>
          <a:p>
            <a:pPr algn="ctr" defTabSz="843280">
              <a:buNone/>
            </a:pPr>
            <a:r>
              <a:rPr lang="zh-CN" altLang="en-US" sz="1600" b="1">
                <a:solidFill>
                  <a:srgbClr val="000099"/>
                </a:solidFill>
                <a:latin typeface="Arial" panose="020B0604020202090204" pitchFamily="34" charset="0"/>
                <a:ea typeface="黑体" pitchFamily="6" charset="-122"/>
              </a:rPr>
              <a:t>子网</a:t>
            </a:r>
            <a:r>
              <a:rPr lang="en-US" altLang="zh-CN" sz="1600" b="1">
                <a:solidFill>
                  <a:srgbClr val="000099"/>
                </a:solidFill>
                <a:latin typeface="Arial" panose="020B0604020202090204" pitchFamily="34" charset="0"/>
                <a:ea typeface="黑体" pitchFamily="6" charset="-122"/>
              </a:rPr>
              <a:t>1</a:t>
            </a:r>
            <a:r>
              <a:rPr lang="zh-CN" altLang="en-US" sz="1600" b="1">
                <a:solidFill>
                  <a:srgbClr val="000099"/>
                </a:solidFill>
                <a:latin typeface="Arial" panose="020B0604020202090204" pitchFamily="34" charset="0"/>
                <a:ea typeface="黑体" pitchFamily="6" charset="-122"/>
              </a:rPr>
              <a:t>：</a:t>
            </a:r>
          </a:p>
          <a:p>
            <a:pPr algn="ctr" defTabSz="843280">
              <a:buNone/>
            </a:pPr>
            <a:r>
              <a:rPr lang="zh-CN" altLang="en-US" sz="1600" b="1">
                <a:solidFill>
                  <a:srgbClr val="000099"/>
                </a:solidFill>
                <a:latin typeface="Arial" panose="020B0604020202090204" pitchFamily="34" charset="0"/>
                <a:ea typeface="黑体" pitchFamily="6" charset="-122"/>
              </a:rPr>
              <a:t>    网络地址 </a:t>
            </a:r>
            <a:r>
              <a:rPr lang="en-US" altLang="zh-CN" sz="1600" b="1">
                <a:solidFill>
                  <a:srgbClr val="000099"/>
                </a:solidFill>
                <a:latin typeface="Arial" panose="020B0604020202090204" pitchFamily="34" charset="0"/>
                <a:ea typeface="黑体" pitchFamily="6" charset="-122"/>
              </a:rPr>
              <a:t>128.30.33.0</a:t>
            </a:r>
          </a:p>
          <a:p>
            <a:pPr algn="ctr" defTabSz="843280">
              <a:buNone/>
            </a:pPr>
            <a:r>
              <a:rPr lang="en-US" altLang="zh-CN" sz="1600" b="1">
                <a:solidFill>
                  <a:srgbClr val="000099"/>
                </a:solidFill>
                <a:latin typeface="Arial" panose="020B0604020202090204" pitchFamily="34" charset="0"/>
                <a:ea typeface="黑体" pitchFamily="6" charset="-122"/>
              </a:rPr>
              <a:t>     </a:t>
            </a:r>
            <a:r>
              <a:rPr lang="zh-CN" altLang="en-US" sz="1600" b="1">
                <a:solidFill>
                  <a:srgbClr val="000099"/>
                </a:solidFill>
                <a:latin typeface="Arial" panose="020B0604020202090204" pitchFamily="34" charset="0"/>
                <a:ea typeface="黑体" pitchFamily="6" charset="-122"/>
              </a:rPr>
              <a:t>子网掩码 </a:t>
            </a:r>
            <a:r>
              <a:rPr lang="en-US" altLang="zh-CN" sz="1600" b="1">
                <a:solidFill>
                  <a:srgbClr val="000099"/>
                </a:solidFill>
                <a:latin typeface="Arial" panose="020B0604020202090204" pitchFamily="34" charset="0"/>
                <a:ea typeface="黑体" pitchFamily="6" charset="-122"/>
              </a:rPr>
              <a:t>255.255.255.128</a:t>
            </a:r>
          </a:p>
        </p:txBody>
      </p:sp>
      <p:sp>
        <p:nvSpPr>
          <p:cNvPr id="513027" name="Text Box 3"/>
          <p:cNvSpPr txBox="1">
            <a:spLocks noChangeArrowheads="1"/>
          </p:cNvSpPr>
          <p:nvPr/>
        </p:nvSpPr>
        <p:spPr bwMode="auto">
          <a:xfrm>
            <a:off x="1252538" y="3124200"/>
            <a:ext cx="1311275" cy="347663"/>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5130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Rectangle 2"/>
          <p:cNvSpPr>
            <a:spLocks noGrp="1" noChangeArrowheads="1"/>
          </p:cNvSpPr>
          <p:nvPr>
            <p:ph type="title" idx="4294967295"/>
          </p:nvPr>
        </p:nvSpPr>
        <p:spPr>
          <a:xfrm>
            <a:off x="366713" y="393700"/>
            <a:ext cx="5938838" cy="576263"/>
          </a:xfrm>
          <a:solidFill>
            <a:srgbClr val="66FFFF"/>
          </a:solidFill>
          <a:ln>
            <a:solidFill>
              <a:srgbClr val="000099"/>
            </a:solidFill>
          </a:ln>
        </p:spPr>
        <p:txBody>
          <a:bodyPr vert="horz" wrap="square" lIns="91440" tIns="45720" rIns="91440" bIns="45720" numCol="1" anchor="b" anchorCtr="0" compatLnSpc="1"/>
          <a:lstStyle/>
          <a:p>
            <a:pPr algn="ctr" eaLnBrk="1" hangingPunct="1">
              <a:buNone/>
            </a:pPr>
            <a:r>
              <a:rPr lang="zh-CN" altLang="en-US" sz="2900"/>
              <a:t>主机 </a:t>
            </a:r>
            <a:r>
              <a:rPr lang="en-US" altLang="zh-CN" sz="2900"/>
              <a:t>H</a:t>
            </a:r>
            <a:r>
              <a:rPr lang="en-US" altLang="zh-CN" sz="2900" baseline="-25000"/>
              <a:t>1 </a:t>
            </a:r>
            <a:r>
              <a:rPr lang="zh-CN" altLang="en-US" sz="2900"/>
              <a:t>要发送分组给 </a:t>
            </a:r>
            <a:r>
              <a:rPr lang="en-US" altLang="zh-CN" sz="2900"/>
              <a:t>H</a:t>
            </a:r>
            <a:r>
              <a:rPr lang="en-US" altLang="zh-CN" sz="2900" baseline="-25000"/>
              <a:t>2</a:t>
            </a:r>
            <a:r>
              <a:rPr lang="en-US" altLang="zh-CN" sz="2900"/>
              <a:t> </a:t>
            </a:r>
          </a:p>
        </p:txBody>
      </p:sp>
      <p:sp>
        <p:nvSpPr>
          <p:cNvPr id="514112" name="Rectangle 64"/>
          <p:cNvSpPr>
            <a:spLocks noChangeArrowheads="1"/>
          </p:cNvSpPr>
          <p:nvPr/>
        </p:nvSpPr>
        <p:spPr bwMode="auto">
          <a:xfrm>
            <a:off x="1116013" y="1103313"/>
            <a:ext cx="6480175" cy="465138"/>
          </a:xfrm>
          <a:prstGeom prst="rect">
            <a:avLst/>
          </a:prstGeom>
          <a:solidFill>
            <a:srgbClr val="FFFF99"/>
          </a:solidFill>
          <a:ln w="9525">
            <a:solidFill>
              <a:schemeClr val="tx1"/>
            </a:solidFill>
            <a:miter lim="800000"/>
          </a:ln>
          <a:effectLst/>
        </p:spPr>
        <p:txBody>
          <a:bodyPr wrap="none" anchor="ctr"/>
          <a:lstStyle/>
          <a:p>
            <a:pPr algn="just" defTabSz="843280">
              <a:buNone/>
            </a:pPr>
            <a:r>
              <a:rPr lang="zh-CN" altLang="en-US" sz="2200" b="1">
                <a:solidFill>
                  <a:srgbClr val="000099"/>
                </a:solidFill>
                <a:latin typeface="Arial" panose="020B0604020202090204" pitchFamily="34" charset="0"/>
                <a:ea typeface="黑体" pitchFamily="6" charset="-122"/>
              </a:rPr>
              <a:t>要发送的分组的目的 </a:t>
            </a:r>
            <a:r>
              <a:rPr lang="en-US" altLang="zh-CN" sz="2200" b="1">
                <a:solidFill>
                  <a:srgbClr val="000099"/>
                </a:solidFill>
                <a:latin typeface="Arial" panose="020B0604020202090204" pitchFamily="34" charset="0"/>
                <a:ea typeface="黑体" pitchFamily="6" charset="-122"/>
              </a:rPr>
              <a:t>IP </a:t>
            </a:r>
            <a:r>
              <a:rPr lang="zh-CN" altLang="en-US" sz="2200" b="1">
                <a:solidFill>
                  <a:srgbClr val="000099"/>
                </a:solidFill>
                <a:latin typeface="Arial" panose="020B0604020202090204" pitchFamily="34" charset="0"/>
                <a:ea typeface="黑体" pitchFamily="6" charset="-122"/>
              </a:rPr>
              <a:t>地址：</a:t>
            </a:r>
            <a:r>
              <a:rPr lang="en-US" altLang="zh-CN" sz="2200" b="1">
                <a:solidFill>
                  <a:srgbClr val="000099"/>
                </a:solidFill>
                <a:latin typeface="Arial" panose="020B0604020202090204" pitchFamily="34" charset="0"/>
                <a:ea typeface="黑体" pitchFamily="6" charset="-122"/>
              </a:rPr>
              <a:t>128.30.33.138</a:t>
            </a:r>
          </a:p>
        </p:txBody>
      </p:sp>
      <p:sp>
        <p:nvSpPr>
          <p:cNvPr id="514113" name="Line 65"/>
          <p:cNvSpPr>
            <a:spLocks noChangeShapeType="1"/>
          </p:cNvSpPr>
          <p:nvPr/>
        </p:nvSpPr>
        <p:spPr bwMode="auto">
          <a:xfrm flipH="1">
            <a:off x="2381250" y="1568450"/>
            <a:ext cx="962025" cy="1960563"/>
          </a:xfrm>
          <a:prstGeom prst="line">
            <a:avLst/>
          </a:prstGeom>
          <a:noFill/>
          <a:ln w="28575">
            <a:solidFill>
              <a:srgbClr val="FF0000">
                <a:alpha val="80000"/>
              </a:srgbClr>
            </a:solidFill>
            <a:prstDash val="dash"/>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55" name="Freeform 2"/>
          <p:cNvSpPr/>
          <p:nvPr/>
        </p:nvSpPr>
        <p:spPr bwMode="auto">
          <a:xfrm>
            <a:off x="2698750" y="2151063"/>
            <a:ext cx="1681163" cy="167957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6" name="Text Box 4"/>
          <p:cNvSpPr txBox="1">
            <a:spLocks noChangeArrowheads="1"/>
          </p:cNvSpPr>
          <p:nvPr/>
        </p:nvSpPr>
        <p:spPr bwMode="auto">
          <a:xfrm>
            <a:off x="2698750" y="3151188"/>
            <a:ext cx="303213"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graphicFrame>
        <p:nvGraphicFramePr>
          <p:cNvPr id="208902" name="表格 208901"/>
          <p:cNvGraphicFramePr/>
          <p:nvPr/>
        </p:nvGraphicFramePr>
        <p:xfrm>
          <a:off x="4379913" y="2159000"/>
          <a:ext cx="4645025" cy="1274763"/>
        </p:xfrm>
        <a:graphic>
          <a:graphicData uri="http://schemas.openxmlformats.org/drawingml/2006/table">
            <a:tbl>
              <a:tblPr/>
              <a:tblGrid>
                <a:gridCol w="1668463">
                  <a:extLst>
                    <a:ext uri="{9D8B030D-6E8A-4147-A177-3AD203B41FA5}">
                      <a16:colId xmlns:a16="http://schemas.microsoft.com/office/drawing/2014/main" val="20000"/>
                    </a:ext>
                  </a:extLst>
                </a:gridCol>
                <a:gridCol w="1998662">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1750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目的网络地址</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子网掩码</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下一跳</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957263">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128.30.33.0</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128.30.36.0</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255.255.255.0</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0</a:t>
                      </a:r>
                    </a:p>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1</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R</a:t>
                      </a:r>
                      <a:r>
                        <a:rPr lang="en-US" altLang="zh-CN" sz="1700" b="1" baseline="-25000">
                          <a:solidFill>
                            <a:srgbClr val="000099"/>
                          </a:solidFill>
                          <a:latin typeface="Arial" panose="020B0604020202090204" pitchFamily="34" charset="0"/>
                          <a:ea typeface="黑体" pitchFamily="6" charset="-122"/>
                        </a:rPr>
                        <a:t>2</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sp>
        <p:nvSpPr>
          <p:cNvPr id="58" name="Line 19"/>
          <p:cNvSpPr>
            <a:spLocks noChangeShapeType="1"/>
          </p:cNvSpPr>
          <p:nvPr/>
        </p:nvSpPr>
        <p:spPr bwMode="auto">
          <a:xfrm>
            <a:off x="2671763" y="3130550"/>
            <a:ext cx="1588" cy="6492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9" name="Line 20"/>
          <p:cNvSpPr>
            <a:spLocks noChangeShapeType="1"/>
          </p:cNvSpPr>
          <p:nvPr/>
        </p:nvSpPr>
        <p:spPr bwMode="auto">
          <a:xfrm>
            <a:off x="463550" y="3114675"/>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0" name="Line 21"/>
          <p:cNvSpPr>
            <a:spLocks noChangeShapeType="1"/>
          </p:cNvSpPr>
          <p:nvPr/>
        </p:nvSpPr>
        <p:spPr bwMode="auto">
          <a:xfrm flipV="1">
            <a:off x="246063" y="3130550"/>
            <a:ext cx="4043363" cy="3175"/>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1" name="Line 22"/>
          <p:cNvSpPr>
            <a:spLocks noChangeShapeType="1"/>
          </p:cNvSpPr>
          <p:nvPr/>
        </p:nvSpPr>
        <p:spPr bwMode="auto">
          <a:xfrm>
            <a:off x="1111250" y="2603500"/>
            <a:ext cx="1588" cy="52705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08920" name="Picture 23"/>
          <p:cNvPicPr/>
          <p:nvPr/>
        </p:nvPicPr>
        <p:blipFill>
          <a:blip r:embed="rId3"/>
          <a:stretch>
            <a:fillRect/>
          </a:stretch>
        </p:blipFill>
        <p:spPr>
          <a:xfrm>
            <a:off x="939800" y="2365375"/>
            <a:ext cx="398463" cy="436563"/>
          </a:xfrm>
          <a:prstGeom prst="rect">
            <a:avLst/>
          </a:prstGeom>
          <a:noFill/>
          <a:ln w="9525">
            <a:noFill/>
          </a:ln>
        </p:spPr>
      </p:pic>
      <p:sp>
        <p:nvSpPr>
          <p:cNvPr id="63" name="Text Box 24"/>
          <p:cNvSpPr txBox="1">
            <a:spLocks noChangeArrowheads="1"/>
          </p:cNvSpPr>
          <p:nvPr/>
        </p:nvSpPr>
        <p:spPr bwMode="auto">
          <a:xfrm>
            <a:off x="401638" y="2038350"/>
            <a:ext cx="14303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a:t>
            </a:r>
          </a:p>
        </p:txBody>
      </p:sp>
      <p:sp>
        <p:nvSpPr>
          <p:cNvPr id="64" name="Text Box 25"/>
          <p:cNvSpPr txBox="1">
            <a:spLocks noChangeArrowheads="1"/>
          </p:cNvSpPr>
          <p:nvPr/>
        </p:nvSpPr>
        <p:spPr bwMode="auto">
          <a:xfrm>
            <a:off x="203200" y="2298700"/>
            <a:ext cx="823913" cy="604838"/>
          </a:xfrm>
          <a:prstGeom prst="rect">
            <a:avLst/>
          </a:prstGeom>
          <a:noFill/>
          <a:ln>
            <a:noFill/>
          </a:ln>
          <a:effectLst/>
        </p:spPr>
        <p:txBody>
          <a:bodyPr wrap="none">
            <a:spAutoFit/>
          </a:bodyPr>
          <a:lstStyle/>
          <a:p>
            <a:pPr marR="0" algn="ctr"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源主机</a:t>
            </a:r>
          </a:p>
          <a:p>
            <a:pPr marR="0" algn="ctr"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1</a:t>
            </a:r>
          </a:p>
        </p:txBody>
      </p:sp>
      <p:sp>
        <p:nvSpPr>
          <p:cNvPr id="65" name="Line 27"/>
          <p:cNvSpPr>
            <a:spLocks noChangeShapeType="1"/>
          </p:cNvSpPr>
          <p:nvPr/>
        </p:nvSpPr>
        <p:spPr bwMode="auto">
          <a:xfrm>
            <a:off x="1778000" y="4889500"/>
            <a:ext cx="1588" cy="6492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6" name="Line 28"/>
          <p:cNvSpPr>
            <a:spLocks noChangeShapeType="1"/>
          </p:cNvSpPr>
          <p:nvPr/>
        </p:nvSpPr>
        <p:spPr bwMode="auto">
          <a:xfrm>
            <a:off x="6305550" y="4325938"/>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7" name="Line 29"/>
          <p:cNvSpPr>
            <a:spLocks noChangeShapeType="1"/>
          </p:cNvSpPr>
          <p:nvPr/>
        </p:nvSpPr>
        <p:spPr bwMode="auto">
          <a:xfrm>
            <a:off x="996950" y="5534025"/>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8" name="Line 30"/>
          <p:cNvSpPr>
            <a:spLocks noChangeShapeType="1"/>
          </p:cNvSpPr>
          <p:nvPr/>
        </p:nvSpPr>
        <p:spPr bwMode="auto">
          <a:xfrm>
            <a:off x="1778000" y="4325938"/>
            <a:ext cx="1588" cy="6492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9" name="Line 31"/>
          <p:cNvSpPr>
            <a:spLocks noChangeShapeType="1"/>
          </p:cNvSpPr>
          <p:nvPr/>
        </p:nvSpPr>
        <p:spPr bwMode="auto">
          <a:xfrm>
            <a:off x="2678113" y="3657600"/>
            <a:ext cx="1588" cy="6492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08928" name="Picture 32"/>
          <p:cNvPicPr/>
          <p:nvPr/>
        </p:nvPicPr>
        <p:blipFill>
          <a:blip r:embed="rId3"/>
          <a:stretch>
            <a:fillRect/>
          </a:stretch>
        </p:blipFill>
        <p:spPr>
          <a:xfrm>
            <a:off x="822325" y="5819775"/>
            <a:ext cx="398463" cy="434975"/>
          </a:xfrm>
          <a:prstGeom prst="rect">
            <a:avLst/>
          </a:prstGeom>
          <a:noFill/>
          <a:ln w="9525">
            <a:noFill/>
          </a:ln>
        </p:spPr>
      </p:pic>
      <p:pic>
        <p:nvPicPr>
          <p:cNvPr id="208929" name="Picture 33"/>
          <p:cNvPicPr/>
          <p:nvPr/>
        </p:nvPicPr>
        <p:blipFill>
          <a:blip r:embed="rId3"/>
          <a:stretch>
            <a:fillRect/>
          </a:stretch>
        </p:blipFill>
        <p:spPr>
          <a:xfrm>
            <a:off x="254000" y="3414713"/>
            <a:ext cx="398463" cy="434975"/>
          </a:xfrm>
          <a:prstGeom prst="rect">
            <a:avLst/>
          </a:prstGeom>
          <a:noFill/>
          <a:ln w="9525">
            <a:noFill/>
          </a:ln>
        </p:spPr>
      </p:pic>
      <p:grpSp>
        <p:nvGrpSpPr>
          <p:cNvPr id="208930" name="Group 34"/>
          <p:cNvGrpSpPr/>
          <p:nvPr/>
        </p:nvGrpSpPr>
        <p:grpSpPr>
          <a:xfrm>
            <a:off x="2417763" y="3457575"/>
            <a:ext cx="612775" cy="423863"/>
            <a:chOff x="864" y="1824"/>
            <a:chExt cx="432" cy="288"/>
          </a:xfrm>
        </p:grpSpPr>
        <p:pic>
          <p:nvPicPr>
            <p:cNvPr id="208962" name="Picture 35"/>
            <p:cNvPicPr/>
            <p:nvPr/>
          </p:nvPicPr>
          <p:blipFill>
            <a:blip r:embed="rId4"/>
            <a:stretch>
              <a:fillRect/>
            </a:stretch>
          </p:blipFill>
          <p:spPr>
            <a:xfrm>
              <a:off x="864" y="1824"/>
              <a:ext cx="432" cy="288"/>
            </a:xfrm>
            <a:prstGeom prst="rect">
              <a:avLst/>
            </a:prstGeom>
            <a:noFill/>
            <a:ln w="12699">
              <a:noFill/>
            </a:ln>
          </p:spPr>
        </p:pic>
        <p:pic>
          <p:nvPicPr>
            <p:cNvPr id="208963" name="Picture 36"/>
            <p:cNvPicPr/>
            <p:nvPr/>
          </p:nvPicPr>
          <p:blipFill>
            <a:blip r:embed="rId4"/>
            <a:stretch>
              <a:fillRect/>
            </a:stretch>
          </p:blipFill>
          <p:spPr>
            <a:xfrm>
              <a:off x="864" y="1824"/>
              <a:ext cx="432" cy="288"/>
            </a:xfrm>
            <a:prstGeom prst="rect">
              <a:avLst/>
            </a:prstGeom>
            <a:noFill/>
            <a:ln w="12699">
              <a:noFill/>
            </a:ln>
          </p:spPr>
        </p:pic>
      </p:grpSp>
      <p:pic>
        <p:nvPicPr>
          <p:cNvPr id="208931" name="Picture 37"/>
          <p:cNvPicPr/>
          <p:nvPr/>
        </p:nvPicPr>
        <p:blipFill>
          <a:blip r:embed="rId3"/>
          <a:stretch>
            <a:fillRect/>
          </a:stretch>
        </p:blipFill>
        <p:spPr>
          <a:xfrm>
            <a:off x="6140450" y="4676775"/>
            <a:ext cx="398463" cy="434975"/>
          </a:xfrm>
          <a:prstGeom prst="rect">
            <a:avLst/>
          </a:prstGeom>
          <a:noFill/>
          <a:ln w="9525">
            <a:noFill/>
          </a:ln>
        </p:spPr>
      </p:pic>
      <p:sp>
        <p:nvSpPr>
          <p:cNvPr id="76" name="Line 38"/>
          <p:cNvSpPr>
            <a:spLocks noChangeShapeType="1"/>
          </p:cNvSpPr>
          <p:nvPr/>
        </p:nvSpPr>
        <p:spPr bwMode="auto">
          <a:xfrm>
            <a:off x="1084263" y="4306888"/>
            <a:ext cx="6948488" cy="158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7" name="Line 39"/>
          <p:cNvSpPr>
            <a:spLocks noChangeShapeType="1"/>
          </p:cNvSpPr>
          <p:nvPr/>
        </p:nvSpPr>
        <p:spPr bwMode="auto">
          <a:xfrm>
            <a:off x="684213" y="5553075"/>
            <a:ext cx="7835900" cy="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8" name="Text Box 40"/>
          <p:cNvSpPr txBox="1">
            <a:spLocks noChangeArrowheads="1"/>
          </p:cNvSpPr>
          <p:nvPr/>
        </p:nvSpPr>
        <p:spPr bwMode="auto">
          <a:xfrm>
            <a:off x="1016000" y="3856038"/>
            <a:ext cx="1547813" cy="347663"/>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128.30.33.130</a:t>
            </a:r>
          </a:p>
        </p:txBody>
      </p:sp>
      <p:grpSp>
        <p:nvGrpSpPr>
          <p:cNvPr id="208935" name="Group 41"/>
          <p:cNvGrpSpPr/>
          <p:nvPr/>
        </p:nvGrpSpPr>
        <p:grpSpPr>
          <a:xfrm>
            <a:off x="3063875" y="1766888"/>
            <a:ext cx="5511800" cy="2109787"/>
            <a:chOff x="1836" y="1026"/>
            <a:chExt cx="3472" cy="1440"/>
          </a:xfrm>
        </p:grpSpPr>
        <p:sp>
          <p:nvSpPr>
            <p:cNvPr id="80" name="Text Box 42"/>
            <p:cNvSpPr txBox="1">
              <a:spLocks noChangeArrowheads="1"/>
            </p:cNvSpPr>
            <p:nvPr/>
          </p:nvSpPr>
          <p:spPr bwMode="auto">
            <a:xfrm>
              <a:off x="2894" y="1026"/>
              <a:ext cx="2414" cy="257"/>
            </a:xfrm>
            <a:prstGeom prst="rect">
              <a:avLst/>
            </a:prstGeom>
            <a:noFill/>
            <a:ln>
              <a:noFill/>
            </a:ln>
            <a:effectLst/>
          </p:spPr>
          <p:txBody>
            <a:bodyPr wrap="none">
              <a:spAutoFit/>
            </a:bodyPr>
            <a:lstStyle/>
            <a:p>
              <a:pPr defTabSz="843280">
                <a:buNone/>
              </a:pPr>
              <a:r>
                <a:rPr lang="en-US" altLang="zh-CN" b="1">
                  <a:solidFill>
                    <a:srgbClr val="990000"/>
                  </a:solidFill>
                  <a:latin typeface="Arial" panose="020B0604020202090204" pitchFamily="34" charset="0"/>
                  <a:ea typeface="黑体" pitchFamily="6" charset="-122"/>
                </a:rPr>
                <a:t>R</a:t>
              </a:r>
              <a:r>
                <a:rPr lang="en-US" altLang="zh-CN" b="1" baseline="-25000">
                  <a:solidFill>
                    <a:srgbClr val="990000"/>
                  </a:solidFill>
                  <a:latin typeface="Arial" panose="020B0604020202090204" pitchFamily="34" charset="0"/>
                  <a:ea typeface="黑体" pitchFamily="6" charset="-122"/>
                </a:rPr>
                <a:t>1</a:t>
              </a:r>
              <a:r>
                <a:rPr lang="en-US" altLang="zh-CN" b="1">
                  <a:solidFill>
                    <a:srgbClr val="990000"/>
                  </a:solidFill>
                  <a:latin typeface="Arial" panose="020B0604020202090204" pitchFamily="34" charset="0"/>
                  <a:ea typeface="黑体" pitchFamily="6" charset="-122"/>
                </a:rPr>
                <a:t> </a:t>
              </a:r>
              <a:r>
                <a:rPr lang="zh-CN" altLang="en-US" b="1">
                  <a:solidFill>
                    <a:srgbClr val="990000"/>
                  </a:solidFill>
                  <a:latin typeface="Arial" panose="020B0604020202090204" pitchFamily="34" charset="0"/>
                  <a:ea typeface="黑体" pitchFamily="6" charset="-122"/>
                </a:rPr>
                <a:t>的路由表（未给出默认路由器）</a:t>
              </a:r>
              <a:endParaRPr lang="zh-CN" altLang="en-US" b="1" baseline="-25000">
                <a:solidFill>
                  <a:srgbClr val="990000"/>
                </a:solidFill>
                <a:latin typeface="Arial" panose="020B0604020202090204" pitchFamily="34" charset="0"/>
                <a:ea typeface="黑体" pitchFamily="6" charset="-122"/>
              </a:endParaRPr>
            </a:p>
          </p:txBody>
        </p:sp>
        <p:sp>
          <p:nvSpPr>
            <p:cNvPr id="81" name="Text Box 43"/>
            <p:cNvSpPr txBox="1">
              <a:spLocks noChangeArrowheads="1"/>
            </p:cNvSpPr>
            <p:nvPr/>
          </p:nvSpPr>
          <p:spPr bwMode="auto">
            <a:xfrm>
              <a:off x="1836" y="2228"/>
              <a:ext cx="263" cy="238"/>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990000"/>
                  </a:solidFill>
                  <a:latin typeface="Arial" panose="020B0604020202090204"/>
                  <a:ea typeface="黑体" pitchFamily="6" charset="-122"/>
                  <a:cs typeface="+mn-cs"/>
                </a:rPr>
                <a:t>R</a:t>
              </a:r>
              <a:r>
                <a:rPr kumimoji="1" lang="en-US" altLang="zh-CN" sz="1660" b="1" kern="1200" cap="none" spc="0" normalizeH="0" baseline="-25000" noProof="0" dirty="0">
                  <a:solidFill>
                    <a:srgbClr val="990000"/>
                  </a:solidFill>
                  <a:latin typeface="Arial" panose="020B0604020202090204"/>
                  <a:ea typeface="黑体" pitchFamily="6" charset="-122"/>
                  <a:cs typeface="+mn-cs"/>
                </a:rPr>
                <a:t>1</a:t>
              </a:r>
            </a:p>
          </p:txBody>
        </p:sp>
      </p:grpSp>
      <p:sp>
        <p:nvSpPr>
          <p:cNvPr id="82" name="Text Box 44"/>
          <p:cNvSpPr txBox="1">
            <a:spLocks noChangeArrowheads="1"/>
          </p:cNvSpPr>
          <p:nvPr/>
        </p:nvSpPr>
        <p:spPr bwMode="auto">
          <a:xfrm>
            <a:off x="2682875" y="3860800"/>
            <a:ext cx="30321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83" name="Line 45"/>
          <p:cNvSpPr>
            <a:spLocks noChangeShapeType="1"/>
          </p:cNvSpPr>
          <p:nvPr/>
        </p:nvSpPr>
        <p:spPr bwMode="auto">
          <a:xfrm>
            <a:off x="4168775" y="4325938"/>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grpSp>
        <p:nvGrpSpPr>
          <p:cNvPr id="208938" name="Group 46"/>
          <p:cNvGrpSpPr/>
          <p:nvPr/>
        </p:nvGrpSpPr>
        <p:grpSpPr>
          <a:xfrm>
            <a:off x="1517650" y="4733925"/>
            <a:ext cx="612775" cy="425450"/>
            <a:chOff x="864" y="1824"/>
            <a:chExt cx="432" cy="288"/>
          </a:xfrm>
        </p:grpSpPr>
        <p:pic>
          <p:nvPicPr>
            <p:cNvPr id="208958" name="Picture 47"/>
            <p:cNvPicPr/>
            <p:nvPr/>
          </p:nvPicPr>
          <p:blipFill>
            <a:blip r:embed="rId4"/>
            <a:stretch>
              <a:fillRect/>
            </a:stretch>
          </p:blipFill>
          <p:spPr>
            <a:xfrm>
              <a:off x="864" y="1824"/>
              <a:ext cx="432" cy="288"/>
            </a:xfrm>
            <a:prstGeom prst="rect">
              <a:avLst/>
            </a:prstGeom>
            <a:noFill/>
            <a:ln w="12699">
              <a:noFill/>
            </a:ln>
          </p:spPr>
        </p:pic>
        <p:pic>
          <p:nvPicPr>
            <p:cNvPr id="208959" name="Picture 48"/>
            <p:cNvPicPr/>
            <p:nvPr/>
          </p:nvPicPr>
          <p:blipFill>
            <a:blip r:embed="rId4"/>
            <a:stretch>
              <a:fillRect/>
            </a:stretch>
          </p:blipFill>
          <p:spPr>
            <a:xfrm>
              <a:off x="864" y="1824"/>
              <a:ext cx="432" cy="288"/>
            </a:xfrm>
            <a:prstGeom prst="rect">
              <a:avLst/>
            </a:prstGeom>
            <a:noFill/>
            <a:ln w="12699">
              <a:noFill/>
            </a:ln>
          </p:spPr>
        </p:pic>
      </p:grpSp>
      <p:sp>
        <p:nvSpPr>
          <p:cNvPr id="87" name="Text Box 49"/>
          <p:cNvSpPr txBox="1">
            <a:spLocks noChangeArrowheads="1"/>
          </p:cNvSpPr>
          <p:nvPr/>
        </p:nvSpPr>
        <p:spPr bwMode="auto">
          <a:xfrm>
            <a:off x="1120775" y="4718050"/>
            <a:ext cx="41751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R</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88" name="Line 50"/>
          <p:cNvSpPr>
            <a:spLocks noChangeShapeType="1"/>
          </p:cNvSpPr>
          <p:nvPr/>
        </p:nvSpPr>
        <p:spPr bwMode="auto">
          <a:xfrm>
            <a:off x="2381250" y="5532438"/>
            <a:ext cx="1588" cy="525463"/>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08941" name="Picture 51"/>
          <p:cNvPicPr/>
          <p:nvPr/>
        </p:nvPicPr>
        <p:blipFill>
          <a:blip r:embed="rId3"/>
          <a:stretch>
            <a:fillRect/>
          </a:stretch>
        </p:blipFill>
        <p:spPr>
          <a:xfrm>
            <a:off x="3994150" y="4679950"/>
            <a:ext cx="398463" cy="434975"/>
          </a:xfrm>
          <a:prstGeom prst="rect">
            <a:avLst/>
          </a:prstGeom>
          <a:noFill/>
          <a:ln w="9525">
            <a:noFill/>
          </a:ln>
        </p:spPr>
      </p:pic>
      <p:sp>
        <p:nvSpPr>
          <p:cNvPr id="90" name="Text Box 52"/>
          <p:cNvSpPr txBox="1">
            <a:spLocks noChangeArrowheads="1"/>
          </p:cNvSpPr>
          <p:nvPr/>
        </p:nvSpPr>
        <p:spPr bwMode="auto">
          <a:xfrm>
            <a:off x="4100513" y="3662363"/>
            <a:ext cx="4581525" cy="660400"/>
          </a:xfrm>
          <a:prstGeom prst="rect">
            <a:avLst/>
          </a:prstGeom>
          <a:noFill/>
          <a:ln>
            <a:noFill/>
          </a:ln>
          <a:effectLst/>
        </p:spPr>
        <p:txBody>
          <a:bodyPr>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2</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128.30.33.128</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255.255.255.128</a:t>
            </a:r>
            <a:endParaRPr lang="en-US" altLang="zh-CN" b="1" baseline="-25000">
              <a:solidFill>
                <a:srgbClr val="000099"/>
              </a:solidFill>
              <a:latin typeface="Arial" panose="020B0604020202090204" pitchFamily="34" charset="0"/>
              <a:ea typeface="黑体" pitchFamily="6" charset="-122"/>
            </a:endParaRPr>
          </a:p>
        </p:txBody>
      </p:sp>
      <p:sp>
        <p:nvSpPr>
          <p:cNvPr id="91" name="Text Box 53"/>
          <p:cNvSpPr txBox="1">
            <a:spLocks noChangeArrowheads="1"/>
          </p:cNvSpPr>
          <p:nvPr/>
        </p:nvSpPr>
        <p:spPr bwMode="auto">
          <a:xfrm>
            <a:off x="3511550" y="5091113"/>
            <a:ext cx="1328738" cy="347663"/>
          </a:xfrm>
          <a:prstGeom prst="rect">
            <a:avLst/>
          </a:prstGeom>
          <a:noFill/>
          <a:ln>
            <a:noFill/>
          </a:ln>
          <a:effectLst/>
        </p:spPr>
        <p:txBody>
          <a:bodyPr wrap="none">
            <a:spAutoFit/>
          </a:bodyPr>
          <a:lstStyle/>
          <a:p>
            <a:pPr marR="0"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目的主机 </a:t>
            </a: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92" name="Text Box 54"/>
          <p:cNvSpPr txBox="1">
            <a:spLocks noChangeArrowheads="1"/>
          </p:cNvSpPr>
          <p:nvPr/>
        </p:nvSpPr>
        <p:spPr bwMode="auto">
          <a:xfrm>
            <a:off x="4289425" y="4657725"/>
            <a:ext cx="1549400"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128.30.33.138</a:t>
            </a:r>
          </a:p>
        </p:txBody>
      </p:sp>
      <p:sp>
        <p:nvSpPr>
          <p:cNvPr id="93" name="Text Box 55"/>
          <p:cNvSpPr txBox="1">
            <a:spLocks noChangeArrowheads="1"/>
          </p:cNvSpPr>
          <p:nvPr/>
        </p:nvSpPr>
        <p:spPr bwMode="auto">
          <a:xfrm>
            <a:off x="1457325" y="4452938"/>
            <a:ext cx="30321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94" name="Text Box 56"/>
          <p:cNvSpPr txBox="1">
            <a:spLocks noChangeArrowheads="1"/>
          </p:cNvSpPr>
          <p:nvPr/>
        </p:nvSpPr>
        <p:spPr bwMode="auto">
          <a:xfrm>
            <a:off x="1471613" y="5118100"/>
            <a:ext cx="303213"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95" name="Text Box 57"/>
          <p:cNvSpPr txBox="1">
            <a:spLocks noChangeArrowheads="1"/>
          </p:cNvSpPr>
          <p:nvPr/>
        </p:nvSpPr>
        <p:spPr bwMode="auto">
          <a:xfrm>
            <a:off x="1768475" y="4452938"/>
            <a:ext cx="1549400"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128.30.33.129</a:t>
            </a:r>
          </a:p>
        </p:txBody>
      </p:sp>
      <p:pic>
        <p:nvPicPr>
          <p:cNvPr id="208948" name="Picture 58"/>
          <p:cNvPicPr/>
          <p:nvPr/>
        </p:nvPicPr>
        <p:blipFill>
          <a:blip r:embed="rId3"/>
          <a:stretch>
            <a:fillRect/>
          </a:stretch>
        </p:blipFill>
        <p:spPr>
          <a:xfrm>
            <a:off x="2206625" y="5818188"/>
            <a:ext cx="400050" cy="436562"/>
          </a:xfrm>
          <a:prstGeom prst="rect">
            <a:avLst/>
          </a:prstGeom>
          <a:noFill/>
          <a:ln w="9525">
            <a:noFill/>
          </a:ln>
        </p:spPr>
      </p:pic>
      <p:sp>
        <p:nvSpPr>
          <p:cNvPr id="97" name="Text Box 59"/>
          <p:cNvSpPr txBox="1">
            <a:spLocks noChangeArrowheads="1"/>
          </p:cNvSpPr>
          <p:nvPr/>
        </p:nvSpPr>
        <p:spPr bwMode="auto">
          <a:xfrm>
            <a:off x="1855788" y="5788025"/>
            <a:ext cx="417513"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3</a:t>
            </a:r>
          </a:p>
        </p:txBody>
      </p:sp>
      <p:sp>
        <p:nvSpPr>
          <p:cNvPr id="98" name="Text Box 60"/>
          <p:cNvSpPr txBox="1">
            <a:spLocks noChangeArrowheads="1"/>
          </p:cNvSpPr>
          <p:nvPr/>
        </p:nvSpPr>
        <p:spPr bwMode="auto">
          <a:xfrm>
            <a:off x="1851025" y="5116513"/>
            <a:ext cx="1311275" cy="349250"/>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128.30.36.2</a:t>
            </a:r>
          </a:p>
        </p:txBody>
      </p:sp>
      <p:sp>
        <p:nvSpPr>
          <p:cNvPr id="99" name="Text Box 61"/>
          <p:cNvSpPr txBox="1">
            <a:spLocks noChangeArrowheads="1"/>
          </p:cNvSpPr>
          <p:nvPr/>
        </p:nvSpPr>
        <p:spPr bwMode="auto">
          <a:xfrm>
            <a:off x="4183063" y="5607050"/>
            <a:ext cx="3500438" cy="660400"/>
          </a:xfrm>
          <a:prstGeom prst="rect">
            <a:avLst/>
          </a:prstGeom>
          <a:noFill/>
          <a:ln>
            <a:noFill/>
          </a:ln>
          <a:effectLst/>
        </p:spPr>
        <p:txBody>
          <a:bodyPr wrap="none">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3</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128.30.36.0</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255.255.255.0</a:t>
            </a:r>
            <a:endParaRPr lang="en-US" altLang="zh-CN" b="1" baseline="-25000">
              <a:solidFill>
                <a:srgbClr val="000099"/>
              </a:solidFill>
              <a:latin typeface="Arial" panose="020B0604020202090204" pitchFamily="34" charset="0"/>
              <a:ea typeface="黑体" pitchFamily="6" charset="-122"/>
            </a:endParaRPr>
          </a:p>
        </p:txBody>
      </p:sp>
      <p:sp>
        <p:nvSpPr>
          <p:cNvPr id="100" name="Text Box 62"/>
          <p:cNvSpPr txBox="1">
            <a:spLocks noChangeArrowheads="1"/>
          </p:cNvSpPr>
          <p:nvPr/>
        </p:nvSpPr>
        <p:spPr bwMode="auto">
          <a:xfrm>
            <a:off x="2497138" y="5854700"/>
            <a:ext cx="1430338" cy="34766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128.30.36.12</a:t>
            </a:r>
          </a:p>
        </p:txBody>
      </p:sp>
      <p:sp>
        <p:nvSpPr>
          <p:cNvPr id="101" name="Line 64"/>
          <p:cNvSpPr>
            <a:spLocks noChangeShapeType="1"/>
          </p:cNvSpPr>
          <p:nvPr/>
        </p:nvSpPr>
        <p:spPr bwMode="auto">
          <a:xfrm>
            <a:off x="1120775" y="2697163"/>
            <a:ext cx="3024188" cy="2128838"/>
          </a:xfrm>
          <a:prstGeom prst="line">
            <a:avLst/>
          </a:prstGeom>
          <a:noFill/>
          <a:ln w="76200">
            <a:solidFill>
              <a:srgbClr val="FF0000">
                <a:alpha val="80000"/>
              </a:srgbClr>
            </a:solidFill>
            <a:round/>
            <a:tailEnd type="triangle" w="med"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102" name="Text Box 26"/>
          <p:cNvSpPr txBox="1">
            <a:spLocks noChangeArrowheads="1"/>
          </p:cNvSpPr>
          <p:nvPr/>
        </p:nvSpPr>
        <p:spPr bwMode="auto">
          <a:xfrm>
            <a:off x="688975" y="2284413"/>
            <a:ext cx="3494088" cy="860425"/>
          </a:xfrm>
          <a:prstGeom prst="rect">
            <a:avLst/>
          </a:prstGeom>
          <a:noFill/>
          <a:ln>
            <a:noFill/>
          </a:ln>
          <a:effectLst/>
        </p:spPr>
        <p:txBody>
          <a:bodyPr>
            <a:spAutoFit/>
          </a:bodyPr>
          <a:lstStyle/>
          <a:p>
            <a:pPr algn="ctr" defTabSz="843280">
              <a:buNone/>
            </a:pPr>
            <a:r>
              <a:rPr lang="zh-CN" altLang="en-US" sz="1600" b="1">
                <a:solidFill>
                  <a:srgbClr val="000099"/>
                </a:solidFill>
                <a:latin typeface="Arial" panose="020B0604020202090204" pitchFamily="34" charset="0"/>
                <a:ea typeface="黑体" pitchFamily="6" charset="-122"/>
              </a:rPr>
              <a:t>子网</a:t>
            </a:r>
            <a:r>
              <a:rPr lang="en-US" altLang="zh-CN" sz="1600" b="1">
                <a:solidFill>
                  <a:srgbClr val="000099"/>
                </a:solidFill>
                <a:latin typeface="Arial" panose="020B0604020202090204" pitchFamily="34" charset="0"/>
                <a:ea typeface="黑体" pitchFamily="6" charset="-122"/>
              </a:rPr>
              <a:t>1</a:t>
            </a:r>
            <a:r>
              <a:rPr lang="zh-CN" altLang="en-US" sz="1600" b="1">
                <a:solidFill>
                  <a:srgbClr val="000099"/>
                </a:solidFill>
                <a:latin typeface="Arial" panose="020B0604020202090204" pitchFamily="34" charset="0"/>
                <a:ea typeface="黑体" pitchFamily="6" charset="-122"/>
              </a:rPr>
              <a:t>：</a:t>
            </a:r>
          </a:p>
          <a:p>
            <a:pPr algn="ctr" defTabSz="843280">
              <a:buNone/>
            </a:pPr>
            <a:r>
              <a:rPr lang="zh-CN" altLang="en-US" sz="1600" b="1">
                <a:solidFill>
                  <a:srgbClr val="000099"/>
                </a:solidFill>
                <a:latin typeface="Arial" panose="020B0604020202090204" pitchFamily="34" charset="0"/>
                <a:ea typeface="黑体" pitchFamily="6" charset="-122"/>
              </a:rPr>
              <a:t>    网络地址 </a:t>
            </a:r>
            <a:r>
              <a:rPr lang="en-US" altLang="zh-CN" sz="1600" b="1">
                <a:solidFill>
                  <a:srgbClr val="000099"/>
                </a:solidFill>
                <a:latin typeface="Arial" panose="020B0604020202090204" pitchFamily="34" charset="0"/>
                <a:ea typeface="黑体" pitchFamily="6" charset="-122"/>
              </a:rPr>
              <a:t>128.30.33.0</a:t>
            </a:r>
          </a:p>
          <a:p>
            <a:pPr algn="ctr" defTabSz="843280">
              <a:buNone/>
            </a:pPr>
            <a:r>
              <a:rPr lang="en-US" altLang="zh-CN" sz="1600" b="1">
                <a:solidFill>
                  <a:srgbClr val="000099"/>
                </a:solidFill>
                <a:latin typeface="Arial" panose="020B0604020202090204" pitchFamily="34" charset="0"/>
                <a:ea typeface="黑体" pitchFamily="6" charset="-122"/>
              </a:rPr>
              <a:t>     </a:t>
            </a:r>
            <a:r>
              <a:rPr lang="zh-CN" altLang="en-US" sz="1600" b="1">
                <a:solidFill>
                  <a:srgbClr val="000099"/>
                </a:solidFill>
                <a:latin typeface="Arial" panose="020B0604020202090204" pitchFamily="34" charset="0"/>
                <a:ea typeface="黑体" pitchFamily="6" charset="-122"/>
              </a:rPr>
              <a:t>子网掩码 </a:t>
            </a:r>
            <a:r>
              <a:rPr lang="en-US" altLang="zh-CN" sz="1600" b="1">
                <a:solidFill>
                  <a:srgbClr val="000099"/>
                </a:solidFill>
                <a:latin typeface="Arial" panose="020B0604020202090204" pitchFamily="34" charset="0"/>
                <a:ea typeface="黑体" pitchFamily="6" charset="-122"/>
              </a:rPr>
              <a:t>255.255.255.128</a:t>
            </a:r>
          </a:p>
        </p:txBody>
      </p:sp>
      <p:sp>
        <p:nvSpPr>
          <p:cNvPr id="103" name="Text Box 3"/>
          <p:cNvSpPr txBox="1">
            <a:spLocks noChangeArrowheads="1"/>
          </p:cNvSpPr>
          <p:nvPr/>
        </p:nvSpPr>
        <p:spPr bwMode="auto">
          <a:xfrm>
            <a:off x="1252538" y="3124200"/>
            <a:ext cx="1311275" cy="347663"/>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a:t>
            </a:r>
          </a:p>
        </p:txBody>
      </p:sp>
      <p:sp>
        <p:nvSpPr>
          <p:cNvPr id="514114" name="Rectangle 66"/>
          <p:cNvSpPr>
            <a:spLocks noChangeArrowheads="1"/>
          </p:cNvSpPr>
          <p:nvPr/>
        </p:nvSpPr>
        <p:spPr bwMode="auto">
          <a:xfrm>
            <a:off x="223838" y="5157788"/>
            <a:ext cx="8934450" cy="1436688"/>
          </a:xfrm>
          <a:prstGeom prst="rect">
            <a:avLst/>
          </a:prstGeom>
          <a:solidFill>
            <a:srgbClr val="CCECFF"/>
          </a:solidFill>
          <a:ln w="9525">
            <a:solidFill>
              <a:schemeClr val="tx1"/>
            </a:solidFill>
            <a:miter lim="800000"/>
          </a:ln>
          <a:effectLst/>
        </p:spPr>
        <p:txBody>
          <a:bodyPr wrap="none" anchor="ctr"/>
          <a:lstStyle/>
          <a:p>
            <a:pPr algn="ctr" defTabSz="843280">
              <a:lnSpc>
                <a:spcPct val="110000"/>
              </a:lnSpc>
              <a:buNone/>
            </a:pPr>
            <a:r>
              <a:rPr lang="zh-CN" altLang="en-US" sz="2200" b="1">
                <a:solidFill>
                  <a:srgbClr val="0000CC"/>
                </a:solidFill>
                <a:latin typeface="Arial" panose="020B0604020202090204" pitchFamily="34" charset="0"/>
                <a:ea typeface="黑体" pitchFamily="6" charset="-122"/>
              </a:rPr>
              <a:t>请注意：</a:t>
            </a:r>
            <a:r>
              <a:rPr lang="en-US" altLang="zh-CN" sz="2200" b="1">
                <a:solidFill>
                  <a:srgbClr val="0000CC"/>
                </a:solidFill>
                <a:latin typeface="Arial" panose="020B0604020202090204" pitchFamily="34" charset="0"/>
                <a:ea typeface="黑体" pitchFamily="6" charset="-122"/>
              </a:rPr>
              <a:t>H</a:t>
            </a:r>
            <a:r>
              <a:rPr lang="en-US" altLang="zh-CN" sz="2200" b="1" baseline="-25000">
                <a:solidFill>
                  <a:srgbClr val="0000CC"/>
                </a:solidFill>
                <a:latin typeface="Arial" panose="020B0604020202090204" pitchFamily="34" charset="0"/>
                <a:ea typeface="黑体" pitchFamily="6" charset="-122"/>
              </a:rPr>
              <a:t>1</a:t>
            </a:r>
            <a:r>
              <a:rPr lang="en-US" altLang="zh-CN" sz="2200" b="1">
                <a:solidFill>
                  <a:srgbClr val="0000CC"/>
                </a:solidFill>
                <a:latin typeface="Arial" panose="020B0604020202090204" pitchFamily="34" charset="0"/>
                <a:ea typeface="黑体" pitchFamily="6" charset="-122"/>
              </a:rPr>
              <a:t> </a:t>
            </a:r>
            <a:r>
              <a:rPr lang="zh-CN" altLang="en-US" sz="2200" b="1">
                <a:solidFill>
                  <a:srgbClr val="0000CC"/>
                </a:solidFill>
                <a:latin typeface="Arial" panose="020B0604020202090204" pitchFamily="34" charset="0"/>
                <a:ea typeface="黑体" pitchFamily="6" charset="-122"/>
              </a:rPr>
              <a:t>并不知道 </a:t>
            </a:r>
            <a:r>
              <a:rPr lang="en-US" altLang="zh-CN" sz="2200" b="1">
                <a:solidFill>
                  <a:srgbClr val="0000CC"/>
                </a:solidFill>
                <a:latin typeface="Arial" panose="020B0604020202090204" pitchFamily="34" charset="0"/>
                <a:ea typeface="黑体" pitchFamily="6" charset="-122"/>
              </a:rPr>
              <a:t>H</a:t>
            </a:r>
            <a:r>
              <a:rPr lang="en-US" altLang="zh-CN" sz="2200" b="1" baseline="-25000">
                <a:solidFill>
                  <a:srgbClr val="0000CC"/>
                </a:solidFill>
                <a:latin typeface="Arial" panose="020B0604020202090204" pitchFamily="34" charset="0"/>
                <a:ea typeface="黑体" pitchFamily="6" charset="-122"/>
              </a:rPr>
              <a:t>2</a:t>
            </a:r>
            <a:r>
              <a:rPr lang="en-US" altLang="zh-CN" sz="2200" b="1">
                <a:solidFill>
                  <a:srgbClr val="0000CC"/>
                </a:solidFill>
                <a:latin typeface="Arial" panose="020B0604020202090204" pitchFamily="34" charset="0"/>
                <a:ea typeface="黑体" pitchFamily="6" charset="-122"/>
              </a:rPr>
              <a:t> </a:t>
            </a:r>
            <a:r>
              <a:rPr lang="zh-CN" altLang="en-US" sz="2200" b="1">
                <a:solidFill>
                  <a:srgbClr val="0000CC"/>
                </a:solidFill>
                <a:latin typeface="Arial" panose="020B0604020202090204" pitchFamily="34" charset="0"/>
                <a:ea typeface="黑体" pitchFamily="6" charset="-122"/>
              </a:rPr>
              <a:t>连接在哪一个网络上。</a:t>
            </a:r>
          </a:p>
          <a:p>
            <a:pPr algn="ctr" defTabSz="843280">
              <a:lnSpc>
                <a:spcPct val="110000"/>
              </a:lnSpc>
              <a:buNone/>
            </a:pPr>
            <a:r>
              <a:rPr lang="en-US" altLang="zh-CN" sz="2200" b="1">
                <a:solidFill>
                  <a:srgbClr val="0000CC"/>
                </a:solidFill>
                <a:latin typeface="Arial" panose="020B0604020202090204" pitchFamily="34" charset="0"/>
                <a:ea typeface="黑体" pitchFamily="6" charset="-122"/>
              </a:rPr>
              <a:t>H</a:t>
            </a:r>
            <a:r>
              <a:rPr lang="en-US" altLang="zh-CN" sz="2200" b="1" baseline="-25000">
                <a:solidFill>
                  <a:srgbClr val="0000CC"/>
                </a:solidFill>
                <a:latin typeface="Arial" panose="020B0604020202090204" pitchFamily="34" charset="0"/>
                <a:ea typeface="黑体" pitchFamily="6" charset="-122"/>
              </a:rPr>
              <a:t>1</a:t>
            </a:r>
            <a:r>
              <a:rPr lang="en-US" altLang="zh-CN" sz="2200" b="1">
                <a:solidFill>
                  <a:srgbClr val="0000CC"/>
                </a:solidFill>
                <a:latin typeface="Arial" panose="020B0604020202090204" pitchFamily="34" charset="0"/>
                <a:ea typeface="黑体" pitchFamily="6" charset="-122"/>
              </a:rPr>
              <a:t> </a:t>
            </a:r>
            <a:r>
              <a:rPr lang="zh-CN" altLang="en-US" sz="2200" b="1">
                <a:solidFill>
                  <a:srgbClr val="0000CC"/>
                </a:solidFill>
                <a:latin typeface="Arial" panose="020B0604020202090204" pitchFamily="34" charset="0"/>
                <a:ea typeface="黑体" pitchFamily="6" charset="-122"/>
              </a:rPr>
              <a:t>仅仅知道 </a:t>
            </a:r>
            <a:r>
              <a:rPr lang="en-US" altLang="zh-CN" sz="2200" b="1">
                <a:solidFill>
                  <a:srgbClr val="0000CC"/>
                </a:solidFill>
                <a:latin typeface="Arial" panose="020B0604020202090204" pitchFamily="34" charset="0"/>
                <a:ea typeface="黑体" pitchFamily="6" charset="-122"/>
              </a:rPr>
              <a:t>H</a:t>
            </a:r>
            <a:r>
              <a:rPr lang="en-US" altLang="zh-CN" sz="2200" b="1" baseline="-25000">
                <a:solidFill>
                  <a:srgbClr val="0000CC"/>
                </a:solidFill>
                <a:latin typeface="Arial" panose="020B0604020202090204" pitchFamily="34" charset="0"/>
                <a:ea typeface="黑体" pitchFamily="6" charset="-122"/>
              </a:rPr>
              <a:t>2</a:t>
            </a:r>
            <a:r>
              <a:rPr lang="en-US" altLang="zh-CN" sz="2200" b="1">
                <a:solidFill>
                  <a:srgbClr val="0000CC"/>
                </a:solidFill>
                <a:latin typeface="Arial" panose="020B0604020202090204" pitchFamily="34" charset="0"/>
                <a:ea typeface="黑体" pitchFamily="6" charset="-122"/>
              </a:rPr>
              <a:t> </a:t>
            </a:r>
            <a:r>
              <a:rPr lang="zh-CN" altLang="en-US" sz="2200" b="1">
                <a:solidFill>
                  <a:srgbClr val="0000CC"/>
                </a:solidFill>
                <a:latin typeface="Arial" panose="020B0604020202090204" pitchFamily="34" charset="0"/>
                <a:ea typeface="黑体" pitchFamily="6" charset="-122"/>
              </a:rPr>
              <a:t>的 </a:t>
            </a:r>
            <a:r>
              <a:rPr lang="en-US" altLang="zh-CN" sz="2200" b="1">
                <a:solidFill>
                  <a:srgbClr val="0000CC"/>
                </a:solidFill>
                <a:latin typeface="Arial" panose="020B0604020202090204" pitchFamily="34" charset="0"/>
                <a:ea typeface="黑体" pitchFamily="6" charset="-122"/>
              </a:rPr>
              <a:t>IP </a:t>
            </a:r>
            <a:r>
              <a:rPr lang="zh-CN" altLang="en-US" sz="2200" b="1">
                <a:solidFill>
                  <a:srgbClr val="0000CC"/>
                </a:solidFill>
                <a:latin typeface="Arial" panose="020B0604020202090204" pitchFamily="34" charset="0"/>
                <a:ea typeface="黑体" pitchFamily="6" charset="-122"/>
              </a:rPr>
              <a:t>地址是</a:t>
            </a:r>
          </a:p>
          <a:p>
            <a:pPr algn="ctr" defTabSz="843280">
              <a:lnSpc>
                <a:spcPct val="110000"/>
              </a:lnSpc>
              <a:buNone/>
            </a:pPr>
            <a:r>
              <a:rPr lang="en-US" altLang="zh-CN" sz="2200" b="1">
                <a:solidFill>
                  <a:srgbClr val="0000CC"/>
                </a:solidFill>
                <a:latin typeface="Arial" panose="020B0604020202090204" pitchFamily="34" charset="0"/>
                <a:ea typeface="黑体" pitchFamily="6" charset="-122"/>
              </a:rPr>
              <a:t>128.30.33.138</a:t>
            </a:r>
          </a:p>
        </p:txBody>
      </p:sp>
      <p:sp>
        <p:nvSpPr>
          <p:cNvPr id="514115" name="Rectangle 67"/>
          <p:cNvSpPr>
            <a:spLocks noChangeArrowheads="1"/>
          </p:cNvSpPr>
          <p:nvPr/>
        </p:nvSpPr>
        <p:spPr bwMode="auto">
          <a:xfrm>
            <a:off x="223838" y="5157788"/>
            <a:ext cx="8948738" cy="1436688"/>
          </a:xfrm>
          <a:prstGeom prst="rect">
            <a:avLst/>
          </a:prstGeom>
          <a:solidFill>
            <a:srgbClr val="FFCCFF"/>
          </a:solidFill>
          <a:ln w="9525">
            <a:solidFill>
              <a:schemeClr val="tx1"/>
            </a:solidFill>
            <a:miter lim="800000"/>
          </a:ln>
          <a:effectLst/>
        </p:spPr>
        <p:txBody>
          <a:bodyPr wrap="none" anchor="ctr"/>
          <a:lstStyle/>
          <a:p>
            <a:pPr algn="ctr" defTabSz="843280">
              <a:lnSpc>
                <a:spcPct val="110000"/>
              </a:lnSpc>
              <a:buNone/>
            </a:pPr>
            <a:r>
              <a:rPr lang="zh-CN" altLang="en-US" sz="2200" b="1">
                <a:solidFill>
                  <a:srgbClr val="0000CC"/>
                </a:solidFill>
                <a:latin typeface="Arial" panose="020B0604020202090204" pitchFamily="34" charset="0"/>
                <a:ea typeface="黑体" pitchFamily="6" charset="-122"/>
              </a:rPr>
              <a:t>因此 </a:t>
            </a:r>
            <a:r>
              <a:rPr lang="en-US" altLang="zh-CN" sz="2200" b="1">
                <a:solidFill>
                  <a:srgbClr val="0000CC"/>
                </a:solidFill>
                <a:latin typeface="Arial" panose="020B0604020202090204" pitchFamily="34" charset="0"/>
                <a:ea typeface="黑体" pitchFamily="6" charset="-122"/>
              </a:rPr>
              <a:t>H</a:t>
            </a:r>
            <a:r>
              <a:rPr lang="en-US" altLang="zh-CN" sz="2200" b="1" baseline="-25000">
                <a:solidFill>
                  <a:srgbClr val="0000CC"/>
                </a:solidFill>
                <a:latin typeface="Arial" panose="020B0604020202090204" pitchFamily="34" charset="0"/>
                <a:ea typeface="黑体" pitchFamily="6" charset="-122"/>
              </a:rPr>
              <a:t>1 </a:t>
            </a:r>
            <a:r>
              <a:rPr lang="zh-CN" altLang="en-US" sz="2200" b="1">
                <a:solidFill>
                  <a:srgbClr val="0000CC"/>
                </a:solidFill>
                <a:latin typeface="Arial" panose="020B0604020202090204" pitchFamily="34" charset="0"/>
                <a:ea typeface="黑体" pitchFamily="6" charset="-122"/>
              </a:rPr>
              <a:t>首先检查主机 </a:t>
            </a:r>
            <a:r>
              <a:rPr lang="en-US" altLang="zh-CN" sz="2200" b="1">
                <a:solidFill>
                  <a:srgbClr val="0000CC"/>
                </a:solidFill>
                <a:latin typeface="Arial" panose="020B0604020202090204" pitchFamily="34" charset="0"/>
                <a:ea typeface="黑体" pitchFamily="6" charset="-122"/>
              </a:rPr>
              <a:t>128.30.33.138 </a:t>
            </a:r>
            <a:r>
              <a:rPr lang="zh-CN" altLang="en-US" sz="2200" b="1">
                <a:solidFill>
                  <a:srgbClr val="0000CC"/>
                </a:solidFill>
                <a:latin typeface="Arial" panose="020B0604020202090204" pitchFamily="34" charset="0"/>
                <a:ea typeface="黑体" pitchFamily="6" charset="-122"/>
              </a:rPr>
              <a:t>是否连接在本网络上</a:t>
            </a:r>
          </a:p>
          <a:p>
            <a:pPr algn="ctr" defTabSz="843280">
              <a:lnSpc>
                <a:spcPct val="110000"/>
              </a:lnSpc>
              <a:buNone/>
            </a:pPr>
            <a:r>
              <a:rPr lang="zh-CN" altLang="en-US" sz="2200" b="1">
                <a:solidFill>
                  <a:srgbClr val="0000CC"/>
                </a:solidFill>
                <a:latin typeface="Arial" panose="020B0604020202090204" pitchFamily="34" charset="0"/>
                <a:ea typeface="黑体" pitchFamily="6" charset="-122"/>
              </a:rPr>
              <a:t>如果是，则直接交付；</a:t>
            </a:r>
          </a:p>
          <a:p>
            <a:pPr algn="ctr" defTabSz="843280">
              <a:lnSpc>
                <a:spcPct val="110000"/>
              </a:lnSpc>
              <a:buNone/>
            </a:pPr>
            <a:r>
              <a:rPr lang="zh-CN" altLang="en-US" sz="2200" b="1">
                <a:solidFill>
                  <a:srgbClr val="0000CC"/>
                </a:solidFill>
                <a:latin typeface="Arial" panose="020B0604020202090204" pitchFamily="34" charset="0"/>
                <a:ea typeface="黑体" pitchFamily="6" charset="-122"/>
              </a:rPr>
              <a:t>否则，就送交路由器 </a:t>
            </a:r>
            <a:r>
              <a:rPr lang="en-US" altLang="zh-CN" sz="2200" b="1">
                <a:solidFill>
                  <a:srgbClr val="0000CC"/>
                </a:solidFill>
                <a:latin typeface="Arial" panose="020B0604020202090204" pitchFamily="34" charset="0"/>
                <a:ea typeface="黑体" pitchFamily="6" charset="-122"/>
              </a:rPr>
              <a:t>R</a:t>
            </a:r>
            <a:r>
              <a:rPr lang="en-US" altLang="zh-CN" sz="2200" b="1" baseline="-25000">
                <a:solidFill>
                  <a:srgbClr val="0000CC"/>
                </a:solidFill>
                <a:latin typeface="Arial" panose="020B0604020202090204" pitchFamily="34" charset="0"/>
                <a:ea typeface="黑体" pitchFamily="6" charset="-122"/>
              </a:rPr>
              <a:t>1</a:t>
            </a:r>
            <a:r>
              <a:rPr lang="zh-CN" altLang="en-US" sz="2200" b="1">
                <a:solidFill>
                  <a:srgbClr val="0000CC"/>
                </a:solidFill>
                <a:latin typeface="Arial" panose="020B0604020202090204" pitchFamily="34" charset="0"/>
                <a:ea typeface="黑体" pitchFamily="6" charset="-122"/>
              </a:rPr>
              <a:t>，并逐项查找路由表。</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2000"/>
                                        <p:tgtEl>
                                          <p:spTgt spid="101"/>
                                        </p:tgtEl>
                                      </p:cBhvr>
                                    </p:animEffect>
                                  </p:childTnLst>
                                </p:cTn>
                              </p:par>
                            </p:childTnLst>
                          </p:cTn>
                        </p:par>
                        <p:par>
                          <p:cTn id="8" fill="hold">
                            <p:stCondLst>
                              <p:cond delay="2000"/>
                            </p:stCondLst>
                            <p:childTnLst>
                              <p:par>
                                <p:cTn id="9" presetID="4" presetClass="entr" presetSubtype="32" fill="hold" nodeType="afterEffect">
                                  <p:stCondLst>
                                    <p:cond delay="0"/>
                                  </p:stCondLst>
                                  <p:childTnLst>
                                    <p:set>
                                      <p:cBhvr>
                                        <p:cTn id="10" dur="1" fill="hold">
                                          <p:stCondLst>
                                            <p:cond delay="0"/>
                                          </p:stCondLst>
                                        </p:cTn>
                                        <p:tgtEl>
                                          <p:spTgt spid="514114"/>
                                        </p:tgtEl>
                                        <p:attrNameLst>
                                          <p:attrName>style.visibility</p:attrName>
                                        </p:attrNameLst>
                                      </p:cBhvr>
                                      <p:to>
                                        <p:strVal val="visible"/>
                                      </p:to>
                                    </p:set>
                                    <p:animEffect transition="in" filter="box(out)">
                                      <p:cBhvr>
                                        <p:cTn id="11" dur="2000"/>
                                        <p:tgtEl>
                                          <p:spTgt spid="514114"/>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141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14" grpId="0" animBg="1"/>
      <p:bldP spid="514115"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135" name="Rectangle 63"/>
          <p:cNvSpPr>
            <a:spLocks noGrp="1" noChangeArrowheads="1"/>
          </p:cNvSpPr>
          <p:nvPr>
            <p:ph type="title" idx="4294967295"/>
          </p:nvPr>
        </p:nvSpPr>
        <p:spPr>
          <a:xfrm>
            <a:off x="214313" y="328613"/>
            <a:ext cx="8929688" cy="1371600"/>
          </a:xfrm>
        </p:spPr>
        <p:txBody>
          <a:bodyPr vert="horz" wrap="square" lIns="91440" tIns="45720" rIns="91440" bIns="45720" numCol="1" anchor="b" anchorCtr="0" compatLnSpc="1"/>
          <a:lstStyle/>
          <a:p>
            <a:pPr eaLnBrk="1" hangingPunct="1">
              <a:lnSpc>
                <a:spcPct val="110000"/>
              </a:lnSpc>
              <a:buNone/>
            </a:pPr>
            <a:r>
              <a:rPr lang="zh-CN" altLang="en-US" sz="2500">
                <a:solidFill>
                  <a:srgbClr val="000099"/>
                </a:solidFill>
              </a:rPr>
              <a:t>主机 </a:t>
            </a:r>
            <a:r>
              <a:rPr lang="en-US" altLang="zh-CN" sz="2500">
                <a:solidFill>
                  <a:srgbClr val="000099"/>
                </a:solidFill>
              </a:rPr>
              <a:t>H</a:t>
            </a:r>
            <a:r>
              <a:rPr lang="en-US" altLang="zh-CN" sz="2500" baseline="-25000">
                <a:solidFill>
                  <a:srgbClr val="000099"/>
                </a:solidFill>
              </a:rPr>
              <a:t>1</a:t>
            </a:r>
            <a:r>
              <a:rPr lang="en-US" altLang="zh-CN" sz="2500">
                <a:solidFill>
                  <a:srgbClr val="000099"/>
                </a:solidFill>
              </a:rPr>
              <a:t> </a:t>
            </a:r>
            <a:r>
              <a:rPr lang="zh-CN" altLang="en-US" sz="2500">
                <a:solidFill>
                  <a:srgbClr val="000099"/>
                </a:solidFill>
              </a:rPr>
              <a:t>首先将</a:t>
            </a:r>
            <a:br>
              <a:rPr lang="zh-CN" altLang="en-US" sz="2500">
                <a:solidFill>
                  <a:srgbClr val="000099"/>
                </a:solidFill>
              </a:rPr>
            </a:br>
            <a:r>
              <a:rPr lang="zh-CN" altLang="en-US" sz="2500">
                <a:solidFill>
                  <a:srgbClr val="000099"/>
                </a:solidFill>
              </a:rPr>
              <a:t>本子网的子网掩码 </a:t>
            </a:r>
            <a:r>
              <a:rPr lang="en-US" altLang="zh-CN" sz="2500">
                <a:solidFill>
                  <a:srgbClr val="000099"/>
                </a:solidFill>
              </a:rPr>
              <a:t>255.255.255.128</a:t>
            </a:r>
            <a:br>
              <a:rPr lang="en-US" altLang="zh-CN" sz="2500">
                <a:solidFill>
                  <a:srgbClr val="000099"/>
                </a:solidFill>
              </a:rPr>
            </a:br>
            <a:r>
              <a:rPr lang="zh-CN" altLang="en-US" sz="2500">
                <a:solidFill>
                  <a:srgbClr val="000099"/>
                </a:solidFill>
              </a:rPr>
              <a:t>与分组的</a:t>
            </a:r>
            <a:r>
              <a:rPr lang="zh-CN" altLang="en-US" sz="1400">
                <a:solidFill>
                  <a:srgbClr val="000099"/>
                </a:solidFill>
              </a:rPr>
              <a:t> </a:t>
            </a:r>
            <a:r>
              <a:rPr lang="en-US" altLang="zh-CN" sz="2500">
                <a:solidFill>
                  <a:srgbClr val="000099"/>
                </a:solidFill>
              </a:rPr>
              <a:t>IP</a:t>
            </a:r>
            <a:r>
              <a:rPr lang="en-US" altLang="zh-CN" sz="1400">
                <a:solidFill>
                  <a:srgbClr val="000099"/>
                </a:solidFill>
              </a:rPr>
              <a:t> </a:t>
            </a:r>
            <a:r>
              <a:rPr lang="zh-CN" altLang="en-US" sz="2500">
                <a:solidFill>
                  <a:srgbClr val="000099"/>
                </a:solidFill>
              </a:rPr>
              <a:t>地址 </a:t>
            </a:r>
            <a:r>
              <a:rPr lang="en-US" altLang="zh-CN" sz="2500">
                <a:solidFill>
                  <a:srgbClr val="000099"/>
                </a:solidFill>
              </a:rPr>
              <a:t>128.30.33.138 </a:t>
            </a:r>
            <a:r>
              <a:rPr lang="zh-CN" altLang="en-US" sz="2500">
                <a:solidFill>
                  <a:srgbClr val="C00000"/>
                </a:solidFill>
              </a:rPr>
              <a:t>逐比特相“与”</a:t>
            </a:r>
            <a:r>
              <a:rPr lang="en-US" altLang="zh-CN" sz="2500">
                <a:solidFill>
                  <a:srgbClr val="000099"/>
                </a:solidFill>
              </a:rPr>
              <a:t>(AND </a:t>
            </a:r>
            <a:r>
              <a:rPr lang="zh-CN" altLang="en-US" sz="2500">
                <a:solidFill>
                  <a:srgbClr val="000099"/>
                </a:solidFill>
              </a:rPr>
              <a:t>操作</a:t>
            </a:r>
            <a:r>
              <a:rPr lang="en-US" altLang="zh-CN" sz="2500">
                <a:solidFill>
                  <a:srgbClr val="000099"/>
                </a:solidFill>
              </a:rPr>
              <a:t>) </a:t>
            </a:r>
          </a:p>
        </p:txBody>
      </p:sp>
      <p:sp>
        <p:nvSpPr>
          <p:cNvPr id="66" name="Rectangle 63"/>
          <p:cNvSpPr>
            <a:spLocks noChangeArrowheads="1"/>
          </p:cNvSpPr>
          <p:nvPr/>
        </p:nvSpPr>
        <p:spPr bwMode="auto">
          <a:xfrm>
            <a:off x="385763" y="1792288"/>
            <a:ext cx="8440738" cy="4668838"/>
          </a:xfrm>
          <a:prstGeom prst="rect">
            <a:avLst/>
          </a:prstGeom>
          <a:solidFill>
            <a:srgbClr val="FFFF99"/>
          </a:solidFill>
          <a:ln>
            <a:noFill/>
          </a:ln>
          <a:effectLst/>
        </p:spPr>
        <p:txBody>
          <a:bodyPr wrap="none" anchor="ctr"/>
          <a:lstStyle/>
          <a:p>
            <a:pPr marL="0" marR="0" lvl="0" indent="0" algn="ctr" defTabSz="843915" rtl="0" eaLnBrk="1" fontAlgn="auto" latinLnBrk="0" hangingPunct="1">
              <a:lnSpc>
                <a:spcPct val="100000"/>
              </a:lnSpc>
              <a:spcBef>
                <a:spcPts val="0"/>
              </a:spcBef>
              <a:spcAft>
                <a:spcPts val="0"/>
              </a:spcAft>
              <a:buClrTx/>
              <a:buSzTx/>
              <a:buFontTx/>
              <a:buNone/>
              <a:defRPr/>
            </a:pPr>
            <a:endParaRPr kumimoji="0" lang="zh-CN" altLang="zh-CN" sz="2585" b="0" i="0" u="none" strike="noStrike" kern="0" cap="none" spc="0" normalizeH="0" baseline="0" noProof="0">
              <a:ln>
                <a:noFill/>
              </a:ln>
              <a:solidFill>
                <a:sysClr val="windowText" lastClr="000000"/>
              </a:solidFill>
              <a:effectLst/>
              <a:uLnTx/>
              <a:uFillTx/>
              <a:latin typeface="Arial" panose="020B0604020202090204" pitchFamily="34" charset="0"/>
              <a:ea typeface="+mn-ea"/>
              <a:cs typeface="+mn-cs"/>
            </a:endParaRPr>
          </a:p>
        </p:txBody>
      </p:sp>
      <p:sp>
        <p:nvSpPr>
          <p:cNvPr id="67" name="Text Box 64"/>
          <p:cNvSpPr txBox="1">
            <a:spLocks noChangeArrowheads="1"/>
          </p:cNvSpPr>
          <p:nvPr/>
        </p:nvSpPr>
        <p:spPr bwMode="auto">
          <a:xfrm>
            <a:off x="1216025" y="1766888"/>
            <a:ext cx="6780213" cy="490538"/>
          </a:xfrm>
          <a:prstGeom prst="rect">
            <a:avLst/>
          </a:prstGeom>
          <a:noFill/>
          <a:ln>
            <a:noFill/>
          </a:ln>
          <a:effectLst/>
        </p:spPr>
        <p:txBody>
          <a:bodyPr wrap="none">
            <a:spAutoFit/>
          </a:bodyPr>
          <a:lstStyle/>
          <a:p>
            <a:pPr defTabSz="843280" eaLnBrk="1" hangingPunct="1">
              <a:buNone/>
            </a:pPr>
            <a:r>
              <a:rPr lang="en-US" altLang="zh-CN" sz="2500" b="1">
                <a:solidFill>
                  <a:srgbClr val="0000CC"/>
                </a:solidFill>
                <a:latin typeface="Arial" panose="020B0604020202090204" pitchFamily="34" charset="0"/>
                <a:ea typeface="黑体" pitchFamily="6" charset="-122"/>
              </a:rPr>
              <a:t>255.255.255.128 </a:t>
            </a:r>
            <a:r>
              <a:rPr lang="en-US" altLang="zh-CN" sz="2500" b="1">
                <a:solidFill>
                  <a:srgbClr val="FF0000"/>
                </a:solidFill>
                <a:latin typeface="Arial" panose="020B0604020202090204" pitchFamily="34" charset="0"/>
                <a:ea typeface="黑体" pitchFamily="6" charset="-122"/>
              </a:rPr>
              <a:t>AND</a:t>
            </a:r>
            <a:r>
              <a:rPr lang="en-US" altLang="zh-CN" sz="2500" b="1">
                <a:solidFill>
                  <a:srgbClr val="0000CC"/>
                </a:solidFill>
                <a:latin typeface="Arial" panose="020B0604020202090204" pitchFamily="34" charset="0"/>
                <a:ea typeface="黑体" pitchFamily="6" charset="-122"/>
              </a:rPr>
              <a:t> 128.30.33.138 </a:t>
            </a:r>
            <a:r>
              <a:rPr lang="zh-CN" altLang="en-US" sz="2500" b="1">
                <a:solidFill>
                  <a:srgbClr val="0000CC"/>
                </a:solidFill>
                <a:latin typeface="Arial" panose="020B0604020202090204" pitchFamily="34" charset="0"/>
                <a:ea typeface="黑体" pitchFamily="6" charset="-122"/>
              </a:rPr>
              <a:t>的计算</a:t>
            </a:r>
          </a:p>
        </p:txBody>
      </p:sp>
      <p:sp>
        <p:nvSpPr>
          <p:cNvPr id="68" name="Text Box 65"/>
          <p:cNvSpPr txBox="1">
            <a:spLocks noChangeArrowheads="1"/>
          </p:cNvSpPr>
          <p:nvPr/>
        </p:nvSpPr>
        <p:spPr bwMode="auto">
          <a:xfrm>
            <a:off x="815975" y="2298700"/>
            <a:ext cx="7761288" cy="889000"/>
          </a:xfrm>
          <a:prstGeom prst="rect">
            <a:avLst/>
          </a:prstGeom>
          <a:noFill/>
          <a:ln>
            <a:noFill/>
          </a:ln>
          <a:effectLst/>
        </p:spPr>
        <p:txBody>
          <a:bodyPr wrap="none">
            <a:spAutoFit/>
          </a:bodyPr>
          <a:lstStyle/>
          <a:p>
            <a:pPr defTabSz="843280" eaLnBrk="1" hangingPunct="1">
              <a:buNone/>
            </a:pPr>
            <a:r>
              <a:rPr lang="en-US" altLang="zh-CN" sz="2500" b="1">
                <a:solidFill>
                  <a:srgbClr val="0000CC"/>
                </a:solidFill>
                <a:latin typeface="Arial" panose="020B0604020202090204" pitchFamily="34" charset="0"/>
                <a:ea typeface="黑体" pitchFamily="6" charset="-122"/>
              </a:rPr>
              <a:t>255 </a:t>
            </a:r>
            <a:r>
              <a:rPr lang="zh-CN" altLang="en-US" sz="2500" b="1">
                <a:solidFill>
                  <a:srgbClr val="0000CC"/>
                </a:solidFill>
                <a:latin typeface="Arial" panose="020B0604020202090204" pitchFamily="34" charset="0"/>
                <a:ea typeface="黑体" pitchFamily="6" charset="-122"/>
              </a:rPr>
              <a:t>就是二进制的全 </a:t>
            </a:r>
            <a:r>
              <a:rPr lang="en-US" altLang="zh-CN" sz="2500" b="1">
                <a:solidFill>
                  <a:srgbClr val="0000CC"/>
                </a:solidFill>
                <a:latin typeface="Arial" panose="020B0604020202090204" pitchFamily="34" charset="0"/>
                <a:ea typeface="黑体" pitchFamily="6" charset="-122"/>
              </a:rPr>
              <a:t>1</a:t>
            </a:r>
            <a:r>
              <a:rPr lang="zh-CN" altLang="en-US" sz="2500" b="1">
                <a:solidFill>
                  <a:srgbClr val="0000CC"/>
                </a:solidFill>
                <a:latin typeface="Arial" panose="020B0604020202090204" pitchFamily="34" charset="0"/>
                <a:ea typeface="黑体" pitchFamily="6" charset="-122"/>
              </a:rPr>
              <a:t>，因此 </a:t>
            </a:r>
            <a:r>
              <a:rPr lang="en-US" altLang="zh-CN" sz="2500" b="1">
                <a:solidFill>
                  <a:srgbClr val="0000CC"/>
                </a:solidFill>
                <a:latin typeface="Arial" panose="020B0604020202090204" pitchFamily="34" charset="0"/>
                <a:ea typeface="黑体" pitchFamily="6" charset="-122"/>
              </a:rPr>
              <a:t>255 AND xyz = xyz</a:t>
            </a:r>
            <a:r>
              <a:rPr lang="zh-CN" altLang="en-US" sz="2500" b="1">
                <a:solidFill>
                  <a:srgbClr val="0000CC"/>
                </a:solidFill>
                <a:latin typeface="Arial" panose="020B0604020202090204" pitchFamily="34" charset="0"/>
                <a:ea typeface="黑体" pitchFamily="6" charset="-122"/>
              </a:rPr>
              <a:t>，</a:t>
            </a:r>
          </a:p>
          <a:p>
            <a:pPr defTabSz="843280" eaLnBrk="1" hangingPunct="1">
              <a:buNone/>
            </a:pPr>
            <a:r>
              <a:rPr lang="zh-CN" altLang="en-US" sz="2500" b="1">
                <a:solidFill>
                  <a:srgbClr val="0000CC"/>
                </a:solidFill>
                <a:latin typeface="Arial" panose="020B0604020202090204" pitchFamily="34" charset="0"/>
                <a:ea typeface="黑体" pitchFamily="6" charset="-122"/>
              </a:rPr>
              <a:t>这里只需计算最后的 </a:t>
            </a:r>
            <a:r>
              <a:rPr lang="en-US" altLang="zh-CN" sz="2500" b="1">
                <a:solidFill>
                  <a:srgbClr val="0000CC"/>
                </a:solidFill>
                <a:latin typeface="Arial" panose="020B0604020202090204" pitchFamily="34" charset="0"/>
                <a:ea typeface="黑体" pitchFamily="6" charset="-122"/>
              </a:rPr>
              <a:t>128 AND 138 </a:t>
            </a:r>
            <a:r>
              <a:rPr lang="zh-CN" altLang="en-US" sz="2500" b="1">
                <a:solidFill>
                  <a:srgbClr val="0000CC"/>
                </a:solidFill>
                <a:latin typeface="Arial" panose="020B0604020202090204" pitchFamily="34" charset="0"/>
                <a:ea typeface="黑体" pitchFamily="6" charset="-122"/>
              </a:rPr>
              <a:t>即可。</a:t>
            </a:r>
          </a:p>
        </p:txBody>
      </p:sp>
      <p:sp>
        <p:nvSpPr>
          <p:cNvPr id="69" name="Text Box 66"/>
          <p:cNvSpPr txBox="1">
            <a:spLocks noChangeArrowheads="1"/>
          </p:cNvSpPr>
          <p:nvPr/>
        </p:nvSpPr>
        <p:spPr bwMode="auto">
          <a:xfrm>
            <a:off x="2687638" y="3190875"/>
            <a:ext cx="2727325" cy="887413"/>
          </a:xfrm>
          <a:prstGeom prst="rect">
            <a:avLst/>
          </a:prstGeom>
          <a:noFill/>
          <a:ln>
            <a:noFill/>
          </a:ln>
          <a:effectLst/>
        </p:spPr>
        <p:txBody>
          <a:bodyPr wrap="none">
            <a:spAutoFit/>
          </a:bodyPr>
          <a:lstStyle/>
          <a:p>
            <a:pPr marR="0" defTabSz="843915">
              <a:buClrTx/>
              <a:buSzTx/>
              <a:buFontTx/>
              <a:buNone/>
              <a:defRPr/>
            </a:pPr>
            <a:r>
              <a:rPr kumimoji="0" lang="en-US" altLang="zh-CN" sz="2585" b="1" kern="1200" cap="none" spc="0" normalizeH="0" baseline="0" noProof="0">
                <a:solidFill>
                  <a:srgbClr val="0000CC"/>
                </a:solidFill>
                <a:latin typeface="Arial" panose="020B0604020202090204"/>
                <a:ea typeface="黑体" pitchFamily="6" charset="-122"/>
                <a:cs typeface="+mn-cs"/>
              </a:rPr>
              <a:t>128 → 10000000</a:t>
            </a:r>
          </a:p>
          <a:p>
            <a:pPr marR="0" defTabSz="843915">
              <a:buClrTx/>
              <a:buSzTx/>
              <a:buFontTx/>
              <a:buNone/>
              <a:defRPr/>
            </a:pPr>
            <a:r>
              <a:rPr kumimoji="0" lang="en-US" altLang="zh-CN" sz="2585" b="1" kern="1200" cap="none" spc="0" normalizeH="0" baseline="0" noProof="0">
                <a:solidFill>
                  <a:srgbClr val="0000CC"/>
                </a:solidFill>
                <a:latin typeface="Arial" panose="020B0604020202090204"/>
                <a:ea typeface="黑体" pitchFamily="6" charset="-122"/>
                <a:cs typeface="+mn-cs"/>
              </a:rPr>
              <a:t>138 → 10001010</a:t>
            </a:r>
          </a:p>
        </p:txBody>
      </p:sp>
      <p:sp>
        <p:nvSpPr>
          <p:cNvPr id="70" name="Line 67"/>
          <p:cNvSpPr>
            <a:spLocks noChangeShapeType="1"/>
          </p:cNvSpPr>
          <p:nvPr/>
        </p:nvSpPr>
        <p:spPr bwMode="auto">
          <a:xfrm>
            <a:off x="2487613" y="4052888"/>
            <a:ext cx="3057525" cy="0"/>
          </a:xfrm>
          <a:prstGeom prst="line">
            <a:avLst/>
          </a:prstGeom>
          <a:noFill/>
          <a:ln w="28575">
            <a:solidFill>
              <a:srgbClr val="333399"/>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660" b="1" i="0" u="none" strike="noStrike" kern="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71" name="Text Box 68"/>
          <p:cNvSpPr txBox="1">
            <a:spLocks noChangeArrowheads="1"/>
          </p:cNvSpPr>
          <p:nvPr/>
        </p:nvSpPr>
        <p:spPr bwMode="auto">
          <a:xfrm>
            <a:off x="596900" y="4106863"/>
            <a:ext cx="5900738" cy="490538"/>
          </a:xfrm>
          <a:prstGeom prst="rect">
            <a:avLst/>
          </a:prstGeom>
          <a:noFill/>
          <a:ln>
            <a:noFill/>
          </a:ln>
          <a:effectLst/>
        </p:spPr>
        <p:txBody>
          <a:bodyPr wrap="none">
            <a:spAutoFit/>
          </a:bodyPr>
          <a:lstStyle/>
          <a:p>
            <a:pPr marR="0" defTabSz="843915" eaLnBrk="1" fontAlgn="auto" hangingPunct="1">
              <a:spcBef>
                <a:spcPts val="0"/>
              </a:spcBef>
              <a:spcAft>
                <a:spcPts val="0"/>
              </a:spcAft>
              <a:buClrTx/>
              <a:buSzTx/>
              <a:buFontTx/>
              <a:buNone/>
              <a:defRPr/>
            </a:pPr>
            <a:r>
              <a:rPr kumimoji="0" lang="zh-CN" altLang="en-US" sz="2585" b="1" kern="0" cap="none" spc="0" normalizeH="0" baseline="0" noProof="0">
                <a:solidFill>
                  <a:srgbClr val="0000CC"/>
                </a:solidFill>
                <a:latin typeface="Arial" panose="020B0604020202090204"/>
                <a:ea typeface="黑体" pitchFamily="6" charset="-122"/>
                <a:cs typeface="+mn-cs"/>
              </a:rPr>
              <a:t>逐比特 </a:t>
            </a:r>
            <a:r>
              <a:rPr kumimoji="0" lang="en-US" altLang="zh-CN" sz="2585" b="1" kern="0" cap="none" spc="0" normalizeH="0" baseline="0" noProof="0">
                <a:solidFill>
                  <a:srgbClr val="0000CC"/>
                </a:solidFill>
                <a:latin typeface="Arial" panose="020B0604020202090204"/>
                <a:ea typeface="黑体" pitchFamily="6" charset="-122"/>
                <a:cs typeface="+mn-cs"/>
              </a:rPr>
              <a:t>AND </a:t>
            </a:r>
            <a:r>
              <a:rPr kumimoji="0" lang="zh-CN" altLang="en-US" sz="2585" b="1" kern="0" cap="none" spc="0" normalizeH="0" baseline="0" noProof="0">
                <a:solidFill>
                  <a:srgbClr val="0000CC"/>
                </a:solidFill>
                <a:latin typeface="Arial" panose="020B0604020202090204"/>
                <a:ea typeface="黑体" pitchFamily="6" charset="-122"/>
                <a:cs typeface="+mn-cs"/>
              </a:rPr>
              <a:t>操作后   </a:t>
            </a:r>
            <a:r>
              <a:rPr kumimoji="0" lang="en-US" altLang="zh-CN" sz="2585" b="1" kern="0" cap="none" spc="0" normalizeH="0" baseline="0" noProof="0">
                <a:solidFill>
                  <a:srgbClr val="0000CC"/>
                </a:solidFill>
                <a:latin typeface="Arial" panose="020B0604020202090204"/>
                <a:ea typeface="黑体" pitchFamily="6" charset="-122"/>
                <a:cs typeface="+mn-cs"/>
              </a:rPr>
              <a:t>10000000 → 128</a:t>
            </a:r>
          </a:p>
        </p:txBody>
      </p:sp>
      <p:grpSp>
        <p:nvGrpSpPr>
          <p:cNvPr id="72" name="Group 71"/>
          <p:cNvGrpSpPr/>
          <p:nvPr/>
        </p:nvGrpSpPr>
        <p:grpSpPr>
          <a:xfrm>
            <a:off x="763588" y="4757738"/>
            <a:ext cx="5326062" cy="1420812"/>
            <a:chOff x="252" y="3158"/>
            <a:chExt cx="3635" cy="969"/>
          </a:xfrm>
        </p:grpSpPr>
        <p:sp>
          <p:nvSpPr>
            <p:cNvPr id="73" name="Text Box 72"/>
            <p:cNvSpPr txBox="1">
              <a:spLocks noChangeArrowheads="1"/>
            </p:cNvSpPr>
            <p:nvPr/>
          </p:nvSpPr>
          <p:spPr bwMode="auto">
            <a:xfrm>
              <a:off x="2064" y="3158"/>
              <a:ext cx="1823" cy="606"/>
            </a:xfrm>
            <a:prstGeom prst="rect">
              <a:avLst/>
            </a:prstGeom>
            <a:noFill/>
            <a:ln>
              <a:noFill/>
            </a:ln>
            <a:effectLst/>
          </p:spPr>
          <p:txBody>
            <a:bodyPr wrap="none">
              <a:spAutoFit/>
            </a:bodyPr>
            <a:lstStyle/>
            <a:p>
              <a:pPr marR="0" defTabSz="843915" eaLnBrk="1" fontAlgn="auto" hangingPunct="1">
                <a:spcBef>
                  <a:spcPts val="0"/>
                </a:spcBef>
                <a:spcAft>
                  <a:spcPts val="0"/>
                </a:spcAft>
                <a:buClrTx/>
                <a:buSzTx/>
                <a:buFontTx/>
                <a:buNone/>
                <a:defRPr/>
              </a:pPr>
              <a:r>
                <a:rPr kumimoji="0" lang="en-US" altLang="zh-CN" sz="2585" b="1" kern="0" cap="none" spc="0" normalizeH="0" baseline="0" noProof="0">
                  <a:solidFill>
                    <a:srgbClr val="0000CC"/>
                  </a:solidFill>
                  <a:latin typeface="Arial" panose="020B0604020202090204"/>
                  <a:ea typeface="黑体" pitchFamily="6" charset="-122"/>
                  <a:cs typeface="+mn-cs"/>
                </a:rPr>
                <a:t>255.255.255.128</a:t>
              </a:r>
            </a:p>
            <a:p>
              <a:pPr marR="0" defTabSz="843915" eaLnBrk="1" fontAlgn="auto" hangingPunct="1">
                <a:spcBef>
                  <a:spcPts val="0"/>
                </a:spcBef>
                <a:spcAft>
                  <a:spcPts val="0"/>
                </a:spcAft>
                <a:buClrTx/>
                <a:buSzTx/>
                <a:buFontTx/>
                <a:buNone/>
                <a:defRPr/>
              </a:pPr>
              <a:r>
                <a:rPr kumimoji="0" lang="en-US" altLang="zh-CN" sz="2585" b="1" kern="0" cap="none" spc="0" normalizeH="0" baseline="0" noProof="0">
                  <a:solidFill>
                    <a:srgbClr val="0000CC"/>
                  </a:solidFill>
                  <a:latin typeface="Arial" panose="020B0604020202090204"/>
                  <a:ea typeface="黑体" pitchFamily="6" charset="-122"/>
                  <a:cs typeface="+mn-cs"/>
                </a:rPr>
                <a:t>128.  30.  33.138</a:t>
              </a:r>
            </a:p>
          </p:txBody>
        </p:sp>
        <p:sp>
          <p:nvSpPr>
            <p:cNvPr id="74" name="Text Box 73"/>
            <p:cNvSpPr txBox="1">
              <a:spLocks noChangeArrowheads="1"/>
            </p:cNvSpPr>
            <p:nvPr/>
          </p:nvSpPr>
          <p:spPr bwMode="auto">
            <a:xfrm>
              <a:off x="2064" y="3794"/>
              <a:ext cx="1820" cy="333"/>
            </a:xfrm>
            <a:prstGeom prst="rect">
              <a:avLst/>
            </a:prstGeom>
            <a:noFill/>
            <a:ln>
              <a:noFill/>
            </a:ln>
            <a:effectLst/>
          </p:spPr>
          <p:txBody>
            <a:bodyPr wrap="none">
              <a:spAutoFit/>
            </a:bodyPr>
            <a:lstStyle/>
            <a:p>
              <a:pPr marR="0" defTabSz="843915" eaLnBrk="1" fontAlgn="auto" hangingPunct="1">
                <a:spcBef>
                  <a:spcPts val="0"/>
                </a:spcBef>
                <a:spcAft>
                  <a:spcPts val="0"/>
                </a:spcAft>
                <a:buClrTx/>
                <a:buSzTx/>
                <a:buFontTx/>
                <a:buNone/>
                <a:defRPr/>
              </a:pPr>
              <a:r>
                <a:rPr kumimoji="0" lang="en-US" altLang="zh-CN" sz="2585" b="1" kern="0" cap="none" spc="0" normalizeH="0" baseline="0" noProof="0">
                  <a:solidFill>
                    <a:srgbClr val="0000CC"/>
                  </a:solidFill>
                  <a:latin typeface="Arial" panose="020B0604020202090204"/>
                  <a:ea typeface="黑体" pitchFamily="6" charset="-122"/>
                  <a:cs typeface="+mn-cs"/>
                </a:rPr>
                <a:t>128.  30.  33.128</a:t>
              </a:r>
            </a:p>
          </p:txBody>
        </p:sp>
        <p:sp>
          <p:nvSpPr>
            <p:cNvPr id="75" name="Line 74"/>
            <p:cNvSpPr>
              <a:spLocks noChangeShapeType="1"/>
            </p:cNvSpPr>
            <p:nvPr/>
          </p:nvSpPr>
          <p:spPr bwMode="auto">
            <a:xfrm>
              <a:off x="295" y="3748"/>
              <a:ext cx="3583" cy="0"/>
            </a:xfrm>
            <a:prstGeom prst="line">
              <a:avLst/>
            </a:prstGeom>
            <a:noFill/>
            <a:ln w="28575">
              <a:solidFill>
                <a:srgbClr val="333399"/>
              </a:solidFill>
              <a:round/>
            </a:ln>
            <a:effectLst/>
          </p:spPr>
          <p:txBody>
            <a:bodyP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660" b="1" i="0" u="none" strike="noStrike" kern="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76" name="Text Box 75"/>
            <p:cNvSpPr txBox="1">
              <a:spLocks noChangeArrowheads="1"/>
            </p:cNvSpPr>
            <p:nvPr/>
          </p:nvSpPr>
          <p:spPr bwMode="auto">
            <a:xfrm>
              <a:off x="252" y="3421"/>
              <a:ext cx="1877" cy="332"/>
            </a:xfrm>
            <a:prstGeom prst="rect">
              <a:avLst/>
            </a:prstGeom>
            <a:noFill/>
            <a:ln>
              <a:noFill/>
            </a:ln>
            <a:effectLst/>
          </p:spPr>
          <p:txBody>
            <a:bodyPr wrap="none">
              <a:spAutoFit/>
            </a:bodyPr>
            <a:lstStyle/>
            <a:p>
              <a:pPr marR="0" defTabSz="843915" eaLnBrk="1" fontAlgn="auto" hangingPunct="1">
                <a:spcBef>
                  <a:spcPts val="0"/>
                </a:spcBef>
                <a:spcAft>
                  <a:spcPts val="0"/>
                </a:spcAft>
                <a:buClrTx/>
                <a:buSzTx/>
                <a:buFontTx/>
                <a:buNone/>
                <a:defRPr/>
              </a:pPr>
              <a:r>
                <a:rPr kumimoji="0" lang="zh-CN" altLang="en-US" sz="2585" b="1" kern="0" cap="none" spc="0" normalizeH="0" baseline="0" noProof="0">
                  <a:solidFill>
                    <a:srgbClr val="0000CC"/>
                  </a:solidFill>
                  <a:latin typeface="Arial" panose="020B0604020202090204"/>
                  <a:ea typeface="黑体" pitchFamily="6" charset="-122"/>
                  <a:cs typeface="+mn-cs"/>
                </a:rPr>
                <a:t>逐比特 </a:t>
              </a:r>
              <a:r>
                <a:rPr kumimoji="0" lang="en-US" altLang="zh-CN" sz="2585" b="1" kern="0" cap="none" spc="0" normalizeH="0" baseline="0" noProof="0">
                  <a:solidFill>
                    <a:srgbClr val="0000CC"/>
                  </a:solidFill>
                  <a:latin typeface="Arial" panose="020B0604020202090204"/>
                  <a:ea typeface="黑体" pitchFamily="6" charset="-122"/>
                  <a:cs typeface="+mn-cs"/>
                </a:rPr>
                <a:t>AND </a:t>
              </a:r>
              <a:r>
                <a:rPr kumimoji="0" lang="zh-CN" altLang="en-US" sz="2585" b="1" kern="0" cap="none" spc="0" normalizeH="0" baseline="0" noProof="0">
                  <a:solidFill>
                    <a:srgbClr val="0000CC"/>
                  </a:solidFill>
                  <a:latin typeface="Arial" panose="020B0604020202090204"/>
                  <a:ea typeface="黑体" pitchFamily="6" charset="-122"/>
                  <a:cs typeface="+mn-cs"/>
                </a:rPr>
                <a:t>操作</a:t>
              </a:r>
            </a:p>
          </p:txBody>
        </p:sp>
      </p:grpSp>
      <p:sp>
        <p:nvSpPr>
          <p:cNvPr id="77" name="Rectangle 76"/>
          <p:cNvSpPr>
            <a:spLocks noChangeArrowheads="1"/>
          </p:cNvSpPr>
          <p:nvPr/>
        </p:nvSpPr>
        <p:spPr bwMode="auto">
          <a:xfrm>
            <a:off x="3419475" y="4768850"/>
            <a:ext cx="1992313" cy="1385888"/>
          </a:xfrm>
          <a:prstGeom prst="rect">
            <a:avLst/>
          </a:prstGeom>
          <a:noFill/>
          <a:ln w="57150">
            <a:solidFill>
              <a:srgbClr val="FF0000"/>
            </a:solidFill>
            <a:miter lim="800000"/>
          </a:ln>
          <a:effectLst/>
        </p:spPr>
        <p:txBody>
          <a:bodyPr wrap="none" anchor="ct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660" b="1" i="0" u="none" strike="noStrike" kern="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78" name="Rectangle 77"/>
          <p:cNvSpPr>
            <a:spLocks noChangeArrowheads="1"/>
          </p:cNvSpPr>
          <p:nvPr/>
        </p:nvSpPr>
        <p:spPr bwMode="auto">
          <a:xfrm>
            <a:off x="5413375" y="4772025"/>
            <a:ext cx="663575" cy="1384300"/>
          </a:xfrm>
          <a:prstGeom prst="rect">
            <a:avLst/>
          </a:prstGeom>
          <a:noFill/>
          <a:ln w="57150">
            <a:solidFill>
              <a:srgbClr val="FF0000"/>
            </a:solidFill>
            <a:miter lim="800000"/>
          </a:ln>
          <a:effectLst/>
        </p:spPr>
        <p:txBody>
          <a:bodyPr wrap="none" anchor="ct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660" b="1" i="0" u="none" strike="noStrike" kern="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79" name="Text Box 78"/>
          <p:cNvSpPr txBox="1">
            <a:spLocks noChangeArrowheads="1"/>
          </p:cNvSpPr>
          <p:nvPr/>
        </p:nvSpPr>
        <p:spPr bwMode="auto">
          <a:xfrm>
            <a:off x="6129338" y="5556250"/>
            <a:ext cx="2579688" cy="603250"/>
          </a:xfrm>
          <a:prstGeom prst="rect">
            <a:avLst/>
          </a:prstGeom>
          <a:noFill/>
          <a:ln>
            <a:noFill/>
          </a:ln>
          <a:effectLst/>
        </p:spPr>
        <p:txBody>
          <a:bodyPr wrap="none">
            <a:spAutoFit/>
          </a:bodyPr>
          <a:lstStyle/>
          <a:p>
            <a:pPr defTabSz="843280" eaLnBrk="1" hangingPunct="1">
              <a:buNone/>
            </a:pPr>
            <a:r>
              <a:rPr lang="en-US" altLang="zh-CN" sz="3300" b="1">
                <a:solidFill>
                  <a:srgbClr val="FF0000"/>
                </a:solidFill>
                <a:latin typeface="Arial" panose="020B0604020202090204" pitchFamily="34" charset="0"/>
                <a:ea typeface="黑体" pitchFamily="6" charset="-122"/>
                <a:sym typeface="Symbol" panose="05050102010706020507" pitchFamily="18" charset="2"/>
              </a:rPr>
              <a:t></a:t>
            </a:r>
            <a:r>
              <a:rPr lang="en-US" altLang="zh-CN" sz="2500" b="1">
                <a:solidFill>
                  <a:srgbClr val="0000CC"/>
                </a:solidFill>
                <a:latin typeface="Arial" panose="020B0604020202090204" pitchFamily="34" charset="0"/>
                <a:ea typeface="黑体" pitchFamily="6" charset="-122"/>
                <a:sym typeface="Symbol" panose="05050102010706020507" pitchFamily="18" charset="2"/>
              </a:rPr>
              <a:t> H</a:t>
            </a:r>
            <a:r>
              <a:rPr lang="en-US" altLang="zh-CN" sz="2500" b="1" baseline="-25000">
                <a:solidFill>
                  <a:srgbClr val="0000CC"/>
                </a:solidFill>
                <a:latin typeface="Arial" panose="020B0604020202090204" pitchFamily="34" charset="0"/>
                <a:ea typeface="黑体" pitchFamily="6" charset="-122"/>
                <a:sym typeface="Symbol" panose="05050102010706020507" pitchFamily="18" charset="2"/>
              </a:rPr>
              <a:t>1</a:t>
            </a:r>
            <a:r>
              <a:rPr lang="en-US" altLang="zh-CN" sz="1100" b="1">
                <a:solidFill>
                  <a:srgbClr val="0000CC"/>
                </a:solidFill>
                <a:latin typeface="Arial" panose="020B0604020202090204" pitchFamily="34" charset="0"/>
                <a:ea typeface="黑体" pitchFamily="6" charset="-122"/>
                <a:sym typeface="Symbol" panose="05050102010706020507" pitchFamily="18" charset="2"/>
              </a:rPr>
              <a:t> </a:t>
            </a:r>
            <a:r>
              <a:rPr lang="zh-CN" altLang="en-US" sz="2500" b="1">
                <a:solidFill>
                  <a:srgbClr val="0000CC"/>
                </a:solidFill>
                <a:latin typeface="Arial" panose="020B0604020202090204" pitchFamily="34" charset="0"/>
                <a:ea typeface="黑体" pitchFamily="6" charset="-122"/>
                <a:sym typeface="Symbol" panose="05050102010706020507" pitchFamily="18" charset="2"/>
              </a:rPr>
              <a:t>的网络地址</a:t>
            </a:r>
          </a:p>
        </p:txBody>
      </p:sp>
      <p:sp>
        <p:nvSpPr>
          <p:cNvPr id="80" name="Rectangle 69"/>
          <p:cNvSpPr>
            <a:spLocks noChangeArrowheads="1"/>
          </p:cNvSpPr>
          <p:nvPr/>
        </p:nvSpPr>
        <p:spPr bwMode="auto">
          <a:xfrm>
            <a:off x="3746500" y="3217863"/>
            <a:ext cx="250825" cy="1384300"/>
          </a:xfrm>
          <a:prstGeom prst="rect">
            <a:avLst/>
          </a:prstGeom>
          <a:noFill/>
          <a:ln w="57150">
            <a:solidFill>
              <a:srgbClr val="FF0000"/>
            </a:solidFill>
            <a:miter lim="800000"/>
          </a:ln>
          <a:effectLst/>
        </p:spPr>
        <p:txBody>
          <a:bodyPr wrap="none" anchor="ct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660" b="1" i="0" u="none" strike="noStrike" kern="0" cap="none" spc="0" normalizeH="0" baseline="0" noProof="0">
              <a:ln>
                <a:noFill/>
              </a:ln>
              <a:solidFill>
                <a:srgbClr val="0000CC"/>
              </a:solidFill>
              <a:effectLst/>
              <a:uLnTx/>
              <a:uFillTx/>
              <a:latin typeface="Arial" panose="020B0604020202090204"/>
              <a:ea typeface="黑体" pitchFamily="6" charset="-122"/>
              <a:cs typeface="+mn-cs"/>
            </a:endParaRPr>
          </a:p>
        </p:txBody>
      </p:sp>
      <p:sp>
        <p:nvSpPr>
          <p:cNvPr id="81" name="Rectangle 70"/>
          <p:cNvSpPr>
            <a:spLocks noChangeArrowheads="1"/>
          </p:cNvSpPr>
          <p:nvPr/>
        </p:nvSpPr>
        <p:spPr bwMode="auto">
          <a:xfrm>
            <a:off x="3997325" y="3228975"/>
            <a:ext cx="1411288" cy="1385888"/>
          </a:xfrm>
          <a:prstGeom prst="rect">
            <a:avLst/>
          </a:prstGeom>
          <a:noFill/>
          <a:ln w="57150">
            <a:solidFill>
              <a:srgbClr val="FF0000"/>
            </a:solidFill>
            <a:miter lim="800000"/>
          </a:ln>
          <a:effectLst/>
        </p:spPr>
        <p:txBody>
          <a:bodyPr wrap="none" anchor="ctr"/>
          <a:lstStyle/>
          <a:p>
            <a:pPr marL="0" marR="0" lvl="0" indent="0" algn="l" defTabSz="843915" rtl="0" eaLnBrk="1" fontAlgn="auto" latinLnBrk="0" hangingPunct="1">
              <a:lnSpc>
                <a:spcPct val="100000"/>
              </a:lnSpc>
              <a:spcBef>
                <a:spcPts val="0"/>
              </a:spcBef>
              <a:spcAft>
                <a:spcPts val="0"/>
              </a:spcAft>
              <a:buClrTx/>
              <a:buSzTx/>
              <a:buFontTx/>
              <a:buNone/>
              <a:defRPr/>
            </a:pPr>
            <a:endParaRPr kumimoji="0" lang="zh-CN" altLang="en-US" sz="1660" b="1" i="0" u="none" strike="noStrike" kern="0" cap="none" spc="0" normalizeH="0" baseline="0" noProof="0">
              <a:ln>
                <a:noFill/>
              </a:ln>
              <a:solidFill>
                <a:srgbClr val="0000CC"/>
              </a:solidFill>
              <a:effectLst/>
              <a:uLnTx/>
              <a:uFillTx/>
              <a:latin typeface="Arial" panose="020B0604020202090204"/>
              <a:ea typeface="黑体" pitchFamily="6" charset="-122"/>
              <a:cs typeface="+mn-cs"/>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0"/>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2000" fill="hold" nodeType="afterEffect">
                                  <p:stCondLst>
                                    <p:cond delay="500"/>
                                  </p:stCondLst>
                                  <p:childTnLst>
                                    <p:anim calcmode="discrete" valueType="str">
                                      <p:cBhvr>
                                        <p:cTn id="9" dur="1000" fill="hold"/>
                                        <p:tgtEl>
                                          <p:spTgt spid="80"/>
                                        </p:tgtEl>
                                        <p:attrNameLst>
                                          <p:attrName>style.visibility</p:attrName>
                                        </p:attrNameLst>
                                      </p:cBhvr>
                                      <p:tavLst>
                                        <p:tav tm="0">
                                          <p:val>
                                            <p:strVal val="hidden"/>
                                          </p:val>
                                        </p:tav>
                                        <p:tav tm="50000">
                                          <p:val>
                                            <p:strVal val="visible"/>
                                          </p:val>
                                        </p:tav>
                                      </p:tavLst>
                                    </p:anim>
                                  </p:childTnLst>
                                </p:cTn>
                              </p:par>
                            </p:childTnLst>
                          </p:cTn>
                        </p:par>
                        <p:par>
                          <p:cTn id="10" fill="hold">
                            <p:stCondLst>
                              <p:cond delay="1500"/>
                            </p:stCondLst>
                            <p:childTnLst>
                              <p:par>
                                <p:cTn id="11" presetID="1" presetClass="exit" presetSubtype="0" fill="hold" nodeType="afterEffect">
                                  <p:stCondLst>
                                    <p:cond delay="0"/>
                                  </p:stCondLst>
                                  <p:childTnLst>
                                    <p:set>
                                      <p:cBhvr>
                                        <p:cTn id="12" dur="1" fill="hold">
                                          <p:stCondLst>
                                            <p:cond delay="0"/>
                                          </p:stCondLst>
                                        </p:cTn>
                                        <p:tgtEl>
                                          <p:spTgt spid="80"/>
                                        </p:tgtEl>
                                        <p:attrNameLst>
                                          <p:attrName>style.visibility</p:attrName>
                                        </p:attrNameLst>
                                      </p:cBhvr>
                                      <p:to>
                                        <p:strVal val="hidden"/>
                                      </p:to>
                                    </p:set>
                                  </p:childTnLst>
                                </p:cTn>
                              </p:par>
                            </p:childTnLst>
                          </p:cTn>
                        </p:par>
                        <p:par>
                          <p:cTn id="13" fill="hold">
                            <p:stCondLst>
                              <p:cond delay="1500"/>
                            </p:stCondLst>
                            <p:childTnLst>
                              <p:par>
                                <p:cTn id="14" presetID="1" presetClass="entr" presetSubtype="0" fill="hold" nodeType="afterEffect">
                                  <p:stCondLst>
                                    <p:cond delay="0"/>
                                  </p:stCondLst>
                                  <p:childTnLst>
                                    <p:set>
                                      <p:cBhvr>
                                        <p:cTn id="15" dur="1" fill="hold">
                                          <p:stCondLst>
                                            <p:cond delay="0"/>
                                          </p:stCondLst>
                                        </p:cTn>
                                        <p:tgtEl>
                                          <p:spTgt spid="81"/>
                                        </p:tgtEl>
                                        <p:attrNameLst>
                                          <p:attrName>style.visibility</p:attrName>
                                        </p:attrNameLst>
                                      </p:cBhvr>
                                      <p:to>
                                        <p:strVal val="visible"/>
                                      </p:to>
                                    </p:set>
                                  </p:childTnLst>
                                </p:cTn>
                              </p:par>
                            </p:childTnLst>
                          </p:cTn>
                        </p:par>
                        <p:par>
                          <p:cTn id="16" fill="hold">
                            <p:stCondLst>
                              <p:cond delay="1500"/>
                            </p:stCondLst>
                            <p:childTnLst>
                              <p:par>
                                <p:cTn id="17" presetID="35" presetClass="emph" presetSubtype="0" repeatCount="3000" fill="hold" nodeType="afterEffect">
                                  <p:stCondLst>
                                    <p:cond delay="0"/>
                                  </p:stCondLst>
                                  <p:childTnLst>
                                    <p:anim calcmode="discrete" valueType="str">
                                      <p:cBhvr>
                                        <p:cTn id="18" dur="1000" fill="hold"/>
                                        <p:tgtEl>
                                          <p:spTgt spid="81"/>
                                        </p:tgtEl>
                                        <p:attrNameLst>
                                          <p:attrName>style.visibility</p:attrName>
                                        </p:attrNameLst>
                                      </p:cBhvr>
                                      <p:tavLst>
                                        <p:tav tm="0">
                                          <p:val>
                                            <p:strVal val="hidden"/>
                                          </p:val>
                                        </p:tav>
                                        <p:tav tm="50000">
                                          <p:val>
                                            <p:strVal val="visible"/>
                                          </p:val>
                                        </p:tav>
                                      </p:tavLst>
                                    </p:anim>
                                  </p:childTnLst>
                                </p:cTn>
                              </p:par>
                            </p:childTnLst>
                          </p:cTn>
                        </p:par>
                        <p:par>
                          <p:cTn id="19" fill="hold">
                            <p:stCondLst>
                              <p:cond delay="2500"/>
                            </p:stCondLst>
                            <p:childTnLst>
                              <p:par>
                                <p:cTn id="20" presetID="1" presetClass="exit" presetSubtype="0" fill="hold" nodeType="afterEffect">
                                  <p:stCondLst>
                                    <p:cond delay="0"/>
                                  </p:stCondLst>
                                  <p:childTnLst>
                                    <p:set>
                                      <p:cBhvr>
                                        <p:cTn id="21" dur="1" fill="hold">
                                          <p:stCondLst>
                                            <p:cond delay="0"/>
                                          </p:stCondLst>
                                        </p:cTn>
                                        <p:tgtEl>
                                          <p:spTgt spid="81"/>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72"/>
                                        </p:tgtEl>
                                        <p:attrNameLst>
                                          <p:attrName>style.visibility</p:attrName>
                                        </p:attrNameLst>
                                      </p:cBhvr>
                                      <p:to>
                                        <p:strVal val="visible"/>
                                      </p:to>
                                    </p:set>
                                  </p:childTnLst>
                                </p:cTn>
                              </p:par>
                            </p:childTnLst>
                          </p:cTn>
                        </p:par>
                        <p:par>
                          <p:cTn id="26" fill="hold">
                            <p:stCondLst>
                              <p:cond delay="0"/>
                            </p:stCondLst>
                            <p:childTnLst>
                              <p:par>
                                <p:cTn id="27" presetID="1" presetClass="entr" presetSubtype="0" fill="hold" nodeType="afterEffect">
                                  <p:stCondLst>
                                    <p:cond delay="0"/>
                                  </p:stCondLst>
                                  <p:childTnLst>
                                    <p:set>
                                      <p:cBhvr>
                                        <p:cTn id="28" dur="1" fill="hold">
                                          <p:stCondLst>
                                            <p:cond delay="0"/>
                                          </p:stCondLst>
                                        </p:cTn>
                                        <p:tgtEl>
                                          <p:spTgt spid="77"/>
                                        </p:tgtEl>
                                        <p:attrNameLst>
                                          <p:attrName>style.visibility</p:attrName>
                                        </p:attrNameLst>
                                      </p:cBhvr>
                                      <p:to>
                                        <p:strVal val="visible"/>
                                      </p:to>
                                    </p:set>
                                  </p:childTnLst>
                                </p:cTn>
                              </p:par>
                            </p:childTnLst>
                          </p:cTn>
                        </p:par>
                        <p:par>
                          <p:cTn id="29" fill="hold">
                            <p:stCondLst>
                              <p:cond delay="0"/>
                            </p:stCondLst>
                            <p:childTnLst>
                              <p:par>
                                <p:cTn id="30" presetID="35" presetClass="emph" presetSubtype="0" repeatCount="3000" fill="hold" nodeType="afterEffect">
                                  <p:stCondLst>
                                    <p:cond delay="0"/>
                                  </p:stCondLst>
                                  <p:childTnLst>
                                    <p:anim calcmode="discrete" valueType="str">
                                      <p:cBhvr>
                                        <p:cTn id="31" dur="1000" fill="hold"/>
                                        <p:tgtEl>
                                          <p:spTgt spid="77"/>
                                        </p:tgtEl>
                                        <p:attrNameLst>
                                          <p:attrName>style.visibility</p:attrName>
                                        </p:attrNameLst>
                                      </p:cBhvr>
                                      <p:tavLst>
                                        <p:tav tm="0">
                                          <p:val>
                                            <p:strVal val="hidden"/>
                                          </p:val>
                                        </p:tav>
                                        <p:tav tm="50000">
                                          <p:val>
                                            <p:strVal val="visible"/>
                                          </p:val>
                                        </p:tav>
                                      </p:tavLst>
                                    </p:anim>
                                  </p:childTnLst>
                                </p:cTn>
                              </p:par>
                            </p:childTnLst>
                          </p:cTn>
                        </p:par>
                        <p:par>
                          <p:cTn id="32" fill="hold">
                            <p:stCondLst>
                              <p:cond delay="1000"/>
                            </p:stCondLst>
                            <p:childTnLst>
                              <p:par>
                                <p:cTn id="33" presetID="1" presetClass="exit" presetSubtype="0" fill="hold" nodeType="afterEffect">
                                  <p:stCondLst>
                                    <p:cond delay="0"/>
                                  </p:stCondLst>
                                  <p:childTnLst>
                                    <p:set>
                                      <p:cBhvr>
                                        <p:cTn id="34" dur="1" fill="hold">
                                          <p:stCondLst>
                                            <p:cond delay="0"/>
                                          </p:stCondLst>
                                        </p:cTn>
                                        <p:tgtEl>
                                          <p:spTgt spid="77"/>
                                        </p:tgtEl>
                                        <p:attrNameLst>
                                          <p:attrName>style.visibility</p:attrName>
                                        </p:attrNameLst>
                                      </p:cBhvr>
                                      <p:to>
                                        <p:strVal val="hidden"/>
                                      </p:to>
                                    </p:set>
                                  </p:childTnLst>
                                </p:cTn>
                              </p:par>
                            </p:childTnLst>
                          </p:cTn>
                        </p:par>
                        <p:par>
                          <p:cTn id="35" fill="hold">
                            <p:stCondLst>
                              <p:cond delay="1000"/>
                            </p:stCondLst>
                            <p:childTnLst>
                              <p:par>
                                <p:cTn id="36" presetID="1" presetClass="entr" presetSubtype="0" fill="hold" nodeType="afterEffect">
                                  <p:stCondLst>
                                    <p:cond delay="0"/>
                                  </p:stCondLst>
                                  <p:childTnLst>
                                    <p:set>
                                      <p:cBhvr>
                                        <p:cTn id="37" dur="1" fill="hold">
                                          <p:stCondLst>
                                            <p:cond delay="0"/>
                                          </p:stCondLst>
                                        </p:cTn>
                                        <p:tgtEl>
                                          <p:spTgt spid="78"/>
                                        </p:tgtEl>
                                        <p:attrNameLst>
                                          <p:attrName>style.visibility</p:attrName>
                                        </p:attrNameLst>
                                      </p:cBhvr>
                                      <p:to>
                                        <p:strVal val="visible"/>
                                      </p:to>
                                    </p:set>
                                  </p:childTnLst>
                                </p:cTn>
                              </p:par>
                            </p:childTnLst>
                          </p:cTn>
                        </p:par>
                        <p:par>
                          <p:cTn id="38" fill="hold">
                            <p:stCondLst>
                              <p:cond delay="1000"/>
                            </p:stCondLst>
                            <p:childTnLst>
                              <p:par>
                                <p:cTn id="39" presetID="35" presetClass="emph" presetSubtype="0" repeatCount="3000" fill="hold" nodeType="afterEffect">
                                  <p:stCondLst>
                                    <p:cond delay="0"/>
                                  </p:stCondLst>
                                  <p:childTnLst>
                                    <p:anim calcmode="discrete" valueType="str">
                                      <p:cBhvr>
                                        <p:cTn id="40" dur="1000" fill="hold"/>
                                        <p:tgtEl>
                                          <p:spTgt spid="78"/>
                                        </p:tgtEl>
                                        <p:attrNameLst>
                                          <p:attrName>style.visibility</p:attrName>
                                        </p:attrNameLst>
                                      </p:cBhvr>
                                      <p:tavLst>
                                        <p:tav tm="0">
                                          <p:val>
                                            <p:strVal val="hidden"/>
                                          </p:val>
                                        </p:tav>
                                        <p:tav tm="50000">
                                          <p:val>
                                            <p:strVal val="visible"/>
                                          </p:val>
                                        </p:tav>
                                      </p:tavLst>
                                    </p:anim>
                                  </p:childTnLst>
                                </p:cTn>
                              </p:par>
                            </p:childTnLst>
                          </p:cTn>
                        </p:par>
                        <p:par>
                          <p:cTn id="41" fill="hold">
                            <p:stCondLst>
                              <p:cond delay="2000"/>
                            </p:stCondLst>
                            <p:childTnLst>
                              <p:par>
                                <p:cTn id="42" presetID="1" presetClass="exit" presetSubtype="0" fill="hold" nodeType="afterEffect">
                                  <p:stCondLst>
                                    <p:cond delay="0"/>
                                  </p:stCondLst>
                                  <p:childTnLst>
                                    <p:set>
                                      <p:cBhvr>
                                        <p:cTn id="43" dur="1" fill="hold">
                                          <p:stCondLst>
                                            <p:cond delay="0"/>
                                          </p:stCondLst>
                                        </p:cTn>
                                        <p:tgtEl>
                                          <p:spTgt spid="78"/>
                                        </p:tgtEl>
                                        <p:attrNameLst>
                                          <p:attrName>style.visibility</p:attrName>
                                        </p:attrNameLst>
                                      </p:cBhvr>
                                      <p:to>
                                        <p:strVal val="hidden"/>
                                      </p:to>
                                    </p:set>
                                  </p:childTnLst>
                                </p:cTn>
                              </p:par>
                            </p:childTnLst>
                          </p:cTn>
                        </p:par>
                        <p:par>
                          <p:cTn id="44" fill="hold">
                            <p:stCondLst>
                              <p:cond delay="2000"/>
                            </p:stCondLst>
                            <p:childTnLst>
                              <p:par>
                                <p:cTn id="45" presetID="1" presetClass="entr" presetSubtype="0" fill="hold" nodeType="afterEffect">
                                  <p:stCondLst>
                                    <p:cond delay="500"/>
                                  </p:stCondLst>
                                  <p:childTnLst>
                                    <p:set>
                                      <p:cBhvr>
                                        <p:cTn id="46" dur="1" fill="hold">
                                          <p:stCondLst>
                                            <p:cond delay="0"/>
                                          </p:stCondLst>
                                        </p:cTn>
                                        <p:tgtEl>
                                          <p:spTgt spid="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7" grpId="1" animBg="1"/>
      <p:bldP spid="77" grpId="2" animBg="1"/>
      <p:bldP spid="78" grpId="0" animBg="1"/>
      <p:bldP spid="78" grpId="1" animBg="1"/>
      <p:bldP spid="78" grpId="2" animBg="1"/>
      <p:bldP spid="79" grpId="0"/>
      <p:bldP spid="80" grpId="0" animBg="1"/>
      <p:bldP spid="80" grpId="1" animBg="1"/>
      <p:bldP spid="80" grpId="2" animBg="1"/>
      <p:bldP spid="81" grpId="0" animBg="1"/>
      <p:bldP spid="81" grpId="1" animBg="1"/>
      <p:bldP spid="81" grpId="2"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Rectangle 2"/>
          <p:cNvSpPr>
            <a:spLocks noGrp="1" noChangeArrowheads="1"/>
          </p:cNvSpPr>
          <p:nvPr>
            <p:ph type="title" idx="4294967295"/>
          </p:nvPr>
        </p:nvSpPr>
        <p:spPr>
          <a:xfrm>
            <a:off x="250825" y="304800"/>
            <a:ext cx="8840788" cy="982663"/>
          </a:xfrm>
          <a:solidFill>
            <a:srgbClr val="66FFFF"/>
          </a:solidFill>
          <a:ln>
            <a:solidFill>
              <a:schemeClr val="tx2"/>
            </a:solidFill>
            <a:miter lim="800000"/>
          </a:ln>
        </p:spPr>
        <p:txBody>
          <a:bodyPr vert="horz" wrap="square" lIns="91440" tIns="45720" rIns="91440" bIns="45720" numCol="1" anchor="b" anchorCtr="0" compatLnSpc="1"/>
          <a:lstStyle/>
          <a:p>
            <a:pPr algn="ctr" eaLnBrk="1" hangingPunct="1">
              <a:buNone/>
            </a:pPr>
            <a:r>
              <a:rPr lang="zh-CN" altLang="en-US" sz="2900"/>
              <a:t>因此 </a:t>
            </a:r>
            <a:r>
              <a:rPr lang="en-US" altLang="zh-CN" sz="2900"/>
              <a:t>H</a:t>
            </a:r>
            <a:r>
              <a:rPr lang="en-US" altLang="zh-CN" sz="2900" baseline="-25000"/>
              <a:t>1 </a:t>
            </a:r>
            <a:r>
              <a:rPr lang="zh-CN" altLang="en-US" sz="2900"/>
              <a:t>必须把分组传送到路由器 </a:t>
            </a:r>
            <a:r>
              <a:rPr lang="en-US" altLang="zh-CN" sz="2900"/>
              <a:t>R</a:t>
            </a:r>
            <a:r>
              <a:rPr lang="en-US" altLang="zh-CN" sz="2900" baseline="-25000"/>
              <a:t>1</a:t>
            </a:r>
            <a:br>
              <a:rPr lang="en-US" altLang="zh-CN" sz="2900"/>
            </a:br>
            <a:r>
              <a:rPr lang="zh-CN" altLang="en-US" sz="2900"/>
              <a:t>然后逐项查找路由表</a:t>
            </a:r>
          </a:p>
        </p:txBody>
      </p:sp>
      <p:graphicFrame>
        <p:nvGraphicFramePr>
          <p:cNvPr id="212994" name="表格 212993"/>
          <p:cNvGraphicFramePr/>
          <p:nvPr/>
        </p:nvGraphicFramePr>
        <p:xfrm>
          <a:off x="4379913" y="2159000"/>
          <a:ext cx="4645025" cy="1274763"/>
        </p:xfrm>
        <a:graphic>
          <a:graphicData uri="http://schemas.openxmlformats.org/drawingml/2006/table">
            <a:tbl>
              <a:tblPr/>
              <a:tblGrid>
                <a:gridCol w="1668463">
                  <a:extLst>
                    <a:ext uri="{9D8B030D-6E8A-4147-A177-3AD203B41FA5}">
                      <a16:colId xmlns:a16="http://schemas.microsoft.com/office/drawing/2014/main" val="20000"/>
                    </a:ext>
                  </a:extLst>
                </a:gridCol>
                <a:gridCol w="1998662">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1750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目的网络地址</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子网掩码</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下一跳</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957263">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128.30.33.0</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128.30.36.0</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255.255.255.0</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0</a:t>
                      </a:r>
                    </a:p>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1</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R</a:t>
                      </a:r>
                      <a:r>
                        <a:rPr lang="en-US" altLang="zh-CN" sz="1700" b="1" baseline="-25000">
                          <a:solidFill>
                            <a:srgbClr val="000099"/>
                          </a:solidFill>
                          <a:latin typeface="Arial" panose="020B0604020202090204" pitchFamily="34" charset="0"/>
                          <a:ea typeface="黑体" pitchFamily="6" charset="-122"/>
                        </a:rPr>
                        <a:t>2</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grpSp>
        <p:nvGrpSpPr>
          <p:cNvPr id="213008" name="组合 1"/>
          <p:cNvGrpSpPr/>
          <p:nvPr/>
        </p:nvGrpSpPr>
        <p:grpSpPr>
          <a:xfrm>
            <a:off x="203200" y="1766888"/>
            <a:ext cx="8478838" cy="4500562"/>
            <a:chOff x="219602" y="1628775"/>
            <a:chExt cx="9186459" cy="4874724"/>
          </a:xfrm>
        </p:grpSpPr>
        <p:sp>
          <p:nvSpPr>
            <p:cNvPr id="53" name="Freeform 2"/>
            <p:cNvSpPr/>
            <p:nvPr/>
          </p:nvSpPr>
          <p:spPr bwMode="auto">
            <a:xfrm>
              <a:off x="2923424" y="2044889"/>
              <a:ext cx="1821468" cy="1819209"/>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4" name="Text Box 4"/>
            <p:cNvSpPr txBox="1">
              <a:spLocks noChangeArrowheads="1"/>
            </p:cNvSpPr>
            <p:nvPr/>
          </p:nvSpPr>
          <p:spPr bwMode="auto">
            <a:xfrm>
              <a:off x="2923424" y="3128161"/>
              <a:ext cx="328518" cy="376565"/>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56" name="Line 19"/>
            <p:cNvSpPr>
              <a:spLocks noChangeShapeType="1"/>
            </p:cNvSpPr>
            <p:nvPr/>
          </p:nvSpPr>
          <p:spPr bwMode="auto">
            <a:xfrm>
              <a:off x="2894185" y="3105807"/>
              <a:ext cx="1719" cy="70326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7" name="Line 20"/>
            <p:cNvSpPr>
              <a:spLocks noChangeShapeType="1"/>
            </p:cNvSpPr>
            <p:nvPr/>
          </p:nvSpPr>
          <p:spPr bwMode="auto">
            <a:xfrm>
              <a:off x="503401" y="3086894"/>
              <a:ext cx="1719" cy="570867"/>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8" name="Line 21"/>
            <p:cNvSpPr>
              <a:spLocks noChangeShapeType="1"/>
            </p:cNvSpPr>
            <p:nvPr/>
          </p:nvSpPr>
          <p:spPr bwMode="auto">
            <a:xfrm flipV="1">
              <a:off x="267762" y="3105807"/>
              <a:ext cx="4379091" cy="17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59" name="Line 22"/>
            <p:cNvSpPr>
              <a:spLocks noChangeShapeType="1"/>
            </p:cNvSpPr>
            <p:nvPr/>
          </p:nvSpPr>
          <p:spPr bwMode="auto">
            <a:xfrm>
              <a:off x="1205156" y="2534940"/>
              <a:ext cx="1719" cy="570867"/>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3018" name="Picture 23"/>
            <p:cNvPicPr/>
            <p:nvPr/>
          </p:nvPicPr>
          <p:blipFill>
            <a:blip r:embed="rId3"/>
            <a:stretch>
              <a:fillRect/>
            </a:stretch>
          </p:blipFill>
          <p:spPr>
            <a:xfrm>
              <a:off x="1018637" y="2276476"/>
              <a:ext cx="431668" cy="473075"/>
            </a:xfrm>
            <a:prstGeom prst="rect">
              <a:avLst/>
            </a:prstGeom>
            <a:noFill/>
            <a:ln w="9525">
              <a:noFill/>
            </a:ln>
          </p:spPr>
        </p:pic>
        <p:sp>
          <p:nvSpPr>
            <p:cNvPr id="61" name="Text Box 24"/>
            <p:cNvSpPr txBox="1">
              <a:spLocks noChangeArrowheads="1"/>
            </p:cNvSpPr>
            <p:nvPr/>
          </p:nvSpPr>
          <p:spPr bwMode="auto">
            <a:xfrm>
              <a:off x="436321" y="1922805"/>
              <a:ext cx="1547990" cy="376567"/>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a:t>
              </a:r>
            </a:p>
          </p:txBody>
        </p:sp>
        <p:sp>
          <p:nvSpPr>
            <p:cNvPr id="62" name="Text Box 25"/>
            <p:cNvSpPr txBox="1">
              <a:spLocks noChangeArrowheads="1"/>
            </p:cNvSpPr>
            <p:nvPr/>
          </p:nvSpPr>
          <p:spPr bwMode="auto">
            <a:xfrm>
              <a:off x="219602" y="2204800"/>
              <a:ext cx="892675" cy="655122"/>
            </a:xfrm>
            <a:prstGeom prst="rect">
              <a:avLst/>
            </a:prstGeom>
            <a:noFill/>
            <a:ln>
              <a:noFill/>
            </a:ln>
            <a:effectLst/>
          </p:spPr>
          <p:txBody>
            <a:bodyPr wrap="none">
              <a:spAutoFit/>
            </a:bodyPr>
            <a:lstStyle/>
            <a:p>
              <a:pPr marR="0" algn="ctr"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源主机</a:t>
              </a:r>
            </a:p>
            <a:p>
              <a:pPr marR="0" algn="ctr"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1</a:t>
              </a:r>
            </a:p>
          </p:txBody>
        </p:sp>
        <p:sp>
          <p:nvSpPr>
            <p:cNvPr id="63" name="Line 27"/>
            <p:cNvSpPr>
              <a:spLocks noChangeShapeType="1"/>
            </p:cNvSpPr>
            <p:nvPr/>
          </p:nvSpPr>
          <p:spPr bwMode="auto">
            <a:xfrm>
              <a:off x="1925831" y="5010991"/>
              <a:ext cx="1721" cy="70326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4" name="Line 28"/>
            <p:cNvSpPr>
              <a:spLocks noChangeShapeType="1"/>
            </p:cNvSpPr>
            <p:nvPr/>
          </p:nvSpPr>
          <p:spPr bwMode="auto">
            <a:xfrm>
              <a:off x="6831238" y="4400576"/>
              <a:ext cx="1721" cy="569147"/>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5" name="Line 29"/>
            <p:cNvSpPr>
              <a:spLocks noChangeShapeType="1"/>
            </p:cNvSpPr>
            <p:nvPr/>
          </p:nvSpPr>
          <p:spPr bwMode="auto">
            <a:xfrm>
              <a:off x="1065836" y="5709099"/>
              <a:ext cx="1721" cy="56914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6" name="Line 30"/>
            <p:cNvSpPr>
              <a:spLocks noChangeShapeType="1"/>
            </p:cNvSpPr>
            <p:nvPr/>
          </p:nvSpPr>
          <p:spPr bwMode="auto">
            <a:xfrm>
              <a:off x="1925831" y="4400576"/>
              <a:ext cx="1721" cy="703267"/>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7" name="Line 31"/>
            <p:cNvSpPr>
              <a:spLocks noChangeShapeType="1"/>
            </p:cNvSpPr>
            <p:nvPr/>
          </p:nvSpPr>
          <p:spPr bwMode="auto">
            <a:xfrm>
              <a:off x="2901065" y="3676675"/>
              <a:ext cx="1719" cy="703268"/>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3026" name="Picture 32"/>
            <p:cNvPicPr/>
            <p:nvPr/>
          </p:nvPicPr>
          <p:blipFill>
            <a:blip r:embed="rId3"/>
            <a:stretch>
              <a:fillRect/>
            </a:stretch>
          </p:blipFill>
          <p:spPr>
            <a:xfrm>
              <a:off x="875894" y="6018214"/>
              <a:ext cx="431667" cy="471487"/>
            </a:xfrm>
            <a:prstGeom prst="rect">
              <a:avLst/>
            </a:prstGeom>
            <a:noFill/>
            <a:ln w="9525">
              <a:noFill/>
            </a:ln>
          </p:spPr>
        </p:pic>
        <p:pic>
          <p:nvPicPr>
            <p:cNvPr id="213027" name="Picture 33"/>
            <p:cNvPicPr/>
            <p:nvPr/>
          </p:nvPicPr>
          <p:blipFill>
            <a:blip r:embed="rId3"/>
            <a:stretch>
              <a:fillRect/>
            </a:stretch>
          </p:blipFill>
          <p:spPr>
            <a:xfrm>
              <a:off x="275687" y="3413125"/>
              <a:ext cx="431668" cy="471488"/>
            </a:xfrm>
            <a:prstGeom prst="rect">
              <a:avLst/>
            </a:prstGeom>
            <a:noFill/>
            <a:ln w="9525">
              <a:noFill/>
            </a:ln>
          </p:spPr>
        </p:pic>
        <p:grpSp>
          <p:nvGrpSpPr>
            <p:cNvPr id="213028" name="Group 34"/>
            <p:cNvGrpSpPr/>
            <p:nvPr/>
          </p:nvGrpSpPr>
          <p:grpSpPr>
            <a:xfrm>
              <a:off x="2619763" y="3459164"/>
              <a:ext cx="663840" cy="460375"/>
              <a:chOff x="864" y="1824"/>
              <a:chExt cx="432" cy="288"/>
            </a:xfrm>
          </p:grpSpPr>
          <p:pic>
            <p:nvPicPr>
              <p:cNvPr id="213058" name="Picture 35"/>
              <p:cNvPicPr/>
              <p:nvPr/>
            </p:nvPicPr>
            <p:blipFill>
              <a:blip r:embed="rId4"/>
              <a:stretch>
                <a:fillRect/>
              </a:stretch>
            </p:blipFill>
            <p:spPr>
              <a:xfrm>
                <a:off x="864" y="1824"/>
                <a:ext cx="432" cy="288"/>
              </a:xfrm>
              <a:prstGeom prst="rect">
                <a:avLst/>
              </a:prstGeom>
              <a:noFill/>
              <a:ln w="12699">
                <a:noFill/>
              </a:ln>
            </p:spPr>
          </p:pic>
          <p:pic>
            <p:nvPicPr>
              <p:cNvPr id="213059" name="Picture 36"/>
              <p:cNvPicPr/>
              <p:nvPr/>
            </p:nvPicPr>
            <p:blipFill>
              <a:blip r:embed="rId4"/>
              <a:stretch>
                <a:fillRect/>
              </a:stretch>
            </p:blipFill>
            <p:spPr>
              <a:xfrm>
                <a:off x="864" y="1824"/>
                <a:ext cx="432" cy="288"/>
              </a:xfrm>
              <a:prstGeom prst="rect">
                <a:avLst/>
              </a:prstGeom>
              <a:noFill/>
              <a:ln w="12699">
                <a:noFill/>
              </a:ln>
            </p:spPr>
          </p:pic>
        </p:grpSp>
        <p:pic>
          <p:nvPicPr>
            <p:cNvPr id="213029" name="Picture 37"/>
            <p:cNvPicPr/>
            <p:nvPr/>
          </p:nvPicPr>
          <p:blipFill>
            <a:blip r:embed="rId3"/>
            <a:stretch>
              <a:fillRect/>
            </a:stretch>
          </p:blipFill>
          <p:spPr>
            <a:xfrm>
              <a:off x="6652674" y="4779964"/>
              <a:ext cx="431668" cy="471487"/>
            </a:xfrm>
            <a:prstGeom prst="rect">
              <a:avLst/>
            </a:prstGeom>
            <a:noFill/>
            <a:ln w="9525">
              <a:noFill/>
            </a:ln>
          </p:spPr>
        </p:pic>
        <p:sp>
          <p:nvSpPr>
            <p:cNvPr id="74" name="Line 38"/>
            <p:cNvSpPr>
              <a:spLocks noChangeShapeType="1"/>
            </p:cNvSpPr>
            <p:nvPr/>
          </p:nvSpPr>
          <p:spPr bwMode="auto">
            <a:xfrm>
              <a:off x="1175916" y="4379942"/>
              <a:ext cx="7526670" cy="1719"/>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5" name="Line 39"/>
            <p:cNvSpPr>
              <a:spLocks noChangeShapeType="1"/>
            </p:cNvSpPr>
            <p:nvPr/>
          </p:nvSpPr>
          <p:spPr bwMode="auto">
            <a:xfrm>
              <a:off x="726999" y="5729733"/>
              <a:ext cx="8488143" cy="17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6" name="Text Box 40"/>
            <p:cNvSpPr txBox="1">
              <a:spLocks noChangeArrowheads="1"/>
            </p:cNvSpPr>
            <p:nvPr/>
          </p:nvSpPr>
          <p:spPr bwMode="auto">
            <a:xfrm>
              <a:off x="1100236" y="3891610"/>
              <a:ext cx="1676989" cy="376565"/>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128.30.33.130</a:t>
              </a:r>
            </a:p>
          </p:txBody>
        </p:sp>
        <p:grpSp>
          <p:nvGrpSpPr>
            <p:cNvPr id="213033" name="Group 41"/>
            <p:cNvGrpSpPr/>
            <p:nvPr/>
          </p:nvGrpSpPr>
          <p:grpSpPr>
            <a:xfrm>
              <a:off x="3319718" y="1628775"/>
              <a:ext cx="5971116" cy="2286001"/>
              <a:chOff x="1836" y="1026"/>
              <a:chExt cx="3472" cy="1440"/>
            </a:xfrm>
          </p:grpSpPr>
          <p:sp>
            <p:nvSpPr>
              <p:cNvPr id="78" name="Text Box 42"/>
              <p:cNvSpPr txBox="1">
                <a:spLocks noChangeArrowheads="1"/>
              </p:cNvSpPr>
              <p:nvPr/>
            </p:nvSpPr>
            <p:spPr bwMode="auto">
              <a:xfrm>
                <a:off x="2894" y="1026"/>
                <a:ext cx="2414" cy="257"/>
              </a:xfrm>
              <a:prstGeom prst="rect">
                <a:avLst/>
              </a:prstGeom>
              <a:noFill/>
              <a:ln>
                <a:noFill/>
              </a:ln>
              <a:effectLst/>
            </p:spPr>
            <p:txBody>
              <a:bodyPr wrap="none">
                <a:spAutoFit/>
              </a:bodyPr>
              <a:lstStyle/>
              <a:p>
                <a:pPr defTabSz="843280">
                  <a:buNone/>
                </a:pPr>
                <a:r>
                  <a:rPr lang="en-US" altLang="zh-CN" b="1">
                    <a:solidFill>
                      <a:srgbClr val="990000"/>
                    </a:solidFill>
                    <a:latin typeface="Arial" panose="020B0604020202090204" pitchFamily="34" charset="0"/>
                    <a:ea typeface="黑体" pitchFamily="6" charset="-122"/>
                  </a:rPr>
                  <a:t>R</a:t>
                </a:r>
                <a:r>
                  <a:rPr lang="en-US" altLang="zh-CN" b="1" baseline="-25000">
                    <a:solidFill>
                      <a:srgbClr val="990000"/>
                    </a:solidFill>
                    <a:latin typeface="Arial" panose="020B0604020202090204" pitchFamily="34" charset="0"/>
                    <a:ea typeface="黑体" pitchFamily="6" charset="-122"/>
                  </a:rPr>
                  <a:t>1</a:t>
                </a:r>
                <a:r>
                  <a:rPr lang="en-US" altLang="zh-CN" b="1">
                    <a:solidFill>
                      <a:srgbClr val="990000"/>
                    </a:solidFill>
                    <a:latin typeface="Arial" panose="020B0604020202090204" pitchFamily="34" charset="0"/>
                    <a:ea typeface="黑体" pitchFamily="6" charset="-122"/>
                  </a:rPr>
                  <a:t> </a:t>
                </a:r>
                <a:r>
                  <a:rPr lang="zh-CN" altLang="en-US" b="1">
                    <a:solidFill>
                      <a:srgbClr val="990000"/>
                    </a:solidFill>
                    <a:latin typeface="Arial" panose="020B0604020202090204" pitchFamily="34" charset="0"/>
                    <a:ea typeface="黑体" pitchFamily="6" charset="-122"/>
                  </a:rPr>
                  <a:t>的路由表（未给出默认路由器）</a:t>
                </a:r>
                <a:endParaRPr lang="zh-CN" altLang="en-US" b="1" baseline="-25000">
                  <a:solidFill>
                    <a:srgbClr val="990000"/>
                  </a:solidFill>
                  <a:latin typeface="Arial" panose="020B0604020202090204" pitchFamily="34" charset="0"/>
                  <a:ea typeface="黑体" pitchFamily="6" charset="-122"/>
                </a:endParaRPr>
              </a:p>
            </p:txBody>
          </p:sp>
          <p:sp>
            <p:nvSpPr>
              <p:cNvPr id="79" name="Text Box 43"/>
              <p:cNvSpPr txBox="1">
                <a:spLocks noChangeArrowheads="1"/>
              </p:cNvSpPr>
              <p:nvPr/>
            </p:nvSpPr>
            <p:spPr bwMode="auto">
              <a:xfrm>
                <a:off x="1836" y="2226"/>
                <a:ext cx="263" cy="233"/>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990000"/>
                    </a:solidFill>
                    <a:latin typeface="Arial" panose="020B0604020202090204"/>
                    <a:ea typeface="黑体" pitchFamily="6" charset="-122"/>
                    <a:cs typeface="+mn-cs"/>
                  </a:rPr>
                  <a:t>R</a:t>
                </a:r>
                <a:r>
                  <a:rPr kumimoji="1" lang="en-US" altLang="zh-CN" sz="1660" b="1" kern="1200" cap="none" spc="0" normalizeH="0" baseline="-25000" noProof="0" dirty="0">
                    <a:solidFill>
                      <a:srgbClr val="990000"/>
                    </a:solidFill>
                    <a:latin typeface="Arial" panose="020B0604020202090204"/>
                    <a:ea typeface="黑体" pitchFamily="6" charset="-122"/>
                    <a:cs typeface="+mn-cs"/>
                  </a:rPr>
                  <a:t>1</a:t>
                </a:r>
              </a:p>
            </p:txBody>
          </p:sp>
        </p:grpSp>
        <p:sp>
          <p:nvSpPr>
            <p:cNvPr id="80" name="Text Box 44"/>
            <p:cNvSpPr txBox="1">
              <a:spLocks noChangeArrowheads="1"/>
            </p:cNvSpPr>
            <p:nvPr/>
          </p:nvSpPr>
          <p:spPr bwMode="auto">
            <a:xfrm>
              <a:off x="2906224" y="3896768"/>
              <a:ext cx="328518" cy="378286"/>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81" name="Line 45"/>
            <p:cNvSpPr>
              <a:spLocks noChangeShapeType="1"/>
            </p:cNvSpPr>
            <p:nvPr/>
          </p:nvSpPr>
          <p:spPr bwMode="auto">
            <a:xfrm>
              <a:off x="4516133" y="4400576"/>
              <a:ext cx="1721" cy="569147"/>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grpSp>
          <p:nvGrpSpPr>
            <p:cNvPr id="213036" name="Group 46"/>
            <p:cNvGrpSpPr/>
            <p:nvPr/>
          </p:nvGrpSpPr>
          <p:grpSpPr>
            <a:xfrm>
              <a:off x="1644641" y="4843464"/>
              <a:ext cx="663840" cy="460375"/>
              <a:chOff x="864" y="1824"/>
              <a:chExt cx="432" cy="288"/>
            </a:xfrm>
          </p:grpSpPr>
          <p:pic>
            <p:nvPicPr>
              <p:cNvPr id="213054" name="Picture 47"/>
              <p:cNvPicPr/>
              <p:nvPr/>
            </p:nvPicPr>
            <p:blipFill>
              <a:blip r:embed="rId4"/>
              <a:stretch>
                <a:fillRect/>
              </a:stretch>
            </p:blipFill>
            <p:spPr>
              <a:xfrm>
                <a:off x="864" y="1824"/>
                <a:ext cx="432" cy="288"/>
              </a:xfrm>
              <a:prstGeom prst="rect">
                <a:avLst/>
              </a:prstGeom>
              <a:noFill/>
              <a:ln w="12699">
                <a:noFill/>
              </a:ln>
            </p:spPr>
          </p:pic>
          <p:pic>
            <p:nvPicPr>
              <p:cNvPr id="213055" name="Picture 48"/>
              <p:cNvPicPr/>
              <p:nvPr/>
            </p:nvPicPr>
            <p:blipFill>
              <a:blip r:embed="rId4"/>
              <a:stretch>
                <a:fillRect/>
              </a:stretch>
            </p:blipFill>
            <p:spPr>
              <a:xfrm>
                <a:off x="864" y="1824"/>
                <a:ext cx="432" cy="288"/>
              </a:xfrm>
              <a:prstGeom prst="rect">
                <a:avLst/>
              </a:prstGeom>
              <a:noFill/>
              <a:ln w="12699">
                <a:noFill/>
              </a:ln>
            </p:spPr>
          </p:pic>
        </p:grpSp>
        <p:sp>
          <p:nvSpPr>
            <p:cNvPr id="85" name="Text Box 49"/>
            <p:cNvSpPr txBox="1">
              <a:spLocks noChangeArrowheads="1"/>
            </p:cNvSpPr>
            <p:nvPr/>
          </p:nvSpPr>
          <p:spPr bwMode="auto">
            <a:xfrm>
              <a:off x="1215476" y="4825287"/>
              <a:ext cx="450637" cy="378286"/>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R</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86" name="Line 50"/>
            <p:cNvSpPr>
              <a:spLocks noChangeShapeType="1"/>
            </p:cNvSpPr>
            <p:nvPr/>
          </p:nvSpPr>
          <p:spPr bwMode="auto">
            <a:xfrm>
              <a:off x="2563947" y="5707381"/>
              <a:ext cx="1719" cy="569147"/>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3039" name="Picture 51"/>
            <p:cNvPicPr/>
            <p:nvPr/>
          </p:nvPicPr>
          <p:blipFill>
            <a:blip r:embed="rId3"/>
            <a:stretch>
              <a:fillRect/>
            </a:stretch>
          </p:blipFill>
          <p:spPr>
            <a:xfrm>
              <a:off x="4327516" y="4784725"/>
              <a:ext cx="431668" cy="471488"/>
            </a:xfrm>
            <a:prstGeom prst="rect">
              <a:avLst/>
            </a:prstGeom>
            <a:noFill/>
            <a:ln w="9525">
              <a:noFill/>
            </a:ln>
          </p:spPr>
        </p:pic>
        <p:sp>
          <p:nvSpPr>
            <p:cNvPr id="88" name="Text Box 52"/>
            <p:cNvSpPr txBox="1">
              <a:spLocks noChangeArrowheads="1"/>
            </p:cNvSpPr>
            <p:nvPr/>
          </p:nvSpPr>
          <p:spPr bwMode="auto">
            <a:xfrm>
              <a:off x="4442174" y="3681834"/>
              <a:ext cx="4963887" cy="715303"/>
            </a:xfrm>
            <a:prstGeom prst="rect">
              <a:avLst/>
            </a:prstGeom>
            <a:noFill/>
            <a:ln>
              <a:noFill/>
            </a:ln>
            <a:effectLst/>
          </p:spPr>
          <p:txBody>
            <a:bodyPr>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2</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128.30.33.128</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255.255.255.128</a:t>
              </a:r>
              <a:endParaRPr lang="en-US" altLang="zh-CN" b="1" baseline="-25000">
                <a:solidFill>
                  <a:srgbClr val="000099"/>
                </a:solidFill>
                <a:latin typeface="Arial" panose="020B0604020202090204" pitchFamily="34" charset="0"/>
                <a:ea typeface="黑体" pitchFamily="6" charset="-122"/>
              </a:endParaRPr>
            </a:p>
          </p:txBody>
        </p:sp>
        <p:sp>
          <p:nvSpPr>
            <p:cNvPr id="89" name="Text Box 53"/>
            <p:cNvSpPr txBox="1">
              <a:spLocks noChangeArrowheads="1"/>
            </p:cNvSpPr>
            <p:nvPr/>
          </p:nvSpPr>
          <p:spPr bwMode="auto">
            <a:xfrm>
              <a:off x="3788579" y="5229365"/>
              <a:ext cx="1441350" cy="376565"/>
            </a:xfrm>
            <a:prstGeom prst="rect">
              <a:avLst/>
            </a:prstGeom>
            <a:noFill/>
            <a:ln>
              <a:noFill/>
            </a:ln>
            <a:effectLst/>
          </p:spPr>
          <p:txBody>
            <a:bodyPr wrap="none">
              <a:spAutoFit/>
            </a:bodyPr>
            <a:lstStyle/>
            <a:p>
              <a:pPr marR="0"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目的主机 </a:t>
              </a: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90" name="Text Box 54"/>
            <p:cNvSpPr txBox="1">
              <a:spLocks noChangeArrowheads="1"/>
            </p:cNvSpPr>
            <p:nvPr/>
          </p:nvSpPr>
          <p:spPr bwMode="auto">
            <a:xfrm>
              <a:off x="4646852" y="4761667"/>
              <a:ext cx="1678709" cy="376565"/>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128.30.33.138</a:t>
              </a:r>
            </a:p>
          </p:txBody>
        </p:sp>
        <p:sp>
          <p:nvSpPr>
            <p:cNvPr id="91" name="Text Box 55"/>
            <p:cNvSpPr txBox="1">
              <a:spLocks noChangeArrowheads="1"/>
            </p:cNvSpPr>
            <p:nvPr/>
          </p:nvSpPr>
          <p:spPr bwMode="auto">
            <a:xfrm>
              <a:off x="1580113" y="4538134"/>
              <a:ext cx="328517" cy="378286"/>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92" name="Text Box 56"/>
            <p:cNvSpPr txBox="1">
              <a:spLocks noChangeArrowheads="1"/>
            </p:cNvSpPr>
            <p:nvPr/>
          </p:nvSpPr>
          <p:spPr bwMode="auto">
            <a:xfrm>
              <a:off x="1580113" y="5258596"/>
              <a:ext cx="328517" cy="378286"/>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93" name="Text Box 57"/>
            <p:cNvSpPr txBox="1">
              <a:spLocks noChangeArrowheads="1"/>
            </p:cNvSpPr>
            <p:nvPr/>
          </p:nvSpPr>
          <p:spPr bwMode="auto">
            <a:xfrm>
              <a:off x="1915511" y="4538134"/>
              <a:ext cx="1678709" cy="378286"/>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128.30.33.129</a:t>
              </a:r>
            </a:p>
          </p:txBody>
        </p:sp>
        <p:pic>
          <p:nvPicPr>
            <p:cNvPr id="213046" name="Picture 58"/>
            <p:cNvPicPr/>
            <p:nvPr/>
          </p:nvPicPr>
          <p:blipFill>
            <a:blip r:embed="rId3"/>
            <a:stretch>
              <a:fillRect/>
            </a:stretch>
          </p:blipFill>
          <p:spPr>
            <a:xfrm>
              <a:off x="2375552" y="6016626"/>
              <a:ext cx="433388" cy="473075"/>
            </a:xfrm>
            <a:prstGeom prst="rect">
              <a:avLst/>
            </a:prstGeom>
            <a:noFill/>
            <a:ln w="9525">
              <a:noFill/>
            </a:ln>
          </p:spPr>
        </p:pic>
        <p:sp>
          <p:nvSpPr>
            <p:cNvPr id="95" name="Text Box 59"/>
            <p:cNvSpPr txBox="1">
              <a:spLocks noChangeArrowheads="1"/>
            </p:cNvSpPr>
            <p:nvPr/>
          </p:nvSpPr>
          <p:spPr bwMode="auto">
            <a:xfrm>
              <a:off x="1994630" y="5984216"/>
              <a:ext cx="452358" cy="378286"/>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3</a:t>
              </a:r>
            </a:p>
          </p:txBody>
        </p:sp>
        <p:sp>
          <p:nvSpPr>
            <p:cNvPr id="96" name="Text Box 60"/>
            <p:cNvSpPr txBox="1">
              <a:spLocks noChangeArrowheads="1"/>
            </p:cNvSpPr>
            <p:nvPr/>
          </p:nvSpPr>
          <p:spPr bwMode="auto">
            <a:xfrm>
              <a:off x="1989471" y="5258596"/>
              <a:ext cx="1422430" cy="376567"/>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128.30.36.2</a:t>
              </a:r>
            </a:p>
          </p:txBody>
        </p:sp>
        <p:sp>
          <p:nvSpPr>
            <p:cNvPr id="97" name="Text Box 61"/>
            <p:cNvSpPr txBox="1">
              <a:spLocks noChangeArrowheads="1"/>
            </p:cNvSpPr>
            <p:nvPr/>
          </p:nvSpPr>
          <p:spPr bwMode="auto">
            <a:xfrm>
              <a:off x="4516133" y="5788196"/>
              <a:ext cx="3792575" cy="715303"/>
            </a:xfrm>
            <a:prstGeom prst="rect">
              <a:avLst/>
            </a:prstGeom>
            <a:noFill/>
            <a:ln>
              <a:noFill/>
            </a:ln>
            <a:effectLst/>
          </p:spPr>
          <p:txBody>
            <a:bodyPr wrap="none">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3</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128.30.36.0</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255.255.255.0</a:t>
              </a:r>
              <a:endParaRPr lang="en-US" altLang="zh-CN" b="1" baseline="-25000">
                <a:solidFill>
                  <a:srgbClr val="000099"/>
                </a:solidFill>
                <a:latin typeface="Arial" panose="020B0604020202090204" pitchFamily="34" charset="0"/>
                <a:ea typeface="黑体" pitchFamily="6" charset="-122"/>
              </a:endParaRPr>
            </a:p>
          </p:txBody>
        </p:sp>
        <p:sp>
          <p:nvSpPr>
            <p:cNvPr id="98" name="Text Box 62"/>
            <p:cNvSpPr txBox="1">
              <a:spLocks noChangeArrowheads="1"/>
            </p:cNvSpPr>
            <p:nvPr/>
          </p:nvSpPr>
          <p:spPr bwMode="auto">
            <a:xfrm>
              <a:off x="2689505" y="6056434"/>
              <a:ext cx="1549710" cy="376567"/>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128.30.36.12</a:t>
              </a:r>
            </a:p>
          </p:txBody>
        </p:sp>
        <p:sp>
          <p:nvSpPr>
            <p:cNvPr id="99" name="Line 64"/>
            <p:cNvSpPr>
              <a:spLocks noChangeShapeType="1"/>
            </p:cNvSpPr>
            <p:nvPr/>
          </p:nvSpPr>
          <p:spPr bwMode="auto">
            <a:xfrm>
              <a:off x="1215476" y="2636390"/>
              <a:ext cx="3274858" cy="2305822"/>
            </a:xfrm>
            <a:prstGeom prst="line">
              <a:avLst/>
            </a:prstGeom>
            <a:noFill/>
            <a:ln w="76200">
              <a:solidFill>
                <a:srgbClr val="FF0000">
                  <a:alpha val="80000"/>
                </a:srgbClr>
              </a:solidFill>
              <a:round/>
              <a:tailEnd type="triangle" w="med" len="me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100" name="Text Box 26"/>
            <p:cNvSpPr txBox="1">
              <a:spLocks noChangeArrowheads="1"/>
            </p:cNvSpPr>
            <p:nvPr/>
          </p:nvSpPr>
          <p:spPr bwMode="auto">
            <a:xfrm>
              <a:off x="747639" y="2189325"/>
              <a:ext cx="3783975" cy="931958"/>
            </a:xfrm>
            <a:prstGeom prst="rect">
              <a:avLst/>
            </a:prstGeom>
            <a:noFill/>
            <a:ln>
              <a:noFill/>
            </a:ln>
            <a:effectLst/>
          </p:spPr>
          <p:txBody>
            <a:bodyPr>
              <a:spAutoFit/>
            </a:bodyPr>
            <a:lstStyle/>
            <a:p>
              <a:pPr algn="ctr" defTabSz="843280">
                <a:buNone/>
              </a:pPr>
              <a:r>
                <a:rPr lang="zh-CN" altLang="en-US" sz="1600" b="1">
                  <a:solidFill>
                    <a:srgbClr val="000099"/>
                  </a:solidFill>
                  <a:latin typeface="Arial" panose="020B0604020202090204" pitchFamily="34" charset="0"/>
                  <a:ea typeface="黑体" pitchFamily="6" charset="-122"/>
                </a:rPr>
                <a:t>子网</a:t>
              </a:r>
              <a:r>
                <a:rPr lang="en-US" altLang="zh-CN" sz="1600" b="1">
                  <a:solidFill>
                    <a:srgbClr val="000099"/>
                  </a:solidFill>
                  <a:latin typeface="Arial" panose="020B0604020202090204" pitchFamily="34" charset="0"/>
                  <a:ea typeface="黑体" pitchFamily="6" charset="-122"/>
                </a:rPr>
                <a:t>1</a:t>
              </a:r>
              <a:r>
                <a:rPr lang="zh-CN" altLang="en-US" sz="1600" b="1">
                  <a:solidFill>
                    <a:srgbClr val="000099"/>
                  </a:solidFill>
                  <a:latin typeface="Arial" panose="020B0604020202090204" pitchFamily="34" charset="0"/>
                  <a:ea typeface="黑体" pitchFamily="6" charset="-122"/>
                </a:rPr>
                <a:t>：</a:t>
              </a:r>
            </a:p>
            <a:p>
              <a:pPr algn="ctr" defTabSz="843280">
                <a:buNone/>
              </a:pPr>
              <a:r>
                <a:rPr lang="zh-CN" altLang="en-US" sz="1600" b="1">
                  <a:solidFill>
                    <a:srgbClr val="000099"/>
                  </a:solidFill>
                  <a:latin typeface="Arial" panose="020B0604020202090204" pitchFamily="34" charset="0"/>
                  <a:ea typeface="黑体" pitchFamily="6" charset="-122"/>
                </a:rPr>
                <a:t>    网络地址 </a:t>
              </a:r>
              <a:r>
                <a:rPr lang="en-US" altLang="zh-CN" sz="1600" b="1">
                  <a:solidFill>
                    <a:srgbClr val="000099"/>
                  </a:solidFill>
                  <a:latin typeface="Arial" panose="020B0604020202090204" pitchFamily="34" charset="0"/>
                  <a:ea typeface="黑体" pitchFamily="6" charset="-122"/>
                </a:rPr>
                <a:t>128.30.33.0</a:t>
              </a:r>
            </a:p>
            <a:p>
              <a:pPr algn="ctr" defTabSz="843280">
                <a:buNone/>
              </a:pPr>
              <a:r>
                <a:rPr lang="en-US" altLang="zh-CN" sz="1600" b="1">
                  <a:solidFill>
                    <a:srgbClr val="000099"/>
                  </a:solidFill>
                  <a:latin typeface="Arial" panose="020B0604020202090204" pitchFamily="34" charset="0"/>
                  <a:ea typeface="黑体" pitchFamily="6" charset="-122"/>
                </a:rPr>
                <a:t>     </a:t>
              </a:r>
              <a:r>
                <a:rPr lang="zh-CN" altLang="en-US" sz="1600" b="1">
                  <a:solidFill>
                    <a:srgbClr val="000099"/>
                  </a:solidFill>
                  <a:latin typeface="Arial" panose="020B0604020202090204" pitchFamily="34" charset="0"/>
                  <a:ea typeface="黑体" pitchFamily="6" charset="-122"/>
                </a:rPr>
                <a:t>子网掩码 </a:t>
              </a:r>
              <a:r>
                <a:rPr lang="en-US" altLang="zh-CN" sz="1600" b="1">
                  <a:solidFill>
                    <a:srgbClr val="000099"/>
                  </a:solidFill>
                  <a:latin typeface="Arial" panose="020B0604020202090204" pitchFamily="34" charset="0"/>
                  <a:ea typeface="黑体" pitchFamily="6" charset="-122"/>
                </a:rPr>
                <a:t>255.255.255.128</a:t>
              </a:r>
            </a:p>
          </p:txBody>
        </p:sp>
        <p:sp>
          <p:nvSpPr>
            <p:cNvPr id="101" name="Text Box 3"/>
            <p:cNvSpPr txBox="1">
              <a:spLocks noChangeArrowheads="1"/>
            </p:cNvSpPr>
            <p:nvPr/>
          </p:nvSpPr>
          <p:spPr bwMode="auto">
            <a:xfrm>
              <a:off x="1356515" y="3098929"/>
              <a:ext cx="1420710" cy="376567"/>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a:t>
              </a:r>
            </a:p>
          </p:txBody>
        </p:sp>
      </p:grpSp>
      <p:sp>
        <p:nvSpPr>
          <p:cNvPr id="516159" name="AutoShape 63"/>
          <p:cNvSpPr>
            <a:spLocks noChangeArrowheads="1"/>
          </p:cNvSpPr>
          <p:nvPr/>
        </p:nvSpPr>
        <p:spPr bwMode="auto">
          <a:xfrm>
            <a:off x="3775075" y="2498725"/>
            <a:ext cx="576263" cy="198438"/>
          </a:xfrm>
          <a:prstGeom prst="rightArrow">
            <a:avLst>
              <a:gd name="adj1" fmla="val 50000"/>
              <a:gd name="adj2" fmla="val 66728"/>
            </a:avLst>
          </a:prstGeom>
          <a:solidFill>
            <a:schemeClr val="accent1"/>
          </a:solidFill>
          <a:ln w="9525">
            <a:solidFill>
              <a:schemeClr val="tx2"/>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516160" name="AutoShape 64"/>
          <p:cNvSpPr>
            <a:spLocks noChangeArrowheads="1"/>
          </p:cNvSpPr>
          <p:nvPr/>
        </p:nvSpPr>
        <p:spPr bwMode="auto">
          <a:xfrm>
            <a:off x="3775075" y="2779713"/>
            <a:ext cx="576263" cy="200025"/>
          </a:xfrm>
          <a:prstGeom prst="rightArrow">
            <a:avLst>
              <a:gd name="adj1" fmla="val 50000"/>
              <a:gd name="adj2" fmla="val 66728"/>
            </a:avLst>
          </a:prstGeom>
          <a:solidFill>
            <a:schemeClr val="accent1"/>
          </a:solidFill>
          <a:ln w="9525">
            <a:solidFill>
              <a:schemeClr val="tx2"/>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516161" name="AutoShape 65"/>
          <p:cNvSpPr>
            <a:spLocks noChangeArrowheads="1"/>
          </p:cNvSpPr>
          <p:nvPr/>
        </p:nvSpPr>
        <p:spPr bwMode="auto">
          <a:xfrm>
            <a:off x="3775075" y="3062288"/>
            <a:ext cx="576263" cy="200025"/>
          </a:xfrm>
          <a:prstGeom prst="rightArrow">
            <a:avLst>
              <a:gd name="adj1" fmla="val 50000"/>
              <a:gd name="adj2" fmla="val 66728"/>
            </a:avLst>
          </a:prstGeom>
          <a:solidFill>
            <a:schemeClr val="accent1"/>
          </a:solidFill>
          <a:ln w="9525">
            <a:solidFill>
              <a:schemeClr val="tx2"/>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16159"/>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nodeType="afterEffect">
                                  <p:stCondLst>
                                    <p:cond delay="1000"/>
                                  </p:stCondLst>
                                  <p:childTnLst>
                                    <p:set>
                                      <p:cBhvr>
                                        <p:cTn id="9" dur="1" fill="hold">
                                          <p:stCondLst>
                                            <p:cond delay="0"/>
                                          </p:stCondLst>
                                        </p:cTn>
                                        <p:tgtEl>
                                          <p:spTgt spid="516159"/>
                                        </p:tgtEl>
                                        <p:attrNameLst>
                                          <p:attrName>style.visibility</p:attrName>
                                        </p:attrNameLst>
                                      </p:cBhvr>
                                      <p:to>
                                        <p:strVal val="hidden"/>
                                      </p:to>
                                    </p:set>
                                  </p:childTnLst>
                                </p:cTn>
                              </p:par>
                            </p:childTnLst>
                          </p:cTn>
                        </p:par>
                        <p:par>
                          <p:cTn id="10" fill="hold">
                            <p:stCondLst>
                              <p:cond delay="1000"/>
                            </p:stCondLst>
                            <p:childTnLst>
                              <p:par>
                                <p:cTn id="11" presetID="1" presetClass="entr" presetSubtype="0" fill="hold" nodeType="afterEffect">
                                  <p:stCondLst>
                                    <p:cond delay="0"/>
                                  </p:stCondLst>
                                  <p:childTnLst>
                                    <p:set>
                                      <p:cBhvr>
                                        <p:cTn id="12" dur="1" fill="hold">
                                          <p:stCondLst>
                                            <p:cond delay="0"/>
                                          </p:stCondLst>
                                        </p:cTn>
                                        <p:tgtEl>
                                          <p:spTgt spid="516160"/>
                                        </p:tgtEl>
                                        <p:attrNameLst>
                                          <p:attrName>style.visibility</p:attrName>
                                        </p:attrNameLst>
                                      </p:cBhvr>
                                      <p:to>
                                        <p:strVal val="visible"/>
                                      </p:to>
                                    </p:set>
                                  </p:childTnLst>
                                </p:cTn>
                              </p:par>
                            </p:childTnLst>
                          </p:cTn>
                        </p:par>
                        <p:par>
                          <p:cTn id="13" fill="hold">
                            <p:stCondLst>
                              <p:cond delay="1000"/>
                            </p:stCondLst>
                            <p:childTnLst>
                              <p:par>
                                <p:cTn id="14" presetID="1" presetClass="exit" presetSubtype="0" fill="hold" nodeType="afterEffect">
                                  <p:stCondLst>
                                    <p:cond delay="1000"/>
                                  </p:stCondLst>
                                  <p:childTnLst>
                                    <p:set>
                                      <p:cBhvr>
                                        <p:cTn id="15" dur="1" fill="hold">
                                          <p:stCondLst>
                                            <p:cond delay="0"/>
                                          </p:stCondLst>
                                        </p:cTn>
                                        <p:tgtEl>
                                          <p:spTgt spid="516160"/>
                                        </p:tgtEl>
                                        <p:attrNameLst>
                                          <p:attrName>style.visibility</p:attrName>
                                        </p:attrNameLst>
                                      </p:cBhvr>
                                      <p:to>
                                        <p:strVal val="hidden"/>
                                      </p:to>
                                    </p:se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5161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6159" grpId="0" animBg="1"/>
      <p:bldP spid="516159" grpId="1" animBg="1"/>
      <p:bldP spid="516160" grpId="0" animBg="1"/>
      <p:bldP spid="516160" grpId="1" animBg="1"/>
      <p:bldP spid="516161"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Rectangle 2"/>
          <p:cNvSpPr>
            <a:spLocks noGrp="1" noChangeArrowheads="1"/>
          </p:cNvSpPr>
          <p:nvPr>
            <p:ph type="title" idx="4294967295"/>
          </p:nvPr>
        </p:nvSpPr>
        <p:spPr>
          <a:xfrm>
            <a:off x="254000" y="304800"/>
            <a:ext cx="8834438" cy="915988"/>
          </a:xfrm>
          <a:solidFill>
            <a:srgbClr val="66FFFF"/>
          </a:solidFill>
          <a:ln>
            <a:solidFill>
              <a:schemeClr val="tx2"/>
            </a:solidFill>
            <a:miter lim="800000"/>
          </a:ln>
        </p:spPr>
        <p:txBody>
          <a:bodyPr vert="horz" wrap="square" lIns="84406" tIns="42203" rIns="84406" bIns="42203" numCol="1" anchor="b" anchorCtr="0" compatLnSpc="1"/>
          <a:lstStyle/>
          <a:p>
            <a:pPr algn="ctr" eaLnBrk="1" hangingPunct="1">
              <a:buNone/>
            </a:pPr>
            <a:r>
              <a:rPr lang="zh-CN" altLang="en-US" sz="2900"/>
              <a:t>路由器 </a:t>
            </a:r>
            <a:r>
              <a:rPr lang="en-US" altLang="zh-CN" sz="2900"/>
              <a:t>R</a:t>
            </a:r>
            <a:r>
              <a:rPr lang="en-US" altLang="zh-CN" sz="2900" baseline="-25000"/>
              <a:t>1</a:t>
            </a:r>
            <a:r>
              <a:rPr lang="en-US" altLang="zh-CN" sz="2900"/>
              <a:t> </a:t>
            </a:r>
            <a:r>
              <a:rPr lang="zh-CN" altLang="en-US" sz="2900"/>
              <a:t>收到分组后就用路由表中第 </a:t>
            </a:r>
            <a:r>
              <a:rPr lang="en-US" altLang="zh-CN" sz="2900"/>
              <a:t>1 </a:t>
            </a:r>
            <a:r>
              <a:rPr lang="zh-CN" altLang="en-US" sz="2900"/>
              <a:t>个项目的</a:t>
            </a:r>
            <a:br>
              <a:rPr lang="zh-CN" altLang="en-US" sz="2900"/>
            </a:br>
            <a:r>
              <a:rPr lang="zh-CN" altLang="en-US" sz="2900"/>
              <a:t>子网掩码和 </a:t>
            </a:r>
            <a:r>
              <a:rPr lang="en-US" altLang="zh-CN" sz="2900"/>
              <a:t>128.30.33.138 </a:t>
            </a:r>
            <a:r>
              <a:rPr lang="zh-CN" altLang="en-US" sz="2900"/>
              <a:t>逐比特 </a:t>
            </a:r>
            <a:r>
              <a:rPr lang="en-US" altLang="zh-CN" sz="2900"/>
              <a:t>AND </a:t>
            </a:r>
            <a:r>
              <a:rPr lang="zh-CN" altLang="en-US" sz="2900"/>
              <a:t>操作 </a:t>
            </a:r>
          </a:p>
        </p:txBody>
      </p:sp>
      <p:sp>
        <p:nvSpPr>
          <p:cNvPr id="517184" name="Rectangle 64"/>
          <p:cNvSpPr>
            <a:spLocks noChangeArrowheads="1"/>
          </p:cNvSpPr>
          <p:nvPr/>
        </p:nvSpPr>
        <p:spPr bwMode="auto">
          <a:xfrm>
            <a:off x="473075" y="1368425"/>
            <a:ext cx="7488238" cy="465138"/>
          </a:xfrm>
          <a:prstGeom prst="rect">
            <a:avLst/>
          </a:prstGeom>
          <a:solidFill>
            <a:srgbClr val="FFFF99"/>
          </a:solidFill>
          <a:ln w="9525">
            <a:solidFill>
              <a:schemeClr val="tx1"/>
            </a:solidFill>
            <a:miter lim="800000"/>
          </a:ln>
          <a:effectLst/>
        </p:spPr>
        <p:txBody>
          <a:bodyPr wrap="none" anchor="ctr"/>
          <a:lstStyle/>
          <a:p>
            <a:pPr algn="just" defTabSz="843280">
              <a:buNone/>
            </a:pPr>
            <a:r>
              <a:rPr lang="en-US" altLang="zh-CN" sz="2500" b="1">
                <a:solidFill>
                  <a:srgbClr val="0000CC"/>
                </a:solidFill>
                <a:latin typeface="Arial" panose="020B0604020202090204" pitchFamily="34" charset="0"/>
                <a:ea typeface="黑体" pitchFamily="6" charset="-122"/>
              </a:rPr>
              <a:t>R</a:t>
            </a:r>
            <a:r>
              <a:rPr lang="en-US" altLang="zh-CN" sz="2500" b="1" baseline="-25000">
                <a:solidFill>
                  <a:srgbClr val="0000CC"/>
                </a:solidFill>
                <a:latin typeface="Arial" panose="020B0604020202090204" pitchFamily="34" charset="0"/>
                <a:ea typeface="黑体" pitchFamily="6" charset="-122"/>
              </a:rPr>
              <a:t>1</a:t>
            </a:r>
            <a:r>
              <a:rPr lang="en-US" altLang="zh-CN" sz="2500" b="1">
                <a:solidFill>
                  <a:srgbClr val="0000CC"/>
                </a:solidFill>
                <a:latin typeface="Arial" panose="020B0604020202090204" pitchFamily="34" charset="0"/>
                <a:ea typeface="黑体" pitchFamily="6" charset="-122"/>
              </a:rPr>
              <a:t> </a:t>
            </a:r>
            <a:r>
              <a:rPr lang="zh-CN" altLang="en-US" sz="2500" b="1">
                <a:solidFill>
                  <a:srgbClr val="0000CC"/>
                </a:solidFill>
                <a:latin typeface="Arial" panose="020B0604020202090204" pitchFamily="34" charset="0"/>
                <a:ea typeface="黑体" pitchFamily="6" charset="-122"/>
              </a:rPr>
              <a:t>收到的分组的目的 </a:t>
            </a:r>
            <a:r>
              <a:rPr lang="en-US" altLang="zh-CN" sz="2500" b="1">
                <a:solidFill>
                  <a:srgbClr val="0000CC"/>
                </a:solidFill>
                <a:latin typeface="Arial" panose="020B0604020202090204" pitchFamily="34" charset="0"/>
                <a:ea typeface="黑体" pitchFamily="6" charset="-122"/>
              </a:rPr>
              <a:t>IP </a:t>
            </a:r>
            <a:r>
              <a:rPr lang="zh-CN" altLang="en-US" sz="2500" b="1">
                <a:solidFill>
                  <a:srgbClr val="0000CC"/>
                </a:solidFill>
                <a:latin typeface="Arial" panose="020B0604020202090204" pitchFamily="34" charset="0"/>
                <a:ea typeface="黑体" pitchFamily="6" charset="-122"/>
              </a:rPr>
              <a:t>地址：</a:t>
            </a:r>
            <a:r>
              <a:rPr lang="en-US" altLang="zh-CN" sz="2500" b="1">
                <a:solidFill>
                  <a:srgbClr val="0000CC"/>
                </a:solidFill>
                <a:latin typeface="Arial" panose="020B0604020202090204" pitchFamily="34" charset="0"/>
                <a:ea typeface="黑体" pitchFamily="6" charset="-122"/>
              </a:rPr>
              <a:t>128.30.33.138</a:t>
            </a:r>
          </a:p>
        </p:txBody>
      </p:sp>
      <p:graphicFrame>
        <p:nvGraphicFramePr>
          <p:cNvPr id="215043" name="表格 215042"/>
          <p:cNvGraphicFramePr/>
          <p:nvPr/>
        </p:nvGraphicFramePr>
        <p:xfrm>
          <a:off x="4379913" y="2159000"/>
          <a:ext cx="4645025" cy="1274763"/>
        </p:xfrm>
        <a:graphic>
          <a:graphicData uri="http://schemas.openxmlformats.org/drawingml/2006/table">
            <a:tbl>
              <a:tblPr/>
              <a:tblGrid>
                <a:gridCol w="1668463">
                  <a:extLst>
                    <a:ext uri="{9D8B030D-6E8A-4147-A177-3AD203B41FA5}">
                      <a16:colId xmlns:a16="http://schemas.microsoft.com/office/drawing/2014/main" val="20000"/>
                    </a:ext>
                  </a:extLst>
                </a:gridCol>
                <a:gridCol w="1998662">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1750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目的网络地址</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子网掩码</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下一跳</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957263">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128.30.33.0</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128.30.36.0</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255.255.255.0</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0</a:t>
                      </a:r>
                    </a:p>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1</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R</a:t>
                      </a:r>
                      <a:r>
                        <a:rPr lang="en-US" altLang="zh-CN" sz="1700" b="1" baseline="-25000">
                          <a:solidFill>
                            <a:srgbClr val="000099"/>
                          </a:solidFill>
                          <a:latin typeface="Arial" panose="020B0604020202090204" pitchFamily="34" charset="0"/>
                          <a:ea typeface="黑体" pitchFamily="6" charset="-122"/>
                        </a:rPr>
                        <a:t>2</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grpSp>
        <p:nvGrpSpPr>
          <p:cNvPr id="215057" name="Group 41"/>
          <p:cNvGrpSpPr/>
          <p:nvPr/>
        </p:nvGrpSpPr>
        <p:grpSpPr>
          <a:xfrm>
            <a:off x="3063875" y="1766888"/>
            <a:ext cx="5511800" cy="2109787"/>
            <a:chOff x="1836" y="1026"/>
            <a:chExt cx="3472" cy="1440"/>
          </a:xfrm>
        </p:grpSpPr>
        <p:sp>
          <p:nvSpPr>
            <p:cNvPr id="87" name="Text Box 42"/>
            <p:cNvSpPr txBox="1">
              <a:spLocks noChangeArrowheads="1"/>
            </p:cNvSpPr>
            <p:nvPr/>
          </p:nvSpPr>
          <p:spPr bwMode="auto">
            <a:xfrm>
              <a:off x="2894" y="1026"/>
              <a:ext cx="2414" cy="257"/>
            </a:xfrm>
            <a:prstGeom prst="rect">
              <a:avLst/>
            </a:prstGeom>
            <a:noFill/>
            <a:ln>
              <a:noFill/>
            </a:ln>
            <a:effectLst/>
          </p:spPr>
          <p:txBody>
            <a:bodyPr wrap="none">
              <a:spAutoFit/>
            </a:bodyPr>
            <a:lstStyle/>
            <a:p>
              <a:pPr defTabSz="843280">
                <a:buNone/>
              </a:pPr>
              <a:r>
                <a:rPr lang="en-US" altLang="zh-CN" b="1">
                  <a:solidFill>
                    <a:srgbClr val="990000"/>
                  </a:solidFill>
                  <a:latin typeface="Arial" panose="020B0604020202090204" pitchFamily="34" charset="0"/>
                  <a:ea typeface="黑体" pitchFamily="6" charset="-122"/>
                </a:rPr>
                <a:t>R</a:t>
              </a:r>
              <a:r>
                <a:rPr lang="en-US" altLang="zh-CN" b="1" baseline="-25000">
                  <a:solidFill>
                    <a:srgbClr val="990000"/>
                  </a:solidFill>
                  <a:latin typeface="Arial" panose="020B0604020202090204" pitchFamily="34" charset="0"/>
                  <a:ea typeface="黑体" pitchFamily="6" charset="-122"/>
                </a:rPr>
                <a:t>1</a:t>
              </a:r>
              <a:r>
                <a:rPr lang="en-US" altLang="zh-CN" b="1">
                  <a:solidFill>
                    <a:srgbClr val="990000"/>
                  </a:solidFill>
                  <a:latin typeface="Arial" panose="020B0604020202090204" pitchFamily="34" charset="0"/>
                  <a:ea typeface="黑体" pitchFamily="6" charset="-122"/>
                </a:rPr>
                <a:t> </a:t>
              </a:r>
              <a:r>
                <a:rPr lang="zh-CN" altLang="en-US" b="1">
                  <a:solidFill>
                    <a:srgbClr val="990000"/>
                  </a:solidFill>
                  <a:latin typeface="Arial" panose="020B0604020202090204" pitchFamily="34" charset="0"/>
                  <a:ea typeface="黑体" pitchFamily="6" charset="-122"/>
                </a:rPr>
                <a:t>的路由表（未给出默认路由器）</a:t>
              </a:r>
              <a:endParaRPr lang="zh-CN" altLang="en-US" b="1" baseline="-25000">
                <a:solidFill>
                  <a:srgbClr val="990000"/>
                </a:solidFill>
                <a:latin typeface="Arial" panose="020B0604020202090204" pitchFamily="34" charset="0"/>
                <a:ea typeface="黑体" pitchFamily="6" charset="-122"/>
              </a:endParaRPr>
            </a:p>
          </p:txBody>
        </p:sp>
        <p:sp>
          <p:nvSpPr>
            <p:cNvPr id="88" name="Text Box 43"/>
            <p:cNvSpPr txBox="1">
              <a:spLocks noChangeArrowheads="1"/>
            </p:cNvSpPr>
            <p:nvPr/>
          </p:nvSpPr>
          <p:spPr bwMode="auto">
            <a:xfrm>
              <a:off x="1836" y="2228"/>
              <a:ext cx="263" cy="238"/>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990000"/>
                  </a:solidFill>
                  <a:latin typeface="Arial" panose="020B0604020202090204"/>
                  <a:ea typeface="黑体" pitchFamily="6" charset="-122"/>
                  <a:cs typeface="+mn-cs"/>
                </a:rPr>
                <a:t>R</a:t>
              </a:r>
              <a:r>
                <a:rPr kumimoji="1" lang="en-US" altLang="zh-CN" sz="1660" b="1" kern="1200" cap="none" spc="0" normalizeH="0" baseline="-25000" noProof="0" dirty="0">
                  <a:solidFill>
                    <a:srgbClr val="990000"/>
                  </a:solidFill>
                  <a:latin typeface="Arial" panose="020B0604020202090204"/>
                  <a:ea typeface="黑体" pitchFamily="6" charset="-122"/>
                  <a:cs typeface="+mn-cs"/>
                </a:rPr>
                <a:t>1</a:t>
              </a:r>
            </a:p>
          </p:txBody>
        </p:sp>
      </p:grpSp>
      <p:grpSp>
        <p:nvGrpSpPr>
          <p:cNvPr id="215058" name="组合 1"/>
          <p:cNvGrpSpPr/>
          <p:nvPr/>
        </p:nvGrpSpPr>
        <p:grpSpPr>
          <a:xfrm>
            <a:off x="203200" y="2038350"/>
            <a:ext cx="8478838" cy="4229100"/>
            <a:chOff x="219602" y="1922463"/>
            <a:chExt cx="9186459" cy="4581036"/>
          </a:xfrm>
        </p:grpSpPr>
        <p:sp>
          <p:nvSpPr>
            <p:cNvPr id="62" name="Freeform 2"/>
            <p:cNvSpPr/>
            <p:nvPr/>
          </p:nvSpPr>
          <p:spPr bwMode="auto">
            <a:xfrm>
              <a:off x="2923424" y="2044556"/>
              <a:ext cx="1821468" cy="181934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3" name="Text Box 4"/>
            <p:cNvSpPr txBox="1">
              <a:spLocks noChangeArrowheads="1"/>
            </p:cNvSpPr>
            <p:nvPr/>
          </p:nvSpPr>
          <p:spPr bwMode="auto">
            <a:xfrm>
              <a:off x="2923424" y="3127909"/>
              <a:ext cx="328518" cy="37659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65" name="Line 19"/>
            <p:cNvSpPr>
              <a:spLocks noChangeShapeType="1"/>
            </p:cNvSpPr>
            <p:nvPr/>
          </p:nvSpPr>
          <p:spPr bwMode="auto">
            <a:xfrm>
              <a:off x="2894185" y="3105553"/>
              <a:ext cx="1719" cy="7033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6" name="Line 20"/>
            <p:cNvSpPr>
              <a:spLocks noChangeShapeType="1"/>
            </p:cNvSpPr>
            <p:nvPr/>
          </p:nvSpPr>
          <p:spPr bwMode="auto">
            <a:xfrm>
              <a:off x="503401" y="3088357"/>
              <a:ext cx="1719" cy="569191"/>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7" name="Line 21"/>
            <p:cNvSpPr>
              <a:spLocks noChangeShapeType="1"/>
            </p:cNvSpPr>
            <p:nvPr/>
          </p:nvSpPr>
          <p:spPr bwMode="auto">
            <a:xfrm flipV="1">
              <a:off x="267762" y="3105553"/>
              <a:ext cx="4379091" cy="3439"/>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8" name="Line 22"/>
            <p:cNvSpPr>
              <a:spLocks noChangeShapeType="1"/>
            </p:cNvSpPr>
            <p:nvPr/>
          </p:nvSpPr>
          <p:spPr bwMode="auto">
            <a:xfrm>
              <a:off x="1205156" y="2534643"/>
              <a:ext cx="1719" cy="57091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5076" name="Picture 23"/>
            <p:cNvPicPr/>
            <p:nvPr/>
          </p:nvPicPr>
          <p:blipFill>
            <a:blip r:embed="rId3"/>
            <a:stretch>
              <a:fillRect/>
            </a:stretch>
          </p:blipFill>
          <p:spPr>
            <a:xfrm>
              <a:off x="1018637" y="2276476"/>
              <a:ext cx="431668" cy="473075"/>
            </a:xfrm>
            <a:prstGeom prst="rect">
              <a:avLst/>
            </a:prstGeom>
            <a:noFill/>
            <a:ln w="9525">
              <a:noFill/>
            </a:ln>
          </p:spPr>
        </p:pic>
        <p:sp>
          <p:nvSpPr>
            <p:cNvPr id="70" name="Text Box 24"/>
            <p:cNvSpPr txBox="1">
              <a:spLocks noChangeArrowheads="1"/>
            </p:cNvSpPr>
            <p:nvPr/>
          </p:nvSpPr>
          <p:spPr bwMode="auto">
            <a:xfrm>
              <a:off x="436321" y="1922463"/>
              <a:ext cx="1547990" cy="376595"/>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a:t>
              </a:r>
            </a:p>
          </p:txBody>
        </p:sp>
        <p:sp>
          <p:nvSpPr>
            <p:cNvPr id="71" name="Text Box 25"/>
            <p:cNvSpPr txBox="1">
              <a:spLocks noChangeArrowheads="1"/>
            </p:cNvSpPr>
            <p:nvPr/>
          </p:nvSpPr>
          <p:spPr bwMode="auto">
            <a:xfrm>
              <a:off x="219602" y="2204479"/>
              <a:ext cx="892675" cy="655171"/>
            </a:xfrm>
            <a:prstGeom prst="rect">
              <a:avLst/>
            </a:prstGeom>
            <a:noFill/>
            <a:ln>
              <a:noFill/>
            </a:ln>
            <a:effectLst/>
          </p:spPr>
          <p:txBody>
            <a:bodyPr wrap="none">
              <a:spAutoFit/>
            </a:bodyPr>
            <a:lstStyle/>
            <a:p>
              <a:pPr marR="0" algn="ctr"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源主机</a:t>
              </a:r>
            </a:p>
            <a:p>
              <a:pPr marR="0" algn="ctr"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1</a:t>
              </a:r>
            </a:p>
          </p:txBody>
        </p:sp>
        <p:sp>
          <p:nvSpPr>
            <p:cNvPr id="72" name="Line 27"/>
            <p:cNvSpPr>
              <a:spLocks noChangeShapeType="1"/>
            </p:cNvSpPr>
            <p:nvPr/>
          </p:nvSpPr>
          <p:spPr bwMode="auto">
            <a:xfrm>
              <a:off x="1925831" y="5010879"/>
              <a:ext cx="1721" cy="7033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3" name="Line 28"/>
            <p:cNvSpPr>
              <a:spLocks noChangeShapeType="1"/>
            </p:cNvSpPr>
            <p:nvPr/>
          </p:nvSpPr>
          <p:spPr bwMode="auto">
            <a:xfrm>
              <a:off x="6831238" y="4400419"/>
              <a:ext cx="1721" cy="56919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4" name="Line 29"/>
            <p:cNvSpPr>
              <a:spLocks noChangeShapeType="1"/>
            </p:cNvSpPr>
            <p:nvPr/>
          </p:nvSpPr>
          <p:spPr bwMode="auto">
            <a:xfrm>
              <a:off x="1065836" y="5709040"/>
              <a:ext cx="1721" cy="569191"/>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5" name="Line 30"/>
            <p:cNvSpPr>
              <a:spLocks noChangeShapeType="1"/>
            </p:cNvSpPr>
            <p:nvPr/>
          </p:nvSpPr>
          <p:spPr bwMode="auto">
            <a:xfrm>
              <a:off x="1925831" y="4400419"/>
              <a:ext cx="1721" cy="703319"/>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6" name="Line 31"/>
            <p:cNvSpPr>
              <a:spLocks noChangeShapeType="1"/>
            </p:cNvSpPr>
            <p:nvPr/>
          </p:nvSpPr>
          <p:spPr bwMode="auto">
            <a:xfrm>
              <a:off x="2901065" y="3676463"/>
              <a:ext cx="1719" cy="7033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5084" name="Picture 32"/>
            <p:cNvPicPr/>
            <p:nvPr/>
          </p:nvPicPr>
          <p:blipFill>
            <a:blip r:embed="rId3"/>
            <a:stretch>
              <a:fillRect/>
            </a:stretch>
          </p:blipFill>
          <p:spPr>
            <a:xfrm>
              <a:off x="875894" y="6018214"/>
              <a:ext cx="431667" cy="471487"/>
            </a:xfrm>
            <a:prstGeom prst="rect">
              <a:avLst/>
            </a:prstGeom>
            <a:noFill/>
            <a:ln w="9525">
              <a:noFill/>
            </a:ln>
          </p:spPr>
        </p:pic>
        <p:pic>
          <p:nvPicPr>
            <p:cNvPr id="215085" name="Picture 33"/>
            <p:cNvPicPr/>
            <p:nvPr/>
          </p:nvPicPr>
          <p:blipFill>
            <a:blip r:embed="rId3"/>
            <a:stretch>
              <a:fillRect/>
            </a:stretch>
          </p:blipFill>
          <p:spPr>
            <a:xfrm>
              <a:off x="275687" y="3413125"/>
              <a:ext cx="431668" cy="471488"/>
            </a:xfrm>
            <a:prstGeom prst="rect">
              <a:avLst/>
            </a:prstGeom>
            <a:noFill/>
            <a:ln w="9525">
              <a:noFill/>
            </a:ln>
          </p:spPr>
        </p:pic>
        <p:grpSp>
          <p:nvGrpSpPr>
            <p:cNvPr id="215086" name="Group 34"/>
            <p:cNvGrpSpPr/>
            <p:nvPr/>
          </p:nvGrpSpPr>
          <p:grpSpPr>
            <a:xfrm>
              <a:off x="2619763" y="3459164"/>
              <a:ext cx="663840" cy="460375"/>
              <a:chOff x="864" y="1824"/>
              <a:chExt cx="432" cy="288"/>
            </a:xfrm>
          </p:grpSpPr>
          <p:pic>
            <p:nvPicPr>
              <p:cNvPr id="215111" name="Picture 35"/>
              <p:cNvPicPr/>
              <p:nvPr/>
            </p:nvPicPr>
            <p:blipFill>
              <a:blip r:embed="rId4"/>
              <a:stretch>
                <a:fillRect/>
              </a:stretch>
            </p:blipFill>
            <p:spPr>
              <a:xfrm>
                <a:off x="864" y="1824"/>
                <a:ext cx="432" cy="288"/>
              </a:xfrm>
              <a:prstGeom prst="rect">
                <a:avLst/>
              </a:prstGeom>
              <a:noFill/>
              <a:ln w="12699">
                <a:noFill/>
              </a:ln>
            </p:spPr>
          </p:pic>
          <p:pic>
            <p:nvPicPr>
              <p:cNvPr id="215112" name="Picture 36"/>
              <p:cNvPicPr/>
              <p:nvPr/>
            </p:nvPicPr>
            <p:blipFill>
              <a:blip r:embed="rId4"/>
              <a:stretch>
                <a:fillRect/>
              </a:stretch>
            </p:blipFill>
            <p:spPr>
              <a:xfrm>
                <a:off x="864" y="1824"/>
                <a:ext cx="432" cy="288"/>
              </a:xfrm>
              <a:prstGeom prst="rect">
                <a:avLst/>
              </a:prstGeom>
              <a:noFill/>
              <a:ln w="12699">
                <a:noFill/>
              </a:ln>
            </p:spPr>
          </p:pic>
        </p:grpSp>
        <p:pic>
          <p:nvPicPr>
            <p:cNvPr id="215087" name="Picture 37"/>
            <p:cNvPicPr/>
            <p:nvPr/>
          </p:nvPicPr>
          <p:blipFill>
            <a:blip r:embed="rId3"/>
            <a:stretch>
              <a:fillRect/>
            </a:stretch>
          </p:blipFill>
          <p:spPr>
            <a:xfrm>
              <a:off x="6652674" y="4779964"/>
              <a:ext cx="431668" cy="471487"/>
            </a:xfrm>
            <a:prstGeom prst="rect">
              <a:avLst/>
            </a:prstGeom>
            <a:noFill/>
            <a:ln w="9525">
              <a:noFill/>
            </a:ln>
          </p:spPr>
        </p:pic>
        <p:sp>
          <p:nvSpPr>
            <p:cNvPr id="83" name="Line 38"/>
            <p:cNvSpPr>
              <a:spLocks noChangeShapeType="1"/>
            </p:cNvSpPr>
            <p:nvPr/>
          </p:nvSpPr>
          <p:spPr bwMode="auto">
            <a:xfrm>
              <a:off x="1175916" y="4379784"/>
              <a:ext cx="7526670" cy="1719"/>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84" name="Line 39"/>
            <p:cNvSpPr>
              <a:spLocks noChangeShapeType="1"/>
            </p:cNvSpPr>
            <p:nvPr/>
          </p:nvSpPr>
          <p:spPr bwMode="auto">
            <a:xfrm>
              <a:off x="726999" y="5729675"/>
              <a:ext cx="8488143" cy="17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85" name="Text Box 40"/>
            <p:cNvSpPr txBox="1">
              <a:spLocks noChangeArrowheads="1"/>
            </p:cNvSpPr>
            <p:nvPr/>
          </p:nvSpPr>
          <p:spPr bwMode="auto">
            <a:xfrm>
              <a:off x="1100236" y="3891415"/>
              <a:ext cx="1676989" cy="376594"/>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128.30.33.130</a:t>
              </a:r>
            </a:p>
          </p:txBody>
        </p:sp>
        <p:sp>
          <p:nvSpPr>
            <p:cNvPr id="89" name="Text Box 44"/>
            <p:cNvSpPr txBox="1">
              <a:spLocks noChangeArrowheads="1"/>
            </p:cNvSpPr>
            <p:nvPr/>
          </p:nvSpPr>
          <p:spPr bwMode="auto">
            <a:xfrm>
              <a:off x="2906224" y="3896573"/>
              <a:ext cx="328518"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90" name="Line 45"/>
            <p:cNvSpPr>
              <a:spLocks noChangeShapeType="1"/>
            </p:cNvSpPr>
            <p:nvPr/>
          </p:nvSpPr>
          <p:spPr bwMode="auto">
            <a:xfrm>
              <a:off x="4516133" y="4400419"/>
              <a:ext cx="1721" cy="56919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grpSp>
          <p:nvGrpSpPr>
            <p:cNvPr id="215093" name="Group 46"/>
            <p:cNvGrpSpPr/>
            <p:nvPr/>
          </p:nvGrpSpPr>
          <p:grpSpPr>
            <a:xfrm>
              <a:off x="1644641" y="4843464"/>
              <a:ext cx="663840" cy="460375"/>
              <a:chOff x="864" y="1824"/>
              <a:chExt cx="432" cy="288"/>
            </a:xfrm>
          </p:grpSpPr>
          <p:pic>
            <p:nvPicPr>
              <p:cNvPr id="215109" name="Picture 47"/>
              <p:cNvPicPr/>
              <p:nvPr/>
            </p:nvPicPr>
            <p:blipFill>
              <a:blip r:embed="rId4"/>
              <a:stretch>
                <a:fillRect/>
              </a:stretch>
            </p:blipFill>
            <p:spPr>
              <a:xfrm>
                <a:off x="864" y="1824"/>
                <a:ext cx="432" cy="288"/>
              </a:xfrm>
              <a:prstGeom prst="rect">
                <a:avLst/>
              </a:prstGeom>
              <a:noFill/>
              <a:ln w="12699">
                <a:noFill/>
              </a:ln>
            </p:spPr>
          </p:pic>
          <p:pic>
            <p:nvPicPr>
              <p:cNvPr id="215110" name="Picture 48"/>
              <p:cNvPicPr/>
              <p:nvPr/>
            </p:nvPicPr>
            <p:blipFill>
              <a:blip r:embed="rId4"/>
              <a:stretch>
                <a:fillRect/>
              </a:stretch>
            </p:blipFill>
            <p:spPr>
              <a:xfrm>
                <a:off x="864" y="1824"/>
                <a:ext cx="432" cy="288"/>
              </a:xfrm>
              <a:prstGeom prst="rect">
                <a:avLst/>
              </a:prstGeom>
              <a:noFill/>
              <a:ln w="12699">
                <a:noFill/>
              </a:ln>
            </p:spPr>
          </p:pic>
        </p:grpSp>
        <p:sp>
          <p:nvSpPr>
            <p:cNvPr id="94" name="Text Box 49"/>
            <p:cNvSpPr txBox="1">
              <a:spLocks noChangeArrowheads="1"/>
            </p:cNvSpPr>
            <p:nvPr/>
          </p:nvSpPr>
          <p:spPr bwMode="auto">
            <a:xfrm>
              <a:off x="1215476" y="4825161"/>
              <a:ext cx="450637"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R</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95" name="Line 50"/>
            <p:cNvSpPr>
              <a:spLocks noChangeShapeType="1"/>
            </p:cNvSpPr>
            <p:nvPr/>
          </p:nvSpPr>
          <p:spPr bwMode="auto">
            <a:xfrm>
              <a:off x="2563947" y="5707321"/>
              <a:ext cx="1719" cy="56919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5096" name="Picture 51"/>
            <p:cNvPicPr/>
            <p:nvPr/>
          </p:nvPicPr>
          <p:blipFill>
            <a:blip r:embed="rId3"/>
            <a:stretch>
              <a:fillRect/>
            </a:stretch>
          </p:blipFill>
          <p:spPr>
            <a:xfrm>
              <a:off x="4327516" y="4784725"/>
              <a:ext cx="431668" cy="471488"/>
            </a:xfrm>
            <a:prstGeom prst="rect">
              <a:avLst/>
            </a:prstGeom>
            <a:noFill/>
            <a:ln w="9525">
              <a:noFill/>
            </a:ln>
          </p:spPr>
        </p:pic>
        <p:sp>
          <p:nvSpPr>
            <p:cNvPr id="97" name="Text Box 52"/>
            <p:cNvSpPr txBox="1">
              <a:spLocks noChangeArrowheads="1"/>
            </p:cNvSpPr>
            <p:nvPr/>
          </p:nvSpPr>
          <p:spPr bwMode="auto">
            <a:xfrm>
              <a:off x="4442174" y="3681623"/>
              <a:ext cx="4963887" cy="715357"/>
            </a:xfrm>
            <a:prstGeom prst="rect">
              <a:avLst/>
            </a:prstGeom>
            <a:noFill/>
            <a:ln>
              <a:noFill/>
            </a:ln>
            <a:effectLst/>
          </p:spPr>
          <p:txBody>
            <a:bodyPr>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2</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128.30.33.128</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255.255.255.128</a:t>
              </a:r>
              <a:endParaRPr lang="en-US" altLang="zh-CN" b="1" baseline="-25000">
                <a:solidFill>
                  <a:srgbClr val="000099"/>
                </a:solidFill>
                <a:latin typeface="Arial" panose="020B0604020202090204" pitchFamily="34" charset="0"/>
                <a:ea typeface="黑体" pitchFamily="6" charset="-122"/>
              </a:endParaRPr>
            </a:p>
          </p:txBody>
        </p:sp>
        <p:sp>
          <p:nvSpPr>
            <p:cNvPr id="98" name="Text Box 53"/>
            <p:cNvSpPr txBox="1">
              <a:spLocks noChangeArrowheads="1"/>
            </p:cNvSpPr>
            <p:nvPr/>
          </p:nvSpPr>
          <p:spPr bwMode="auto">
            <a:xfrm>
              <a:off x="3788579" y="5229270"/>
              <a:ext cx="1441350" cy="376594"/>
            </a:xfrm>
            <a:prstGeom prst="rect">
              <a:avLst/>
            </a:prstGeom>
            <a:noFill/>
            <a:ln>
              <a:noFill/>
            </a:ln>
            <a:effectLst/>
          </p:spPr>
          <p:txBody>
            <a:bodyPr wrap="none">
              <a:spAutoFit/>
            </a:bodyPr>
            <a:lstStyle/>
            <a:p>
              <a:pPr marR="0"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目的主机 </a:t>
              </a: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99" name="Text Box 54"/>
            <p:cNvSpPr txBox="1">
              <a:spLocks noChangeArrowheads="1"/>
            </p:cNvSpPr>
            <p:nvPr/>
          </p:nvSpPr>
          <p:spPr bwMode="auto">
            <a:xfrm>
              <a:off x="4646852" y="4761537"/>
              <a:ext cx="1678709" cy="37659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128.30.33.138</a:t>
              </a:r>
            </a:p>
          </p:txBody>
        </p:sp>
        <p:sp>
          <p:nvSpPr>
            <p:cNvPr id="100" name="Text Box 55"/>
            <p:cNvSpPr txBox="1">
              <a:spLocks noChangeArrowheads="1"/>
            </p:cNvSpPr>
            <p:nvPr/>
          </p:nvSpPr>
          <p:spPr bwMode="auto">
            <a:xfrm>
              <a:off x="1580113" y="4537987"/>
              <a:ext cx="328517"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101" name="Text Box 56"/>
            <p:cNvSpPr txBox="1">
              <a:spLocks noChangeArrowheads="1"/>
            </p:cNvSpPr>
            <p:nvPr/>
          </p:nvSpPr>
          <p:spPr bwMode="auto">
            <a:xfrm>
              <a:off x="1580113" y="5260223"/>
              <a:ext cx="328517" cy="37659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102" name="Text Box 57"/>
            <p:cNvSpPr txBox="1">
              <a:spLocks noChangeArrowheads="1"/>
            </p:cNvSpPr>
            <p:nvPr/>
          </p:nvSpPr>
          <p:spPr bwMode="auto">
            <a:xfrm>
              <a:off x="1915511" y="4537987"/>
              <a:ext cx="1678709"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128.30.33.129</a:t>
              </a:r>
            </a:p>
          </p:txBody>
        </p:sp>
        <p:pic>
          <p:nvPicPr>
            <p:cNvPr id="215103" name="Picture 58"/>
            <p:cNvPicPr/>
            <p:nvPr/>
          </p:nvPicPr>
          <p:blipFill>
            <a:blip r:embed="rId3"/>
            <a:stretch>
              <a:fillRect/>
            </a:stretch>
          </p:blipFill>
          <p:spPr>
            <a:xfrm>
              <a:off x="2375552" y="6016626"/>
              <a:ext cx="433388" cy="473075"/>
            </a:xfrm>
            <a:prstGeom prst="rect">
              <a:avLst/>
            </a:prstGeom>
            <a:noFill/>
            <a:ln w="9525">
              <a:noFill/>
            </a:ln>
          </p:spPr>
        </p:pic>
        <p:sp>
          <p:nvSpPr>
            <p:cNvPr id="104" name="Text Box 59"/>
            <p:cNvSpPr txBox="1">
              <a:spLocks noChangeArrowheads="1"/>
            </p:cNvSpPr>
            <p:nvPr/>
          </p:nvSpPr>
          <p:spPr bwMode="auto">
            <a:xfrm>
              <a:off x="1994630" y="5984177"/>
              <a:ext cx="452358"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3</a:t>
              </a:r>
            </a:p>
          </p:txBody>
        </p:sp>
        <p:sp>
          <p:nvSpPr>
            <p:cNvPr id="105" name="Text Box 60"/>
            <p:cNvSpPr txBox="1">
              <a:spLocks noChangeArrowheads="1"/>
            </p:cNvSpPr>
            <p:nvPr/>
          </p:nvSpPr>
          <p:spPr bwMode="auto">
            <a:xfrm>
              <a:off x="1989471" y="5258503"/>
              <a:ext cx="1422430" cy="376595"/>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128.30.36.2</a:t>
              </a:r>
            </a:p>
          </p:txBody>
        </p:sp>
        <p:sp>
          <p:nvSpPr>
            <p:cNvPr id="106" name="Text Box 61"/>
            <p:cNvSpPr txBox="1">
              <a:spLocks noChangeArrowheads="1"/>
            </p:cNvSpPr>
            <p:nvPr/>
          </p:nvSpPr>
          <p:spPr bwMode="auto">
            <a:xfrm>
              <a:off x="4516133" y="5788142"/>
              <a:ext cx="3792575" cy="715357"/>
            </a:xfrm>
            <a:prstGeom prst="rect">
              <a:avLst/>
            </a:prstGeom>
            <a:noFill/>
            <a:ln>
              <a:noFill/>
            </a:ln>
            <a:effectLst/>
          </p:spPr>
          <p:txBody>
            <a:bodyPr wrap="none">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3</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128.30.36.0</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255.255.255.0</a:t>
              </a:r>
              <a:endParaRPr lang="en-US" altLang="zh-CN" b="1" baseline="-25000">
                <a:solidFill>
                  <a:srgbClr val="000099"/>
                </a:solidFill>
                <a:latin typeface="Arial" panose="020B0604020202090204" pitchFamily="34" charset="0"/>
                <a:ea typeface="黑体" pitchFamily="6" charset="-122"/>
              </a:endParaRPr>
            </a:p>
          </p:txBody>
        </p:sp>
        <p:sp>
          <p:nvSpPr>
            <p:cNvPr id="107" name="Text Box 62"/>
            <p:cNvSpPr txBox="1">
              <a:spLocks noChangeArrowheads="1"/>
            </p:cNvSpPr>
            <p:nvPr/>
          </p:nvSpPr>
          <p:spPr bwMode="auto">
            <a:xfrm>
              <a:off x="2689505" y="6056401"/>
              <a:ext cx="1549710" cy="376595"/>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128.30.36.12</a:t>
              </a:r>
            </a:p>
          </p:txBody>
        </p:sp>
        <p:sp>
          <p:nvSpPr>
            <p:cNvPr id="108" name="Text Box 3"/>
            <p:cNvSpPr txBox="1">
              <a:spLocks noChangeArrowheads="1"/>
            </p:cNvSpPr>
            <p:nvPr/>
          </p:nvSpPr>
          <p:spPr bwMode="auto">
            <a:xfrm>
              <a:off x="1356515" y="3098675"/>
              <a:ext cx="1420710" cy="376595"/>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a:t>
              </a:r>
            </a:p>
          </p:txBody>
        </p:sp>
      </p:grpSp>
      <p:sp>
        <p:nvSpPr>
          <p:cNvPr id="109" name="AutoShape 65"/>
          <p:cNvSpPr>
            <a:spLocks noChangeArrowheads="1"/>
          </p:cNvSpPr>
          <p:nvPr/>
        </p:nvSpPr>
        <p:spPr bwMode="auto">
          <a:xfrm>
            <a:off x="3775075" y="2525713"/>
            <a:ext cx="576263" cy="200025"/>
          </a:xfrm>
          <a:prstGeom prst="rightArrow">
            <a:avLst>
              <a:gd name="adj1" fmla="val 50000"/>
              <a:gd name="adj2" fmla="val 66728"/>
            </a:avLst>
          </a:prstGeom>
          <a:solidFill>
            <a:schemeClr val="accent1"/>
          </a:solidFill>
          <a:ln w="9525">
            <a:solidFill>
              <a:schemeClr val="tx2"/>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517188" name="AutoShape 68"/>
          <p:cNvSpPr>
            <a:spLocks noChangeArrowheads="1"/>
          </p:cNvSpPr>
          <p:nvPr/>
        </p:nvSpPr>
        <p:spPr bwMode="auto">
          <a:xfrm rot="20264100">
            <a:off x="2270125" y="1668463"/>
            <a:ext cx="147638" cy="1895475"/>
          </a:xfrm>
          <a:prstGeom prst="downArrow">
            <a:avLst>
              <a:gd name="adj1" fmla="val 50000"/>
              <a:gd name="adj2" fmla="val 179028"/>
            </a:avLst>
          </a:prstGeom>
          <a:solidFill>
            <a:schemeClr val="accent1"/>
          </a:solidFill>
          <a:ln w="9525">
            <a:solidFill>
              <a:srgbClr val="333399"/>
            </a:solidFill>
            <a:miter lim="800000"/>
          </a:ln>
          <a:effectLst/>
        </p:spPr>
        <p:txBody>
          <a:bodyPr vert="eaVert"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grpSp>
        <p:nvGrpSpPr>
          <p:cNvPr id="112" name="Group 65"/>
          <p:cNvGrpSpPr/>
          <p:nvPr/>
        </p:nvGrpSpPr>
        <p:grpSpPr>
          <a:xfrm>
            <a:off x="5175250" y="1790700"/>
            <a:ext cx="2587625" cy="973138"/>
            <a:chOff x="3247" y="1042"/>
            <a:chExt cx="1765" cy="664"/>
          </a:xfrm>
        </p:grpSpPr>
        <p:sp>
          <p:nvSpPr>
            <p:cNvPr id="113" name="Line 66"/>
            <p:cNvSpPr>
              <a:spLocks noChangeShapeType="1"/>
            </p:cNvSpPr>
            <p:nvPr/>
          </p:nvSpPr>
          <p:spPr bwMode="auto">
            <a:xfrm>
              <a:off x="3878" y="1706"/>
              <a:ext cx="1134" cy="0"/>
            </a:xfrm>
            <a:prstGeom prst="line">
              <a:avLst/>
            </a:prstGeom>
            <a:noFill/>
            <a:ln w="76200">
              <a:solidFill>
                <a:srgbClr val="FF0000"/>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114" name="Line 67"/>
            <p:cNvSpPr>
              <a:spLocks noChangeShapeType="1"/>
            </p:cNvSpPr>
            <p:nvPr/>
          </p:nvSpPr>
          <p:spPr bwMode="auto">
            <a:xfrm flipV="1">
              <a:off x="3247" y="1042"/>
              <a:ext cx="1428" cy="0"/>
            </a:xfrm>
            <a:prstGeom prst="line">
              <a:avLst/>
            </a:prstGeom>
            <a:noFill/>
            <a:ln w="76200">
              <a:solidFill>
                <a:srgbClr val="FF0000"/>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grpSp>
      <p:sp>
        <p:nvSpPr>
          <p:cNvPr id="517183" name="Rectangle 63"/>
          <p:cNvSpPr>
            <a:spLocks noChangeArrowheads="1"/>
          </p:cNvSpPr>
          <p:nvPr/>
        </p:nvSpPr>
        <p:spPr bwMode="auto">
          <a:xfrm>
            <a:off x="246063" y="5181600"/>
            <a:ext cx="8904288" cy="1438275"/>
          </a:xfrm>
          <a:prstGeom prst="rect">
            <a:avLst/>
          </a:prstGeom>
          <a:solidFill>
            <a:srgbClr val="FFCCFF"/>
          </a:solidFill>
          <a:ln>
            <a:noFill/>
          </a:ln>
          <a:effectLst/>
        </p:spPr>
        <p:txBody>
          <a:bodyPr wrap="none" anchor="ctr"/>
          <a:lstStyle/>
          <a:p>
            <a:pPr algn="ctr" defTabSz="843280">
              <a:lnSpc>
                <a:spcPct val="110000"/>
              </a:lnSpc>
              <a:buNone/>
            </a:pPr>
            <a:r>
              <a:rPr lang="en-US" altLang="zh-CN" sz="2200" b="1">
                <a:solidFill>
                  <a:srgbClr val="000099"/>
                </a:solidFill>
                <a:latin typeface="Arial" panose="020B0604020202090204" pitchFamily="34" charset="0"/>
                <a:ea typeface="黑体" pitchFamily="6" charset="-122"/>
              </a:rPr>
              <a:t>255.255.255.128 </a:t>
            </a:r>
            <a:r>
              <a:rPr lang="en-US" altLang="zh-CN" sz="2200" b="1">
                <a:solidFill>
                  <a:srgbClr val="FF0000"/>
                </a:solidFill>
                <a:latin typeface="Arial" panose="020B0604020202090204" pitchFamily="34" charset="0"/>
                <a:ea typeface="黑体" pitchFamily="6" charset="-122"/>
              </a:rPr>
              <a:t>AND</a:t>
            </a:r>
            <a:r>
              <a:rPr lang="en-US" altLang="zh-CN" sz="2200" b="1">
                <a:solidFill>
                  <a:srgbClr val="000099"/>
                </a:solidFill>
                <a:latin typeface="Arial" panose="020B0604020202090204" pitchFamily="34" charset="0"/>
                <a:ea typeface="黑体" pitchFamily="6" charset="-122"/>
              </a:rPr>
              <a:t> 128.30.33.138 = 128.30.33.128</a:t>
            </a:r>
          </a:p>
          <a:p>
            <a:pPr algn="ctr" defTabSz="843280">
              <a:lnSpc>
                <a:spcPct val="110000"/>
              </a:lnSpc>
              <a:buNone/>
            </a:pPr>
            <a:r>
              <a:rPr lang="zh-CN" altLang="en-US" sz="2500" b="1">
                <a:solidFill>
                  <a:srgbClr val="FF0000"/>
                </a:solidFill>
                <a:latin typeface="Arial" panose="020B0604020202090204" pitchFamily="34" charset="0"/>
                <a:ea typeface="黑体" pitchFamily="6" charset="-122"/>
              </a:rPr>
              <a:t>不匹配</a:t>
            </a:r>
            <a:r>
              <a:rPr lang="en-US" altLang="zh-CN" sz="2500" b="1">
                <a:solidFill>
                  <a:srgbClr val="FF0000"/>
                </a:solidFill>
                <a:latin typeface="Arial" panose="020B0604020202090204" pitchFamily="34" charset="0"/>
                <a:ea typeface="黑体" pitchFamily="6" charset="-122"/>
              </a:rPr>
              <a:t>!</a:t>
            </a:r>
          </a:p>
          <a:p>
            <a:pPr algn="ctr" defTabSz="843280">
              <a:lnSpc>
                <a:spcPct val="110000"/>
              </a:lnSpc>
              <a:buNone/>
            </a:pPr>
            <a:r>
              <a:rPr lang="zh-CN" altLang="en-US" sz="2200" b="1">
                <a:solidFill>
                  <a:srgbClr val="000099"/>
                </a:solidFill>
                <a:latin typeface="Arial" panose="020B0604020202090204" pitchFamily="34" charset="0"/>
                <a:ea typeface="黑体" pitchFamily="6" charset="-122"/>
              </a:rPr>
              <a:t>（因为</a:t>
            </a:r>
            <a:r>
              <a:rPr lang="en-US" altLang="zh-CN" sz="2200" b="1">
                <a:solidFill>
                  <a:srgbClr val="000099"/>
                </a:solidFill>
                <a:latin typeface="Arial" panose="020B0604020202090204" pitchFamily="34" charset="0"/>
                <a:ea typeface="黑体" pitchFamily="6" charset="-122"/>
              </a:rPr>
              <a:t>128.30.33.128 </a:t>
            </a:r>
            <a:r>
              <a:rPr lang="zh-CN" altLang="en-US" sz="2200" b="1">
                <a:solidFill>
                  <a:srgbClr val="000099"/>
                </a:solidFill>
                <a:latin typeface="Arial" panose="020B0604020202090204" pitchFamily="34" charset="0"/>
                <a:ea typeface="黑体" pitchFamily="6" charset="-122"/>
              </a:rPr>
              <a:t>与路由表中的 </a:t>
            </a:r>
            <a:r>
              <a:rPr lang="en-US" altLang="zh-CN" sz="2200" b="1">
                <a:solidFill>
                  <a:srgbClr val="000099"/>
                </a:solidFill>
                <a:latin typeface="Arial" panose="020B0604020202090204" pitchFamily="34" charset="0"/>
                <a:ea typeface="黑体" pitchFamily="6" charset="-122"/>
              </a:rPr>
              <a:t>128.30.33.0 </a:t>
            </a:r>
            <a:r>
              <a:rPr lang="zh-CN" altLang="en-US" sz="2200" b="1">
                <a:solidFill>
                  <a:srgbClr val="000099"/>
                </a:solidFill>
                <a:latin typeface="Arial" panose="020B0604020202090204" pitchFamily="34" charset="0"/>
                <a:ea typeface="黑体" pitchFamily="6" charset="-122"/>
              </a:rPr>
              <a:t>不一致）</a:t>
            </a:r>
          </a:p>
        </p:txBody>
      </p:sp>
      <p:sp>
        <p:nvSpPr>
          <p:cNvPr id="517193" name="Line 73"/>
          <p:cNvSpPr>
            <a:spLocks noChangeShapeType="1"/>
          </p:cNvSpPr>
          <p:nvPr/>
        </p:nvSpPr>
        <p:spPr bwMode="auto">
          <a:xfrm>
            <a:off x="5502275" y="2801938"/>
            <a:ext cx="1762125" cy="2630488"/>
          </a:xfrm>
          <a:prstGeom prst="line">
            <a:avLst/>
          </a:prstGeom>
          <a:noFill/>
          <a:ln w="76200">
            <a:solidFill>
              <a:srgbClr val="0000FF"/>
            </a:solidFill>
            <a:round/>
            <a:headEnd type="triangle" w="med" len="lg"/>
            <a:tailEnd type="triangle" w="med" len="lg"/>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grpSp>
        <p:nvGrpSpPr>
          <p:cNvPr id="517190" name="Group 70"/>
          <p:cNvGrpSpPr/>
          <p:nvPr/>
        </p:nvGrpSpPr>
        <p:grpSpPr>
          <a:xfrm>
            <a:off x="4459288" y="2754313"/>
            <a:ext cx="3768725" cy="2914650"/>
            <a:chOff x="2809" y="1700"/>
            <a:chExt cx="2374" cy="1989"/>
          </a:xfrm>
        </p:grpSpPr>
        <p:sp>
          <p:nvSpPr>
            <p:cNvPr id="517191" name="Line 71"/>
            <p:cNvSpPr>
              <a:spLocks noChangeShapeType="1"/>
            </p:cNvSpPr>
            <p:nvPr/>
          </p:nvSpPr>
          <p:spPr bwMode="auto">
            <a:xfrm>
              <a:off x="2809" y="1700"/>
              <a:ext cx="867" cy="0"/>
            </a:xfrm>
            <a:prstGeom prst="line">
              <a:avLst/>
            </a:prstGeom>
            <a:noFill/>
            <a:ln w="76200">
              <a:solidFill>
                <a:srgbClr val="0000FF"/>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517192" name="Line 72"/>
            <p:cNvSpPr>
              <a:spLocks noChangeShapeType="1"/>
            </p:cNvSpPr>
            <p:nvPr/>
          </p:nvSpPr>
          <p:spPr bwMode="auto">
            <a:xfrm flipV="1">
              <a:off x="3969" y="3689"/>
              <a:ext cx="1214" cy="0"/>
            </a:xfrm>
            <a:prstGeom prst="line">
              <a:avLst/>
            </a:prstGeom>
            <a:noFill/>
            <a:ln w="76200">
              <a:solidFill>
                <a:srgbClr val="FF0000"/>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grpSp>
      <p:sp>
        <p:nvSpPr>
          <p:cNvPr id="110" name="Text Box 74"/>
          <p:cNvSpPr txBox="1">
            <a:spLocks noChangeArrowheads="1"/>
          </p:cNvSpPr>
          <p:nvPr/>
        </p:nvSpPr>
        <p:spPr bwMode="auto">
          <a:xfrm>
            <a:off x="5292725" y="3617913"/>
            <a:ext cx="1752600" cy="717550"/>
          </a:xfrm>
          <a:prstGeom prst="rect">
            <a:avLst/>
          </a:prstGeom>
          <a:solidFill>
            <a:srgbClr val="FFC000"/>
          </a:solidFill>
          <a:ln w="76200" cmpd="tri">
            <a:solidFill>
              <a:srgbClr val="333399"/>
            </a:solidFill>
            <a:miter lim="800000"/>
          </a:ln>
          <a:effectLst/>
        </p:spPr>
        <p:txBody>
          <a:bodyPr wrap="none">
            <a:spAutoFit/>
          </a:bodyPr>
          <a:lstStyle/>
          <a:p>
            <a:pPr marR="0" defTabSz="843915">
              <a:buClrTx/>
              <a:buSzTx/>
              <a:buFontTx/>
              <a:buNone/>
              <a:defRPr/>
            </a:pPr>
            <a:r>
              <a:rPr kumimoji="0" lang="zh-CN" altLang="en-US" sz="4060" b="1" kern="1200" cap="none" spc="0" normalizeH="0" baseline="0" noProof="0">
                <a:solidFill>
                  <a:srgbClr val="000099"/>
                </a:solidFill>
                <a:latin typeface="Arial" panose="020B0604020202090204"/>
                <a:ea typeface="黑体" pitchFamily="6" charset="-122"/>
                <a:cs typeface="+mn-cs"/>
              </a:rPr>
              <a:t>不一致</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109"/>
                                        </p:tgtEl>
                                        <p:attrNameLst>
                                          <p:attrName>style.visibility</p:attrName>
                                        </p:attrNameLst>
                                      </p:cBhvr>
                                      <p:tavLst>
                                        <p:tav tm="0">
                                          <p:val>
                                            <p:strVal val="hidden"/>
                                          </p:val>
                                        </p:tav>
                                        <p:tav tm="50000">
                                          <p:val>
                                            <p:strVal val="visible"/>
                                          </p:val>
                                        </p:tav>
                                      </p:tavLst>
                                    </p:anim>
                                  </p:childTnLst>
                                </p:cTn>
                              </p:par>
                            </p:childTnLst>
                          </p:cTn>
                        </p:par>
                        <p:par>
                          <p:cTn id="10" fill="hold">
                            <p:stCondLst>
                              <p:cond delay="1500"/>
                            </p:stCondLst>
                            <p:childTnLst>
                              <p:par>
                                <p:cTn id="11" presetID="1" presetClass="exit" presetSubtype="0" fill="hold" nodeType="afterEffect">
                                  <p:stCondLst>
                                    <p:cond delay="0"/>
                                  </p:stCondLst>
                                  <p:childTnLst>
                                    <p:set>
                                      <p:cBhvr>
                                        <p:cTn id="12" dur="1" fill="hold">
                                          <p:stCondLst>
                                            <p:cond delay="0"/>
                                          </p:stCondLst>
                                        </p:cTn>
                                        <p:tgtEl>
                                          <p:spTgt spid="109"/>
                                        </p:tgtEl>
                                        <p:attrNameLst>
                                          <p:attrName>style.visibility</p:attrName>
                                        </p:attrNameLst>
                                      </p:cBhvr>
                                      <p:to>
                                        <p:strVal val="hidden"/>
                                      </p:to>
                                    </p:set>
                                  </p:childTnLst>
                                </p:cTn>
                              </p:par>
                            </p:childTnLst>
                          </p:cTn>
                        </p:par>
                        <p:par>
                          <p:cTn id="13" fill="hold">
                            <p:stCondLst>
                              <p:cond delay="1500"/>
                            </p:stCondLst>
                            <p:childTnLst>
                              <p:par>
                                <p:cTn id="14" presetID="1" presetClass="entr" presetSubtype="0" fill="hold" nodeType="afterEffect">
                                  <p:stCondLst>
                                    <p:cond delay="0"/>
                                  </p:stCondLst>
                                  <p:childTnLst>
                                    <p:set>
                                      <p:cBhvr>
                                        <p:cTn id="15" dur="1" fill="hold">
                                          <p:stCondLst>
                                            <p:cond delay="0"/>
                                          </p:stCondLst>
                                        </p:cTn>
                                        <p:tgtEl>
                                          <p:spTgt spid="112"/>
                                        </p:tgtEl>
                                        <p:attrNameLst>
                                          <p:attrName>style.visibility</p:attrName>
                                        </p:attrNameLst>
                                      </p:cBhvr>
                                      <p:to>
                                        <p:strVal val="visible"/>
                                      </p:to>
                                    </p:set>
                                  </p:childTnLst>
                                </p:cTn>
                              </p:par>
                            </p:childTnLst>
                          </p:cTn>
                        </p:par>
                        <p:par>
                          <p:cTn id="16" fill="hold">
                            <p:stCondLst>
                              <p:cond delay="1500"/>
                            </p:stCondLst>
                            <p:childTnLst>
                              <p:par>
                                <p:cTn id="17" presetID="35" presetClass="emph" presetSubtype="0" repeatCount="3000" fill="hold" nodeType="afterEffect">
                                  <p:stCondLst>
                                    <p:cond delay="500"/>
                                  </p:stCondLst>
                                  <p:childTnLst>
                                    <p:anim calcmode="discrete" valueType="str">
                                      <p:cBhvr>
                                        <p:cTn id="18" dur="1000" fill="hold"/>
                                        <p:tgtEl>
                                          <p:spTgt spid="112"/>
                                        </p:tgtEl>
                                        <p:attrNameLst>
                                          <p:attrName>style.visibility</p:attrName>
                                        </p:attrNameLst>
                                      </p:cBhvr>
                                      <p:tavLst>
                                        <p:tav tm="0">
                                          <p:val>
                                            <p:strVal val="hidden"/>
                                          </p:val>
                                        </p:tav>
                                        <p:tav tm="50000">
                                          <p:val>
                                            <p:strVal val="visible"/>
                                          </p:val>
                                        </p:tav>
                                      </p:tavLst>
                                    </p:anim>
                                  </p:childTnLst>
                                </p:cTn>
                              </p:par>
                            </p:childTnLst>
                          </p:cTn>
                        </p:par>
                        <p:par>
                          <p:cTn id="19" fill="hold">
                            <p:stCondLst>
                              <p:cond delay="3000"/>
                            </p:stCondLst>
                            <p:childTnLst>
                              <p:par>
                                <p:cTn id="20" presetID="22" presetClass="entr" presetSubtype="1" fill="hold" nodeType="afterEffect">
                                  <p:stCondLst>
                                    <p:cond delay="0"/>
                                  </p:stCondLst>
                                  <p:childTnLst>
                                    <p:set>
                                      <p:cBhvr>
                                        <p:cTn id="21" dur="1" fill="hold">
                                          <p:stCondLst>
                                            <p:cond delay="0"/>
                                          </p:stCondLst>
                                        </p:cTn>
                                        <p:tgtEl>
                                          <p:spTgt spid="517183"/>
                                        </p:tgtEl>
                                        <p:attrNameLst>
                                          <p:attrName>style.visibility</p:attrName>
                                        </p:attrNameLst>
                                      </p:cBhvr>
                                      <p:to>
                                        <p:strVal val="visible"/>
                                      </p:to>
                                    </p:set>
                                    <p:animEffect transition="in" filter="wipe(up)">
                                      <p:cBhvr>
                                        <p:cTn id="22" dur="3000"/>
                                        <p:tgtEl>
                                          <p:spTgt spid="517183"/>
                                        </p:tgtEl>
                                      </p:cBhvr>
                                    </p:animEffect>
                                  </p:childTnLst>
                                </p:cTn>
                              </p:par>
                            </p:childTnLst>
                          </p:cTn>
                        </p:par>
                        <p:par>
                          <p:cTn id="23" fill="hold">
                            <p:stCondLst>
                              <p:cond delay="6000"/>
                            </p:stCondLst>
                            <p:childTnLst>
                              <p:par>
                                <p:cTn id="24" presetID="1" presetClass="entr" presetSubtype="0" fill="hold" nodeType="afterEffect">
                                  <p:stCondLst>
                                    <p:cond delay="0"/>
                                  </p:stCondLst>
                                  <p:childTnLst>
                                    <p:set>
                                      <p:cBhvr>
                                        <p:cTn id="25" dur="1" fill="hold">
                                          <p:stCondLst>
                                            <p:cond delay="0"/>
                                          </p:stCondLst>
                                        </p:cTn>
                                        <p:tgtEl>
                                          <p:spTgt spid="517190"/>
                                        </p:tgtEl>
                                        <p:attrNameLst>
                                          <p:attrName>style.visibility</p:attrName>
                                        </p:attrNameLst>
                                      </p:cBhvr>
                                      <p:to>
                                        <p:strVal val="visible"/>
                                      </p:to>
                                    </p:set>
                                  </p:childTnLst>
                                </p:cTn>
                              </p:par>
                            </p:childTnLst>
                          </p:cTn>
                        </p:par>
                        <p:par>
                          <p:cTn id="26" fill="hold">
                            <p:stCondLst>
                              <p:cond delay="6000"/>
                            </p:stCondLst>
                            <p:childTnLst>
                              <p:par>
                                <p:cTn id="27" presetID="35" presetClass="emph" presetSubtype="0" repeatCount="3000" fill="hold" nodeType="afterEffect">
                                  <p:stCondLst>
                                    <p:cond delay="500"/>
                                  </p:stCondLst>
                                  <p:childTnLst>
                                    <p:anim calcmode="discrete" valueType="str">
                                      <p:cBhvr>
                                        <p:cTn id="28" dur="1000" fill="hold"/>
                                        <p:tgtEl>
                                          <p:spTgt spid="517190"/>
                                        </p:tgtEl>
                                        <p:attrNameLst>
                                          <p:attrName>style.visibility</p:attrName>
                                        </p:attrNameLst>
                                      </p:cBhvr>
                                      <p:tavLst>
                                        <p:tav tm="0">
                                          <p:val>
                                            <p:strVal val="hidden"/>
                                          </p:val>
                                        </p:tav>
                                        <p:tav tm="50000">
                                          <p:val>
                                            <p:strVal val="visible"/>
                                          </p:val>
                                        </p:tav>
                                      </p:tavLst>
                                    </p:anim>
                                  </p:childTnLst>
                                </p:cTn>
                              </p:par>
                            </p:childTnLst>
                          </p:cTn>
                        </p:par>
                        <p:par>
                          <p:cTn id="29" fill="hold">
                            <p:stCondLst>
                              <p:cond delay="7500"/>
                            </p:stCondLst>
                            <p:childTnLst>
                              <p:par>
                                <p:cTn id="30" presetID="1" presetClass="entr" presetSubtype="0" fill="hold" nodeType="afterEffect">
                                  <p:stCondLst>
                                    <p:cond delay="0"/>
                                  </p:stCondLst>
                                  <p:childTnLst>
                                    <p:set>
                                      <p:cBhvr>
                                        <p:cTn id="31" dur="1" fill="hold">
                                          <p:stCondLst>
                                            <p:cond delay="0"/>
                                          </p:stCondLst>
                                        </p:cTn>
                                        <p:tgtEl>
                                          <p:spTgt spid="110"/>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517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109" grpId="1" animBg="1"/>
      <p:bldP spid="109" grpId="2" animBg="1"/>
      <p:bldP spid="517183" grpId="0" animBg="1"/>
      <p:bldP spid="110"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Rectangle 2"/>
          <p:cNvSpPr>
            <a:spLocks noGrp="1" noChangeArrowheads="1"/>
          </p:cNvSpPr>
          <p:nvPr>
            <p:ph type="title" idx="4294967295"/>
          </p:nvPr>
        </p:nvSpPr>
        <p:spPr>
          <a:xfrm>
            <a:off x="254000" y="304800"/>
            <a:ext cx="8834438" cy="915988"/>
          </a:xfrm>
          <a:solidFill>
            <a:srgbClr val="66FFFF"/>
          </a:solidFill>
          <a:ln>
            <a:solidFill>
              <a:schemeClr val="tx2"/>
            </a:solidFill>
            <a:miter lim="800000"/>
          </a:ln>
        </p:spPr>
        <p:txBody>
          <a:bodyPr vert="horz" wrap="square" lIns="84406" tIns="42203" rIns="84406" bIns="42203" numCol="1" anchor="b" anchorCtr="0" compatLnSpc="1"/>
          <a:lstStyle/>
          <a:p>
            <a:pPr algn="ctr" eaLnBrk="1" hangingPunct="1">
              <a:buNone/>
            </a:pPr>
            <a:r>
              <a:rPr lang="zh-CN" altLang="en-US" sz="2900"/>
              <a:t>路由器 </a:t>
            </a:r>
            <a:r>
              <a:rPr lang="en-US" altLang="zh-CN" sz="2900"/>
              <a:t>R</a:t>
            </a:r>
            <a:r>
              <a:rPr lang="en-US" altLang="zh-CN" sz="2900" baseline="-25000"/>
              <a:t>1</a:t>
            </a:r>
            <a:r>
              <a:rPr lang="en-US" altLang="zh-CN" sz="2900"/>
              <a:t> </a:t>
            </a:r>
            <a:r>
              <a:rPr lang="zh-CN" altLang="en-US" sz="2900"/>
              <a:t>收到分组后就用路由表中第 </a:t>
            </a:r>
            <a:r>
              <a:rPr lang="en-US" altLang="zh-CN" sz="2900"/>
              <a:t>1 </a:t>
            </a:r>
            <a:r>
              <a:rPr lang="zh-CN" altLang="en-US" sz="2900"/>
              <a:t>个项目的</a:t>
            </a:r>
            <a:br>
              <a:rPr lang="zh-CN" altLang="en-US" sz="2900"/>
            </a:br>
            <a:r>
              <a:rPr lang="zh-CN" altLang="en-US" sz="2900"/>
              <a:t>子网掩码和 </a:t>
            </a:r>
            <a:r>
              <a:rPr lang="en-US" altLang="zh-CN" sz="2900"/>
              <a:t>128.30.33.138 </a:t>
            </a:r>
            <a:r>
              <a:rPr lang="zh-CN" altLang="en-US" sz="2900"/>
              <a:t>逐比特 </a:t>
            </a:r>
            <a:r>
              <a:rPr lang="en-US" altLang="zh-CN" sz="2900"/>
              <a:t>AND </a:t>
            </a:r>
            <a:r>
              <a:rPr lang="zh-CN" altLang="en-US" sz="2900"/>
              <a:t>操作 </a:t>
            </a:r>
          </a:p>
        </p:txBody>
      </p:sp>
      <p:sp>
        <p:nvSpPr>
          <p:cNvPr id="517184" name="Rectangle 64"/>
          <p:cNvSpPr>
            <a:spLocks noChangeArrowheads="1"/>
          </p:cNvSpPr>
          <p:nvPr/>
        </p:nvSpPr>
        <p:spPr bwMode="auto">
          <a:xfrm>
            <a:off x="473075" y="1368425"/>
            <a:ext cx="7488238" cy="465138"/>
          </a:xfrm>
          <a:prstGeom prst="rect">
            <a:avLst/>
          </a:prstGeom>
          <a:solidFill>
            <a:srgbClr val="FFFF99"/>
          </a:solidFill>
          <a:ln w="9525">
            <a:solidFill>
              <a:schemeClr val="tx1"/>
            </a:solidFill>
            <a:miter lim="800000"/>
          </a:ln>
          <a:effectLst/>
        </p:spPr>
        <p:txBody>
          <a:bodyPr wrap="none" anchor="ctr"/>
          <a:lstStyle/>
          <a:p>
            <a:pPr algn="just" defTabSz="843280">
              <a:buNone/>
            </a:pPr>
            <a:r>
              <a:rPr lang="en-US" altLang="zh-CN" sz="2500" b="1">
                <a:solidFill>
                  <a:srgbClr val="0000CC"/>
                </a:solidFill>
                <a:latin typeface="Arial" panose="020B0604020202090204" pitchFamily="34" charset="0"/>
                <a:ea typeface="黑体" pitchFamily="6" charset="-122"/>
              </a:rPr>
              <a:t>R</a:t>
            </a:r>
            <a:r>
              <a:rPr lang="en-US" altLang="zh-CN" sz="2500" b="1" baseline="-25000">
                <a:solidFill>
                  <a:srgbClr val="0000CC"/>
                </a:solidFill>
                <a:latin typeface="Arial" panose="020B0604020202090204" pitchFamily="34" charset="0"/>
                <a:ea typeface="黑体" pitchFamily="6" charset="-122"/>
              </a:rPr>
              <a:t>1</a:t>
            </a:r>
            <a:r>
              <a:rPr lang="en-US" altLang="zh-CN" sz="2500" b="1">
                <a:solidFill>
                  <a:srgbClr val="0000CC"/>
                </a:solidFill>
                <a:latin typeface="Arial" panose="020B0604020202090204" pitchFamily="34" charset="0"/>
                <a:ea typeface="黑体" pitchFamily="6" charset="-122"/>
              </a:rPr>
              <a:t> </a:t>
            </a:r>
            <a:r>
              <a:rPr lang="zh-CN" altLang="en-US" sz="2500" b="1">
                <a:solidFill>
                  <a:srgbClr val="0000CC"/>
                </a:solidFill>
                <a:latin typeface="Arial" panose="020B0604020202090204" pitchFamily="34" charset="0"/>
                <a:ea typeface="黑体" pitchFamily="6" charset="-122"/>
              </a:rPr>
              <a:t>收到的分组的目的 </a:t>
            </a:r>
            <a:r>
              <a:rPr lang="en-US" altLang="zh-CN" sz="2500" b="1">
                <a:solidFill>
                  <a:srgbClr val="0000CC"/>
                </a:solidFill>
                <a:latin typeface="Arial" panose="020B0604020202090204" pitchFamily="34" charset="0"/>
                <a:ea typeface="黑体" pitchFamily="6" charset="-122"/>
              </a:rPr>
              <a:t>IP </a:t>
            </a:r>
            <a:r>
              <a:rPr lang="zh-CN" altLang="en-US" sz="2500" b="1">
                <a:solidFill>
                  <a:srgbClr val="0000CC"/>
                </a:solidFill>
                <a:latin typeface="Arial" panose="020B0604020202090204" pitchFamily="34" charset="0"/>
                <a:ea typeface="黑体" pitchFamily="6" charset="-122"/>
              </a:rPr>
              <a:t>地址：</a:t>
            </a:r>
            <a:r>
              <a:rPr lang="en-US" altLang="zh-CN" sz="2500" b="1">
                <a:solidFill>
                  <a:srgbClr val="0000CC"/>
                </a:solidFill>
                <a:latin typeface="Arial" panose="020B0604020202090204" pitchFamily="34" charset="0"/>
                <a:ea typeface="黑体" pitchFamily="6" charset="-122"/>
              </a:rPr>
              <a:t>128.30.33.138</a:t>
            </a:r>
          </a:p>
        </p:txBody>
      </p:sp>
      <p:graphicFrame>
        <p:nvGraphicFramePr>
          <p:cNvPr id="217091" name="表格 217090"/>
          <p:cNvGraphicFramePr/>
          <p:nvPr/>
        </p:nvGraphicFramePr>
        <p:xfrm>
          <a:off x="4379913" y="2159000"/>
          <a:ext cx="4645025" cy="1274763"/>
        </p:xfrm>
        <a:graphic>
          <a:graphicData uri="http://schemas.openxmlformats.org/drawingml/2006/table">
            <a:tbl>
              <a:tblPr/>
              <a:tblGrid>
                <a:gridCol w="1668463">
                  <a:extLst>
                    <a:ext uri="{9D8B030D-6E8A-4147-A177-3AD203B41FA5}">
                      <a16:colId xmlns:a16="http://schemas.microsoft.com/office/drawing/2014/main" val="20000"/>
                    </a:ext>
                  </a:extLst>
                </a:gridCol>
                <a:gridCol w="1998662">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17500">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目的网络地址</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子网掩码</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algn="ctr"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下一跳</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957263">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128.30.33.0</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128.30.33.128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128.30.36.0</a:t>
                      </a:r>
                    </a:p>
                  </a:txBody>
                  <a:tcPr marT="42156" marB="42156">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255.255.255.128</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255.255.255.0</a:t>
                      </a:r>
                    </a:p>
                  </a:txBody>
                  <a:tcPr marT="42156" marB="42156">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tc>
                  <a:txBody>
                    <a:bodyP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Comic Sans MS" panose="030F0902030302020204" charset="0"/>
                          <a:ea typeface="宋体" pitchFamily="2" charset="-122"/>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Comic Sans MS" panose="030F0902030302020204" charset="0"/>
                          <a:ea typeface="宋体" pitchFamily="2" charset="-122"/>
                          <a:cs typeface="+mn-cs"/>
                        </a:defRPr>
                      </a:lvl5pPr>
                    </a:lstStyle>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0</a:t>
                      </a:r>
                    </a:p>
                    <a:p>
                      <a:pPr lvl="0" eaLnBrk="1" hangingPunct="1">
                        <a:lnSpc>
                          <a:spcPct val="90000"/>
                        </a:lnSpc>
                        <a:spcBef>
                          <a:spcPct val="20000"/>
                        </a:spcBef>
                        <a:buClr>
                          <a:schemeClr val="folHlink"/>
                        </a:buClr>
                        <a:buSzPct val="60000"/>
                        <a:buFont typeface="Wingdings" panose="05000000000000000000" pitchFamily="2" charset="2"/>
                        <a:buNone/>
                      </a:pPr>
                      <a:r>
                        <a:rPr lang="zh-CN" altLang="en-US" sz="1700" b="1">
                          <a:solidFill>
                            <a:srgbClr val="000099"/>
                          </a:solidFill>
                          <a:latin typeface="Arial" panose="020B0604020202090204" pitchFamily="34" charset="0"/>
                          <a:ea typeface="黑体" pitchFamily="6" charset="-122"/>
                        </a:rPr>
                        <a:t>接口 </a:t>
                      </a:r>
                      <a:r>
                        <a:rPr lang="en-US" altLang="zh-CN" sz="1700" b="1">
                          <a:solidFill>
                            <a:srgbClr val="000099"/>
                          </a:solidFill>
                          <a:latin typeface="Arial" panose="020B0604020202090204" pitchFamily="34" charset="0"/>
                          <a:ea typeface="黑体" pitchFamily="6" charset="-122"/>
                        </a:rPr>
                        <a:t>1</a:t>
                      </a:r>
                    </a:p>
                    <a:p>
                      <a:pPr lvl="0" eaLnBrk="1" hangingPunct="1">
                        <a:lnSpc>
                          <a:spcPct val="90000"/>
                        </a:lnSpc>
                        <a:spcBef>
                          <a:spcPct val="20000"/>
                        </a:spcBef>
                        <a:buClr>
                          <a:schemeClr val="folHlink"/>
                        </a:buClr>
                        <a:buSzPct val="60000"/>
                        <a:buFont typeface="Wingdings" panose="05000000000000000000" pitchFamily="2" charset="2"/>
                        <a:buNone/>
                      </a:pPr>
                      <a:r>
                        <a:rPr lang="en-US" altLang="zh-CN" sz="1700" b="1">
                          <a:solidFill>
                            <a:srgbClr val="000099"/>
                          </a:solidFill>
                          <a:latin typeface="Arial" panose="020B0604020202090204" pitchFamily="34" charset="0"/>
                          <a:ea typeface="黑体" pitchFamily="6" charset="-122"/>
                        </a:rPr>
                        <a:t>R</a:t>
                      </a:r>
                      <a:r>
                        <a:rPr lang="en-US" altLang="zh-CN" sz="1700" b="1" baseline="-25000">
                          <a:solidFill>
                            <a:srgbClr val="000099"/>
                          </a:solidFill>
                          <a:latin typeface="Arial" panose="020B0604020202090204" pitchFamily="34" charset="0"/>
                          <a:ea typeface="黑体" pitchFamily="6" charset="-122"/>
                        </a:rPr>
                        <a:t>2</a:t>
                      </a:r>
                    </a:p>
                  </a:txBody>
                  <a:tcPr marT="42156" marB="42156">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grpSp>
        <p:nvGrpSpPr>
          <p:cNvPr id="217105" name="Group 41"/>
          <p:cNvGrpSpPr/>
          <p:nvPr/>
        </p:nvGrpSpPr>
        <p:grpSpPr>
          <a:xfrm>
            <a:off x="3063875" y="1766888"/>
            <a:ext cx="5511800" cy="2109787"/>
            <a:chOff x="1836" y="1026"/>
            <a:chExt cx="3472" cy="1440"/>
          </a:xfrm>
        </p:grpSpPr>
        <p:sp>
          <p:nvSpPr>
            <p:cNvPr id="87" name="Text Box 42"/>
            <p:cNvSpPr txBox="1">
              <a:spLocks noChangeArrowheads="1"/>
            </p:cNvSpPr>
            <p:nvPr/>
          </p:nvSpPr>
          <p:spPr bwMode="auto">
            <a:xfrm>
              <a:off x="2894" y="1026"/>
              <a:ext cx="2414" cy="257"/>
            </a:xfrm>
            <a:prstGeom prst="rect">
              <a:avLst/>
            </a:prstGeom>
            <a:noFill/>
            <a:ln>
              <a:noFill/>
            </a:ln>
            <a:effectLst/>
          </p:spPr>
          <p:txBody>
            <a:bodyPr wrap="none">
              <a:spAutoFit/>
            </a:bodyPr>
            <a:lstStyle/>
            <a:p>
              <a:pPr defTabSz="843280">
                <a:buNone/>
              </a:pPr>
              <a:r>
                <a:rPr lang="en-US" altLang="zh-CN" b="1">
                  <a:solidFill>
                    <a:srgbClr val="990000"/>
                  </a:solidFill>
                  <a:latin typeface="Arial" panose="020B0604020202090204" pitchFamily="34" charset="0"/>
                  <a:ea typeface="黑体" pitchFamily="6" charset="-122"/>
                </a:rPr>
                <a:t>R</a:t>
              </a:r>
              <a:r>
                <a:rPr lang="en-US" altLang="zh-CN" b="1" baseline="-25000">
                  <a:solidFill>
                    <a:srgbClr val="990000"/>
                  </a:solidFill>
                  <a:latin typeface="Arial" panose="020B0604020202090204" pitchFamily="34" charset="0"/>
                  <a:ea typeface="黑体" pitchFamily="6" charset="-122"/>
                </a:rPr>
                <a:t>1</a:t>
              </a:r>
              <a:r>
                <a:rPr lang="en-US" altLang="zh-CN" b="1">
                  <a:solidFill>
                    <a:srgbClr val="990000"/>
                  </a:solidFill>
                  <a:latin typeface="Arial" panose="020B0604020202090204" pitchFamily="34" charset="0"/>
                  <a:ea typeface="黑体" pitchFamily="6" charset="-122"/>
                </a:rPr>
                <a:t> </a:t>
              </a:r>
              <a:r>
                <a:rPr lang="zh-CN" altLang="en-US" b="1">
                  <a:solidFill>
                    <a:srgbClr val="990000"/>
                  </a:solidFill>
                  <a:latin typeface="Arial" panose="020B0604020202090204" pitchFamily="34" charset="0"/>
                  <a:ea typeface="黑体" pitchFamily="6" charset="-122"/>
                </a:rPr>
                <a:t>的路由表（未给出默认路由器）</a:t>
              </a:r>
              <a:endParaRPr lang="zh-CN" altLang="en-US" b="1" baseline="-25000">
                <a:solidFill>
                  <a:srgbClr val="990000"/>
                </a:solidFill>
                <a:latin typeface="Arial" panose="020B0604020202090204" pitchFamily="34" charset="0"/>
                <a:ea typeface="黑体" pitchFamily="6" charset="-122"/>
              </a:endParaRPr>
            </a:p>
          </p:txBody>
        </p:sp>
        <p:sp>
          <p:nvSpPr>
            <p:cNvPr id="88" name="Text Box 43"/>
            <p:cNvSpPr txBox="1">
              <a:spLocks noChangeArrowheads="1"/>
            </p:cNvSpPr>
            <p:nvPr/>
          </p:nvSpPr>
          <p:spPr bwMode="auto">
            <a:xfrm>
              <a:off x="1836" y="2228"/>
              <a:ext cx="263" cy="238"/>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dirty="0">
                  <a:solidFill>
                    <a:srgbClr val="990000"/>
                  </a:solidFill>
                  <a:latin typeface="Arial" panose="020B0604020202090204"/>
                  <a:ea typeface="黑体" pitchFamily="6" charset="-122"/>
                  <a:cs typeface="+mn-cs"/>
                </a:rPr>
                <a:t>R</a:t>
              </a:r>
              <a:r>
                <a:rPr kumimoji="1" lang="en-US" altLang="zh-CN" sz="1660" b="1" kern="1200" cap="none" spc="0" normalizeH="0" baseline="-25000" noProof="0" dirty="0">
                  <a:solidFill>
                    <a:srgbClr val="990000"/>
                  </a:solidFill>
                  <a:latin typeface="Arial" panose="020B0604020202090204"/>
                  <a:ea typeface="黑体" pitchFamily="6" charset="-122"/>
                  <a:cs typeface="+mn-cs"/>
                </a:rPr>
                <a:t>1</a:t>
              </a:r>
            </a:p>
          </p:txBody>
        </p:sp>
      </p:grpSp>
      <p:grpSp>
        <p:nvGrpSpPr>
          <p:cNvPr id="217106" name="组合 1"/>
          <p:cNvGrpSpPr/>
          <p:nvPr/>
        </p:nvGrpSpPr>
        <p:grpSpPr>
          <a:xfrm>
            <a:off x="203200" y="2038350"/>
            <a:ext cx="8478838" cy="4229100"/>
            <a:chOff x="219602" y="1922463"/>
            <a:chExt cx="9186459" cy="4581036"/>
          </a:xfrm>
        </p:grpSpPr>
        <p:sp>
          <p:nvSpPr>
            <p:cNvPr id="62" name="Freeform 2"/>
            <p:cNvSpPr/>
            <p:nvPr/>
          </p:nvSpPr>
          <p:spPr bwMode="auto">
            <a:xfrm>
              <a:off x="2923424" y="2044556"/>
              <a:ext cx="1821468" cy="181934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3" name="Text Box 4"/>
            <p:cNvSpPr txBox="1">
              <a:spLocks noChangeArrowheads="1"/>
            </p:cNvSpPr>
            <p:nvPr/>
          </p:nvSpPr>
          <p:spPr bwMode="auto">
            <a:xfrm>
              <a:off x="2923424" y="3127909"/>
              <a:ext cx="328518" cy="37659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65" name="Line 19"/>
            <p:cNvSpPr>
              <a:spLocks noChangeShapeType="1"/>
            </p:cNvSpPr>
            <p:nvPr/>
          </p:nvSpPr>
          <p:spPr bwMode="auto">
            <a:xfrm>
              <a:off x="2894185" y="3105553"/>
              <a:ext cx="1719" cy="7033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6" name="Line 20"/>
            <p:cNvSpPr>
              <a:spLocks noChangeShapeType="1"/>
            </p:cNvSpPr>
            <p:nvPr/>
          </p:nvSpPr>
          <p:spPr bwMode="auto">
            <a:xfrm>
              <a:off x="503401" y="3088357"/>
              <a:ext cx="1719" cy="569191"/>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7" name="Line 21"/>
            <p:cNvSpPr>
              <a:spLocks noChangeShapeType="1"/>
            </p:cNvSpPr>
            <p:nvPr/>
          </p:nvSpPr>
          <p:spPr bwMode="auto">
            <a:xfrm flipV="1">
              <a:off x="267762" y="3105553"/>
              <a:ext cx="4379091" cy="3439"/>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68" name="Line 22"/>
            <p:cNvSpPr>
              <a:spLocks noChangeShapeType="1"/>
            </p:cNvSpPr>
            <p:nvPr/>
          </p:nvSpPr>
          <p:spPr bwMode="auto">
            <a:xfrm>
              <a:off x="1205156" y="2534643"/>
              <a:ext cx="1719" cy="57091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7124" name="Picture 23"/>
            <p:cNvPicPr/>
            <p:nvPr/>
          </p:nvPicPr>
          <p:blipFill>
            <a:blip r:embed="rId3"/>
            <a:stretch>
              <a:fillRect/>
            </a:stretch>
          </p:blipFill>
          <p:spPr>
            <a:xfrm>
              <a:off x="1018637" y="2276476"/>
              <a:ext cx="431668" cy="473075"/>
            </a:xfrm>
            <a:prstGeom prst="rect">
              <a:avLst/>
            </a:prstGeom>
            <a:noFill/>
            <a:ln w="9525">
              <a:noFill/>
            </a:ln>
          </p:spPr>
        </p:pic>
        <p:sp>
          <p:nvSpPr>
            <p:cNvPr id="70" name="Text Box 24"/>
            <p:cNvSpPr txBox="1">
              <a:spLocks noChangeArrowheads="1"/>
            </p:cNvSpPr>
            <p:nvPr/>
          </p:nvSpPr>
          <p:spPr bwMode="auto">
            <a:xfrm>
              <a:off x="436321" y="1922463"/>
              <a:ext cx="1547990" cy="376595"/>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a:t>
              </a:r>
            </a:p>
          </p:txBody>
        </p:sp>
        <p:sp>
          <p:nvSpPr>
            <p:cNvPr id="71" name="Text Box 25"/>
            <p:cNvSpPr txBox="1">
              <a:spLocks noChangeArrowheads="1"/>
            </p:cNvSpPr>
            <p:nvPr/>
          </p:nvSpPr>
          <p:spPr bwMode="auto">
            <a:xfrm>
              <a:off x="219602" y="2204479"/>
              <a:ext cx="892675" cy="655171"/>
            </a:xfrm>
            <a:prstGeom prst="rect">
              <a:avLst/>
            </a:prstGeom>
            <a:noFill/>
            <a:ln>
              <a:noFill/>
            </a:ln>
            <a:effectLst/>
          </p:spPr>
          <p:txBody>
            <a:bodyPr wrap="none">
              <a:spAutoFit/>
            </a:bodyPr>
            <a:lstStyle/>
            <a:p>
              <a:pPr marR="0" algn="ctr"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源主机</a:t>
              </a:r>
            </a:p>
            <a:p>
              <a:pPr marR="0" algn="ctr"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1</a:t>
              </a:r>
            </a:p>
          </p:txBody>
        </p:sp>
        <p:sp>
          <p:nvSpPr>
            <p:cNvPr id="72" name="Line 27"/>
            <p:cNvSpPr>
              <a:spLocks noChangeShapeType="1"/>
            </p:cNvSpPr>
            <p:nvPr/>
          </p:nvSpPr>
          <p:spPr bwMode="auto">
            <a:xfrm>
              <a:off x="1925831" y="5010879"/>
              <a:ext cx="1721" cy="7033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3" name="Line 28"/>
            <p:cNvSpPr>
              <a:spLocks noChangeShapeType="1"/>
            </p:cNvSpPr>
            <p:nvPr/>
          </p:nvSpPr>
          <p:spPr bwMode="auto">
            <a:xfrm>
              <a:off x="6831238" y="4400419"/>
              <a:ext cx="1721" cy="56919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4" name="Line 29"/>
            <p:cNvSpPr>
              <a:spLocks noChangeShapeType="1"/>
            </p:cNvSpPr>
            <p:nvPr/>
          </p:nvSpPr>
          <p:spPr bwMode="auto">
            <a:xfrm>
              <a:off x="1065836" y="5709040"/>
              <a:ext cx="1721" cy="569191"/>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5" name="Line 30"/>
            <p:cNvSpPr>
              <a:spLocks noChangeShapeType="1"/>
            </p:cNvSpPr>
            <p:nvPr/>
          </p:nvSpPr>
          <p:spPr bwMode="auto">
            <a:xfrm>
              <a:off x="1925831" y="4400419"/>
              <a:ext cx="1721" cy="703319"/>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76" name="Line 31"/>
            <p:cNvSpPr>
              <a:spLocks noChangeShapeType="1"/>
            </p:cNvSpPr>
            <p:nvPr/>
          </p:nvSpPr>
          <p:spPr bwMode="auto">
            <a:xfrm>
              <a:off x="2901065" y="3676463"/>
              <a:ext cx="1719" cy="7033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7132" name="Picture 32"/>
            <p:cNvPicPr/>
            <p:nvPr/>
          </p:nvPicPr>
          <p:blipFill>
            <a:blip r:embed="rId3"/>
            <a:stretch>
              <a:fillRect/>
            </a:stretch>
          </p:blipFill>
          <p:spPr>
            <a:xfrm>
              <a:off x="875894" y="6018214"/>
              <a:ext cx="431667" cy="471487"/>
            </a:xfrm>
            <a:prstGeom prst="rect">
              <a:avLst/>
            </a:prstGeom>
            <a:noFill/>
            <a:ln w="9525">
              <a:noFill/>
            </a:ln>
          </p:spPr>
        </p:pic>
        <p:pic>
          <p:nvPicPr>
            <p:cNvPr id="217133" name="Picture 33"/>
            <p:cNvPicPr/>
            <p:nvPr/>
          </p:nvPicPr>
          <p:blipFill>
            <a:blip r:embed="rId3"/>
            <a:stretch>
              <a:fillRect/>
            </a:stretch>
          </p:blipFill>
          <p:spPr>
            <a:xfrm>
              <a:off x="275687" y="3413125"/>
              <a:ext cx="431668" cy="471488"/>
            </a:xfrm>
            <a:prstGeom prst="rect">
              <a:avLst/>
            </a:prstGeom>
            <a:noFill/>
            <a:ln w="9525">
              <a:noFill/>
            </a:ln>
          </p:spPr>
        </p:pic>
        <p:grpSp>
          <p:nvGrpSpPr>
            <p:cNvPr id="217134" name="Group 34"/>
            <p:cNvGrpSpPr/>
            <p:nvPr/>
          </p:nvGrpSpPr>
          <p:grpSpPr>
            <a:xfrm>
              <a:off x="2619763" y="3459164"/>
              <a:ext cx="663840" cy="460375"/>
              <a:chOff x="864" y="1824"/>
              <a:chExt cx="432" cy="288"/>
            </a:xfrm>
          </p:grpSpPr>
          <p:pic>
            <p:nvPicPr>
              <p:cNvPr id="217159" name="Picture 35"/>
              <p:cNvPicPr/>
              <p:nvPr/>
            </p:nvPicPr>
            <p:blipFill>
              <a:blip r:embed="rId4"/>
              <a:stretch>
                <a:fillRect/>
              </a:stretch>
            </p:blipFill>
            <p:spPr>
              <a:xfrm>
                <a:off x="864" y="1824"/>
                <a:ext cx="432" cy="288"/>
              </a:xfrm>
              <a:prstGeom prst="rect">
                <a:avLst/>
              </a:prstGeom>
              <a:noFill/>
              <a:ln w="12699">
                <a:noFill/>
              </a:ln>
            </p:spPr>
          </p:pic>
          <p:pic>
            <p:nvPicPr>
              <p:cNvPr id="217160" name="Picture 36"/>
              <p:cNvPicPr/>
              <p:nvPr/>
            </p:nvPicPr>
            <p:blipFill>
              <a:blip r:embed="rId4"/>
              <a:stretch>
                <a:fillRect/>
              </a:stretch>
            </p:blipFill>
            <p:spPr>
              <a:xfrm>
                <a:off x="864" y="1824"/>
                <a:ext cx="432" cy="288"/>
              </a:xfrm>
              <a:prstGeom prst="rect">
                <a:avLst/>
              </a:prstGeom>
              <a:noFill/>
              <a:ln w="12699">
                <a:noFill/>
              </a:ln>
            </p:spPr>
          </p:pic>
        </p:grpSp>
        <p:pic>
          <p:nvPicPr>
            <p:cNvPr id="217135" name="Picture 37"/>
            <p:cNvPicPr/>
            <p:nvPr/>
          </p:nvPicPr>
          <p:blipFill>
            <a:blip r:embed="rId3"/>
            <a:stretch>
              <a:fillRect/>
            </a:stretch>
          </p:blipFill>
          <p:spPr>
            <a:xfrm>
              <a:off x="6652674" y="4779964"/>
              <a:ext cx="431668" cy="471487"/>
            </a:xfrm>
            <a:prstGeom prst="rect">
              <a:avLst/>
            </a:prstGeom>
            <a:noFill/>
            <a:ln w="9525">
              <a:noFill/>
            </a:ln>
          </p:spPr>
        </p:pic>
        <p:sp>
          <p:nvSpPr>
            <p:cNvPr id="83" name="Line 38"/>
            <p:cNvSpPr>
              <a:spLocks noChangeShapeType="1"/>
            </p:cNvSpPr>
            <p:nvPr/>
          </p:nvSpPr>
          <p:spPr bwMode="auto">
            <a:xfrm>
              <a:off x="1175916" y="4379784"/>
              <a:ext cx="7526670" cy="1719"/>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84" name="Line 39"/>
            <p:cNvSpPr>
              <a:spLocks noChangeShapeType="1"/>
            </p:cNvSpPr>
            <p:nvPr/>
          </p:nvSpPr>
          <p:spPr bwMode="auto">
            <a:xfrm>
              <a:off x="726999" y="5729675"/>
              <a:ext cx="8488143" cy="172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sp>
          <p:nvSpPr>
            <p:cNvPr id="85" name="Text Box 40"/>
            <p:cNvSpPr txBox="1">
              <a:spLocks noChangeArrowheads="1"/>
            </p:cNvSpPr>
            <p:nvPr/>
          </p:nvSpPr>
          <p:spPr bwMode="auto">
            <a:xfrm>
              <a:off x="1100236" y="3891415"/>
              <a:ext cx="1676989" cy="376594"/>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128.30.33.130</a:t>
              </a:r>
            </a:p>
          </p:txBody>
        </p:sp>
        <p:sp>
          <p:nvSpPr>
            <p:cNvPr id="89" name="Text Box 44"/>
            <p:cNvSpPr txBox="1">
              <a:spLocks noChangeArrowheads="1"/>
            </p:cNvSpPr>
            <p:nvPr/>
          </p:nvSpPr>
          <p:spPr bwMode="auto">
            <a:xfrm>
              <a:off x="2906224" y="3896573"/>
              <a:ext cx="328518"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90" name="Line 45"/>
            <p:cNvSpPr>
              <a:spLocks noChangeShapeType="1"/>
            </p:cNvSpPr>
            <p:nvPr/>
          </p:nvSpPr>
          <p:spPr bwMode="auto">
            <a:xfrm>
              <a:off x="4516133" y="4400419"/>
              <a:ext cx="1721" cy="56919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grpSp>
          <p:nvGrpSpPr>
            <p:cNvPr id="217141" name="Group 46"/>
            <p:cNvGrpSpPr/>
            <p:nvPr/>
          </p:nvGrpSpPr>
          <p:grpSpPr>
            <a:xfrm>
              <a:off x="1644641" y="4843464"/>
              <a:ext cx="663840" cy="460375"/>
              <a:chOff x="864" y="1824"/>
              <a:chExt cx="432" cy="288"/>
            </a:xfrm>
          </p:grpSpPr>
          <p:pic>
            <p:nvPicPr>
              <p:cNvPr id="217157" name="Picture 47"/>
              <p:cNvPicPr/>
              <p:nvPr/>
            </p:nvPicPr>
            <p:blipFill>
              <a:blip r:embed="rId4"/>
              <a:stretch>
                <a:fillRect/>
              </a:stretch>
            </p:blipFill>
            <p:spPr>
              <a:xfrm>
                <a:off x="864" y="1824"/>
                <a:ext cx="432" cy="288"/>
              </a:xfrm>
              <a:prstGeom prst="rect">
                <a:avLst/>
              </a:prstGeom>
              <a:noFill/>
              <a:ln w="12699">
                <a:noFill/>
              </a:ln>
            </p:spPr>
          </p:pic>
          <p:pic>
            <p:nvPicPr>
              <p:cNvPr id="217158" name="Picture 48"/>
              <p:cNvPicPr/>
              <p:nvPr/>
            </p:nvPicPr>
            <p:blipFill>
              <a:blip r:embed="rId4"/>
              <a:stretch>
                <a:fillRect/>
              </a:stretch>
            </p:blipFill>
            <p:spPr>
              <a:xfrm>
                <a:off x="864" y="1824"/>
                <a:ext cx="432" cy="288"/>
              </a:xfrm>
              <a:prstGeom prst="rect">
                <a:avLst/>
              </a:prstGeom>
              <a:noFill/>
              <a:ln w="12699">
                <a:noFill/>
              </a:ln>
            </p:spPr>
          </p:pic>
        </p:grpSp>
        <p:sp>
          <p:nvSpPr>
            <p:cNvPr id="94" name="Text Box 49"/>
            <p:cNvSpPr txBox="1">
              <a:spLocks noChangeArrowheads="1"/>
            </p:cNvSpPr>
            <p:nvPr/>
          </p:nvSpPr>
          <p:spPr bwMode="auto">
            <a:xfrm>
              <a:off x="1215476" y="4825161"/>
              <a:ext cx="450637"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R</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95" name="Line 50"/>
            <p:cNvSpPr>
              <a:spLocks noChangeShapeType="1"/>
            </p:cNvSpPr>
            <p:nvPr/>
          </p:nvSpPr>
          <p:spPr bwMode="auto">
            <a:xfrm>
              <a:off x="2563947" y="5707321"/>
              <a:ext cx="1719" cy="569190"/>
            </a:xfrm>
            <a:prstGeom prst="line">
              <a:avLst/>
            </a:prstGeom>
            <a:noFill/>
            <a:ln w="28575">
              <a:solidFill>
                <a:srgbClr val="333399"/>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1" i="0" u="none" strike="noStrike" kern="1200" cap="none" spc="0" normalizeH="0" baseline="0" noProof="0">
                <a:ln>
                  <a:noFill/>
                </a:ln>
                <a:solidFill>
                  <a:srgbClr val="000099"/>
                </a:solidFill>
                <a:effectLst/>
                <a:uLnTx/>
                <a:uFillTx/>
                <a:latin typeface="Arial" panose="020B0604020202090204"/>
                <a:ea typeface="黑体" pitchFamily="6" charset="-122"/>
                <a:cs typeface="+mn-cs"/>
              </a:endParaRPr>
            </a:p>
          </p:txBody>
        </p:sp>
        <p:pic>
          <p:nvPicPr>
            <p:cNvPr id="217144" name="Picture 51"/>
            <p:cNvPicPr/>
            <p:nvPr/>
          </p:nvPicPr>
          <p:blipFill>
            <a:blip r:embed="rId3"/>
            <a:stretch>
              <a:fillRect/>
            </a:stretch>
          </p:blipFill>
          <p:spPr>
            <a:xfrm>
              <a:off x="4327516" y="4784725"/>
              <a:ext cx="431668" cy="471488"/>
            </a:xfrm>
            <a:prstGeom prst="rect">
              <a:avLst/>
            </a:prstGeom>
            <a:noFill/>
            <a:ln w="9525">
              <a:noFill/>
            </a:ln>
          </p:spPr>
        </p:pic>
        <p:sp>
          <p:nvSpPr>
            <p:cNvPr id="97" name="Text Box 52"/>
            <p:cNvSpPr txBox="1">
              <a:spLocks noChangeArrowheads="1"/>
            </p:cNvSpPr>
            <p:nvPr/>
          </p:nvSpPr>
          <p:spPr bwMode="auto">
            <a:xfrm>
              <a:off x="4442174" y="3681623"/>
              <a:ext cx="4963887" cy="715357"/>
            </a:xfrm>
            <a:prstGeom prst="rect">
              <a:avLst/>
            </a:prstGeom>
            <a:noFill/>
            <a:ln>
              <a:noFill/>
            </a:ln>
            <a:effectLst/>
          </p:spPr>
          <p:txBody>
            <a:bodyPr>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2</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128.30.33.128</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255.255.255.128</a:t>
              </a:r>
              <a:endParaRPr lang="en-US" altLang="zh-CN" b="1" baseline="-25000">
                <a:solidFill>
                  <a:srgbClr val="000099"/>
                </a:solidFill>
                <a:latin typeface="Arial" panose="020B0604020202090204" pitchFamily="34" charset="0"/>
                <a:ea typeface="黑体" pitchFamily="6" charset="-122"/>
              </a:endParaRPr>
            </a:p>
          </p:txBody>
        </p:sp>
        <p:sp>
          <p:nvSpPr>
            <p:cNvPr id="98" name="Text Box 53"/>
            <p:cNvSpPr txBox="1">
              <a:spLocks noChangeArrowheads="1"/>
            </p:cNvSpPr>
            <p:nvPr/>
          </p:nvSpPr>
          <p:spPr bwMode="auto">
            <a:xfrm>
              <a:off x="3788579" y="5229270"/>
              <a:ext cx="1441350" cy="376594"/>
            </a:xfrm>
            <a:prstGeom prst="rect">
              <a:avLst/>
            </a:prstGeom>
            <a:noFill/>
            <a:ln>
              <a:noFill/>
            </a:ln>
            <a:effectLst/>
          </p:spPr>
          <p:txBody>
            <a:bodyPr wrap="none">
              <a:spAutoFit/>
            </a:bodyPr>
            <a:lstStyle/>
            <a:p>
              <a:pPr marR="0" defTabSz="843915">
                <a:buClrTx/>
                <a:buSzTx/>
                <a:buFontTx/>
                <a:buNone/>
                <a:defRPr/>
              </a:pPr>
              <a:r>
                <a:rPr kumimoji="1" lang="zh-CN" altLang="en-US" sz="1660" b="1" kern="1200" cap="none" spc="0" normalizeH="0" baseline="0" noProof="0">
                  <a:solidFill>
                    <a:srgbClr val="000099"/>
                  </a:solidFill>
                  <a:latin typeface="Arial" panose="020B0604020202090204"/>
                  <a:ea typeface="黑体" pitchFamily="6" charset="-122"/>
                  <a:cs typeface="+mn-cs"/>
                </a:rPr>
                <a:t>目的主机 </a:t>
              </a: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2</a:t>
              </a:r>
            </a:p>
          </p:txBody>
        </p:sp>
        <p:sp>
          <p:nvSpPr>
            <p:cNvPr id="99" name="Text Box 54"/>
            <p:cNvSpPr txBox="1">
              <a:spLocks noChangeArrowheads="1"/>
            </p:cNvSpPr>
            <p:nvPr/>
          </p:nvSpPr>
          <p:spPr bwMode="auto">
            <a:xfrm>
              <a:off x="4646852" y="4761537"/>
              <a:ext cx="1678709" cy="37659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128.30.33.138</a:t>
              </a:r>
            </a:p>
          </p:txBody>
        </p:sp>
        <p:sp>
          <p:nvSpPr>
            <p:cNvPr id="100" name="Text Box 55"/>
            <p:cNvSpPr txBox="1">
              <a:spLocks noChangeArrowheads="1"/>
            </p:cNvSpPr>
            <p:nvPr/>
          </p:nvSpPr>
          <p:spPr bwMode="auto">
            <a:xfrm>
              <a:off x="1580113" y="4537987"/>
              <a:ext cx="328517"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0</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101" name="Text Box 56"/>
            <p:cNvSpPr txBox="1">
              <a:spLocks noChangeArrowheads="1"/>
            </p:cNvSpPr>
            <p:nvPr/>
          </p:nvSpPr>
          <p:spPr bwMode="auto">
            <a:xfrm>
              <a:off x="1580113" y="5260223"/>
              <a:ext cx="328517" cy="37659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a:t>
              </a:r>
              <a:endParaRPr kumimoji="1" lang="en-US" altLang="zh-CN" sz="1660" b="1" kern="1200" cap="none" spc="0" normalizeH="0" baseline="-25000" noProof="0">
                <a:solidFill>
                  <a:srgbClr val="000099"/>
                </a:solidFill>
                <a:latin typeface="Arial" panose="020B0604020202090204"/>
                <a:ea typeface="黑体" pitchFamily="6" charset="-122"/>
                <a:cs typeface="+mn-cs"/>
              </a:endParaRPr>
            </a:p>
          </p:txBody>
        </p:sp>
        <p:sp>
          <p:nvSpPr>
            <p:cNvPr id="102" name="Text Box 57"/>
            <p:cNvSpPr txBox="1">
              <a:spLocks noChangeArrowheads="1"/>
            </p:cNvSpPr>
            <p:nvPr/>
          </p:nvSpPr>
          <p:spPr bwMode="auto">
            <a:xfrm>
              <a:off x="1915511" y="4537987"/>
              <a:ext cx="1678709"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128.30.33.129</a:t>
              </a:r>
            </a:p>
          </p:txBody>
        </p:sp>
        <p:pic>
          <p:nvPicPr>
            <p:cNvPr id="217151" name="Picture 58"/>
            <p:cNvPicPr/>
            <p:nvPr/>
          </p:nvPicPr>
          <p:blipFill>
            <a:blip r:embed="rId3"/>
            <a:stretch>
              <a:fillRect/>
            </a:stretch>
          </p:blipFill>
          <p:spPr>
            <a:xfrm>
              <a:off x="2375552" y="6016626"/>
              <a:ext cx="433388" cy="473075"/>
            </a:xfrm>
            <a:prstGeom prst="rect">
              <a:avLst/>
            </a:prstGeom>
            <a:noFill/>
            <a:ln w="9525">
              <a:noFill/>
            </a:ln>
          </p:spPr>
        </p:pic>
        <p:sp>
          <p:nvSpPr>
            <p:cNvPr id="104" name="Text Box 59"/>
            <p:cNvSpPr txBox="1">
              <a:spLocks noChangeArrowheads="1"/>
            </p:cNvSpPr>
            <p:nvPr/>
          </p:nvSpPr>
          <p:spPr bwMode="auto">
            <a:xfrm>
              <a:off x="1994630" y="5984177"/>
              <a:ext cx="452358" cy="378314"/>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H</a:t>
              </a:r>
              <a:r>
                <a:rPr kumimoji="1" lang="en-US" altLang="zh-CN" sz="1660" b="1" kern="1200" cap="none" spc="0" normalizeH="0" baseline="-25000" noProof="0">
                  <a:solidFill>
                    <a:srgbClr val="000099"/>
                  </a:solidFill>
                  <a:latin typeface="Arial" panose="020B0604020202090204"/>
                  <a:ea typeface="黑体" pitchFamily="6" charset="-122"/>
                  <a:cs typeface="+mn-cs"/>
                </a:rPr>
                <a:t>3</a:t>
              </a:r>
            </a:p>
          </p:txBody>
        </p:sp>
        <p:sp>
          <p:nvSpPr>
            <p:cNvPr id="105" name="Text Box 60"/>
            <p:cNvSpPr txBox="1">
              <a:spLocks noChangeArrowheads="1"/>
            </p:cNvSpPr>
            <p:nvPr/>
          </p:nvSpPr>
          <p:spPr bwMode="auto">
            <a:xfrm>
              <a:off x="1989471" y="5258503"/>
              <a:ext cx="1422430" cy="376595"/>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128.30.36.2</a:t>
              </a:r>
            </a:p>
          </p:txBody>
        </p:sp>
        <p:sp>
          <p:nvSpPr>
            <p:cNvPr id="106" name="Text Box 61"/>
            <p:cNvSpPr txBox="1">
              <a:spLocks noChangeArrowheads="1"/>
            </p:cNvSpPr>
            <p:nvPr/>
          </p:nvSpPr>
          <p:spPr bwMode="auto">
            <a:xfrm>
              <a:off x="4516133" y="5788142"/>
              <a:ext cx="3792575" cy="715357"/>
            </a:xfrm>
            <a:prstGeom prst="rect">
              <a:avLst/>
            </a:prstGeom>
            <a:noFill/>
            <a:ln>
              <a:noFill/>
            </a:ln>
            <a:effectLst/>
          </p:spPr>
          <p:txBody>
            <a:bodyPr wrap="none">
              <a:spAutoFit/>
            </a:bodyPr>
            <a:lstStyle/>
            <a:p>
              <a:pPr defTabSz="843280">
                <a:buNone/>
              </a:pPr>
              <a:r>
                <a:rPr lang="zh-CN" altLang="en-US" b="1">
                  <a:solidFill>
                    <a:srgbClr val="000099"/>
                  </a:solidFill>
                  <a:latin typeface="Arial" panose="020B0604020202090204" pitchFamily="34" charset="0"/>
                  <a:ea typeface="黑体" pitchFamily="6" charset="-122"/>
                </a:rPr>
                <a:t>子网</a:t>
              </a:r>
              <a:r>
                <a:rPr lang="en-US" altLang="zh-CN" b="1">
                  <a:solidFill>
                    <a:srgbClr val="000099"/>
                  </a:solidFill>
                  <a:latin typeface="Arial" panose="020B0604020202090204" pitchFamily="34" charset="0"/>
                  <a:ea typeface="黑体" pitchFamily="6" charset="-122"/>
                </a:rPr>
                <a:t>3</a:t>
              </a:r>
              <a:r>
                <a:rPr lang="zh-CN" altLang="en-US" b="1">
                  <a:solidFill>
                    <a:srgbClr val="000099"/>
                  </a:solidFill>
                  <a:latin typeface="Arial" panose="020B0604020202090204" pitchFamily="34" charset="0"/>
                  <a:ea typeface="黑体" pitchFamily="6" charset="-122"/>
                </a:rPr>
                <a:t>：网络地址 </a:t>
              </a:r>
              <a:r>
                <a:rPr lang="en-US" altLang="zh-CN" b="1">
                  <a:solidFill>
                    <a:srgbClr val="000099"/>
                  </a:solidFill>
                  <a:latin typeface="Arial" panose="020B0604020202090204" pitchFamily="34" charset="0"/>
                  <a:ea typeface="黑体" pitchFamily="6" charset="-122"/>
                </a:rPr>
                <a:t>128.30.36.0</a:t>
              </a:r>
            </a:p>
            <a:p>
              <a:pPr defTabSz="843280">
                <a:buNone/>
              </a:pPr>
              <a:r>
                <a:rPr lang="en-US" altLang="zh-CN" b="1">
                  <a:solidFill>
                    <a:srgbClr val="000099"/>
                  </a:solidFill>
                  <a:latin typeface="Arial" panose="020B0604020202090204" pitchFamily="34" charset="0"/>
                  <a:ea typeface="黑体" pitchFamily="6" charset="-122"/>
                </a:rPr>
                <a:t>            </a:t>
              </a:r>
              <a:r>
                <a:rPr lang="zh-CN" altLang="en-US" b="1">
                  <a:solidFill>
                    <a:srgbClr val="000099"/>
                  </a:solidFill>
                  <a:latin typeface="Arial" panose="020B0604020202090204" pitchFamily="34" charset="0"/>
                  <a:ea typeface="黑体" pitchFamily="6" charset="-122"/>
                </a:rPr>
                <a:t>子网掩码 </a:t>
              </a:r>
              <a:r>
                <a:rPr lang="en-US" altLang="zh-CN" b="1">
                  <a:solidFill>
                    <a:srgbClr val="000099"/>
                  </a:solidFill>
                  <a:latin typeface="Arial" panose="020B0604020202090204" pitchFamily="34" charset="0"/>
                  <a:ea typeface="黑体" pitchFamily="6" charset="-122"/>
                </a:rPr>
                <a:t>255.255.255.0</a:t>
              </a:r>
              <a:endParaRPr lang="en-US" altLang="zh-CN" b="1" baseline="-25000">
                <a:solidFill>
                  <a:srgbClr val="000099"/>
                </a:solidFill>
                <a:latin typeface="Arial" panose="020B0604020202090204" pitchFamily="34" charset="0"/>
                <a:ea typeface="黑体" pitchFamily="6" charset="-122"/>
              </a:endParaRPr>
            </a:p>
          </p:txBody>
        </p:sp>
        <p:sp>
          <p:nvSpPr>
            <p:cNvPr id="107" name="Text Box 62"/>
            <p:cNvSpPr txBox="1">
              <a:spLocks noChangeArrowheads="1"/>
            </p:cNvSpPr>
            <p:nvPr/>
          </p:nvSpPr>
          <p:spPr bwMode="auto">
            <a:xfrm>
              <a:off x="2689505" y="6056401"/>
              <a:ext cx="1549710" cy="376595"/>
            </a:xfrm>
            <a:prstGeom prst="rect">
              <a:avLst/>
            </a:prstGeom>
            <a:noFill/>
            <a:ln>
              <a:noFill/>
            </a:ln>
            <a:effectLst/>
          </p:spPr>
          <p:txBody>
            <a:bodyPr wrap="none">
              <a:spAutoFit/>
            </a:bodyPr>
            <a:lstStyle/>
            <a:p>
              <a:pPr marR="0" defTabSz="843915">
                <a:buClrTx/>
                <a:buSzTx/>
                <a:buFontTx/>
                <a:buNone/>
                <a:defRPr/>
              </a:pPr>
              <a:r>
                <a:rPr kumimoji="1" lang="en-US" altLang="zh-CN" sz="1660" b="1" kern="1200" cap="none" spc="0" normalizeH="0" baseline="0" noProof="0">
                  <a:solidFill>
                    <a:srgbClr val="000099"/>
                  </a:solidFill>
                  <a:latin typeface="Arial" panose="020B0604020202090204"/>
                  <a:ea typeface="黑体" pitchFamily="6" charset="-122"/>
                  <a:cs typeface="+mn-cs"/>
                </a:rPr>
                <a:t>128.30.36.12</a:t>
              </a:r>
            </a:p>
          </p:txBody>
        </p:sp>
        <p:sp>
          <p:nvSpPr>
            <p:cNvPr id="108" name="Text Box 3"/>
            <p:cNvSpPr txBox="1">
              <a:spLocks noChangeArrowheads="1"/>
            </p:cNvSpPr>
            <p:nvPr/>
          </p:nvSpPr>
          <p:spPr bwMode="auto">
            <a:xfrm>
              <a:off x="1356515" y="3098675"/>
              <a:ext cx="1420710" cy="376595"/>
            </a:xfrm>
            <a:prstGeom prst="rect">
              <a:avLst/>
            </a:prstGeom>
            <a:noFill/>
            <a:ln>
              <a:noFill/>
            </a:ln>
            <a:effectLst/>
          </p:spPr>
          <p:txBody>
            <a:bodyPr wrap="none">
              <a:spAutoFit/>
            </a:bodyPr>
            <a:lstStyle/>
            <a:p>
              <a:pPr marR="0" algn="r" defTabSz="843915">
                <a:buClrTx/>
                <a:buSzTx/>
                <a:buFontTx/>
                <a:buNone/>
                <a:defRPr/>
              </a:pPr>
              <a:r>
                <a:rPr kumimoji="1" lang="en-US" altLang="zh-CN" sz="1660" b="1" kern="1200" cap="none" spc="0" normalizeH="0" baseline="0" noProof="0" dirty="0">
                  <a:solidFill>
                    <a:srgbClr val="000099"/>
                  </a:solidFill>
                  <a:latin typeface="Arial" panose="020B0604020202090204"/>
                  <a:ea typeface="黑体" pitchFamily="6" charset="-122"/>
                  <a:cs typeface="+mn-cs"/>
                </a:rPr>
                <a:t>128.30.33.1</a:t>
              </a:r>
            </a:p>
          </p:txBody>
        </p:sp>
      </p:grpSp>
      <p:sp>
        <p:nvSpPr>
          <p:cNvPr id="109" name="AutoShape 65"/>
          <p:cNvSpPr>
            <a:spLocks noChangeArrowheads="1"/>
          </p:cNvSpPr>
          <p:nvPr/>
        </p:nvSpPr>
        <p:spPr bwMode="auto">
          <a:xfrm>
            <a:off x="3775075" y="2792413"/>
            <a:ext cx="576263" cy="198438"/>
          </a:xfrm>
          <a:prstGeom prst="rightArrow">
            <a:avLst>
              <a:gd name="adj1" fmla="val 50000"/>
              <a:gd name="adj2" fmla="val 66728"/>
            </a:avLst>
          </a:prstGeom>
          <a:solidFill>
            <a:schemeClr val="accent1"/>
          </a:solidFill>
          <a:ln w="9525">
            <a:solidFill>
              <a:schemeClr val="tx2"/>
            </a:solidFill>
            <a:miter lim="800000"/>
          </a:ln>
          <a:effectLst/>
        </p:spPr>
        <p:txBody>
          <a:bodyPr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517188" name="AutoShape 68"/>
          <p:cNvSpPr>
            <a:spLocks noChangeArrowheads="1"/>
          </p:cNvSpPr>
          <p:nvPr/>
        </p:nvSpPr>
        <p:spPr bwMode="auto">
          <a:xfrm rot="20264100">
            <a:off x="2270125" y="1668463"/>
            <a:ext cx="147638" cy="1895475"/>
          </a:xfrm>
          <a:prstGeom prst="downArrow">
            <a:avLst>
              <a:gd name="adj1" fmla="val 50000"/>
              <a:gd name="adj2" fmla="val 179028"/>
            </a:avLst>
          </a:prstGeom>
          <a:solidFill>
            <a:schemeClr val="accent1"/>
          </a:solidFill>
          <a:ln w="9525">
            <a:solidFill>
              <a:srgbClr val="333399"/>
            </a:solidFill>
            <a:miter lim="800000"/>
          </a:ln>
          <a:effectLst/>
        </p:spPr>
        <p:txBody>
          <a:bodyPr vert="eaVert" wrap="none" anchor="ct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grpSp>
        <p:nvGrpSpPr>
          <p:cNvPr id="112" name="Group 65"/>
          <p:cNvGrpSpPr/>
          <p:nvPr/>
        </p:nvGrpSpPr>
        <p:grpSpPr>
          <a:xfrm>
            <a:off x="5175250" y="1790700"/>
            <a:ext cx="2587625" cy="1239838"/>
            <a:chOff x="3247" y="1042"/>
            <a:chExt cx="1765" cy="846"/>
          </a:xfrm>
        </p:grpSpPr>
        <p:sp>
          <p:nvSpPr>
            <p:cNvPr id="113" name="Line 66"/>
            <p:cNvSpPr>
              <a:spLocks noChangeShapeType="1"/>
            </p:cNvSpPr>
            <p:nvPr/>
          </p:nvSpPr>
          <p:spPr bwMode="auto">
            <a:xfrm>
              <a:off x="3878" y="1888"/>
              <a:ext cx="1134" cy="0"/>
            </a:xfrm>
            <a:prstGeom prst="line">
              <a:avLst/>
            </a:prstGeom>
            <a:noFill/>
            <a:ln w="76200">
              <a:solidFill>
                <a:srgbClr val="FF0000"/>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114" name="Line 67"/>
            <p:cNvSpPr>
              <a:spLocks noChangeShapeType="1"/>
            </p:cNvSpPr>
            <p:nvPr/>
          </p:nvSpPr>
          <p:spPr bwMode="auto">
            <a:xfrm flipV="1">
              <a:off x="3247" y="1042"/>
              <a:ext cx="1428" cy="0"/>
            </a:xfrm>
            <a:prstGeom prst="line">
              <a:avLst/>
            </a:prstGeom>
            <a:noFill/>
            <a:ln w="76200">
              <a:solidFill>
                <a:srgbClr val="FF0000"/>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grpSp>
      <p:sp>
        <p:nvSpPr>
          <p:cNvPr id="517183" name="Rectangle 63"/>
          <p:cNvSpPr>
            <a:spLocks noChangeArrowheads="1"/>
          </p:cNvSpPr>
          <p:nvPr/>
        </p:nvSpPr>
        <p:spPr bwMode="auto">
          <a:xfrm>
            <a:off x="246063" y="5181600"/>
            <a:ext cx="8904288" cy="1438275"/>
          </a:xfrm>
          <a:prstGeom prst="rect">
            <a:avLst/>
          </a:prstGeom>
          <a:solidFill>
            <a:srgbClr val="FFCCFF"/>
          </a:solidFill>
          <a:ln>
            <a:noFill/>
          </a:ln>
          <a:effectLst/>
        </p:spPr>
        <p:txBody>
          <a:bodyPr wrap="none" anchor="ctr"/>
          <a:lstStyle/>
          <a:p>
            <a:pPr algn="ctr" defTabSz="843280">
              <a:lnSpc>
                <a:spcPct val="110000"/>
              </a:lnSpc>
              <a:buNone/>
            </a:pPr>
            <a:r>
              <a:rPr lang="en-US" altLang="zh-CN" sz="2200" b="1">
                <a:solidFill>
                  <a:srgbClr val="000099"/>
                </a:solidFill>
                <a:latin typeface="Arial" panose="020B0604020202090204" pitchFamily="34" charset="0"/>
                <a:ea typeface="黑体" pitchFamily="6" charset="-122"/>
              </a:rPr>
              <a:t>255.255.255.128 </a:t>
            </a:r>
            <a:r>
              <a:rPr lang="en-US" altLang="zh-CN" sz="2200" b="1">
                <a:solidFill>
                  <a:srgbClr val="FF0000"/>
                </a:solidFill>
                <a:latin typeface="Arial" panose="020B0604020202090204" pitchFamily="34" charset="0"/>
                <a:ea typeface="黑体" pitchFamily="6" charset="-122"/>
              </a:rPr>
              <a:t>AND</a:t>
            </a:r>
            <a:r>
              <a:rPr lang="en-US" altLang="zh-CN" sz="2200" b="1">
                <a:solidFill>
                  <a:srgbClr val="000099"/>
                </a:solidFill>
                <a:latin typeface="Arial" panose="020B0604020202090204" pitchFamily="34" charset="0"/>
                <a:ea typeface="黑体" pitchFamily="6" charset="-122"/>
              </a:rPr>
              <a:t> 128.30.33.138 = 128.30.33.128</a:t>
            </a:r>
          </a:p>
          <a:p>
            <a:pPr algn="ctr" defTabSz="843280">
              <a:lnSpc>
                <a:spcPct val="110000"/>
              </a:lnSpc>
              <a:buNone/>
            </a:pPr>
            <a:r>
              <a:rPr lang="zh-CN" altLang="en-US" sz="2500" b="1">
                <a:solidFill>
                  <a:srgbClr val="FF0000"/>
                </a:solidFill>
                <a:latin typeface="Arial" panose="020B0604020202090204" pitchFamily="34" charset="0"/>
                <a:ea typeface="黑体" pitchFamily="6" charset="-122"/>
              </a:rPr>
              <a:t>匹配</a:t>
            </a:r>
            <a:r>
              <a:rPr lang="en-US" altLang="zh-CN" sz="2500" b="1">
                <a:solidFill>
                  <a:srgbClr val="FF0000"/>
                </a:solidFill>
                <a:latin typeface="Arial" panose="020B0604020202090204" pitchFamily="34" charset="0"/>
                <a:ea typeface="黑体" pitchFamily="6" charset="-122"/>
              </a:rPr>
              <a:t>!</a:t>
            </a:r>
          </a:p>
          <a:p>
            <a:pPr algn="ctr" defTabSz="843280">
              <a:lnSpc>
                <a:spcPct val="110000"/>
              </a:lnSpc>
              <a:buNone/>
            </a:pPr>
            <a:r>
              <a:rPr lang="zh-CN" altLang="en-US" sz="2200" b="1">
                <a:solidFill>
                  <a:srgbClr val="000099"/>
                </a:solidFill>
                <a:latin typeface="Arial" panose="020B0604020202090204" pitchFamily="34" charset="0"/>
                <a:ea typeface="黑体" pitchFamily="6" charset="-122"/>
              </a:rPr>
              <a:t>这表明子网 </a:t>
            </a:r>
            <a:r>
              <a:rPr lang="en-US" altLang="zh-CN" sz="2200" b="1">
                <a:solidFill>
                  <a:srgbClr val="000099"/>
                </a:solidFill>
                <a:latin typeface="Arial" panose="020B0604020202090204" pitchFamily="34" charset="0"/>
                <a:ea typeface="黑体" pitchFamily="6" charset="-122"/>
              </a:rPr>
              <a:t>2 </a:t>
            </a:r>
            <a:r>
              <a:rPr lang="zh-CN" altLang="en-US" sz="2200" b="1">
                <a:solidFill>
                  <a:srgbClr val="000099"/>
                </a:solidFill>
                <a:latin typeface="Arial" panose="020B0604020202090204" pitchFamily="34" charset="0"/>
                <a:ea typeface="黑体" pitchFamily="6" charset="-122"/>
              </a:rPr>
              <a:t>就是收到的分组所要寻找的目的网络。</a:t>
            </a:r>
            <a:endParaRPr lang="en-US" altLang="zh-CN" sz="2200" b="1">
              <a:solidFill>
                <a:srgbClr val="000099"/>
              </a:solidFill>
              <a:latin typeface="Arial" panose="020B0604020202090204" pitchFamily="34" charset="0"/>
              <a:ea typeface="黑体" pitchFamily="6" charset="-122"/>
            </a:endParaRPr>
          </a:p>
        </p:txBody>
      </p:sp>
      <p:sp>
        <p:nvSpPr>
          <p:cNvPr id="517193" name="Line 73"/>
          <p:cNvSpPr>
            <a:spLocks noChangeShapeType="1"/>
          </p:cNvSpPr>
          <p:nvPr/>
        </p:nvSpPr>
        <p:spPr bwMode="auto">
          <a:xfrm>
            <a:off x="5568950" y="3030538"/>
            <a:ext cx="1695450" cy="2401888"/>
          </a:xfrm>
          <a:prstGeom prst="line">
            <a:avLst/>
          </a:prstGeom>
          <a:noFill/>
          <a:ln w="76200">
            <a:solidFill>
              <a:srgbClr val="0000FF"/>
            </a:solidFill>
            <a:round/>
            <a:headEnd type="triangle" w="med" len="lg"/>
            <a:tailEnd type="triangle" w="med" len="lg"/>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grpSp>
        <p:nvGrpSpPr>
          <p:cNvPr id="517190" name="Group 70"/>
          <p:cNvGrpSpPr/>
          <p:nvPr/>
        </p:nvGrpSpPr>
        <p:grpSpPr>
          <a:xfrm>
            <a:off x="4459288" y="3030538"/>
            <a:ext cx="3768725" cy="2638425"/>
            <a:chOff x="2809" y="1888"/>
            <a:chExt cx="2374" cy="1801"/>
          </a:xfrm>
        </p:grpSpPr>
        <p:sp>
          <p:nvSpPr>
            <p:cNvPr id="517191" name="Line 71"/>
            <p:cNvSpPr>
              <a:spLocks noChangeShapeType="1"/>
            </p:cNvSpPr>
            <p:nvPr/>
          </p:nvSpPr>
          <p:spPr bwMode="auto">
            <a:xfrm>
              <a:off x="2809" y="1888"/>
              <a:ext cx="867" cy="0"/>
            </a:xfrm>
            <a:prstGeom prst="line">
              <a:avLst/>
            </a:prstGeom>
            <a:noFill/>
            <a:ln w="76200">
              <a:solidFill>
                <a:srgbClr val="FF0000"/>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sp>
          <p:nvSpPr>
            <p:cNvPr id="517192" name="Line 72"/>
            <p:cNvSpPr>
              <a:spLocks noChangeShapeType="1"/>
            </p:cNvSpPr>
            <p:nvPr/>
          </p:nvSpPr>
          <p:spPr bwMode="auto">
            <a:xfrm flipV="1">
              <a:off x="3969" y="3689"/>
              <a:ext cx="1214" cy="0"/>
            </a:xfrm>
            <a:prstGeom prst="line">
              <a:avLst/>
            </a:prstGeom>
            <a:noFill/>
            <a:ln w="76200">
              <a:solidFill>
                <a:srgbClr val="FF0000"/>
              </a:solidFill>
              <a:round/>
            </a:ln>
            <a:effectLst/>
          </p:spPr>
          <p:txBody>
            <a:bodyPr/>
            <a:lstStyle/>
            <a:p>
              <a:pPr marL="0" marR="0" lvl="0" indent="0" algn="l" defTabSz="843915" rtl="0" eaLnBrk="0" fontAlgn="base" latinLnBrk="0" hangingPunct="0">
                <a:lnSpc>
                  <a:spcPct val="100000"/>
                </a:lnSpc>
                <a:spcBef>
                  <a:spcPct val="0"/>
                </a:spcBef>
                <a:spcAft>
                  <a:spcPct val="0"/>
                </a:spcAft>
                <a:buClrTx/>
                <a:buSzTx/>
                <a:buFontTx/>
                <a:buNone/>
                <a:defRPr/>
              </a:pPr>
              <a:endParaRPr kumimoji="0" lang="zh-CN" altLang="en-US" sz="1660" b="0" i="0" u="none" strike="noStrike" kern="1200" cap="none" spc="0" normalizeH="0" baseline="0" noProof="0">
                <a:ln>
                  <a:noFill/>
                </a:ln>
                <a:solidFill>
                  <a:srgbClr val="000000"/>
                </a:solidFill>
                <a:effectLst/>
                <a:uLnTx/>
                <a:uFillTx/>
                <a:latin typeface="Arial" panose="020B0604020202090204" pitchFamily="34" charset="0"/>
                <a:ea typeface="+mn-ea"/>
                <a:cs typeface="+mn-cs"/>
              </a:endParaRPr>
            </a:p>
          </p:txBody>
        </p:sp>
      </p:grpSp>
      <p:sp>
        <p:nvSpPr>
          <p:cNvPr id="110" name="Text Box 74"/>
          <p:cNvSpPr txBox="1">
            <a:spLocks noChangeArrowheads="1"/>
          </p:cNvSpPr>
          <p:nvPr/>
        </p:nvSpPr>
        <p:spPr bwMode="auto">
          <a:xfrm>
            <a:off x="5683250" y="3848100"/>
            <a:ext cx="1230313" cy="717550"/>
          </a:xfrm>
          <a:prstGeom prst="rect">
            <a:avLst/>
          </a:prstGeom>
          <a:solidFill>
            <a:srgbClr val="FFC000"/>
          </a:solidFill>
          <a:ln w="76200" cmpd="tri">
            <a:solidFill>
              <a:srgbClr val="333399"/>
            </a:solidFill>
            <a:miter lim="800000"/>
          </a:ln>
          <a:effectLst/>
        </p:spPr>
        <p:txBody>
          <a:bodyPr wrap="none">
            <a:spAutoFit/>
          </a:bodyPr>
          <a:lstStyle/>
          <a:p>
            <a:pPr marR="0" defTabSz="843915">
              <a:buClrTx/>
              <a:buSzTx/>
              <a:buFontTx/>
              <a:buNone/>
              <a:defRPr/>
            </a:pPr>
            <a:r>
              <a:rPr kumimoji="0" lang="zh-CN" altLang="en-US" sz="4060" b="1" kern="1200" cap="none" spc="0" normalizeH="0" baseline="0" noProof="0" dirty="0">
                <a:solidFill>
                  <a:srgbClr val="000099"/>
                </a:solidFill>
                <a:latin typeface="Arial" panose="020B0604020202090204"/>
                <a:ea typeface="黑体" pitchFamily="6" charset="-122"/>
                <a:cs typeface="+mn-cs"/>
              </a:rPr>
              <a:t>一致</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109"/>
                                        </p:tgtEl>
                                        <p:attrNameLst>
                                          <p:attrName>style.visibility</p:attrName>
                                        </p:attrNameLst>
                                      </p:cBhvr>
                                      <p:tavLst>
                                        <p:tav tm="0">
                                          <p:val>
                                            <p:strVal val="hidden"/>
                                          </p:val>
                                        </p:tav>
                                        <p:tav tm="50000">
                                          <p:val>
                                            <p:strVal val="visible"/>
                                          </p:val>
                                        </p:tav>
                                      </p:tavLst>
                                    </p:anim>
                                  </p:childTnLst>
                                </p:cTn>
                              </p:par>
                            </p:childTnLst>
                          </p:cTn>
                        </p:par>
                        <p:par>
                          <p:cTn id="10" fill="hold">
                            <p:stCondLst>
                              <p:cond delay="1500"/>
                            </p:stCondLst>
                            <p:childTnLst>
                              <p:par>
                                <p:cTn id="11" presetID="1" presetClass="exit" presetSubtype="0" fill="hold" nodeType="afterEffect">
                                  <p:stCondLst>
                                    <p:cond delay="0"/>
                                  </p:stCondLst>
                                  <p:childTnLst>
                                    <p:set>
                                      <p:cBhvr>
                                        <p:cTn id="12" dur="1" fill="hold">
                                          <p:stCondLst>
                                            <p:cond delay="0"/>
                                          </p:stCondLst>
                                        </p:cTn>
                                        <p:tgtEl>
                                          <p:spTgt spid="109"/>
                                        </p:tgtEl>
                                        <p:attrNameLst>
                                          <p:attrName>style.visibility</p:attrName>
                                        </p:attrNameLst>
                                      </p:cBhvr>
                                      <p:to>
                                        <p:strVal val="hidden"/>
                                      </p:to>
                                    </p:set>
                                  </p:childTnLst>
                                </p:cTn>
                              </p:par>
                            </p:childTnLst>
                          </p:cTn>
                        </p:par>
                        <p:par>
                          <p:cTn id="13" fill="hold">
                            <p:stCondLst>
                              <p:cond delay="1500"/>
                            </p:stCondLst>
                            <p:childTnLst>
                              <p:par>
                                <p:cTn id="14" presetID="1" presetClass="entr" presetSubtype="0" fill="hold" nodeType="afterEffect">
                                  <p:stCondLst>
                                    <p:cond delay="0"/>
                                  </p:stCondLst>
                                  <p:childTnLst>
                                    <p:set>
                                      <p:cBhvr>
                                        <p:cTn id="15" dur="1" fill="hold">
                                          <p:stCondLst>
                                            <p:cond delay="0"/>
                                          </p:stCondLst>
                                        </p:cTn>
                                        <p:tgtEl>
                                          <p:spTgt spid="112"/>
                                        </p:tgtEl>
                                        <p:attrNameLst>
                                          <p:attrName>style.visibility</p:attrName>
                                        </p:attrNameLst>
                                      </p:cBhvr>
                                      <p:to>
                                        <p:strVal val="visible"/>
                                      </p:to>
                                    </p:set>
                                  </p:childTnLst>
                                </p:cTn>
                              </p:par>
                            </p:childTnLst>
                          </p:cTn>
                        </p:par>
                        <p:par>
                          <p:cTn id="16" fill="hold">
                            <p:stCondLst>
                              <p:cond delay="1500"/>
                            </p:stCondLst>
                            <p:childTnLst>
                              <p:par>
                                <p:cTn id="17" presetID="35" presetClass="emph" presetSubtype="0" repeatCount="3000" fill="hold" nodeType="afterEffect">
                                  <p:stCondLst>
                                    <p:cond delay="500"/>
                                  </p:stCondLst>
                                  <p:childTnLst>
                                    <p:anim calcmode="discrete" valueType="str">
                                      <p:cBhvr>
                                        <p:cTn id="18" dur="1000" fill="hold"/>
                                        <p:tgtEl>
                                          <p:spTgt spid="112"/>
                                        </p:tgtEl>
                                        <p:attrNameLst>
                                          <p:attrName>style.visibility</p:attrName>
                                        </p:attrNameLst>
                                      </p:cBhvr>
                                      <p:tavLst>
                                        <p:tav tm="0">
                                          <p:val>
                                            <p:strVal val="hidden"/>
                                          </p:val>
                                        </p:tav>
                                        <p:tav tm="50000">
                                          <p:val>
                                            <p:strVal val="visible"/>
                                          </p:val>
                                        </p:tav>
                                      </p:tavLst>
                                    </p:anim>
                                  </p:childTnLst>
                                </p:cTn>
                              </p:par>
                            </p:childTnLst>
                          </p:cTn>
                        </p:par>
                        <p:par>
                          <p:cTn id="19" fill="hold">
                            <p:stCondLst>
                              <p:cond delay="3000"/>
                            </p:stCondLst>
                            <p:childTnLst>
                              <p:par>
                                <p:cTn id="20" presetID="22" presetClass="entr" presetSubtype="1" fill="hold" nodeType="afterEffect">
                                  <p:stCondLst>
                                    <p:cond delay="0"/>
                                  </p:stCondLst>
                                  <p:childTnLst>
                                    <p:set>
                                      <p:cBhvr>
                                        <p:cTn id="21" dur="1" fill="hold">
                                          <p:stCondLst>
                                            <p:cond delay="0"/>
                                          </p:stCondLst>
                                        </p:cTn>
                                        <p:tgtEl>
                                          <p:spTgt spid="517183"/>
                                        </p:tgtEl>
                                        <p:attrNameLst>
                                          <p:attrName>style.visibility</p:attrName>
                                        </p:attrNameLst>
                                      </p:cBhvr>
                                      <p:to>
                                        <p:strVal val="visible"/>
                                      </p:to>
                                    </p:set>
                                    <p:animEffect transition="in" filter="wipe(up)">
                                      <p:cBhvr>
                                        <p:cTn id="22" dur="3000"/>
                                        <p:tgtEl>
                                          <p:spTgt spid="517183"/>
                                        </p:tgtEl>
                                      </p:cBhvr>
                                    </p:animEffect>
                                  </p:childTnLst>
                                </p:cTn>
                              </p:par>
                            </p:childTnLst>
                          </p:cTn>
                        </p:par>
                        <p:par>
                          <p:cTn id="23" fill="hold">
                            <p:stCondLst>
                              <p:cond delay="6000"/>
                            </p:stCondLst>
                            <p:childTnLst>
                              <p:par>
                                <p:cTn id="24" presetID="1" presetClass="entr" presetSubtype="0" fill="hold" nodeType="afterEffect">
                                  <p:stCondLst>
                                    <p:cond delay="0"/>
                                  </p:stCondLst>
                                  <p:childTnLst>
                                    <p:set>
                                      <p:cBhvr>
                                        <p:cTn id="25" dur="1" fill="hold">
                                          <p:stCondLst>
                                            <p:cond delay="0"/>
                                          </p:stCondLst>
                                        </p:cTn>
                                        <p:tgtEl>
                                          <p:spTgt spid="517190"/>
                                        </p:tgtEl>
                                        <p:attrNameLst>
                                          <p:attrName>style.visibility</p:attrName>
                                        </p:attrNameLst>
                                      </p:cBhvr>
                                      <p:to>
                                        <p:strVal val="visible"/>
                                      </p:to>
                                    </p:set>
                                  </p:childTnLst>
                                </p:cTn>
                              </p:par>
                            </p:childTnLst>
                          </p:cTn>
                        </p:par>
                        <p:par>
                          <p:cTn id="26" fill="hold">
                            <p:stCondLst>
                              <p:cond delay="6000"/>
                            </p:stCondLst>
                            <p:childTnLst>
                              <p:par>
                                <p:cTn id="27" presetID="35" presetClass="emph" presetSubtype="0" repeatCount="3000" fill="hold" nodeType="afterEffect">
                                  <p:stCondLst>
                                    <p:cond delay="500"/>
                                  </p:stCondLst>
                                  <p:childTnLst>
                                    <p:anim calcmode="discrete" valueType="str">
                                      <p:cBhvr>
                                        <p:cTn id="28" dur="1000" fill="hold"/>
                                        <p:tgtEl>
                                          <p:spTgt spid="517190"/>
                                        </p:tgtEl>
                                        <p:attrNameLst>
                                          <p:attrName>style.visibility</p:attrName>
                                        </p:attrNameLst>
                                      </p:cBhvr>
                                      <p:tavLst>
                                        <p:tav tm="0">
                                          <p:val>
                                            <p:strVal val="hidden"/>
                                          </p:val>
                                        </p:tav>
                                        <p:tav tm="50000">
                                          <p:val>
                                            <p:strVal val="visible"/>
                                          </p:val>
                                        </p:tav>
                                      </p:tavLst>
                                    </p:anim>
                                  </p:childTnLst>
                                </p:cTn>
                              </p:par>
                            </p:childTnLst>
                          </p:cTn>
                        </p:par>
                        <p:par>
                          <p:cTn id="29" fill="hold">
                            <p:stCondLst>
                              <p:cond delay="7500"/>
                            </p:stCondLst>
                            <p:childTnLst>
                              <p:par>
                                <p:cTn id="30" presetID="1" presetClass="entr" presetSubtype="0" fill="hold" nodeType="afterEffect">
                                  <p:stCondLst>
                                    <p:cond delay="0"/>
                                  </p:stCondLst>
                                  <p:childTnLst>
                                    <p:set>
                                      <p:cBhvr>
                                        <p:cTn id="31" dur="1" fill="hold">
                                          <p:stCondLst>
                                            <p:cond delay="0"/>
                                          </p:stCondLst>
                                        </p:cTn>
                                        <p:tgtEl>
                                          <p:spTgt spid="110"/>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517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109" grpId="1" animBg="1"/>
      <p:bldP spid="109" grpId="2" animBg="1"/>
      <p:bldP spid="517183" grpId="0" animBg="1"/>
      <p:bldP spid="110"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31" name="Rectangle 98"/>
          <p:cNvSpPr>
            <a:spLocks noGrp="1" noChangeArrowheads="1"/>
          </p:cNvSpPr>
          <p:nvPr>
            <p:ph type="title"/>
          </p:nvPr>
        </p:nvSpPr>
        <p:spPr>
          <a:xfrm>
            <a:off x="396875" y="400050"/>
            <a:ext cx="3702050" cy="763588"/>
          </a:xfrm>
        </p:spPr>
        <p:txBody>
          <a:bodyPr vert="horz" wrap="square" lIns="91440" tIns="45720" rIns="91440" bIns="45720" numCol="1" anchor="ctr" anchorCtr="0" compatLnSpc="1"/>
          <a:lstStyle/>
          <a:p>
            <a:pPr>
              <a:buNone/>
            </a:pPr>
            <a:r>
              <a:rPr lang="zh-CN" altLang="en-US" sz="3200"/>
              <a:t>子网掩码使用</a:t>
            </a:r>
            <a:r>
              <a:rPr lang="en-US" altLang="zh-CN" sz="3200"/>
              <a:t>-</a:t>
            </a:r>
            <a:r>
              <a:rPr lang="zh-CN" altLang="en-US" sz="3200"/>
              <a:t>举例</a:t>
            </a:r>
            <a:endParaRPr lang="en-US" altLang="zh-CN" sz="3200"/>
          </a:p>
        </p:txBody>
      </p:sp>
      <p:pic>
        <p:nvPicPr>
          <p:cNvPr id="219138" name="Picture 99" descr="underline_base"/>
          <p:cNvPicPr/>
          <p:nvPr/>
        </p:nvPicPr>
        <p:blipFill>
          <a:blip r:embed="rId2"/>
          <a:stretch>
            <a:fillRect/>
          </a:stretch>
        </p:blipFill>
        <p:spPr>
          <a:xfrm>
            <a:off x="601663" y="1228725"/>
            <a:ext cx="2744787" cy="173038"/>
          </a:xfrm>
          <a:prstGeom prst="rect">
            <a:avLst/>
          </a:prstGeom>
          <a:noFill/>
          <a:ln w="9525">
            <a:noFill/>
          </a:ln>
        </p:spPr>
      </p:pic>
      <p:sp>
        <p:nvSpPr>
          <p:cNvPr id="219139" name="矩形 4"/>
          <p:cNvSpPr/>
          <p:nvPr/>
        </p:nvSpPr>
        <p:spPr>
          <a:xfrm>
            <a:off x="4675188" y="642938"/>
            <a:ext cx="3808412" cy="461962"/>
          </a:xfrm>
          <a:prstGeom prst="rect">
            <a:avLst/>
          </a:prstGeom>
          <a:noFill/>
          <a:ln w="9525">
            <a:noFill/>
          </a:ln>
        </p:spPr>
        <p:txBody>
          <a:bodyPr wrap="none">
            <a:spAutoFit/>
            <a:scene3d>
              <a:camera prst="orthographicFront"/>
              <a:lightRig rig="threePt" dir="t"/>
            </a:scene3d>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gn="ctr">
              <a:lnSpc>
                <a:spcPct val="100000"/>
              </a:lnSpc>
              <a:spcBef>
                <a:spcPct val="0"/>
              </a:spcBef>
              <a:buClrTx/>
              <a:buSzTx/>
              <a:buFontTx/>
              <a:buNone/>
            </a:pPr>
            <a:r>
              <a:rPr lang="en-US" altLang="zh-CN" sz="2400" b="1">
                <a:solidFill>
                  <a:schemeClr val="accent1"/>
                </a:solidFill>
                <a:effectLst>
                  <a:outerShdw blurRad="50800" dist="38100" dir="8100000" algn="tr" rotWithShape="0">
                    <a:prstClr val="black">
                      <a:alpha val="40000"/>
                    </a:prstClr>
                  </a:outerShdw>
                </a:effectLst>
                <a:latin typeface="Bodoni 72 Book" panose="00000400000000000000" pitchFamily="2" charset="0"/>
              </a:rPr>
              <a:t>MOOC</a:t>
            </a:r>
            <a:r>
              <a:rPr lang="zh-CN" altLang="en-US" sz="2400" b="1">
                <a:solidFill>
                  <a:schemeClr val="accent1"/>
                </a:solidFill>
                <a:effectLst>
                  <a:outerShdw blurRad="50800" dist="38100" dir="8100000" algn="tr" rotWithShape="0">
                    <a:prstClr val="black">
                      <a:alpha val="40000"/>
                    </a:prstClr>
                  </a:outerShdw>
                </a:effectLst>
                <a:latin typeface="Bodoni 72 Book" panose="00000400000000000000" pitchFamily="2" charset="0"/>
              </a:rPr>
              <a:t> </a:t>
            </a:r>
            <a:r>
              <a:rPr lang="en-US" altLang="zh-CN" sz="2400" b="1">
                <a:solidFill>
                  <a:schemeClr val="accent1"/>
                </a:solidFill>
                <a:effectLst>
                  <a:outerShdw blurRad="50800" dist="38100" dir="8100000" algn="tr" rotWithShape="0">
                    <a:prstClr val="black">
                      <a:alpha val="40000"/>
                    </a:prstClr>
                  </a:outerShdw>
                </a:effectLst>
                <a:latin typeface="Bodoni 72 Book" panose="00000400000000000000" pitchFamily="2" charset="0"/>
              </a:rPr>
              <a:t>4.3.5</a:t>
            </a:r>
            <a:r>
              <a:rPr lang="zh-CN" altLang="en-US" sz="2400" b="1">
                <a:solidFill>
                  <a:schemeClr val="accent1"/>
                </a:solidFill>
                <a:effectLst>
                  <a:outerShdw blurRad="50800" dist="38100" dir="8100000" algn="tr" rotWithShape="0">
                    <a:prstClr val="black">
                      <a:alpha val="40000"/>
                    </a:prstClr>
                  </a:outerShdw>
                </a:effectLst>
                <a:latin typeface="Bodoni 72 Book" panose="00000400000000000000" pitchFamily="2" charset="0"/>
              </a:rPr>
              <a:t>  大约</a:t>
            </a:r>
            <a:r>
              <a:rPr lang="en-US" altLang="zh-CN" sz="2400" b="1">
                <a:solidFill>
                  <a:schemeClr val="accent1"/>
                </a:solidFill>
                <a:effectLst>
                  <a:outerShdw blurRad="50800" dist="38100" dir="8100000" algn="tr" rotWithShape="0">
                    <a:prstClr val="black">
                      <a:alpha val="40000"/>
                    </a:prstClr>
                  </a:outerShdw>
                </a:effectLst>
                <a:latin typeface="Bodoni 72 Book" panose="00000400000000000000" pitchFamily="2" charset="0"/>
              </a:rPr>
              <a:t>14’20”</a:t>
            </a:r>
            <a:r>
              <a:rPr lang="zh-CN" altLang="en-US" sz="2400" b="1">
                <a:solidFill>
                  <a:schemeClr val="accent1"/>
                </a:solidFill>
                <a:effectLst>
                  <a:outerShdw blurRad="50800" dist="38100" dir="8100000" algn="tr" rotWithShape="0">
                    <a:prstClr val="black">
                      <a:alpha val="40000"/>
                    </a:prstClr>
                  </a:outerShdw>
                </a:effectLst>
                <a:latin typeface="Bodoni 72 Book" panose="00000400000000000000" pitchFamily="2" charset="0"/>
              </a:rPr>
              <a:t>处</a:t>
            </a:r>
          </a:p>
        </p:txBody>
      </p:sp>
      <p:sp>
        <p:nvSpPr>
          <p:cNvPr id="219140" name="文本框 2"/>
          <p:cNvSpPr txBox="1"/>
          <p:nvPr/>
        </p:nvSpPr>
        <p:spPr>
          <a:xfrm>
            <a:off x="828675" y="1536700"/>
            <a:ext cx="7218363" cy="76993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ct val="100000"/>
              </a:lnSpc>
              <a:spcBef>
                <a:spcPct val="0"/>
              </a:spcBef>
              <a:buClrTx/>
              <a:buSzTx/>
              <a:buFontTx/>
              <a:buNone/>
            </a:pPr>
            <a:r>
              <a:rPr lang="zh-CN" altLang="en-US" sz="2200" b="1">
                <a:solidFill>
                  <a:srgbClr val="143593"/>
                </a:solidFill>
              </a:rPr>
              <a:t>目的</a:t>
            </a:r>
            <a:r>
              <a:rPr lang="zh-CN" altLang="zh-CN" sz="2200" b="1">
                <a:solidFill>
                  <a:srgbClr val="143593"/>
                </a:solidFill>
              </a:rPr>
              <a:t>IP</a:t>
            </a:r>
            <a:r>
              <a:rPr lang="zh-CN" altLang="en-US" sz="2200" b="1">
                <a:solidFill>
                  <a:srgbClr val="143593"/>
                </a:solidFill>
              </a:rPr>
              <a:t>地址</a:t>
            </a:r>
            <a:r>
              <a:rPr lang="en-US" altLang="zh-CN" sz="2200" b="1">
                <a:solidFill>
                  <a:srgbClr val="143593"/>
                </a:solidFill>
              </a:rPr>
              <a:t>:172.32.1.112</a:t>
            </a:r>
            <a:r>
              <a:rPr lang="zh-CN" altLang="en-US" sz="2200" b="1">
                <a:solidFill>
                  <a:srgbClr val="143593"/>
                </a:solidFill>
              </a:rPr>
              <a:t>，子网掩码</a:t>
            </a:r>
            <a:r>
              <a:rPr lang="en-US" altLang="zh-CN" sz="2200" b="1">
                <a:solidFill>
                  <a:srgbClr val="143593"/>
                </a:solidFill>
              </a:rPr>
              <a:t>:255.255.254.0</a:t>
            </a:r>
          </a:p>
          <a:p>
            <a:pPr marL="0" lvl="0" indent="0">
              <a:lnSpc>
                <a:spcPct val="100000"/>
              </a:lnSpc>
              <a:spcBef>
                <a:spcPct val="0"/>
              </a:spcBef>
              <a:buClrTx/>
              <a:buSzTx/>
              <a:buFontTx/>
              <a:buNone/>
            </a:pPr>
            <a:r>
              <a:rPr lang="zh-CN" altLang="en-US" sz="2200" b="1">
                <a:solidFill>
                  <a:srgbClr val="143593"/>
                </a:solidFill>
              </a:rPr>
              <a:t>求出：目的</a:t>
            </a:r>
            <a:r>
              <a:rPr lang="en-US" altLang="zh-CN" sz="2200" b="1">
                <a:solidFill>
                  <a:srgbClr val="143593"/>
                </a:solidFill>
              </a:rPr>
              <a:t>IP</a:t>
            </a:r>
            <a:r>
              <a:rPr lang="zh-CN" altLang="en-US" sz="2200" b="1">
                <a:solidFill>
                  <a:srgbClr val="143593"/>
                </a:solidFill>
              </a:rPr>
              <a:t>所在的</a:t>
            </a:r>
            <a:r>
              <a:rPr lang="zh-CN" altLang="en-US" sz="2200" b="1">
                <a:solidFill>
                  <a:srgbClr val="C00000"/>
                </a:solidFill>
              </a:rPr>
              <a:t>子网地址、可分配的地址范围</a:t>
            </a:r>
            <a:r>
              <a:rPr lang="en-US" altLang="zh-CN" sz="2200" b="1">
                <a:solidFill>
                  <a:srgbClr val="143593"/>
                </a:solidFill>
              </a:rPr>
              <a:t> </a:t>
            </a:r>
          </a:p>
        </p:txBody>
      </p:sp>
      <p:pic>
        <p:nvPicPr>
          <p:cNvPr id="219141" name="图片 4"/>
          <p:cNvPicPr>
            <a:picLocks noChangeAspect="1"/>
          </p:cNvPicPr>
          <p:nvPr/>
        </p:nvPicPr>
        <p:blipFill>
          <a:blip r:embed="rId3"/>
          <a:stretch>
            <a:fillRect/>
          </a:stretch>
        </p:blipFill>
        <p:spPr>
          <a:xfrm>
            <a:off x="711200" y="2714625"/>
            <a:ext cx="7772400" cy="1120775"/>
          </a:xfrm>
          <a:prstGeom prst="rect">
            <a:avLst/>
          </a:prstGeom>
          <a:noFill/>
          <a:ln w="9525">
            <a:noFill/>
          </a:ln>
        </p:spPr>
      </p:pic>
      <p:pic>
        <p:nvPicPr>
          <p:cNvPr id="6" name="图片 5"/>
          <p:cNvPicPr>
            <a:picLocks noChangeAspect="1"/>
          </p:cNvPicPr>
          <p:nvPr/>
        </p:nvPicPr>
        <p:blipFill>
          <a:blip r:embed="rId4"/>
          <a:stretch>
            <a:fillRect/>
          </a:stretch>
        </p:blipFill>
        <p:spPr>
          <a:xfrm>
            <a:off x="3278188" y="3883025"/>
            <a:ext cx="4616450" cy="469900"/>
          </a:xfrm>
          <a:prstGeom prst="rect">
            <a:avLst/>
          </a:prstGeom>
          <a:noFill/>
          <a:ln w="9525">
            <a:noFill/>
          </a:ln>
        </p:spPr>
      </p:pic>
      <p:sp>
        <p:nvSpPr>
          <p:cNvPr id="219143" name="文本框 9"/>
          <p:cNvSpPr txBox="1"/>
          <p:nvPr/>
        </p:nvSpPr>
        <p:spPr>
          <a:xfrm>
            <a:off x="990600" y="4532313"/>
            <a:ext cx="2151063" cy="131762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ts val="3300"/>
              </a:lnSpc>
              <a:spcBef>
                <a:spcPct val="0"/>
              </a:spcBef>
              <a:buClrTx/>
              <a:buSzTx/>
              <a:buFontTx/>
              <a:buNone/>
            </a:pPr>
            <a:r>
              <a:rPr lang="zh-CN" altLang="en-US" sz="2000" b="1">
                <a:solidFill>
                  <a:srgbClr val="FF0000"/>
                </a:solidFill>
              </a:rPr>
              <a:t>子网地址</a:t>
            </a:r>
            <a:endParaRPr lang="en-US" altLang="zh-CN" sz="2000" b="1">
              <a:solidFill>
                <a:srgbClr val="143593"/>
              </a:solidFill>
            </a:endParaRPr>
          </a:p>
          <a:p>
            <a:pPr marL="0" lvl="0" indent="0">
              <a:lnSpc>
                <a:spcPts val="3300"/>
              </a:lnSpc>
              <a:spcBef>
                <a:spcPct val="0"/>
              </a:spcBef>
              <a:buClrTx/>
              <a:buSzTx/>
              <a:buFontTx/>
              <a:buNone/>
            </a:pPr>
            <a:r>
              <a:rPr lang="zh-CN" altLang="en-US" sz="2000" b="1">
                <a:solidFill>
                  <a:srgbClr val="FF0000"/>
                </a:solidFill>
              </a:rPr>
              <a:t>地址范围</a:t>
            </a:r>
            <a:endParaRPr lang="en-US" altLang="zh-CN" sz="2000" b="1">
              <a:solidFill>
                <a:srgbClr val="FF0000"/>
              </a:solidFill>
            </a:endParaRPr>
          </a:p>
          <a:p>
            <a:pPr marL="0" lvl="0" indent="0">
              <a:lnSpc>
                <a:spcPts val="3300"/>
              </a:lnSpc>
              <a:spcBef>
                <a:spcPct val="0"/>
              </a:spcBef>
              <a:buClrTx/>
              <a:buSzTx/>
              <a:buFontTx/>
              <a:buNone/>
            </a:pPr>
            <a:r>
              <a:rPr lang="zh-CN" altLang="en-US" sz="2000" b="1">
                <a:solidFill>
                  <a:srgbClr val="FF0000"/>
                </a:solidFill>
              </a:rPr>
              <a:t>可分配地址范围</a:t>
            </a:r>
            <a:endParaRPr lang="zh-CN" altLang="en-US" sz="2000" b="1"/>
          </a:p>
        </p:txBody>
      </p:sp>
      <p:sp>
        <p:nvSpPr>
          <p:cNvPr id="11" name="文本框 10"/>
          <p:cNvSpPr txBox="1"/>
          <p:nvPr/>
        </p:nvSpPr>
        <p:spPr>
          <a:xfrm>
            <a:off x="3278505" y="4532630"/>
            <a:ext cx="4768215" cy="514350"/>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ts val="3300"/>
              </a:lnSpc>
              <a:spcBef>
                <a:spcPct val="0"/>
              </a:spcBef>
              <a:buClrTx/>
              <a:buSzTx/>
              <a:buFontTx/>
              <a:buNone/>
            </a:pPr>
            <a:r>
              <a:rPr lang="en-US" altLang="zh-CN" sz="2000" b="1">
                <a:solidFill>
                  <a:srgbClr val="143593"/>
                </a:solidFill>
              </a:rPr>
              <a:t>172.32.0.0</a:t>
            </a:r>
            <a:r>
              <a:rPr lang="zh-CN" altLang="en-US" sz="2000" b="1">
                <a:solidFill>
                  <a:srgbClr val="143593"/>
                </a:solidFill>
              </a:rPr>
              <a:t>（子网掩码</a:t>
            </a:r>
            <a:r>
              <a:rPr lang="en-US" altLang="zh-CN" sz="2000" b="1">
                <a:solidFill>
                  <a:srgbClr val="143593"/>
                </a:solidFill>
              </a:rPr>
              <a:t>:255.255.254.0</a:t>
            </a:r>
            <a:r>
              <a:rPr lang="zh-CN" altLang="en-US" sz="2000" b="1">
                <a:solidFill>
                  <a:srgbClr val="143593"/>
                </a:solidFill>
              </a:rPr>
              <a:t>）</a:t>
            </a:r>
            <a:endParaRPr lang="zh-CN" altLang="en-US" sz="2000" b="1"/>
          </a:p>
        </p:txBody>
      </p:sp>
      <p:sp>
        <p:nvSpPr>
          <p:cNvPr id="12" name="文本框 11"/>
          <p:cNvSpPr txBox="1"/>
          <p:nvPr/>
        </p:nvSpPr>
        <p:spPr>
          <a:xfrm>
            <a:off x="3278188" y="5364163"/>
            <a:ext cx="4616450" cy="471487"/>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ts val="3300"/>
              </a:lnSpc>
              <a:spcBef>
                <a:spcPct val="0"/>
              </a:spcBef>
              <a:buClrTx/>
              <a:buSzTx/>
              <a:buFontTx/>
              <a:buNone/>
            </a:pPr>
            <a:r>
              <a:rPr lang="en-US" altLang="zh-CN" sz="2000" b="1">
                <a:solidFill>
                  <a:srgbClr val="143593"/>
                </a:solidFill>
              </a:rPr>
              <a:t>172.32.0.1</a:t>
            </a:r>
            <a:r>
              <a:rPr lang="zh-CN" altLang="en-US" sz="2000" b="1">
                <a:solidFill>
                  <a:srgbClr val="143593"/>
                </a:solidFill>
              </a:rPr>
              <a:t> </a:t>
            </a:r>
            <a:r>
              <a:rPr lang="en-US" altLang="zh-CN" sz="2000" b="1">
                <a:solidFill>
                  <a:srgbClr val="143593"/>
                </a:solidFill>
              </a:rPr>
              <a:t>~</a:t>
            </a:r>
            <a:r>
              <a:rPr lang="zh-CN" altLang="en-US" sz="2000" b="1">
                <a:solidFill>
                  <a:srgbClr val="143593"/>
                </a:solidFill>
              </a:rPr>
              <a:t> </a:t>
            </a:r>
            <a:r>
              <a:rPr lang="en-US" altLang="zh-CN" sz="2000" b="1">
                <a:solidFill>
                  <a:srgbClr val="143593"/>
                </a:solidFill>
              </a:rPr>
              <a:t>172.32.1.254</a:t>
            </a:r>
            <a:endParaRPr lang="zh-CN" altLang="en-US" sz="2000" b="1"/>
          </a:p>
        </p:txBody>
      </p:sp>
      <p:sp>
        <p:nvSpPr>
          <p:cNvPr id="14" name="文本框 13"/>
          <p:cNvSpPr txBox="1"/>
          <p:nvPr/>
        </p:nvSpPr>
        <p:spPr>
          <a:xfrm>
            <a:off x="3278188" y="4956175"/>
            <a:ext cx="4616450" cy="469900"/>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nSpc>
                <a:spcPts val="3300"/>
              </a:lnSpc>
              <a:spcBef>
                <a:spcPct val="0"/>
              </a:spcBef>
              <a:buClrTx/>
              <a:buSzTx/>
              <a:buFontTx/>
              <a:buNone/>
            </a:pPr>
            <a:r>
              <a:rPr lang="en-US" altLang="zh-CN" sz="2000" b="1">
                <a:solidFill>
                  <a:srgbClr val="143593"/>
                </a:solidFill>
              </a:rPr>
              <a:t>172.32.0.0</a:t>
            </a:r>
            <a:r>
              <a:rPr lang="zh-CN" altLang="en-US" sz="2000" b="1">
                <a:solidFill>
                  <a:srgbClr val="143593"/>
                </a:solidFill>
              </a:rPr>
              <a:t> </a:t>
            </a:r>
            <a:r>
              <a:rPr lang="en-US" altLang="zh-CN" sz="2000" b="1">
                <a:solidFill>
                  <a:srgbClr val="143593"/>
                </a:solidFill>
              </a:rPr>
              <a:t>~</a:t>
            </a:r>
            <a:r>
              <a:rPr lang="zh-CN" altLang="en-US" sz="2000" b="1">
                <a:solidFill>
                  <a:srgbClr val="143593"/>
                </a:solidFill>
              </a:rPr>
              <a:t> </a:t>
            </a:r>
            <a:r>
              <a:rPr lang="en-US" altLang="zh-CN" sz="2000" b="1">
                <a:solidFill>
                  <a:srgbClr val="143593"/>
                </a:solidFill>
              </a:rPr>
              <a:t>172.32.1.255</a:t>
            </a:r>
            <a:endParaRPr lang="zh-CN" altLang="en-US" sz="2000" b="1"/>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xEl>
                                              <p:pRg st="0" end="0"/>
                                            </p:txEl>
                                          </p:spTgt>
                                        </p:tgtEl>
                                        <p:attrNameLst>
                                          <p:attrName>style.visibility</p:attrName>
                                        </p:attrNameLst>
                                      </p:cBhvr>
                                      <p:to>
                                        <p:strVal val="visible"/>
                                      </p:to>
                                    </p:set>
                                    <p:animEffect transition="in" filter="dissolve">
                                      <p:cBhvr>
                                        <p:cTn id="12" dur="1000"/>
                                        <p:tgtEl>
                                          <p:spTgt spid="1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10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dissolve">
                                      <p:cBhvr>
                                        <p:cTn id="22"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4"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矩形 4"/>
          <p:cNvSpPr/>
          <p:nvPr/>
        </p:nvSpPr>
        <p:spPr>
          <a:xfrm>
            <a:off x="4868863" y="195263"/>
            <a:ext cx="3808412" cy="4619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0" lvl="0" indent="0" algn="ctr">
              <a:lnSpc>
                <a:spcPct val="100000"/>
              </a:lnSpc>
              <a:spcBef>
                <a:spcPct val="0"/>
              </a:spcBef>
              <a:buClrTx/>
              <a:buSzTx/>
              <a:buFontTx/>
              <a:buNone/>
            </a:pPr>
            <a:r>
              <a:rPr lang="en-US" altLang="zh-CN" sz="2400" b="1">
                <a:solidFill>
                  <a:srgbClr val="C00000"/>
                </a:solidFill>
                <a:latin typeface="Bodoni 72 Book" panose="00000400000000000000" pitchFamily="2" charset="0"/>
              </a:rPr>
              <a:t>MOOC</a:t>
            </a:r>
            <a:r>
              <a:rPr lang="zh-CN" altLang="en-US" sz="2400" b="1">
                <a:solidFill>
                  <a:srgbClr val="C00000"/>
                </a:solidFill>
                <a:latin typeface="Bodoni 72 Book" panose="00000400000000000000" pitchFamily="2" charset="0"/>
              </a:rPr>
              <a:t> </a:t>
            </a:r>
            <a:r>
              <a:rPr lang="en-US" altLang="zh-CN" sz="2400" b="1">
                <a:solidFill>
                  <a:srgbClr val="C00000"/>
                </a:solidFill>
                <a:latin typeface="Bodoni 72 Book" panose="00000400000000000000" pitchFamily="2" charset="0"/>
              </a:rPr>
              <a:t>4.3.5</a:t>
            </a:r>
            <a:r>
              <a:rPr lang="zh-CN" altLang="en-US" sz="2400" b="1">
                <a:solidFill>
                  <a:srgbClr val="C00000"/>
                </a:solidFill>
                <a:latin typeface="Bodoni 72 Book" panose="00000400000000000000" pitchFamily="2" charset="0"/>
              </a:rPr>
              <a:t>  大约</a:t>
            </a:r>
            <a:r>
              <a:rPr lang="en-US" altLang="zh-CN" sz="2400" b="1">
                <a:solidFill>
                  <a:srgbClr val="C00000"/>
                </a:solidFill>
                <a:latin typeface="Bodoni 72 Book" panose="00000400000000000000" pitchFamily="2" charset="0"/>
              </a:rPr>
              <a:t>14’20”</a:t>
            </a:r>
            <a:r>
              <a:rPr lang="zh-CN" altLang="en-US" sz="2400" b="1">
                <a:solidFill>
                  <a:srgbClr val="C00000"/>
                </a:solidFill>
                <a:latin typeface="Bodoni 72 Book" panose="00000400000000000000" pitchFamily="2" charset="0"/>
              </a:rPr>
              <a:t>处</a:t>
            </a:r>
            <a:endParaRPr lang="en-US" altLang="zh-CN" sz="2400" b="1">
              <a:solidFill>
                <a:srgbClr val="C00000"/>
              </a:solidFill>
              <a:latin typeface="Bodoni 72 Book" panose="00000400000000000000" pitchFamily="2" charset="0"/>
            </a:endParaRPr>
          </a:p>
        </p:txBody>
      </p:sp>
      <p:pic>
        <p:nvPicPr>
          <p:cNvPr id="221186" name="图片 1"/>
          <p:cNvPicPr>
            <a:picLocks noChangeAspect="1"/>
          </p:cNvPicPr>
          <p:nvPr/>
        </p:nvPicPr>
        <p:blipFill>
          <a:blip r:embed="rId2"/>
          <a:srcRect b="6325"/>
          <a:stretch>
            <a:fillRect/>
          </a:stretch>
        </p:blipFill>
        <p:spPr>
          <a:xfrm>
            <a:off x="685800" y="889000"/>
            <a:ext cx="7772400" cy="5461000"/>
          </a:xfrm>
          <a:prstGeom prst="rect">
            <a:avLst/>
          </a:prstGeom>
          <a:noFill/>
          <a:ln w="9525">
            <a:noFill/>
          </a:ln>
        </p:spPr>
      </p:pic>
    </p:spTree>
  </p:cSld>
  <p:clrMapOvr>
    <a:masterClrMapping/>
  </p:clrMapOvr>
  <p:transition spd="slow"/>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7" name="Picture 13" descr="underline_base"/>
          <p:cNvPicPr/>
          <p:nvPr/>
        </p:nvPicPr>
        <p:blipFill>
          <a:blip r:embed="rId2"/>
          <a:stretch>
            <a:fillRect/>
          </a:stretch>
        </p:blipFill>
        <p:spPr>
          <a:xfrm>
            <a:off x="541338" y="873125"/>
            <a:ext cx="5027612" cy="173038"/>
          </a:xfrm>
          <a:prstGeom prst="rect">
            <a:avLst/>
          </a:prstGeom>
          <a:noFill/>
          <a:ln w="9525">
            <a:noFill/>
          </a:ln>
        </p:spPr>
      </p:pic>
      <p:sp>
        <p:nvSpPr>
          <p:cNvPr id="43013" name="Rectangle 2"/>
          <p:cNvSpPr>
            <a:spLocks noGrp="1" noChangeArrowheads="1"/>
          </p:cNvSpPr>
          <p:nvPr>
            <p:ph type="title"/>
          </p:nvPr>
        </p:nvSpPr>
        <p:spPr>
          <a:xfrm>
            <a:off x="500063" y="195263"/>
            <a:ext cx="7772400" cy="8509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IP addressing: CIDR</a:t>
            </a:r>
          </a:p>
        </p:txBody>
      </p:sp>
      <p:sp>
        <p:nvSpPr>
          <p:cNvPr id="43014" name="Rectangle 3"/>
          <p:cNvSpPr>
            <a:spLocks noGrp="1" noChangeArrowheads="1"/>
          </p:cNvSpPr>
          <p:nvPr>
            <p:ph idx="1"/>
          </p:nvPr>
        </p:nvSpPr>
        <p:spPr>
          <a:xfrm>
            <a:off x="565150" y="1528763"/>
            <a:ext cx="8107363" cy="3171825"/>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3200" b="0" i="0" u="none" strike="noStrike" kern="0" cap="none" spc="0" normalizeH="0" baseline="0" noProof="0">
                <a:ln>
                  <a:noFill/>
                </a:ln>
                <a:solidFill>
                  <a:srgbClr val="CC0000"/>
                </a:solidFill>
                <a:effectLst/>
                <a:uLnTx/>
                <a:uFillTx/>
                <a:latin typeface="+mn-lt"/>
                <a:ea typeface="MS PGothic" charset="0"/>
                <a:cs typeface="+mn-cs"/>
              </a:rPr>
              <a:t>CIDR:</a:t>
            </a:r>
            <a:r>
              <a:rPr kumimoji="0" lang="en-US" sz="3200" b="0" i="0" u="none" strike="noStrike" kern="0" cap="none" spc="0" normalizeH="0" baseline="0" noProof="0">
                <a:ln>
                  <a:noFill/>
                </a:ln>
                <a:solidFill>
                  <a:schemeClr val="tx1"/>
                </a:solidFill>
                <a:effectLst/>
                <a:uLnTx/>
                <a:uFillTx/>
                <a:latin typeface="+mn-lt"/>
                <a:ea typeface="MS PGothic" charset="0"/>
                <a:cs typeface="+mn-cs"/>
              </a:rPr>
              <a:t> </a:t>
            </a:r>
            <a:r>
              <a:rPr kumimoji="0" lang="en-US" sz="3200" b="0" i="0" u="none" strike="noStrike" kern="0" cap="none" spc="0" normalizeH="0" baseline="0" noProof="0">
                <a:ln>
                  <a:noFill/>
                </a:ln>
                <a:solidFill>
                  <a:srgbClr val="CC0000"/>
                </a:solidFill>
                <a:effectLst/>
                <a:uLnTx/>
                <a:uFillTx/>
                <a:latin typeface="+mn-lt"/>
                <a:ea typeface="MS PGothic" charset="0"/>
                <a:cs typeface="+mn-cs"/>
              </a:rPr>
              <a:t>C</a:t>
            </a:r>
            <a:r>
              <a:rPr kumimoji="0" lang="en-US" sz="3200" b="0" i="0" u="none" strike="noStrike" kern="0" cap="none" spc="0" normalizeH="0" baseline="0" noProof="0">
                <a:ln>
                  <a:noFill/>
                </a:ln>
                <a:solidFill>
                  <a:schemeClr val="tx1"/>
                </a:solidFill>
                <a:effectLst/>
                <a:uLnTx/>
                <a:uFillTx/>
                <a:latin typeface="+mn-lt"/>
                <a:ea typeface="MS PGothic" charset="0"/>
                <a:cs typeface="+mn-cs"/>
              </a:rPr>
              <a:t>lassless </a:t>
            </a:r>
            <a:r>
              <a:rPr kumimoji="0" lang="en-US" sz="3200" b="0" i="0" u="none" strike="noStrike" kern="0" cap="none" spc="0" normalizeH="0" baseline="0" noProof="0">
                <a:ln>
                  <a:noFill/>
                </a:ln>
                <a:solidFill>
                  <a:srgbClr val="CC0000"/>
                </a:solidFill>
                <a:effectLst/>
                <a:uLnTx/>
                <a:uFillTx/>
                <a:latin typeface="+mn-lt"/>
                <a:ea typeface="MS PGothic" charset="0"/>
                <a:cs typeface="+mn-cs"/>
              </a:rPr>
              <a:t>I</a:t>
            </a:r>
            <a:r>
              <a:rPr kumimoji="0" lang="en-US" sz="3200" b="0" i="0" u="none" strike="noStrike" kern="0" cap="none" spc="0" normalizeH="0" baseline="0" noProof="0">
                <a:ln>
                  <a:noFill/>
                </a:ln>
                <a:solidFill>
                  <a:schemeClr val="tx1"/>
                </a:solidFill>
                <a:effectLst/>
                <a:uLnTx/>
                <a:uFillTx/>
                <a:latin typeface="+mn-lt"/>
                <a:ea typeface="MS PGothic" charset="0"/>
                <a:cs typeface="+mn-cs"/>
              </a:rPr>
              <a:t>nter</a:t>
            </a:r>
            <a:r>
              <a:rPr kumimoji="0" lang="en-US" sz="3200" b="0" i="0" u="none" strike="noStrike" kern="0" cap="none" spc="0" normalizeH="0" baseline="0" noProof="0">
                <a:ln>
                  <a:noFill/>
                </a:ln>
                <a:solidFill>
                  <a:srgbClr val="CC0000"/>
                </a:solidFill>
                <a:effectLst/>
                <a:uLnTx/>
                <a:uFillTx/>
                <a:latin typeface="+mn-lt"/>
                <a:ea typeface="MS PGothic" charset="0"/>
                <a:cs typeface="+mn-cs"/>
              </a:rPr>
              <a:t>D</a:t>
            </a:r>
            <a:r>
              <a:rPr kumimoji="0" lang="en-US" sz="3200" b="0" i="0" u="none" strike="noStrike" kern="0" cap="none" spc="0" normalizeH="0" baseline="0" noProof="0">
                <a:ln>
                  <a:noFill/>
                </a:ln>
                <a:solidFill>
                  <a:schemeClr val="tx1"/>
                </a:solidFill>
                <a:effectLst/>
                <a:uLnTx/>
                <a:uFillTx/>
                <a:latin typeface="+mn-lt"/>
                <a:ea typeface="MS PGothic" charset="0"/>
                <a:cs typeface="+mn-cs"/>
              </a:rPr>
              <a:t>omain </a:t>
            </a:r>
            <a:r>
              <a:rPr kumimoji="0" lang="en-US" sz="3200" b="0" i="0" u="none" strike="noStrike" kern="0" cap="none" spc="0" normalizeH="0" baseline="0" noProof="0">
                <a:ln>
                  <a:noFill/>
                </a:ln>
                <a:solidFill>
                  <a:srgbClr val="CC0000"/>
                </a:solidFill>
                <a:effectLst/>
                <a:uLnTx/>
                <a:uFillTx/>
                <a:latin typeface="+mn-lt"/>
                <a:ea typeface="MS PGothic" charset="0"/>
                <a:cs typeface="+mn-cs"/>
              </a:rPr>
              <a:t>R</a:t>
            </a:r>
            <a:r>
              <a:rPr kumimoji="0" lang="en-US" sz="3200" b="0" i="0" u="none" strike="noStrike" kern="0" cap="none" spc="0" normalizeH="0" baseline="0" noProof="0">
                <a:ln>
                  <a:noFill/>
                </a:ln>
                <a:solidFill>
                  <a:schemeClr val="tx1"/>
                </a:solidFill>
                <a:effectLst/>
                <a:uLnTx/>
                <a:uFillTx/>
                <a:latin typeface="+mn-lt"/>
                <a:ea typeface="MS PGothic" charset="0"/>
                <a:cs typeface="+mn-cs"/>
              </a:rPr>
              <a:t>outing</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800" b="0" i="0" u="none" strike="noStrike" kern="0" cap="none" spc="0" normalizeH="0" baseline="0" noProof="0">
                <a:ln>
                  <a:noFill/>
                </a:ln>
                <a:solidFill>
                  <a:schemeClr val="tx1"/>
                </a:solidFill>
                <a:effectLst/>
                <a:uLnTx/>
                <a:uFillTx/>
                <a:latin typeface="Gill Sans MT"/>
                <a:ea typeface="MS PGothic" charset="0"/>
                <a:cs typeface="Gill Sans MT"/>
              </a:rPr>
              <a:t>subnet portion of address of arbitrary length</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800" b="0" i="0" u="none" strike="noStrike" kern="0" cap="none" spc="0" normalizeH="0" baseline="0" noProof="0">
                <a:ln>
                  <a:noFill/>
                </a:ln>
                <a:solidFill>
                  <a:schemeClr val="tx1"/>
                </a:solidFill>
                <a:effectLst/>
                <a:uLnTx/>
                <a:uFillTx/>
                <a:latin typeface="Gill Sans MT"/>
                <a:ea typeface="MS PGothic" charset="0"/>
                <a:cs typeface="Gill Sans MT"/>
              </a:rPr>
              <a:t>address format: </a:t>
            </a:r>
            <a:r>
              <a:rPr kumimoji="0" lang="en-US" sz="2800" b="0" i="0" u="none" strike="noStrike" kern="0" cap="none" spc="0" normalizeH="0" baseline="0" noProof="0">
                <a:ln>
                  <a:noFill/>
                </a:ln>
                <a:solidFill>
                  <a:srgbClr val="CC0000"/>
                </a:solidFill>
                <a:effectLst/>
                <a:uLnTx/>
                <a:uFillTx/>
                <a:latin typeface="Gill Sans MT"/>
                <a:ea typeface="MS PGothic" charset="0"/>
                <a:cs typeface="Gill Sans MT"/>
              </a:rPr>
              <a:t>a.b.c.d/x</a:t>
            </a:r>
            <a:r>
              <a:rPr kumimoji="0" lang="en-US" sz="2800" b="0" i="0" u="none" strike="noStrike" kern="0" cap="none" spc="0" normalizeH="0" baseline="0" noProof="0">
                <a:ln>
                  <a:noFill/>
                </a:ln>
                <a:solidFill>
                  <a:schemeClr val="tx1"/>
                </a:solidFill>
                <a:effectLst/>
                <a:uLnTx/>
                <a:uFillTx/>
                <a:latin typeface="Gill Sans MT"/>
                <a:ea typeface="MS PGothic" charset="0"/>
                <a:cs typeface="Gill Sans MT"/>
              </a:rPr>
              <a:t>, where x is # bits in subnet portion of address</a:t>
            </a:r>
          </a:p>
        </p:txBody>
      </p:sp>
      <p:sp>
        <p:nvSpPr>
          <p:cNvPr id="86020" name="Text Box 5"/>
          <p:cNvSpPr txBox="1"/>
          <p:nvPr/>
        </p:nvSpPr>
        <p:spPr>
          <a:xfrm>
            <a:off x="1323975" y="4459288"/>
            <a:ext cx="6124575" cy="4572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solidFill>
                  <a:srgbClr val="C00000"/>
                </a:solidFill>
                <a:latin typeface="Arial" panose="020B0604020202090204" pitchFamily="34" charset="0"/>
              </a:rPr>
              <a:t>11001000  00010111  0001000</a:t>
            </a:r>
            <a:r>
              <a:rPr lang="en-US" altLang="zh-CN" sz="2400">
                <a:latin typeface="Arial" panose="020B0604020202090204" pitchFamily="34" charset="0"/>
              </a:rPr>
              <a:t>0  00000000</a:t>
            </a:r>
            <a:endParaRPr lang="en-US" altLang="zh-CN" sz="2400">
              <a:latin typeface="Times New Roman" panose="02020503050405090304" charset="0"/>
            </a:endParaRPr>
          </a:p>
        </p:txBody>
      </p:sp>
      <p:sp>
        <p:nvSpPr>
          <p:cNvPr id="86021" name="Text Box 6"/>
          <p:cNvSpPr txBox="1"/>
          <p:nvPr/>
        </p:nvSpPr>
        <p:spPr>
          <a:xfrm>
            <a:off x="2986088" y="3914775"/>
            <a:ext cx="869950" cy="6413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solidFill>
                  <a:srgbClr val="000099"/>
                </a:solidFill>
                <a:latin typeface="Arial" panose="020B0604020202090204" pitchFamily="34" charset="0"/>
              </a:rPr>
              <a:t>subnet</a:t>
            </a:r>
          </a:p>
          <a:p>
            <a:pPr marL="0" lvl="0" indent="0" algn="ctr">
              <a:lnSpc>
                <a:spcPct val="100000"/>
              </a:lnSpc>
              <a:spcBef>
                <a:spcPct val="0"/>
              </a:spcBef>
              <a:buClrTx/>
              <a:buSzTx/>
              <a:buFontTx/>
              <a:buNone/>
            </a:pPr>
            <a:r>
              <a:rPr lang="en-US" altLang="zh-CN" sz="1800">
                <a:solidFill>
                  <a:srgbClr val="000099"/>
                </a:solidFill>
                <a:latin typeface="Arial" panose="020B0604020202090204" pitchFamily="34" charset="0"/>
              </a:rPr>
              <a:t>part</a:t>
            </a:r>
          </a:p>
        </p:txBody>
      </p:sp>
      <p:sp>
        <p:nvSpPr>
          <p:cNvPr id="86022" name="Text Box 7"/>
          <p:cNvSpPr txBox="1"/>
          <p:nvPr/>
        </p:nvSpPr>
        <p:spPr>
          <a:xfrm>
            <a:off x="6265863" y="3878263"/>
            <a:ext cx="615950" cy="6413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host</a:t>
            </a:r>
          </a:p>
          <a:p>
            <a:pPr marL="0" lvl="0" indent="0" algn="ctr">
              <a:lnSpc>
                <a:spcPct val="100000"/>
              </a:lnSpc>
              <a:spcBef>
                <a:spcPct val="0"/>
              </a:spcBef>
              <a:buClrTx/>
              <a:buSzTx/>
              <a:buFontTx/>
              <a:buNone/>
            </a:pPr>
            <a:r>
              <a:rPr lang="en-US" altLang="zh-CN" sz="1800">
                <a:latin typeface="Arial" panose="020B0604020202090204" pitchFamily="34" charset="0"/>
              </a:rPr>
              <a:t>part</a:t>
            </a:r>
          </a:p>
        </p:txBody>
      </p:sp>
      <p:sp>
        <p:nvSpPr>
          <p:cNvPr id="86023" name="Line 8"/>
          <p:cNvSpPr/>
          <p:nvPr/>
        </p:nvSpPr>
        <p:spPr>
          <a:xfrm>
            <a:off x="3992563" y="4224338"/>
            <a:ext cx="1620837" cy="0"/>
          </a:xfrm>
          <a:prstGeom prst="line">
            <a:avLst/>
          </a:prstGeom>
          <a:ln w="28575" cap="flat" cmpd="sng">
            <a:solidFill>
              <a:srgbClr val="000099"/>
            </a:solidFill>
            <a:prstDash val="solid"/>
            <a:headEnd type="none" w="med" len="med"/>
            <a:tailEnd type="triangle" w="med" len="med"/>
          </a:ln>
        </p:spPr>
      </p:sp>
      <p:sp>
        <p:nvSpPr>
          <p:cNvPr id="86024" name="Line 11"/>
          <p:cNvSpPr/>
          <p:nvPr/>
        </p:nvSpPr>
        <p:spPr>
          <a:xfrm flipV="1">
            <a:off x="6783388" y="4213225"/>
            <a:ext cx="595312" cy="0"/>
          </a:xfrm>
          <a:prstGeom prst="line">
            <a:avLst/>
          </a:prstGeom>
          <a:ln w="28575" cap="flat" cmpd="sng">
            <a:solidFill>
              <a:schemeClr val="tx1"/>
            </a:solidFill>
            <a:prstDash val="solid"/>
            <a:headEnd type="none" w="med" len="med"/>
            <a:tailEnd type="triangle" w="med" len="med"/>
          </a:ln>
        </p:spPr>
      </p:sp>
      <p:sp>
        <p:nvSpPr>
          <p:cNvPr id="86025" name="Text Box 12"/>
          <p:cNvSpPr txBox="1"/>
          <p:nvPr/>
        </p:nvSpPr>
        <p:spPr>
          <a:xfrm>
            <a:off x="3260725" y="5045075"/>
            <a:ext cx="2219325" cy="4572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latin typeface="Arial" panose="020B0604020202090204" pitchFamily="34" charset="0"/>
              </a:rPr>
              <a:t>200.23.16.0/23</a:t>
            </a:r>
            <a:endParaRPr lang="en-US" altLang="zh-CN" sz="1800">
              <a:latin typeface="Arial" panose="020B0604020202090204" pitchFamily="34" charset="0"/>
            </a:endParaRPr>
          </a:p>
        </p:txBody>
      </p:sp>
      <p:sp>
        <p:nvSpPr>
          <p:cNvPr id="86026" name="Line 14"/>
          <p:cNvSpPr/>
          <p:nvPr/>
        </p:nvSpPr>
        <p:spPr>
          <a:xfrm flipH="1">
            <a:off x="1393825" y="4214813"/>
            <a:ext cx="1438275" cy="0"/>
          </a:xfrm>
          <a:prstGeom prst="line">
            <a:avLst/>
          </a:prstGeom>
          <a:ln w="28575" cap="flat" cmpd="sng">
            <a:solidFill>
              <a:srgbClr val="000099"/>
            </a:solidFill>
            <a:prstDash val="solid"/>
            <a:headEnd type="none" w="med" len="med"/>
            <a:tailEnd type="triangle" w="med" len="med"/>
          </a:ln>
        </p:spPr>
      </p:sp>
      <p:sp>
        <p:nvSpPr>
          <p:cNvPr id="86027" name="Line 15"/>
          <p:cNvSpPr/>
          <p:nvPr/>
        </p:nvSpPr>
        <p:spPr>
          <a:xfrm flipH="1">
            <a:off x="5653088" y="4225925"/>
            <a:ext cx="647700" cy="0"/>
          </a:xfrm>
          <a:prstGeom prst="line">
            <a:avLst/>
          </a:prstGeom>
          <a:ln w="19050" cap="flat" cmpd="sng">
            <a:solidFill>
              <a:schemeClr val="tx1"/>
            </a:solidFill>
            <a:prstDash val="solid"/>
            <a:headEnd type="none" w="med" len="med"/>
            <a:tailEnd type="triangle" w="med" len="med"/>
          </a:ln>
        </p:spPr>
      </p:sp>
      <p:sp>
        <p:nvSpPr>
          <p:cNvPr id="8602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99</a:t>
            </a:fld>
            <a:endParaRPr lang="en-US" altLang="zh-CN" sz="1200">
              <a:latin typeface="Tahoma" panose="020B0604030504040204" charset="0"/>
            </a:endParaRPr>
          </a:p>
        </p:txBody>
      </p:sp>
      <p:sp>
        <p:nvSpPr>
          <p:cNvPr id="8602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4" name="文本框 3"/>
          <p:cNvSpPr txBox="1"/>
          <p:nvPr/>
        </p:nvSpPr>
        <p:spPr>
          <a:xfrm>
            <a:off x="1487805" y="4916488"/>
            <a:ext cx="5394325" cy="1785937"/>
          </a:xfrm>
          <a:prstGeom prst="rect">
            <a:avLst/>
          </a:prstGeom>
          <a:solidFill>
            <a:srgbClr val="EDE7FC">
              <a:alpha val="85881"/>
            </a:srgbClr>
          </a:solid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kumimoji="1"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MS PGothic" charset="0"/>
                <a:cs typeface="MS PGothic" charset="0"/>
              </a:defRPr>
            </a:lvl2pPr>
            <a:lvl3pPr marL="1143000" indent="-228600" algn="l" rtl="0" eaLnBrk="0" fontAlgn="base" hangingPunct="0">
              <a:spcBef>
                <a:spcPct val="20000"/>
              </a:spcBef>
              <a:spcAft>
                <a:spcPct val="0"/>
              </a:spcAft>
              <a:buChar char="•"/>
              <a:defRPr kumimoji="1" sz="2000">
                <a:solidFill>
                  <a:schemeClr val="tx1"/>
                </a:solidFill>
                <a:latin typeface="Comic Sans MS" panose="030F0902030302020204" charset="0"/>
                <a:ea typeface="MS PGothic" charset="0"/>
                <a:cs typeface="MS PGothic"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MS PGothic" charset="0"/>
                <a:cs typeface="MS PGothic" charset="0"/>
              </a:defRPr>
            </a:lvl5pPr>
          </a:lstStyle>
          <a:p>
            <a:pPr marL="342900" lvl="0" indent="-342900">
              <a:lnSpc>
                <a:spcPct val="100000"/>
              </a:lnSpc>
              <a:spcBef>
                <a:spcPts val="1200"/>
              </a:spcBef>
              <a:buClrTx/>
              <a:buSzTx/>
              <a:buFont typeface="Wingdings" panose="05000000000000000000" pitchFamily="2" charset="2"/>
              <a:buChar char="Ø"/>
            </a:pPr>
            <a:r>
              <a:rPr lang="zh-CN" altLang="en-US" sz="2000" b="1">
                <a:solidFill>
                  <a:srgbClr val="143593"/>
                </a:solidFill>
                <a:latin typeface="微软雅黑" panose="020B0503020204020204" charset="-122"/>
              </a:rPr>
              <a:t>提高</a:t>
            </a:r>
            <a:r>
              <a:rPr lang="zh-CN" altLang="zh-CN" sz="2000" b="1">
                <a:solidFill>
                  <a:srgbClr val="143593"/>
                </a:solidFill>
                <a:latin typeface="微软雅黑" panose="020B0503020204020204" charset="-122"/>
              </a:rPr>
              <a:t>IPv4 </a:t>
            </a:r>
            <a:r>
              <a:rPr lang="zh-CN" altLang="en-US" sz="2000" b="1">
                <a:solidFill>
                  <a:srgbClr val="143593"/>
                </a:solidFill>
                <a:latin typeface="微软雅黑" panose="020B0503020204020204" charset="-122"/>
              </a:rPr>
              <a:t>地址空间分配效率 </a:t>
            </a:r>
            <a:endParaRPr lang="en-US" altLang="zh-CN" sz="2000" b="1">
              <a:latin typeface="微软雅黑" panose="020B0503020204020204" charset="-122"/>
            </a:endParaRPr>
          </a:p>
          <a:p>
            <a:pPr marL="342900" lvl="0" indent="-342900">
              <a:lnSpc>
                <a:spcPct val="100000"/>
              </a:lnSpc>
              <a:spcBef>
                <a:spcPts val="1200"/>
              </a:spcBef>
              <a:buClrTx/>
              <a:buSzTx/>
              <a:buFont typeface="Wingdings" panose="05000000000000000000" pitchFamily="2" charset="2"/>
              <a:buChar char="Ø"/>
            </a:pPr>
            <a:r>
              <a:rPr lang="zh-CN" altLang="en-US" sz="2000" b="1">
                <a:solidFill>
                  <a:srgbClr val="143593"/>
                </a:solidFill>
                <a:latin typeface="微软雅黑" panose="020B0503020204020204" charset="-122"/>
              </a:rPr>
              <a:t>提高路由效率</a:t>
            </a:r>
            <a:endParaRPr lang="en-US" altLang="zh-CN" sz="2000" b="1">
              <a:solidFill>
                <a:srgbClr val="143593"/>
              </a:solidFill>
              <a:latin typeface="微软雅黑" panose="020B0503020204020204" charset="-122"/>
            </a:endParaRPr>
          </a:p>
          <a:p>
            <a:pPr marL="800100" lvl="1" indent="-342900">
              <a:lnSpc>
                <a:spcPct val="100000"/>
              </a:lnSpc>
              <a:spcBef>
                <a:spcPts val="1200"/>
              </a:spcBef>
              <a:buClrTx/>
              <a:buFont typeface="Wingdings" panose="05000000000000000000" pitchFamily="2" charset="2"/>
              <a:buChar char="ü"/>
            </a:pPr>
            <a:r>
              <a:rPr lang="zh-CN" altLang="en-US" sz="2000" b="1">
                <a:solidFill>
                  <a:srgbClr val="143593"/>
                </a:solidFill>
                <a:latin typeface="微软雅黑" panose="020B0503020204020204" charset="-122"/>
              </a:rPr>
              <a:t>将多个子网聚合为一个较大的子网</a:t>
            </a:r>
            <a:endParaRPr lang="en-US" altLang="zh-CN" sz="2000" b="1">
              <a:solidFill>
                <a:srgbClr val="143593"/>
              </a:solidFill>
              <a:latin typeface="微软雅黑" panose="020B0503020204020204" charset="-122"/>
            </a:endParaRPr>
          </a:p>
          <a:p>
            <a:pPr marL="800100" lvl="1" indent="-342900">
              <a:lnSpc>
                <a:spcPct val="100000"/>
              </a:lnSpc>
              <a:spcBef>
                <a:spcPts val="1200"/>
              </a:spcBef>
              <a:buClrTx/>
              <a:buFont typeface="Wingdings" panose="05000000000000000000" pitchFamily="2" charset="2"/>
              <a:buChar char="ü"/>
            </a:pPr>
            <a:r>
              <a:rPr lang="zh-CN" altLang="en-US" sz="2000" b="1">
                <a:solidFill>
                  <a:srgbClr val="143593"/>
                </a:solidFill>
                <a:latin typeface="微软雅黑" panose="020B0503020204020204" charset="-122"/>
              </a:rPr>
              <a:t>构造超网</a:t>
            </a:r>
            <a:r>
              <a:rPr lang="en-US" altLang="zh-CN" sz="2000" b="1">
                <a:solidFill>
                  <a:srgbClr val="143593"/>
                </a:solidFill>
                <a:latin typeface="微软雅黑" panose="020B0503020204020204" charset="-122"/>
              </a:rPr>
              <a:t>(</a:t>
            </a:r>
            <a:r>
              <a:rPr lang="zh-CN" altLang="zh-CN" sz="2000" b="1">
                <a:solidFill>
                  <a:srgbClr val="143593"/>
                </a:solidFill>
                <a:latin typeface="微软雅黑" panose="020B0503020204020204" charset="-122"/>
              </a:rPr>
              <a:t>supernetting) </a:t>
            </a:r>
            <a:endParaRPr lang="zh-CN" altLang="zh-CN" sz="2000" b="1">
              <a:latin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ldLvl="0" animBg="1"/>
      <p:bldP spid="4" grpId="1"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Footer Placeholder 4"/>
          <p:cNvSpPr txBox="1">
            <a:spLocks noGrp="1"/>
          </p:cNvSpPr>
          <p:nvPr>
            <p:ph type="ftr" sz="quarter" idx="3"/>
          </p:nvPr>
        </p:nvSpPr>
        <p:spPr/>
        <p:txBody>
          <a:bodyPr/>
          <a:lstStyle/>
          <a:p>
            <a:pPr marL="0" indent="0" algn="r">
              <a:lnSpc>
                <a:spcPct val="100000"/>
              </a:lnSpc>
              <a:spcBef>
                <a:spcPct val="0"/>
              </a:spcBef>
              <a:buClrTx/>
              <a:buSzTx/>
              <a:buFontTx/>
              <a:buNone/>
            </a:pPr>
            <a:r>
              <a:rPr kumimoji="1" lang="en-US" altLang="zh-CN" sz="1200">
                <a:solidFill>
                  <a:srgbClr val="000000"/>
                </a:solidFill>
                <a:latin typeface="Tahoma" panose="020B0604030504040204" charset="0"/>
                <a:ea typeface="MS PGothic" charset="0"/>
                <a:cs typeface="MS PGothic" charset="0"/>
              </a:rPr>
              <a:t>Network Layer</a:t>
            </a:r>
          </a:p>
        </p:txBody>
      </p:sp>
      <p:sp>
        <p:nvSpPr>
          <p:cNvPr id="223234" name="Slide Number Placeholder 5"/>
          <p:cNvSpPr txBox="1">
            <a:spLocks noGrp="1"/>
          </p:cNvSpPr>
          <p:nvPr>
            <p:ph type="sldNum" sz="quarter" idx="4"/>
          </p:nvPr>
        </p:nvSpPr>
        <p:spPr/>
        <p:txBody>
          <a:bodyPr/>
          <a:lstStyle/>
          <a:p>
            <a:pPr marL="0" indent="0">
              <a:lnSpc>
                <a:spcPct val="100000"/>
              </a:lnSpc>
              <a:spcBef>
                <a:spcPct val="0"/>
              </a:spcBef>
              <a:buClrTx/>
              <a:buSzTx/>
              <a:buFontTx/>
              <a:buNone/>
            </a:pPr>
            <a:r>
              <a:rPr lang="en-US" altLang="zh-CN" sz="1200">
                <a:solidFill>
                  <a:srgbClr val="000000"/>
                </a:solidFill>
                <a:latin typeface="Tahoma" panose="020B0604030504040204" charset="0"/>
              </a:rPr>
              <a:t>4-</a:t>
            </a:r>
            <a:fld id="{9A0DB2DC-4C9A-4742-B13C-FB6460FD3503}" type="slidenum">
              <a:rPr lang="en-US" altLang="zh-CN" sz="1200">
                <a:solidFill>
                  <a:srgbClr val="000000"/>
                </a:solidFill>
                <a:latin typeface="Tahoma" panose="020B0604030504040204" charset="0"/>
              </a:rPr>
              <a:t>100</a:t>
            </a:fld>
            <a:endParaRPr lang="en-US" altLang="zh-CN" sz="1200">
              <a:solidFill>
                <a:srgbClr val="000000"/>
              </a:solidFill>
              <a:latin typeface="Tahoma" panose="020B0604030504040204" charset="0"/>
            </a:endParaRPr>
          </a:p>
        </p:txBody>
      </p:sp>
      <p:pic>
        <p:nvPicPr>
          <p:cNvPr id="223235" name="Picture 13" descr="underline_base"/>
          <p:cNvPicPr/>
          <p:nvPr/>
        </p:nvPicPr>
        <p:blipFill>
          <a:blip r:embed="rId2"/>
          <a:stretch>
            <a:fillRect/>
          </a:stretch>
        </p:blipFill>
        <p:spPr>
          <a:xfrm>
            <a:off x="541338" y="873125"/>
            <a:ext cx="5027612" cy="173038"/>
          </a:xfrm>
          <a:prstGeom prst="rect">
            <a:avLst/>
          </a:prstGeom>
          <a:noFill/>
          <a:ln w="9525">
            <a:noFill/>
          </a:ln>
        </p:spPr>
      </p:pic>
      <p:sp>
        <p:nvSpPr>
          <p:cNvPr id="43013" name="Rectangle 2"/>
          <p:cNvSpPr>
            <a:spLocks noGrp="1" noChangeArrowheads="1"/>
          </p:cNvSpPr>
          <p:nvPr>
            <p:ph type="title"/>
          </p:nvPr>
        </p:nvSpPr>
        <p:spPr>
          <a:xfrm>
            <a:off x="500063" y="195263"/>
            <a:ext cx="7772400" cy="8509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IP addressing: CIDR</a:t>
            </a:r>
          </a:p>
        </p:txBody>
      </p:sp>
      <p:pic>
        <p:nvPicPr>
          <p:cNvPr id="223237" name="图片 3"/>
          <p:cNvPicPr>
            <a:picLocks noChangeAspect="1"/>
          </p:cNvPicPr>
          <p:nvPr/>
        </p:nvPicPr>
        <p:blipFill>
          <a:blip r:embed="rId3"/>
          <a:stretch>
            <a:fillRect/>
          </a:stretch>
        </p:blipFill>
        <p:spPr>
          <a:xfrm>
            <a:off x="828675" y="1208088"/>
            <a:ext cx="7599363" cy="5087937"/>
          </a:xfrm>
          <a:prstGeom prst="rect">
            <a:avLst/>
          </a:prstGeom>
          <a:noFill/>
          <a:ln w="9525">
            <a:noFill/>
          </a:ln>
        </p:spPr>
      </p:pic>
    </p:spTree>
  </p:cSld>
  <p:clrMapOvr>
    <a:masterClrMapping/>
  </p:clrMapOvr>
  <p:transition spd="slow"/>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1" name="Picture 4" descr="underline_base"/>
          <p:cNvPicPr/>
          <p:nvPr/>
        </p:nvPicPr>
        <p:blipFill>
          <a:blip r:embed="rId3"/>
          <a:stretch>
            <a:fillRect/>
          </a:stretch>
        </p:blipFill>
        <p:spPr>
          <a:xfrm>
            <a:off x="568325" y="1047750"/>
            <a:ext cx="6856413" cy="173038"/>
          </a:xfrm>
          <a:prstGeom prst="rect">
            <a:avLst/>
          </a:prstGeom>
          <a:noFill/>
          <a:ln w="9525">
            <a:noFill/>
          </a:ln>
        </p:spPr>
      </p:pic>
      <p:sp>
        <p:nvSpPr>
          <p:cNvPr id="87042" name="Rectangle 2"/>
          <p:cNvSpPr>
            <a:spLocks noGrp="1"/>
          </p:cNvSpPr>
          <p:nvPr>
            <p:ph type="title"/>
          </p:nvPr>
        </p:nvSpPr>
        <p:spPr/>
        <p:txBody>
          <a:bodyPr vert="horz" wrap="square" lIns="91440" tIns="45720" rIns="91440" bIns="45720" anchor="ctr" anchorCtr="0"/>
          <a:lstStyle/>
          <a:p>
            <a:r>
              <a:rPr lang="en-US" altLang="zh-CN" sz="4000"/>
              <a:t>IP addresses: how to get one?</a:t>
            </a:r>
          </a:p>
        </p:txBody>
      </p:sp>
      <p:sp>
        <p:nvSpPr>
          <p:cNvPr id="87043" name="Rectangle 3"/>
          <p:cNvSpPr>
            <a:spLocks noGrp="1"/>
          </p:cNvSpPr>
          <p:nvPr>
            <p:ph idx="1"/>
          </p:nvPr>
        </p:nvSpPr>
        <p:spPr>
          <a:xfrm>
            <a:off x="511175" y="1508125"/>
            <a:ext cx="8034338" cy="3359150"/>
          </a:xfrm>
        </p:spPr>
        <p:txBody>
          <a:bodyPr vert="horz" wrap="square" lIns="91440" tIns="45720" rIns="91440" bIns="45720" anchor="t" anchorCtr="0"/>
          <a:lstStyle/>
          <a:p>
            <a:pPr>
              <a:buNone/>
            </a:pPr>
            <a:r>
              <a:rPr lang="en-US" altLang="zh-CN">
                <a:solidFill>
                  <a:srgbClr val="CC0000"/>
                </a:solidFill>
              </a:rPr>
              <a:t>Q:</a:t>
            </a:r>
            <a:r>
              <a:rPr lang="en-US" altLang="zh-CN"/>
              <a:t> How does a </a:t>
            </a:r>
            <a:r>
              <a:rPr lang="en-US" altLang="zh-CN" i="1"/>
              <a:t>host</a:t>
            </a:r>
            <a:r>
              <a:rPr lang="en-US" altLang="zh-CN"/>
              <a:t> get IP address?</a:t>
            </a:r>
          </a:p>
          <a:p>
            <a:pPr>
              <a:buNone/>
            </a:pPr>
            <a:endParaRPr lang="en-US" altLang="zh-CN"/>
          </a:p>
          <a:p>
            <a:r>
              <a:rPr lang="en-US" altLang="zh-CN"/>
              <a:t>hard-coded by system admin in a file</a:t>
            </a:r>
          </a:p>
          <a:p>
            <a:pPr lvl="1"/>
            <a:r>
              <a:rPr lang="en-US" altLang="zh-CN"/>
              <a:t>Windows: control-panel-&gt;network-&gt;configuration-&gt;tcp/ip-&gt;properties</a:t>
            </a:r>
          </a:p>
          <a:p>
            <a:pPr lvl="1"/>
            <a:r>
              <a:rPr lang="en-US" altLang="zh-CN"/>
              <a:t>UNIX: /etc/rc.config</a:t>
            </a:r>
          </a:p>
          <a:p>
            <a:pPr lvl="1"/>
            <a:endParaRPr lang="en-US" altLang="zh-CN"/>
          </a:p>
          <a:p>
            <a:r>
              <a:rPr lang="en-US" altLang="zh-CN">
                <a:solidFill>
                  <a:srgbClr val="CC0000"/>
                </a:solidFill>
              </a:rPr>
              <a:t>DHCP:</a:t>
            </a:r>
            <a:r>
              <a:rPr lang="en-US" altLang="zh-CN"/>
              <a:t> </a:t>
            </a:r>
            <a:r>
              <a:rPr lang="en-US" altLang="zh-CN">
                <a:solidFill>
                  <a:srgbClr val="CC0000"/>
                </a:solidFill>
              </a:rPr>
              <a:t>D</a:t>
            </a:r>
            <a:r>
              <a:rPr lang="en-US" altLang="zh-CN"/>
              <a:t>ynamic </a:t>
            </a:r>
            <a:r>
              <a:rPr lang="en-US" altLang="zh-CN">
                <a:solidFill>
                  <a:srgbClr val="CC0000"/>
                </a:solidFill>
              </a:rPr>
              <a:t>H</a:t>
            </a:r>
            <a:r>
              <a:rPr lang="en-US" altLang="zh-CN"/>
              <a:t>ost </a:t>
            </a:r>
            <a:r>
              <a:rPr lang="en-US" altLang="zh-CN">
                <a:solidFill>
                  <a:srgbClr val="CC0000"/>
                </a:solidFill>
              </a:rPr>
              <a:t>C</a:t>
            </a:r>
            <a:r>
              <a:rPr lang="en-US" altLang="zh-CN"/>
              <a:t>onfiguration </a:t>
            </a:r>
            <a:r>
              <a:rPr lang="en-US" altLang="zh-CN">
                <a:solidFill>
                  <a:srgbClr val="CC0000"/>
                </a:solidFill>
              </a:rPr>
              <a:t>P</a:t>
            </a:r>
            <a:r>
              <a:rPr lang="en-US" altLang="zh-CN"/>
              <a:t>rotocol: dynamically get address from as server</a:t>
            </a:r>
          </a:p>
          <a:p>
            <a:pPr lvl="1"/>
            <a:r>
              <a:rPr lang="ja-JP" altLang="en-US"/>
              <a:t>“</a:t>
            </a:r>
            <a:r>
              <a:rPr lang="en-US" altLang="ja-JP"/>
              <a:t>plug-and-play</a:t>
            </a:r>
            <a:r>
              <a:rPr lang="ja-JP" altLang="en-US" sz="2800"/>
              <a:t>”</a:t>
            </a:r>
            <a:r>
              <a:rPr lang="en-US" altLang="ja-JP" sz="2800"/>
              <a:t> </a:t>
            </a:r>
          </a:p>
          <a:p>
            <a:pPr>
              <a:buNone/>
            </a:pPr>
            <a:endParaRPr lang="en-US" altLang="zh-CN"/>
          </a:p>
          <a:p>
            <a:endParaRPr lang="en-US" altLang="zh-CN" sz="2400"/>
          </a:p>
        </p:txBody>
      </p:sp>
      <p:sp>
        <p:nvSpPr>
          <p:cNvPr id="87044"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101</a:t>
            </a:fld>
            <a:endParaRPr lang="en-US" altLang="zh-CN" sz="1200">
              <a:latin typeface="Tahoma" panose="020B0604030504040204" charset="0"/>
            </a:endParaRPr>
          </a:p>
        </p:txBody>
      </p:sp>
      <p:sp>
        <p:nvSpPr>
          <p:cNvPr id="87045"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5" name="Picture 4" descr="underline_base"/>
          <p:cNvPicPr>
            <a:picLocks noChangeAspect="1"/>
          </p:cNvPicPr>
          <p:nvPr/>
        </p:nvPicPr>
        <p:blipFill>
          <a:blip r:embed="rId3"/>
          <a:stretch>
            <a:fillRect/>
          </a:stretch>
        </p:blipFill>
        <p:spPr>
          <a:xfrm>
            <a:off x="207963" y="1025525"/>
            <a:ext cx="8228012" cy="173038"/>
          </a:xfrm>
          <a:prstGeom prst="rect">
            <a:avLst/>
          </a:prstGeom>
          <a:noFill/>
          <a:ln w="9525">
            <a:noFill/>
          </a:ln>
        </p:spPr>
      </p:pic>
      <p:sp>
        <p:nvSpPr>
          <p:cNvPr id="45061" name="Rectangle 2"/>
          <p:cNvSpPr>
            <a:spLocks noGrp="1" noChangeArrowheads="1"/>
          </p:cNvSpPr>
          <p:nvPr>
            <p:ph type="title"/>
          </p:nvPr>
        </p:nvSpPr>
        <p:spPr>
          <a:xfrm>
            <a:off x="177800" y="268288"/>
            <a:ext cx="8826500" cy="11430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3000" b="0" i="0" u="none" strike="noStrike" kern="0" cap="none" spc="0" normalizeH="0" baseline="0" noProof="0">
                <a:ln>
                  <a:noFill/>
                </a:ln>
                <a:solidFill>
                  <a:srgbClr val="000099"/>
                </a:solidFill>
                <a:effectLst/>
                <a:uLnTx/>
                <a:uFillTx/>
                <a:latin typeface="+mj-lt"/>
                <a:ea typeface="MS PGothic" charset="0"/>
                <a:cs typeface="+mj-cs"/>
              </a:rPr>
              <a:t>DHCP: Dynamic Host Configuration Protocol</a:t>
            </a:r>
          </a:p>
        </p:txBody>
      </p:sp>
      <p:sp>
        <p:nvSpPr>
          <p:cNvPr id="88067" name="Rectangle 3"/>
          <p:cNvSpPr>
            <a:spLocks noGrp="1"/>
          </p:cNvSpPr>
          <p:nvPr>
            <p:ph idx="1"/>
          </p:nvPr>
        </p:nvSpPr>
        <p:spPr>
          <a:xfrm>
            <a:off x="511175" y="1587500"/>
            <a:ext cx="8632825" cy="3359150"/>
          </a:xfrm>
        </p:spPr>
        <p:txBody>
          <a:bodyPr vert="horz" wrap="square" lIns="91440" tIns="45720" rIns="91440" bIns="45720" anchor="t" anchorCtr="0"/>
          <a:lstStyle/>
          <a:p>
            <a:pPr>
              <a:buNone/>
            </a:pPr>
            <a:r>
              <a:rPr lang="en-US" altLang="zh-CN" i="1">
                <a:solidFill>
                  <a:srgbClr val="CC0000"/>
                </a:solidFill>
              </a:rPr>
              <a:t>goal:</a:t>
            </a:r>
            <a:r>
              <a:rPr lang="en-US" altLang="zh-CN" sz="2400"/>
              <a:t> allow host to </a:t>
            </a:r>
            <a:r>
              <a:rPr lang="en-US" altLang="zh-CN" sz="2400" i="1"/>
              <a:t>dynamically </a:t>
            </a:r>
            <a:r>
              <a:rPr lang="en-US" altLang="zh-CN" sz="2400"/>
              <a:t>obtain its IP address from network server when it joins network</a:t>
            </a:r>
          </a:p>
          <a:p>
            <a:pPr lvl="1"/>
            <a:r>
              <a:rPr lang="en-US" altLang="zh-CN"/>
              <a:t>can renew its lease on address in use</a:t>
            </a:r>
          </a:p>
          <a:p>
            <a:pPr lvl="1"/>
            <a:r>
              <a:rPr lang="en-US" altLang="zh-CN"/>
              <a:t>allows reuse of addresses (only hold address while connected/</a:t>
            </a:r>
            <a:r>
              <a:rPr lang="ja-JP" altLang="en-US"/>
              <a:t>“</a:t>
            </a:r>
            <a:r>
              <a:rPr lang="en-US" altLang="ja-JP"/>
              <a:t>on</a:t>
            </a:r>
            <a:r>
              <a:rPr lang="ja-JP" altLang="en-US"/>
              <a:t>”</a:t>
            </a:r>
            <a:r>
              <a:rPr lang="en-US" altLang="ja-JP"/>
              <a:t>)</a:t>
            </a:r>
          </a:p>
          <a:p>
            <a:pPr lvl="1"/>
            <a:r>
              <a:rPr lang="en-US" altLang="zh-CN"/>
              <a:t>support for mobile users who want to join network (more shortly)</a:t>
            </a:r>
          </a:p>
          <a:p>
            <a:pPr>
              <a:buNone/>
            </a:pPr>
            <a:r>
              <a:rPr lang="en-US" altLang="zh-CN" i="1">
                <a:solidFill>
                  <a:srgbClr val="CC0000"/>
                </a:solidFill>
              </a:rPr>
              <a:t>DHCP overview:</a:t>
            </a:r>
          </a:p>
          <a:p>
            <a:pPr lvl="1"/>
            <a:r>
              <a:rPr lang="en-US" altLang="zh-CN"/>
              <a:t>host broadcasts </a:t>
            </a:r>
            <a:r>
              <a:rPr lang="ja-JP" altLang="en-US">
                <a:solidFill>
                  <a:srgbClr val="CC0000"/>
                </a:solidFill>
              </a:rPr>
              <a:t>“</a:t>
            </a:r>
            <a:r>
              <a:rPr lang="en-US" altLang="ja-JP">
                <a:solidFill>
                  <a:srgbClr val="CC0000"/>
                </a:solidFill>
              </a:rPr>
              <a:t>DHCP discover</a:t>
            </a:r>
            <a:r>
              <a:rPr lang="ja-JP" altLang="en-US">
                <a:solidFill>
                  <a:srgbClr val="CC0000"/>
                </a:solidFill>
              </a:rPr>
              <a:t>”</a:t>
            </a:r>
            <a:r>
              <a:rPr lang="en-US" altLang="ja-JP"/>
              <a:t> msg [optional]</a:t>
            </a:r>
          </a:p>
          <a:p>
            <a:pPr lvl="1"/>
            <a:r>
              <a:rPr lang="en-US" altLang="zh-CN"/>
              <a:t>DHCP server responds with </a:t>
            </a:r>
            <a:r>
              <a:rPr lang="ja-JP" altLang="en-US">
                <a:solidFill>
                  <a:srgbClr val="CC0000"/>
                </a:solidFill>
              </a:rPr>
              <a:t>“</a:t>
            </a:r>
            <a:r>
              <a:rPr lang="en-US" altLang="ja-JP">
                <a:solidFill>
                  <a:srgbClr val="CC0000"/>
                </a:solidFill>
              </a:rPr>
              <a:t>DHCP offer</a:t>
            </a:r>
            <a:r>
              <a:rPr lang="ja-JP" altLang="en-US">
                <a:solidFill>
                  <a:srgbClr val="CC0000"/>
                </a:solidFill>
              </a:rPr>
              <a:t>”</a:t>
            </a:r>
            <a:r>
              <a:rPr lang="en-US" altLang="ja-JP"/>
              <a:t> msg [optional]</a:t>
            </a:r>
          </a:p>
          <a:p>
            <a:pPr lvl="1"/>
            <a:r>
              <a:rPr lang="en-US" altLang="zh-CN"/>
              <a:t>host requests IP address: </a:t>
            </a:r>
            <a:r>
              <a:rPr lang="ja-JP" altLang="en-US">
                <a:solidFill>
                  <a:srgbClr val="CC0000"/>
                </a:solidFill>
              </a:rPr>
              <a:t>“</a:t>
            </a:r>
            <a:r>
              <a:rPr lang="en-US" altLang="ja-JP">
                <a:solidFill>
                  <a:srgbClr val="CC0000"/>
                </a:solidFill>
              </a:rPr>
              <a:t>DHCP request</a:t>
            </a:r>
            <a:r>
              <a:rPr lang="ja-JP" altLang="en-US">
                <a:solidFill>
                  <a:srgbClr val="CC0000"/>
                </a:solidFill>
              </a:rPr>
              <a:t>”</a:t>
            </a:r>
            <a:r>
              <a:rPr lang="en-US" altLang="ja-JP"/>
              <a:t> msg</a:t>
            </a:r>
          </a:p>
          <a:p>
            <a:pPr lvl="1"/>
            <a:r>
              <a:rPr lang="en-US" altLang="zh-CN"/>
              <a:t>DHCP server sends address: </a:t>
            </a:r>
            <a:r>
              <a:rPr lang="ja-JP" altLang="en-US">
                <a:solidFill>
                  <a:srgbClr val="CC0000"/>
                </a:solidFill>
              </a:rPr>
              <a:t>“</a:t>
            </a:r>
            <a:r>
              <a:rPr lang="en-US" altLang="ja-JP">
                <a:solidFill>
                  <a:srgbClr val="CC0000"/>
                </a:solidFill>
              </a:rPr>
              <a:t>DHCP ack</a:t>
            </a:r>
            <a:r>
              <a:rPr lang="ja-JP" altLang="en-US">
                <a:solidFill>
                  <a:srgbClr val="CC0000"/>
                </a:solidFill>
              </a:rPr>
              <a:t>”</a:t>
            </a:r>
            <a:r>
              <a:rPr lang="en-US" altLang="ja-JP"/>
              <a:t> msg </a:t>
            </a:r>
          </a:p>
          <a:p>
            <a:endParaRPr lang="en-US" altLang="zh-CN"/>
          </a:p>
        </p:txBody>
      </p:sp>
      <p:sp>
        <p:nvSpPr>
          <p:cNvPr id="8806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102</a:t>
            </a:fld>
            <a:endParaRPr lang="en-US" altLang="zh-CN" sz="1200">
              <a:latin typeface="Tahoma" panose="020B0604030504040204" charset="0"/>
            </a:endParaRPr>
          </a:p>
        </p:txBody>
      </p:sp>
      <p:sp>
        <p:nvSpPr>
          <p:cNvPr id="8806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4" name="Rectangle 2"/>
          <p:cNvSpPr>
            <a:spLocks noGrp="1" noChangeArrowheads="1"/>
          </p:cNvSpPr>
          <p:nvPr>
            <p:ph type="title"/>
          </p:nvPr>
        </p:nvSpPr>
        <p:spPr>
          <a:xfrm>
            <a:off x="438150" y="255905"/>
            <a:ext cx="7279005" cy="898525"/>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DHCP client-server scenario</a:t>
            </a:r>
          </a:p>
        </p:txBody>
      </p:sp>
      <p:sp>
        <p:nvSpPr>
          <p:cNvPr id="90114" name="Rectangle 3"/>
          <p:cNvSpPr/>
          <p:nvPr/>
        </p:nvSpPr>
        <p:spPr>
          <a:xfrm>
            <a:off x="2408238" y="6037263"/>
            <a:ext cx="4978400" cy="319087"/>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0115" name="Text Box 97"/>
          <p:cNvSpPr txBox="1"/>
          <p:nvPr/>
        </p:nvSpPr>
        <p:spPr>
          <a:xfrm>
            <a:off x="869950" y="1903413"/>
            <a:ext cx="131445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b="1" i="1">
                <a:latin typeface="Arial" panose="020B0604020202090204" pitchFamily="34" charset="0"/>
              </a:rPr>
              <a:t>223.1.1.0/24</a:t>
            </a:r>
          </a:p>
        </p:txBody>
      </p:sp>
      <p:sp>
        <p:nvSpPr>
          <p:cNvPr id="90116" name="Text Box 98"/>
          <p:cNvSpPr txBox="1"/>
          <p:nvPr/>
        </p:nvSpPr>
        <p:spPr>
          <a:xfrm>
            <a:off x="4348163" y="4398963"/>
            <a:ext cx="131445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b="1" i="1">
                <a:latin typeface="Arial" panose="020B0604020202090204" pitchFamily="34" charset="0"/>
              </a:rPr>
              <a:t>223.1.2.0/24</a:t>
            </a:r>
          </a:p>
        </p:txBody>
      </p:sp>
      <p:sp>
        <p:nvSpPr>
          <p:cNvPr id="90117" name="Text Box 99"/>
          <p:cNvSpPr txBox="1"/>
          <p:nvPr/>
        </p:nvSpPr>
        <p:spPr>
          <a:xfrm>
            <a:off x="2651125" y="5992813"/>
            <a:ext cx="131445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b="1" i="1">
                <a:latin typeface="Arial" panose="020B0604020202090204" pitchFamily="34" charset="0"/>
              </a:rPr>
              <a:t>223.1.3.0/24</a:t>
            </a:r>
          </a:p>
        </p:txBody>
      </p:sp>
      <p:sp>
        <p:nvSpPr>
          <p:cNvPr id="90118" name="Rectangle 100"/>
          <p:cNvSpPr/>
          <p:nvPr/>
        </p:nvSpPr>
        <p:spPr>
          <a:xfrm>
            <a:off x="1663700" y="4233863"/>
            <a:ext cx="847725" cy="180975"/>
          </a:xfrm>
          <a:prstGeom prst="rect">
            <a:avLst/>
          </a:prstGeom>
          <a:solidFill>
            <a:schemeClr val="bg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0119" name="Freeform 101"/>
          <p:cNvSpPr/>
          <p:nvPr/>
        </p:nvSpPr>
        <p:spPr>
          <a:xfrm>
            <a:off x="1076325" y="2173288"/>
            <a:ext cx="1941513" cy="2049462"/>
          </a:xfrm>
          <a:custGeom>
            <a:avLst/>
            <a:gdLst>
              <a:gd name="txL" fmla="*/ 0 w 1223"/>
              <a:gd name="txT" fmla="*/ 0 h 1291"/>
              <a:gd name="txR" fmla="*/ 1223 w 1223"/>
              <a:gd name="txB" fmla="*/ 1291 h 1291"/>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66CCFF">
              <a:alpha val="100000"/>
            </a:srgbClr>
          </a:solidFill>
          <a:ln w="9525">
            <a:noFill/>
          </a:ln>
        </p:spPr>
        <p:txBody>
          <a:bodyPr/>
          <a:lstStyle/>
          <a:p>
            <a:endParaRPr lang="zh-CN" altLang="en-US"/>
          </a:p>
        </p:txBody>
      </p:sp>
      <p:sp>
        <p:nvSpPr>
          <p:cNvPr id="90120" name="Freeform 102"/>
          <p:cNvSpPr/>
          <p:nvPr/>
        </p:nvSpPr>
        <p:spPr>
          <a:xfrm>
            <a:off x="3603625" y="2482850"/>
            <a:ext cx="1906588" cy="1958975"/>
          </a:xfrm>
          <a:custGeom>
            <a:avLst/>
            <a:gdLst>
              <a:gd name="txL" fmla="*/ 0 w 1201"/>
              <a:gd name="txT" fmla="*/ 0 h 1234"/>
              <a:gd name="txR" fmla="*/ 1201 w 1201"/>
              <a:gd name="txB" fmla="*/ 1234 h 1234"/>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01" h="1234">
                <a:moveTo>
                  <a:pt x="25" y="709"/>
                </a:moveTo>
                <a:cubicBezTo>
                  <a:pt x="49" y="824"/>
                  <a:pt x="428" y="709"/>
                  <a:pt x="526" y="780"/>
                </a:cubicBezTo>
                <a:cubicBezTo>
                  <a:pt x="624" y="851"/>
                  <a:pt x="543" y="1059"/>
                  <a:pt x="613" y="1134"/>
                </a:cubicBezTo>
                <a:cubicBezTo>
                  <a:pt x="683" y="1209"/>
                  <a:pt x="853" y="1234"/>
                  <a:pt x="946" y="1230"/>
                </a:cubicBezTo>
                <a:cubicBezTo>
                  <a:pt x="1039" y="1226"/>
                  <a:pt x="1141" y="1163"/>
                  <a:pt x="1171" y="1107"/>
                </a:cubicBezTo>
                <a:cubicBezTo>
                  <a:pt x="1201" y="1051"/>
                  <a:pt x="1135" y="963"/>
                  <a:pt x="1126" y="894"/>
                </a:cubicBezTo>
                <a:cubicBezTo>
                  <a:pt x="1117" y="825"/>
                  <a:pt x="1119" y="772"/>
                  <a:pt x="1114" y="693"/>
                </a:cubicBezTo>
                <a:cubicBezTo>
                  <a:pt x="1109" y="614"/>
                  <a:pt x="1095" y="502"/>
                  <a:pt x="1099" y="423"/>
                </a:cubicBezTo>
                <a:cubicBezTo>
                  <a:pt x="1103" y="344"/>
                  <a:pt x="1141" y="281"/>
                  <a:pt x="1141" y="216"/>
                </a:cubicBezTo>
                <a:cubicBezTo>
                  <a:pt x="1141" y="151"/>
                  <a:pt x="1185" y="56"/>
                  <a:pt x="1102" y="33"/>
                </a:cubicBezTo>
                <a:cubicBezTo>
                  <a:pt x="1019" y="10"/>
                  <a:pt x="740" y="0"/>
                  <a:pt x="646" y="81"/>
                </a:cubicBezTo>
                <a:cubicBezTo>
                  <a:pt x="552" y="162"/>
                  <a:pt x="635" y="441"/>
                  <a:pt x="535" y="519"/>
                </a:cubicBezTo>
                <a:cubicBezTo>
                  <a:pt x="435" y="597"/>
                  <a:pt x="129" y="516"/>
                  <a:pt x="44" y="548"/>
                </a:cubicBezTo>
                <a:cubicBezTo>
                  <a:pt x="15" y="601"/>
                  <a:pt x="0" y="594"/>
                  <a:pt x="25" y="709"/>
                </a:cubicBezTo>
                <a:close/>
              </a:path>
            </a:pathLst>
          </a:custGeom>
          <a:solidFill>
            <a:srgbClr val="66CCFF">
              <a:alpha val="100000"/>
            </a:srgbClr>
          </a:solidFill>
          <a:ln w="9525">
            <a:noFill/>
          </a:ln>
        </p:spPr>
        <p:txBody>
          <a:bodyPr/>
          <a:lstStyle/>
          <a:p>
            <a:endParaRPr lang="zh-CN" altLang="en-US"/>
          </a:p>
        </p:txBody>
      </p:sp>
      <p:sp>
        <p:nvSpPr>
          <p:cNvPr id="90121" name="Freeform 103"/>
          <p:cNvSpPr/>
          <p:nvPr/>
        </p:nvSpPr>
        <p:spPr>
          <a:xfrm>
            <a:off x="2276475" y="3916363"/>
            <a:ext cx="2041525" cy="1979612"/>
          </a:xfrm>
          <a:custGeom>
            <a:avLst/>
            <a:gdLst>
              <a:gd name="txL" fmla="*/ 0 w 1286"/>
              <a:gd name="txT" fmla="*/ 0 h 1247"/>
              <a:gd name="txR" fmla="*/ 1286 w 1286"/>
              <a:gd name="txB" fmla="*/ 1247 h 124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286" h="1247">
                <a:moveTo>
                  <a:pt x="587" y="30"/>
                </a:moveTo>
                <a:cubicBezTo>
                  <a:pt x="473" y="60"/>
                  <a:pt x="601" y="475"/>
                  <a:pt x="509" y="618"/>
                </a:cubicBezTo>
                <a:cubicBezTo>
                  <a:pt x="424" y="765"/>
                  <a:pt x="154" y="830"/>
                  <a:pt x="77" y="909"/>
                </a:cubicBezTo>
                <a:cubicBezTo>
                  <a:pt x="0" y="988"/>
                  <a:pt x="37" y="1043"/>
                  <a:pt x="47" y="1095"/>
                </a:cubicBezTo>
                <a:cubicBezTo>
                  <a:pt x="57" y="1147"/>
                  <a:pt x="71" y="1205"/>
                  <a:pt x="140" y="1224"/>
                </a:cubicBezTo>
                <a:cubicBezTo>
                  <a:pt x="209" y="1243"/>
                  <a:pt x="369" y="1212"/>
                  <a:pt x="461" y="1209"/>
                </a:cubicBezTo>
                <a:cubicBezTo>
                  <a:pt x="553" y="1206"/>
                  <a:pt x="571" y="1206"/>
                  <a:pt x="692" y="1209"/>
                </a:cubicBezTo>
                <a:cubicBezTo>
                  <a:pt x="813" y="1212"/>
                  <a:pt x="1094" y="1247"/>
                  <a:pt x="1190" y="1227"/>
                </a:cubicBezTo>
                <a:cubicBezTo>
                  <a:pt x="1286" y="1207"/>
                  <a:pt x="1279" y="1170"/>
                  <a:pt x="1271" y="1089"/>
                </a:cubicBezTo>
                <a:cubicBezTo>
                  <a:pt x="1263" y="1008"/>
                  <a:pt x="1217" y="818"/>
                  <a:pt x="1139" y="741"/>
                </a:cubicBezTo>
                <a:cubicBezTo>
                  <a:pt x="1061" y="664"/>
                  <a:pt x="865" y="743"/>
                  <a:pt x="800" y="627"/>
                </a:cubicBezTo>
                <a:cubicBezTo>
                  <a:pt x="735" y="511"/>
                  <a:pt x="785" y="142"/>
                  <a:pt x="749" y="42"/>
                </a:cubicBezTo>
                <a:cubicBezTo>
                  <a:pt x="695" y="15"/>
                  <a:pt x="701" y="0"/>
                  <a:pt x="587" y="30"/>
                </a:cubicBezTo>
                <a:close/>
              </a:path>
            </a:pathLst>
          </a:custGeom>
          <a:solidFill>
            <a:srgbClr val="66CCFF">
              <a:alpha val="100000"/>
            </a:srgbClr>
          </a:solidFill>
          <a:ln w="9525">
            <a:noFill/>
          </a:ln>
        </p:spPr>
        <p:txBody>
          <a:bodyPr/>
          <a:lstStyle/>
          <a:p>
            <a:endParaRPr lang="zh-CN" altLang="en-US"/>
          </a:p>
        </p:txBody>
      </p:sp>
      <p:sp>
        <p:nvSpPr>
          <p:cNvPr id="90122" name="Line 104"/>
          <p:cNvSpPr/>
          <p:nvPr/>
        </p:nvSpPr>
        <p:spPr>
          <a:xfrm>
            <a:off x="1625600" y="2695575"/>
            <a:ext cx="277813" cy="1588"/>
          </a:xfrm>
          <a:prstGeom prst="line">
            <a:avLst/>
          </a:prstGeom>
          <a:ln w="19050" cap="flat" cmpd="sng">
            <a:solidFill>
              <a:schemeClr val="tx1"/>
            </a:solidFill>
            <a:prstDash val="solid"/>
            <a:headEnd type="none" w="med" len="med"/>
            <a:tailEnd type="none" w="med" len="med"/>
          </a:ln>
        </p:spPr>
      </p:sp>
      <p:sp>
        <p:nvSpPr>
          <p:cNvPr id="90123" name="Line 106"/>
          <p:cNvSpPr/>
          <p:nvPr/>
        </p:nvSpPr>
        <p:spPr>
          <a:xfrm flipV="1">
            <a:off x="1674813" y="3416300"/>
            <a:ext cx="277812" cy="3175"/>
          </a:xfrm>
          <a:prstGeom prst="line">
            <a:avLst/>
          </a:prstGeom>
          <a:ln w="19050" cap="flat" cmpd="sng">
            <a:solidFill>
              <a:schemeClr val="tx1"/>
            </a:solidFill>
            <a:prstDash val="solid"/>
            <a:headEnd type="none" w="med" len="med"/>
            <a:tailEnd type="none" w="med" len="med"/>
          </a:ln>
        </p:spPr>
      </p:sp>
      <p:sp>
        <p:nvSpPr>
          <p:cNvPr id="90124" name="Line 107"/>
          <p:cNvSpPr/>
          <p:nvPr/>
        </p:nvSpPr>
        <p:spPr>
          <a:xfrm>
            <a:off x="1635125" y="3967163"/>
            <a:ext cx="273050" cy="1587"/>
          </a:xfrm>
          <a:prstGeom prst="line">
            <a:avLst/>
          </a:prstGeom>
          <a:ln w="19050" cap="flat" cmpd="sng">
            <a:solidFill>
              <a:schemeClr val="tx1"/>
            </a:solidFill>
            <a:prstDash val="solid"/>
            <a:headEnd type="none" w="med" len="med"/>
            <a:tailEnd type="none" w="med" len="med"/>
          </a:ln>
        </p:spPr>
      </p:sp>
      <p:sp>
        <p:nvSpPr>
          <p:cNvPr id="90125" name="Line 108"/>
          <p:cNvSpPr/>
          <p:nvPr/>
        </p:nvSpPr>
        <p:spPr>
          <a:xfrm flipV="1">
            <a:off x="2478088" y="3544888"/>
            <a:ext cx="561975" cy="1587"/>
          </a:xfrm>
          <a:prstGeom prst="line">
            <a:avLst/>
          </a:prstGeom>
          <a:ln w="19050" cap="flat" cmpd="sng">
            <a:solidFill>
              <a:schemeClr val="tx1"/>
            </a:solidFill>
            <a:prstDash val="solid"/>
            <a:headEnd type="none" w="med" len="med"/>
            <a:tailEnd type="none" w="med" len="med"/>
          </a:ln>
        </p:spPr>
      </p:sp>
      <p:sp>
        <p:nvSpPr>
          <p:cNvPr id="90126" name="Text Box 109"/>
          <p:cNvSpPr txBox="1"/>
          <p:nvPr/>
        </p:nvSpPr>
        <p:spPr>
          <a:xfrm>
            <a:off x="1673225" y="2370138"/>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223.1.1.1</a:t>
            </a:r>
            <a:endParaRPr lang="en-US" altLang="zh-CN" sz="1400">
              <a:latin typeface="Comic Sans MS" panose="030F0902030302020204" charset="0"/>
            </a:endParaRPr>
          </a:p>
        </p:txBody>
      </p:sp>
      <p:sp>
        <p:nvSpPr>
          <p:cNvPr id="90127" name="Text Box 111"/>
          <p:cNvSpPr txBox="1"/>
          <p:nvPr/>
        </p:nvSpPr>
        <p:spPr>
          <a:xfrm>
            <a:off x="1558925" y="3995738"/>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223.1.1.3</a:t>
            </a:r>
            <a:endParaRPr lang="en-US" altLang="zh-CN" sz="1400">
              <a:latin typeface="Comic Sans MS" panose="030F0902030302020204" charset="0"/>
            </a:endParaRPr>
          </a:p>
        </p:txBody>
      </p:sp>
      <p:sp>
        <p:nvSpPr>
          <p:cNvPr id="90128" name="Text Box 112"/>
          <p:cNvSpPr txBox="1"/>
          <p:nvPr/>
        </p:nvSpPr>
        <p:spPr>
          <a:xfrm>
            <a:off x="2305050" y="3235325"/>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223.1.1.4</a:t>
            </a:r>
            <a:endParaRPr lang="en-US" altLang="zh-CN" sz="1400">
              <a:latin typeface="Comic Sans MS" panose="030F0902030302020204" charset="0"/>
            </a:endParaRPr>
          </a:p>
        </p:txBody>
      </p:sp>
      <p:sp>
        <p:nvSpPr>
          <p:cNvPr id="90129" name="Line 113"/>
          <p:cNvSpPr/>
          <p:nvPr/>
        </p:nvSpPr>
        <p:spPr>
          <a:xfrm flipV="1">
            <a:off x="3552825" y="3546475"/>
            <a:ext cx="533400" cy="1588"/>
          </a:xfrm>
          <a:prstGeom prst="line">
            <a:avLst/>
          </a:prstGeom>
          <a:ln w="19050" cap="flat" cmpd="sng">
            <a:solidFill>
              <a:schemeClr val="tx1"/>
            </a:solidFill>
            <a:prstDash val="solid"/>
            <a:headEnd type="none" w="med" len="med"/>
            <a:tailEnd type="none" w="med" len="med"/>
          </a:ln>
        </p:spPr>
      </p:sp>
      <p:sp>
        <p:nvSpPr>
          <p:cNvPr id="90130" name="Text Box 114"/>
          <p:cNvSpPr txBox="1"/>
          <p:nvPr/>
        </p:nvSpPr>
        <p:spPr>
          <a:xfrm>
            <a:off x="3425825" y="3236913"/>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223.1.2.9</a:t>
            </a:r>
            <a:endParaRPr lang="en-US" altLang="zh-CN" sz="1400">
              <a:latin typeface="Comic Sans MS" panose="030F0902030302020204" charset="0"/>
            </a:endParaRPr>
          </a:p>
        </p:txBody>
      </p:sp>
      <p:sp>
        <p:nvSpPr>
          <p:cNvPr id="90131" name="Line 116"/>
          <p:cNvSpPr/>
          <p:nvPr/>
        </p:nvSpPr>
        <p:spPr>
          <a:xfrm>
            <a:off x="4745038" y="2857500"/>
            <a:ext cx="234950" cy="6350"/>
          </a:xfrm>
          <a:prstGeom prst="line">
            <a:avLst/>
          </a:prstGeom>
          <a:ln w="19050" cap="flat" cmpd="sng">
            <a:solidFill>
              <a:schemeClr val="tx1"/>
            </a:solidFill>
            <a:prstDash val="solid"/>
            <a:headEnd type="none" w="med" len="med"/>
            <a:tailEnd type="none" w="med" len="med"/>
          </a:ln>
        </p:spPr>
      </p:sp>
      <p:sp>
        <p:nvSpPr>
          <p:cNvPr id="90132" name="Line 117"/>
          <p:cNvSpPr/>
          <p:nvPr/>
        </p:nvSpPr>
        <p:spPr>
          <a:xfrm>
            <a:off x="4799013" y="4133850"/>
            <a:ext cx="234950" cy="6350"/>
          </a:xfrm>
          <a:prstGeom prst="line">
            <a:avLst/>
          </a:prstGeom>
          <a:ln w="19050" cap="flat" cmpd="sng">
            <a:solidFill>
              <a:schemeClr val="tx1"/>
            </a:solidFill>
            <a:prstDash val="solid"/>
            <a:headEnd type="none" w="med" len="med"/>
            <a:tailEnd type="none" w="med" len="med"/>
          </a:ln>
        </p:spPr>
      </p:sp>
      <p:sp>
        <p:nvSpPr>
          <p:cNvPr id="90133" name="Line 120"/>
          <p:cNvSpPr/>
          <p:nvPr/>
        </p:nvSpPr>
        <p:spPr>
          <a:xfrm flipH="1">
            <a:off x="3311525" y="3886200"/>
            <a:ext cx="3175" cy="708025"/>
          </a:xfrm>
          <a:prstGeom prst="line">
            <a:avLst/>
          </a:prstGeom>
          <a:ln w="19050" cap="flat" cmpd="sng">
            <a:solidFill>
              <a:schemeClr val="tx1"/>
            </a:solidFill>
            <a:prstDash val="solid"/>
            <a:headEnd type="none" w="med" len="med"/>
            <a:tailEnd type="none" w="med" len="med"/>
          </a:ln>
        </p:spPr>
      </p:sp>
      <p:sp>
        <p:nvSpPr>
          <p:cNvPr id="90134" name="Line 122"/>
          <p:cNvSpPr/>
          <p:nvPr/>
        </p:nvSpPr>
        <p:spPr>
          <a:xfrm flipH="1" flipV="1">
            <a:off x="2736850" y="5230813"/>
            <a:ext cx="3175" cy="241300"/>
          </a:xfrm>
          <a:prstGeom prst="line">
            <a:avLst/>
          </a:prstGeom>
          <a:ln w="19050" cap="flat" cmpd="sng">
            <a:solidFill>
              <a:schemeClr val="tx1"/>
            </a:solidFill>
            <a:prstDash val="solid"/>
            <a:headEnd type="none" w="med" len="med"/>
            <a:tailEnd type="none" w="med" len="med"/>
          </a:ln>
        </p:spPr>
      </p:sp>
      <p:sp>
        <p:nvSpPr>
          <p:cNvPr id="90135" name="Line 123"/>
          <p:cNvSpPr/>
          <p:nvPr/>
        </p:nvSpPr>
        <p:spPr>
          <a:xfrm flipH="1" flipV="1">
            <a:off x="3878263" y="5164138"/>
            <a:ext cx="3175" cy="241300"/>
          </a:xfrm>
          <a:prstGeom prst="line">
            <a:avLst/>
          </a:prstGeom>
          <a:ln w="19050" cap="flat" cmpd="sng">
            <a:solidFill>
              <a:schemeClr val="tx1"/>
            </a:solidFill>
            <a:prstDash val="solid"/>
            <a:headEnd type="none" w="med" len="med"/>
            <a:tailEnd type="none" w="med" len="med"/>
          </a:ln>
        </p:spPr>
      </p:sp>
      <p:sp>
        <p:nvSpPr>
          <p:cNvPr id="90136" name="Text Box 124"/>
          <p:cNvSpPr txBox="1"/>
          <p:nvPr/>
        </p:nvSpPr>
        <p:spPr>
          <a:xfrm>
            <a:off x="3849688" y="5041900"/>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223.1.3.2</a:t>
            </a:r>
            <a:endParaRPr lang="en-US" altLang="zh-CN" sz="1400">
              <a:latin typeface="Comic Sans MS" panose="030F0902030302020204" charset="0"/>
            </a:endParaRPr>
          </a:p>
        </p:txBody>
      </p:sp>
      <p:sp>
        <p:nvSpPr>
          <p:cNvPr id="90137" name="Text Box 127"/>
          <p:cNvSpPr txBox="1"/>
          <p:nvPr/>
        </p:nvSpPr>
        <p:spPr>
          <a:xfrm>
            <a:off x="1701800" y="5053013"/>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223.1.3.1</a:t>
            </a:r>
            <a:endParaRPr lang="en-US" altLang="zh-CN" sz="1400">
              <a:latin typeface="Comic Sans MS" panose="030F0902030302020204" charset="0"/>
            </a:endParaRPr>
          </a:p>
        </p:txBody>
      </p:sp>
      <p:grpSp>
        <p:nvGrpSpPr>
          <p:cNvPr id="90138" name="Group 129"/>
          <p:cNvGrpSpPr/>
          <p:nvPr/>
        </p:nvGrpSpPr>
        <p:grpSpPr>
          <a:xfrm>
            <a:off x="1071563" y="2397125"/>
            <a:ext cx="641350" cy="558800"/>
            <a:chOff x="-44" y="1473"/>
            <a:chExt cx="981" cy="1105"/>
          </a:xfrm>
        </p:grpSpPr>
        <p:pic>
          <p:nvPicPr>
            <p:cNvPr id="90238" name="Picture 130"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90239" name="Freeform 131"/>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90139" name="Group 132"/>
          <p:cNvGrpSpPr/>
          <p:nvPr/>
        </p:nvGrpSpPr>
        <p:grpSpPr>
          <a:xfrm>
            <a:off x="1066800" y="3006725"/>
            <a:ext cx="641350" cy="558800"/>
            <a:chOff x="-44" y="1473"/>
            <a:chExt cx="981" cy="1105"/>
          </a:xfrm>
        </p:grpSpPr>
        <p:pic>
          <p:nvPicPr>
            <p:cNvPr id="90236" name="Picture 133"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90237" name="Freeform 134"/>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90140" name="Group 135"/>
          <p:cNvGrpSpPr/>
          <p:nvPr/>
        </p:nvGrpSpPr>
        <p:grpSpPr>
          <a:xfrm>
            <a:off x="1095375" y="3616325"/>
            <a:ext cx="641350" cy="558800"/>
            <a:chOff x="-44" y="1473"/>
            <a:chExt cx="981" cy="1105"/>
          </a:xfrm>
        </p:grpSpPr>
        <p:pic>
          <p:nvPicPr>
            <p:cNvPr id="90234" name="Picture 136"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90235" name="Freeform 137"/>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90141" name="Group 138"/>
          <p:cNvGrpSpPr/>
          <p:nvPr/>
        </p:nvGrpSpPr>
        <p:grpSpPr>
          <a:xfrm flipH="1">
            <a:off x="4803775" y="2565400"/>
            <a:ext cx="641350" cy="558800"/>
            <a:chOff x="-44" y="1473"/>
            <a:chExt cx="981" cy="1105"/>
          </a:xfrm>
        </p:grpSpPr>
        <p:pic>
          <p:nvPicPr>
            <p:cNvPr id="90232" name="Picture 139"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90233" name="Freeform 140"/>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90142" name="Group 141"/>
          <p:cNvGrpSpPr/>
          <p:nvPr/>
        </p:nvGrpSpPr>
        <p:grpSpPr>
          <a:xfrm flipH="1">
            <a:off x="4878388" y="3844925"/>
            <a:ext cx="641350" cy="558800"/>
            <a:chOff x="-44" y="1473"/>
            <a:chExt cx="981" cy="1105"/>
          </a:xfrm>
        </p:grpSpPr>
        <p:pic>
          <p:nvPicPr>
            <p:cNvPr id="90230" name="Picture 142"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90231" name="Freeform 143"/>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90143" name="Group 144"/>
          <p:cNvGrpSpPr/>
          <p:nvPr/>
        </p:nvGrpSpPr>
        <p:grpSpPr>
          <a:xfrm flipH="1">
            <a:off x="3670300" y="5368925"/>
            <a:ext cx="641350" cy="558800"/>
            <a:chOff x="-44" y="1473"/>
            <a:chExt cx="981" cy="1105"/>
          </a:xfrm>
        </p:grpSpPr>
        <p:pic>
          <p:nvPicPr>
            <p:cNvPr id="90228" name="Picture 145"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90229" name="Freeform 146"/>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90144" name="Group 147"/>
          <p:cNvGrpSpPr/>
          <p:nvPr/>
        </p:nvGrpSpPr>
        <p:grpSpPr>
          <a:xfrm flipH="1">
            <a:off x="2506663" y="5410200"/>
            <a:ext cx="641350" cy="558800"/>
            <a:chOff x="-44" y="1473"/>
            <a:chExt cx="981" cy="1105"/>
          </a:xfrm>
        </p:grpSpPr>
        <p:pic>
          <p:nvPicPr>
            <p:cNvPr id="90226" name="Picture 148"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90227" name="Freeform 149"/>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90145" name="Group 150"/>
          <p:cNvGrpSpPr/>
          <p:nvPr/>
        </p:nvGrpSpPr>
        <p:grpSpPr>
          <a:xfrm>
            <a:off x="2935288" y="3503613"/>
            <a:ext cx="698500" cy="355600"/>
            <a:chOff x="4396" y="1245"/>
            <a:chExt cx="672" cy="248"/>
          </a:xfrm>
        </p:grpSpPr>
        <p:sp>
          <p:nvSpPr>
            <p:cNvPr id="90218"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Times New Roman" panose="02020503050405090304" charset="0"/>
                <a:ea typeface="Arial" panose="020B0604020202090204" pitchFamily="34" charset="0"/>
              </a:endParaRPr>
            </a:p>
          </p:txBody>
        </p:sp>
        <p:sp>
          <p:nvSpPr>
            <p:cNvPr id="90219"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1400">
                <a:latin typeface="Times New Roman" panose="02020503050405090304" charset="0"/>
                <a:ea typeface="Arial" panose="020B0604020202090204" pitchFamily="34" charset="0"/>
              </a:endParaRPr>
            </a:p>
          </p:txBody>
        </p:sp>
        <p:sp>
          <p:nvSpPr>
            <p:cNvPr id="90220"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Times New Roman" panose="02020503050405090304" charset="0"/>
                <a:ea typeface="Arial" panose="020B0604020202090204" pitchFamily="34" charset="0"/>
              </a:endParaRPr>
            </a:p>
          </p:txBody>
        </p:sp>
        <p:grpSp>
          <p:nvGrpSpPr>
            <p:cNvPr id="90221" name="Group 154"/>
            <p:cNvGrpSpPr/>
            <p:nvPr/>
          </p:nvGrpSpPr>
          <p:grpSpPr>
            <a:xfrm>
              <a:off x="4530" y="1287"/>
              <a:ext cx="377" cy="75"/>
              <a:chOff x="2468" y="1332"/>
              <a:chExt cx="310" cy="60"/>
            </a:xfrm>
          </p:grpSpPr>
          <p:sp>
            <p:nvSpPr>
              <p:cNvPr id="90224" name="Freeform 15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90225" name="Freeform 15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90222" name="Line 157"/>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90223" name="Line 158"/>
            <p:cNvSpPr/>
            <p:nvPr/>
          </p:nvSpPr>
          <p:spPr>
            <a:xfrm>
              <a:off x="5063" y="1326"/>
              <a:ext cx="0" cy="107"/>
            </a:xfrm>
            <a:prstGeom prst="line">
              <a:avLst/>
            </a:prstGeom>
            <a:ln w="19050" cap="flat" cmpd="sng">
              <a:solidFill>
                <a:srgbClr val="000000"/>
              </a:solidFill>
              <a:prstDash val="solid"/>
              <a:headEnd type="none" w="med" len="med"/>
              <a:tailEnd type="none" w="med" len="med"/>
            </a:ln>
          </p:spPr>
        </p:sp>
      </p:grpSp>
      <p:sp>
        <p:nvSpPr>
          <p:cNvPr id="90146" name="Rectangle 162"/>
          <p:cNvSpPr/>
          <p:nvPr/>
        </p:nvSpPr>
        <p:spPr>
          <a:xfrm>
            <a:off x="1789113" y="3119438"/>
            <a:ext cx="288925" cy="233362"/>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147" name="Text Box 110"/>
          <p:cNvSpPr txBox="1"/>
          <p:nvPr/>
        </p:nvSpPr>
        <p:spPr>
          <a:xfrm>
            <a:off x="1624013" y="3025775"/>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223.1.1.2</a:t>
            </a:r>
            <a:endParaRPr lang="en-US" altLang="zh-CN" sz="1400">
              <a:latin typeface="Comic Sans MS" panose="030F0902030302020204" charset="0"/>
            </a:endParaRPr>
          </a:p>
        </p:txBody>
      </p:sp>
      <p:sp>
        <p:nvSpPr>
          <p:cNvPr id="90148" name="Rectangle 165"/>
          <p:cNvSpPr/>
          <p:nvPr/>
        </p:nvSpPr>
        <p:spPr>
          <a:xfrm>
            <a:off x="4530725" y="3829050"/>
            <a:ext cx="288925" cy="233363"/>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149" name="Rectangle 166"/>
          <p:cNvSpPr/>
          <p:nvPr/>
        </p:nvSpPr>
        <p:spPr>
          <a:xfrm>
            <a:off x="3178175" y="4014788"/>
            <a:ext cx="288925" cy="233362"/>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150" name="Text Box 128"/>
          <p:cNvSpPr txBox="1"/>
          <p:nvPr/>
        </p:nvSpPr>
        <p:spPr>
          <a:xfrm>
            <a:off x="2801938" y="3976688"/>
            <a:ext cx="1033462"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223.1.3.27</a:t>
            </a:r>
            <a:endParaRPr lang="en-US" altLang="zh-CN" sz="1400">
              <a:latin typeface="Comic Sans MS" panose="030F0902030302020204" charset="0"/>
            </a:endParaRPr>
          </a:p>
        </p:txBody>
      </p:sp>
      <p:sp>
        <p:nvSpPr>
          <p:cNvPr id="90151" name="Text Box 118"/>
          <p:cNvSpPr txBox="1"/>
          <p:nvPr/>
        </p:nvSpPr>
        <p:spPr>
          <a:xfrm>
            <a:off x="3900488" y="3843338"/>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223.1.2.2</a:t>
            </a:r>
            <a:endParaRPr lang="en-US" altLang="zh-CN" sz="1400">
              <a:latin typeface="Comic Sans MS" panose="030F0902030302020204" charset="0"/>
            </a:endParaRPr>
          </a:p>
        </p:txBody>
      </p:sp>
      <p:sp>
        <p:nvSpPr>
          <p:cNvPr id="90152" name="Text Box 119"/>
          <p:cNvSpPr txBox="1"/>
          <p:nvPr/>
        </p:nvSpPr>
        <p:spPr>
          <a:xfrm>
            <a:off x="4730750" y="2327275"/>
            <a:ext cx="933450" cy="307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223.1.2.1</a:t>
            </a:r>
            <a:endParaRPr lang="en-US" altLang="zh-CN" sz="1400">
              <a:latin typeface="Comic Sans MS" panose="030F0902030302020204" charset="0"/>
            </a:endParaRPr>
          </a:p>
        </p:txBody>
      </p:sp>
      <p:sp>
        <p:nvSpPr>
          <p:cNvPr id="90153" name="Text Box 168"/>
          <p:cNvSpPr txBox="1"/>
          <p:nvPr/>
        </p:nvSpPr>
        <p:spPr>
          <a:xfrm>
            <a:off x="3465513" y="1760538"/>
            <a:ext cx="906462" cy="6096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spcBef>
                <a:spcPct val="0"/>
              </a:spcBef>
              <a:buClrTx/>
              <a:buSzTx/>
              <a:buFontTx/>
              <a:buNone/>
            </a:pPr>
            <a:r>
              <a:rPr lang="en-US" altLang="zh-CN" sz="2000" i="1">
                <a:solidFill>
                  <a:srgbClr val="CC0000"/>
                </a:solidFill>
                <a:latin typeface="Arial" panose="020B0604020202090204" pitchFamily="34" charset="0"/>
              </a:rPr>
              <a:t>DHCP</a:t>
            </a:r>
          </a:p>
          <a:p>
            <a:pPr marL="0" lvl="0" indent="0">
              <a:spcBef>
                <a:spcPct val="0"/>
              </a:spcBef>
              <a:buClrTx/>
              <a:buSzTx/>
              <a:buFontTx/>
              <a:buNone/>
            </a:pPr>
            <a:r>
              <a:rPr lang="en-US" altLang="zh-CN" sz="2000" i="1">
                <a:solidFill>
                  <a:srgbClr val="CC0000"/>
                </a:solidFill>
                <a:latin typeface="Arial" panose="020B0604020202090204" pitchFamily="34" charset="0"/>
              </a:rPr>
              <a:t>server</a:t>
            </a:r>
          </a:p>
        </p:txBody>
      </p:sp>
      <p:sp>
        <p:nvSpPr>
          <p:cNvPr id="90154" name="Text Box 170"/>
          <p:cNvSpPr txBox="1"/>
          <p:nvPr/>
        </p:nvSpPr>
        <p:spPr>
          <a:xfrm>
            <a:off x="6627813" y="3059113"/>
            <a:ext cx="1820862" cy="11271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spcBef>
                <a:spcPct val="0"/>
              </a:spcBef>
              <a:buClrTx/>
              <a:buSzTx/>
              <a:buFontTx/>
              <a:buNone/>
            </a:pPr>
            <a:r>
              <a:rPr lang="en-US" altLang="zh-CN" sz="2000" i="1">
                <a:latin typeface="Arial" panose="020B0604020202090204" pitchFamily="34" charset="0"/>
              </a:rPr>
              <a:t>arriving </a:t>
            </a:r>
            <a:r>
              <a:rPr lang="en-US" altLang="zh-CN" sz="2000" i="1">
                <a:solidFill>
                  <a:srgbClr val="CC0000"/>
                </a:solidFill>
                <a:latin typeface="Arial" panose="020B0604020202090204" pitchFamily="34" charset="0"/>
              </a:rPr>
              <a:t>DHCP</a:t>
            </a:r>
          </a:p>
          <a:p>
            <a:pPr marL="0" lvl="0" indent="0">
              <a:spcBef>
                <a:spcPct val="0"/>
              </a:spcBef>
              <a:buClrTx/>
              <a:buSzTx/>
              <a:buFontTx/>
              <a:buNone/>
            </a:pPr>
            <a:r>
              <a:rPr lang="en-US" altLang="zh-CN" sz="2000" i="1">
                <a:solidFill>
                  <a:srgbClr val="CC0000"/>
                </a:solidFill>
                <a:latin typeface="Arial" panose="020B0604020202090204" pitchFamily="34" charset="0"/>
              </a:rPr>
              <a:t>client</a:t>
            </a:r>
            <a:r>
              <a:rPr lang="en-US" altLang="zh-CN" sz="2000" i="1">
                <a:latin typeface="Arial" panose="020B0604020202090204" pitchFamily="34" charset="0"/>
              </a:rPr>
              <a:t> needs </a:t>
            </a:r>
          </a:p>
          <a:p>
            <a:pPr marL="0" lvl="0" indent="0">
              <a:spcBef>
                <a:spcPct val="0"/>
              </a:spcBef>
              <a:buClrTx/>
              <a:buSzTx/>
              <a:buFontTx/>
              <a:buNone/>
            </a:pPr>
            <a:r>
              <a:rPr lang="en-US" altLang="zh-CN" sz="2000" i="1">
                <a:latin typeface="Arial" panose="020B0604020202090204" pitchFamily="34" charset="0"/>
              </a:rPr>
              <a:t>address in this</a:t>
            </a:r>
          </a:p>
          <a:p>
            <a:pPr marL="0" lvl="0" indent="0">
              <a:spcBef>
                <a:spcPct val="0"/>
              </a:spcBef>
              <a:buClrTx/>
              <a:buSzTx/>
              <a:buFontTx/>
              <a:buNone/>
            </a:pPr>
            <a:r>
              <a:rPr lang="en-US" altLang="zh-CN" sz="2000" i="1">
                <a:latin typeface="Arial" panose="020B0604020202090204" pitchFamily="34" charset="0"/>
              </a:rPr>
              <a:t>network</a:t>
            </a:r>
          </a:p>
        </p:txBody>
      </p:sp>
      <p:grpSp>
        <p:nvGrpSpPr>
          <p:cNvPr id="90155" name="Group 195"/>
          <p:cNvGrpSpPr/>
          <p:nvPr/>
        </p:nvGrpSpPr>
        <p:grpSpPr>
          <a:xfrm>
            <a:off x="3873500" y="2395538"/>
            <a:ext cx="401638" cy="681037"/>
            <a:chOff x="4140" y="429"/>
            <a:chExt cx="1425" cy="2396"/>
          </a:xfrm>
        </p:grpSpPr>
        <p:sp>
          <p:nvSpPr>
            <p:cNvPr id="90186" name="Freeform 196"/>
            <p:cNvSpPr/>
            <p:nvPr/>
          </p:nvSpPr>
          <p:spPr>
            <a:xfrm>
              <a:off x="5268" y="433"/>
              <a:ext cx="283" cy="2286"/>
            </a:xfrm>
            <a:custGeom>
              <a:avLst/>
              <a:gdLst>
                <a:gd name="txL" fmla="*/ 0 w 354"/>
                <a:gd name="txT" fmla="*/ 0 h 2742"/>
                <a:gd name="txR" fmla="*/ 354 w 354"/>
                <a:gd name="txB" fmla="*/ 2742 h 2742"/>
              </a:gdLst>
              <a:ahLst/>
              <a:cxnLst>
                <a:cxn ang="0">
                  <a:pos x="2" y="0"/>
                </a:cxn>
                <a:cxn ang="0">
                  <a:pos x="10" y="19"/>
                </a:cxn>
                <a:cxn ang="0">
                  <a:pos x="10" y="143"/>
                </a:cxn>
                <a:cxn ang="0">
                  <a:pos x="0" y="149"/>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90187" name="Rectangle 197"/>
            <p:cNvSpPr/>
            <p:nvPr/>
          </p:nvSpPr>
          <p:spPr>
            <a:xfrm>
              <a:off x="4208" y="429"/>
              <a:ext cx="1048" cy="2284"/>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188" name="Freeform 198"/>
            <p:cNvSpPr/>
            <p:nvPr/>
          </p:nvSpPr>
          <p:spPr>
            <a:xfrm>
              <a:off x="5321" y="570"/>
              <a:ext cx="169" cy="2115"/>
            </a:xfrm>
            <a:custGeom>
              <a:avLst/>
              <a:gdLst>
                <a:gd name="txL" fmla="*/ 0 w 211"/>
                <a:gd name="txT" fmla="*/ 0 h 2537"/>
                <a:gd name="txR" fmla="*/ 211 w 211"/>
                <a:gd name="txB" fmla="*/ 2537 h 2537"/>
              </a:gdLst>
              <a:ahLst/>
              <a:cxnLst>
                <a:cxn ang="0">
                  <a:pos x="2" y="0"/>
                </a:cxn>
                <a:cxn ang="0">
                  <a:pos x="6" y="13"/>
                </a:cxn>
                <a:cxn ang="0">
                  <a:pos x="2" y="136"/>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90189" name="Freeform 199"/>
            <p:cNvSpPr/>
            <p:nvPr/>
          </p:nvSpPr>
          <p:spPr>
            <a:xfrm>
              <a:off x="5284" y="1640"/>
              <a:ext cx="263" cy="189"/>
            </a:xfrm>
            <a:custGeom>
              <a:avLst/>
              <a:gdLst>
                <a:gd name="txL" fmla="*/ 0 w 328"/>
                <a:gd name="txT" fmla="*/ 0 h 226"/>
                <a:gd name="txR" fmla="*/ 328 w 328"/>
                <a:gd name="txB" fmla="*/ 226 h 226"/>
              </a:gdLst>
              <a:ahLst/>
              <a:cxnLst>
                <a:cxn ang="0">
                  <a:pos x="2" y="0"/>
                </a:cxn>
                <a:cxn ang="0">
                  <a:pos x="9" y="8"/>
                </a:cxn>
                <a:cxn ang="0">
                  <a:pos x="9" y="13"/>
                </a:cxn>
                <a:cxn ang="0">
                  <a:pos x="0" y="6"/>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0190" name="Rectangle 200"/>
            <p:cNvSpPr/>
            <p:nvPr/>
          </p:nvSpPr>
          <p:spPr>
            <a:xfrm>
              <a:off x="4213" y="691"/>
              <a:ext cx="597" cy="50"/>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grpSp>
          <p:nvGrpSpPr>
            <p:cNvPr id="90191" name="Group 201"/>
            <p:cNvGrpSpPr/>
            <p:nvPr/>
          </p:nvGrpSpPr>
          <p:grpSpPr>
            <a:xfrm>
              <a:off x="4749" y="668"/>
              <a:ext cx="581" cy="145"/>
              <a:chOff x="614" y="2568"/>
              <a:chExt cx="725" cy="139"/>
            </a:xfrm>
          </p:grpSpPr>
          <p:sp>
            <p:nvSpPr>
              <p:cNvPr id="90216" name="AutoShape 202"/>
              <p:cNvSpPr/>
              <p:nvPr/>
            </p:nvSpPr>
            <p:spPr>
              <a:xfrm>
                <a:off x="613" y="2569"/>
                <a:ext cx="724"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17" name="AutoShape 203"/>
              <p:cNvSpPr/>
              <p:nvPr/>
            </p:nvSpPr>
            <p:spPr>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grpSp>
        <p:sp>
          <p:nvSpPr>
            <p:cNvPr id="90192" name="Rectangle 204"/>
            <p:cNvSpPr/>
            <p:nvPr/>
          </p:nvSpPr>
          <p:spPr>
            <a:xfrm>
              <a:off x="4224" y="1021"/>
              <a:ext cx="597" cy="45"/>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grpSp>
          <p:nvGrpSpPr>
            <p:cNvPr id="90193" name="Group 205"/>
            <p:cNvGrpSpPr/>
            <p:nvPr/>
          </p:nvGrpSpPr>
          <p:grpSpPr>
            <a:xfrm>
              <a:off x="4747" y="994"/>
              <a:ext cx="581" cy="134"/>
              <a:chOff x="614" y="2568"/>
              <a:chExt cx="725" cy="139"/>
            </a:xfrm>
          </p:grpSpPr>
          <p:sp>
            <p:nvSpPr>
              <p:cNvPr id="90214" name="AutoShape 206"/>
              <p:cNvSpPr/>
              <p:nvPr/>
            </p:nvSpPr>
            <p:spPr>
              <a:xfrm>
                <a:off x="616" y="2567"/>
                <a:ext cx="724"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15" name="AutoShape 207"/>
              <p:cNvSpPr/>
              <p:nvPr/>
            </p:nvSpPr>
            <p:spPr>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grpSp>
        <p:sp>
          <p:nvSpPr>
            <p:cNvPr id="90194" name="Rectangle 208"/>
            <p:cNvSpPr/>
            <p:nvPr/>
          </p:nvSpPr>
          <p:spPr>
            <a:xfrm>
              <a:off x="4219" y="1356"/>
              <a:ext cx="591" cy="50"/>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195" name="Rectangle 209"/>
            <p:cNvSpPr/>
            <p:nvPr/>
          </p:nvSpPr>
          <p:spPr>
            <a:xfrm>
              <a:off x="4230" y="1658"/>
              <a:ext cx="591" cy="45"/>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grpSp>
          <p:nvGrpSpPr>
            <p:cNvPr id="90196" name="Group 210"/>
            <p:cNvGrpSpPr/>
            <p:nvPr/>
          </p:nvGrpSpPr>
          <p:grpSpPr>
            <a:xfrm>
              <a:off x="4735" y="1627"/>
              <a:ext cx="582" cy="151"/>
              <a:chOff x="614" y="2568"/>
              <a:chExt cx="725" cy="139"/>
            </a:xfrm>
          </p:grpSpPr>
          <p:sp>
            <p:nvSpPr>
              <p:cNvPr id="90212" name="AutoShape 211"/>
              <p:cNvSpPr/>
              <p:nvPr/>
            </p:nvSpPr>
            <p:spPr>
              <a:xfrm>
                <a:off x="617" y="2576"/>
                <a:ext cx="723"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13" name="AutoShape 212"/>
              <p:cNvSpPr/>
              <p:nvPr/>
            </p:nvSpPr>
            <p:spPr>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grpSp>
        <p:sp>
          <p:nvSpPr>
            <p:cNvPr id="90197" name="Freeform 213"/>
            <p:cNvSpPr/>
            <p:nvPr/>
          </p:nvSpPr>
          <p:spPr>
            <a:xfrm>
              <a:off x="5288" y="1354"/>
              <a:ext cx="263" cy="188"/>
            </a:xfrm>
            <a:custGeom>
              <a:avLst/>
              <a:gdLst>
                <a:gd name="txL" fmla="*/ 0 w 328"/>
                <a:gd name="txT" fmla="*/ 0 h 226"/>
                <a:gd name="txR" fmla="*/ 328 w 328"/>
                <a:gd name="txB" fmla="*/ 226 h 226"/>
              </a:gdLst>
              <a:ahLst/>
              <a:cxnLst>
                <a:cxn ang="0">
                  <a:pos x="2" y="0"/>
                </a:cxn>
                <a:cxn ang="0">
                  <a:pos x="9" y="7"/>
                </a:cxn>
                <a:cxn ang="0">
                  <a:pos x="9" y="12"/>
                </a:cxn>
                <a:cxn ang="0">
                  <a:pos x="0" y="5"/>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90198" name="Group 214"/>
            <p:cNvGrpSpPr/>
            <p:nvPr/>
          </p:nvGrpSpPr>
          <p:grpSpPr>
            <a:xfrm>
              <a:off x="4739" y="1327"/>
              <a:ext cx="582" cy="139"/>
              <a:chOff x="614" y="2568"/>
              <a:chExt cx="725" cy="139"/>
            </a:xfrm>
          </p:grpSpPr>
          <p:sp>
            <p:nvSpPr>
              <p:cNvPr id="90210" name="AutoShape 215"/>
              <p:cNvSpPr/>
              <p:nvPr/>
            </p:nvSpPr>
            <p:spPr>
              <a:xfrm>
                <a:off x="612" y="2569"/>
                <a:ext cx="730" cy="140"/>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11" name="AutoShape 216"/>
              <p:cNvSpPr/>
              <p:nvPr/>
            </p:nvSpPr>
            <p:spPr>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grpSp>
        <p:sp>
          <p:nvSpPr>
            <p:cNvPr id="90199" name="Rectangle 217"/>
            <p:cNvSpPr/>
            <p:nvPr/>
          </p:nvSpPr>
          <p:spPr>
            <a:xfrm>
              <a:off x="5250" y="429"/>
              <a:ext cx="68" cy="2290"/>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00" name="Freeform 218"/>
            <p:cNvSpPr/>
            <p:nvPr/>
          </p:nvSpPr>
          <p:spPr>
            <a:xfrm>
              <a:off x="5312" y="1007"/>
              <a:ext cx="237" cy="213"/>
            </a:xfrm>
            <a:custGeom>
              <a:avLst/>
              <a:gdLst>
                <a:gd name="txL" fmla="*/ 0 w 296"/>
                <a:gd name="txT" fmla="*/ 0 h 256"/>
                <a:gd name="txR" fmla="*/ 296 w 296"/>
                <a:gd name="txB" fmla="*/ 256 h 256"/>
              </a:gdLst>
              <a:ahLst/>
              <a:cxnLst>
                <a:cxn ang="0">
                  <a:pos x="2" y="0"/>
                </a:cxn>
                <a:cxn ang="0">
                  <a:pos x="9" y="7"/>
                </a:cxn>
                <a:cxn ang="0">
                  <a:pos x="9" y="13"/>
                </a:cxn>
                <a:cxn ang="0">
                  <a:pos x="0" y="5"/>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0201" name="Freeform 219"/>
            <p:cNvSpPr/>
            <p:nvPr/>
          </p:nvSpPr>
          <p:spPr>
            <a:xfrm>
              <a:off x="5315" y="680"/>
              <a:ext cx="244" cy="240"/>
            </a:xfrm>
            <a:custGeom>
              <a:avLst/>
              <a:gdLst>
                <a:gd name="txL" fmla="*/ 0 w 304"/>
                <a:gd name="txT" fmla="*/ 0 h 288"/>
                <a:gd name="txR" fmla="*/ 304 w 304"/>
                <a:gd name="txB" fmla="*/ 288 h 288"/>
              </a:gdLst>
              <a:ahLst/>
              <a:cxnLst>
                <a:cxn ang="0">
                  <a:pos x="0" y="0"/>
                </a:cxn>
                <a:cxn ang="0">
                  <a:pos x="9" y="9"/>
                </a:cxn>
                <a:cxn ang="0">
                  <a:pos x="8" y="16"/>
                </a:cxn>
                <a:cxn ang="0">
                  <a:pos x="2" y="7"/>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0202" name="Oval 220"/>
            <p:cNvSpPr/>
            <p:nvPr/>
          </p:nvSpPr>
          <p:spPr>
            <a:xfrm>
              <a:off x="5514" y="2613"/>
              <a:ext cx="51" cy="95"/>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03" name="Freeform 221"/>
            <p:cNvSpPr/>
            <p:nvPr/>
          </p:nvSpPr>
          <p:spPr>
            <a:xfrm>
              <a:off x="5302" y="2614"/>
              <a:ext cx="245" cy="200"/>
            </a:xfrm>
            <a:custGeom>
              <a:avLst/>
              <a:gdLst>
                <a:gd name="txL" fmla="*/ 0 w 306"/>
                <a:gd name="txT" fmla="*/ 0 h 240"/>
                <a:gd name="txR" fmla="*/ 306 w 306"/>
                <a:gd name="txB" fmla="*/ 240 h 240"/>
              </a:gdLst>
              <a:ahLst/>
              <a:cxnLst>
                <a:cxn ang="0">
                  <a:pos x="0" y="7"/>
                </a:cxn>
                <a:cxn ang="0">
                  <a:pos x="2" y="13"/>
                </a:cxn>
                <a:cxn ang="0">
                  <a:pos x="9" y="7"/>
                </a:cxn>
                <a:cxn ang="0">
                  <a:pos x="9" y="0"/>
                </a:cxn>
                <a:cxn ang="0">
                  <a:pos x="0" y="7"/>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90204" name="AutoShape 222"/>
            <p:cNvSpPr/>
            <p:nvPr/>
          </p:nvSpPr>
          <p:spPr>
            <a:xfrm>
              <a:off x="4140" y="2680"/>
              <a:ext cx="1200" cy="145"/>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05" name="AutoShape 223"/>
            <p:cNvSpPr/>
            <p:nvPr/>
          </p:nvSpPr>
          <p:spPr>
            <a:xfrm>
              <a:off x="4208" y="2713"/>
              <a:ext cx="1070" cy="78"/>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06" name="Oval 224"/>
            <p:cNvSpPr/>
            <p:nvPr/>
          </p:nvSpPr>
          <p:spPr>
            <a:xfrm>
              <a:off x="4309" y="2384"/>
              <a:ext cx="158" cy="140"/>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07" name="Oval 225"/>
            <p:cNvSpPr/>
            <p:nvPr/>
          </p:nvSpPr>
          <p:spPr>
            <a:xfrm>
              <a:off x="4484" y="2384"/>
              <a:ext cx="163" cy="145"/>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400">
                <a:solidFill>
                  <a:srgbClr val="FF0000"/>
                </a:solidFill>
                <a:latin typeface="Arial" panose="020B0604020202090204" pitchFamily="34" charset="0"/>
                <a:ea typeface="Arial" panose="020B0604020202090204" pitchFamily="34" charset="0"/>
              </a:endParaRPr>
            </a:p>
          </p:txBody>
        </p:sp>
        <p:sp>
          <p:nvSpPr>
            <p:cNvPr id="90208" name="Oval 226"/>
            <p:cNvSpPr/>
            <p:nvPr/>
          </p:nvSpPr>
          <p:spPr>
            <a:xfrm>
              <a:off x="4664" y="2384"/>
              <a:ext cx="158" cy="140"/>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sp>
          <p:nvSpPr>
            <p:cNvPr id="90209" name="Rectangle 227"/>
            <p:cNvSpPr/>
            <p:nvPr/>
          </p:nvSpPr>
          <p:spPr>
            <a:xfrm>
              <a:off x="5064" y="1836"/>
              <a:ext cx="84" cy="760"/>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400">
                <a:latin typeface="Arial" panose="020B0604020202090204" pitchFamily="34" charset="0"/>
              </a:endParaRPr>
            </a:p>
          </p:txBody>
        </p:sp>
      </p:grpSp>
      <p:grpSp>
        <p:nvGrpSpPr>
          <p:cNvPr id="90156" name="Group 231"/>
          <p:cNvGrpSpPr/>
          <p:nvPr/>
        </p:nvGrpSpPr>
        <p:grpSpPr>
          <a:xfrm>
            <a:off x="5486400" y="3141663"/>
            <a:ext cx="1101725" cy="549275"/>
            <a:chOff x="3428" y="1798"/>
            <a:chExt cx="694" cy="346"/>
          </a:xfrm>
        </p:grpSpPr>
        <p:grpSp>
          <p:nvGrpSpPr>
            <p:cNvPr id="90162" name="Group 229"/>
            <p:cNvGrpSpPr/>
            <p:nvPr/>
          </p:nvGrpSpPr>
          <p:grpSpPr>
            <a:xfrm>
              <a:off x="3628" y="1798"/>
              <a:ext cx="494" cy="346"/>
              <a:chOff x="4420" y="878"/>
              <a:chExt cx="614" cy="458"/>
            </a:xfrm>
          </p:grpSpPr>
          <p:pic>
            <p:nvPicPr>
              <p:cNvPr id="90164" name="Picture 173" descr="laptop_keyboard"/>
              <p:cNvPicPr>
                <a:picLocks noChangeAspect="1"/>
              </p:cNvPicPr>
              <p:nvPr/>
            </p:nvPicPr>
            <p:blipFill>
              <a:blip r:embed="rId4"/>
              <a:stretch>
                <a:fillRect/>
              </a:stretch>
            </p:blipFill>
            <p:spPr>
              <a:xfrm rot="109064" flipH="1">
                <a:off x="4420" y="1108"/>
                <a:ext cx="527" cy="228"/>
              </a:xfrm>
              <a:prstGeom prst="rect">
                <a:avLst/>
              </a:prstGeom>
              <a:noFill/>
              <a:ln w="9525">
                <a:noFill/>
              </a:ln>
            </p:spPr>
          </p:pic>
          <p:sp>
            <p:nvSpPr>
              <p:cNvPr id="90165" name="Freeform 174"/>
              <p:cNvSpPr/>
              <p:nvPr/>
            </p:nvSpPr>
            <p:spPr>
              <a:xfrm>
                <a:off x="4595" y="888"/>
                <a:ext cx="424" cy="297"/>
              </a:xfrm>
              <a:custGeom>
                <a:avLst/>
                <a:gdLst>
                  <a:gd name="txL" fmla="*/ 0 w 2982"/>
                  <a:gd name="txT" fmla="*/ 0 h 2442"/>
                  <a:gd name="txR" fmla="*/ 2982 w 2982"/>
                  <a:gd name="txB" fmla="*/ 2442 h 2442"/>
                </a:gdLst>
                <a:ahLst/>
                <a:cxnLst>
                  <a:cxn ang="0">
                    <a:pos x="0" y="0"/>
                  </a:cxn>
                  <a:cxn ang="0">
                    <a:pos x="0" y="0"/>
                  </a:cxn>
                  <a:cxn ang="0">
                    <a:pos x="0" y="0"/>
                  </a:cxn>
                  <a:cxn ang="0">
                    <a:pos x="0" y="0"/>
                  </a:cxn>
                  <a:cxn ang="0">
                    <a:pos x="0"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90166" name="Picture 175" descr="screen"/>
              <p:cNvPicPr>
                <a:picLocks noChangeAspect="1"/>
              </p:cNvPicPr>
              <p:nvPr/>
            </p:nvPicPr>
            <p:blipFill>
              <a:blip r:embed="rId5"/>
              <a:stretch>
                <a:fillRect/>
              </a:stretch>
            </p:blipFill>
            <p:spPr>
              <a:xfrm>
                <a:off x="4616" y="895"/>
                <a:ext cx="385" cy="271"/>
              </a:xfrm>
              <a:prstGeom prst="rect">
                <a:avLst/>
              </a:prstGeom>
              <a:noFill/>
              <a:ln w="9525">
                <a:noFill/>
              </a:ln>
            </p:spPr>
          </p:pic>
          <p:sp>
            <p:nvSpPr>
              <p:cNvPr id="90167" name="Freeform 176"/>
              <p:cNvSpPr/>
              <p:nvPr/>
            </p:nvSpPr>
            <p:spPr>
              <a:xfrm>
                <a:off x="4672" y="879"/>
                <a:ext cx="359" cy="55"/>
              </a:xfrm>
              <a:custGeom>
                <a:avLst/>
                <a:gdLst>
                  <a:gd name="txL" fmla="*/ 0 w 2528"/>
                  <a:gd name="txT" fmla="*/ 0 h 455"/>
                  <a:gd name="txR" fmla="*/ 2528 w 2528"/>
                  <a:gd name="txB" fmla="*/ 455 h 455"/>
                </a:gdLst>
                <a:ahLst/>
                <a:cxnLst>
                  <a:cxn ang="0">
                    <a:pos x="0" y="0"/>
                  </a:cxn>
                  <a:cxn ang="0">
                    <a:pos x="0" y="0"/>
                  </a:cxn>
                  <a:cxn ang="0">
                    <a:pos x="0" y="0"/>
                  </a:cxn>
                  <a:cxn ang="0">
                    <a:pos x="0" y="0"/>
                  </a:cxn>
                  <a:cxn ang="0">
                    <a:pos x="0"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90168" name="Freeform 177"/>
              <p:cNvSpPr/>
              <p:nvPr/>
            </p:nvSpPr>
            <p:spPr>
              <a:xfrm>
                <a:off x="4591" y="878"/>
                <a:ext cx="100" cy="230"/>
              </a:xfrm>
              <a:custGeom>
                <a:avLst/>
                <a:gdLst>
                  <a:gd name="txL" fmla="*/ 0 w 702"/>
                  <a:gd name="txT" fmla="*/ 0 h 1893"/>
                  <a:gd name="txR" fmla="*/ 702 w 702"/>
                  <a:gd name="txB" fmla="*/ 1893 h 1893"/>
                </a:gdLst>
                <a:ahLst/>
                <a:cxnLst>
                  <a:cxn ang="0">
                    <a:pos x="0" y="0"/>
                  </a:cxn>
                  <a:cxn ang="0">
                    <a:pos x="0" y="0"/>
                  </a:cxn>
                  <a:cxn ang="0">
                    <a:pos x="0" y="0"/>
                  </a:cxn>
                  <a:cxn ang="0">
                    <a:pos x="0" y="0"/>
                  </a:cxn>
                  <a:cxn ang="0">
                    <a:pos x="0"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90169" name="Freeform 178"/>
              <p:cNvSpPr/>
              <p:nvPr/>
            </p:nvSpPr>
            <p:spPr>
              <a:xfrm>
                <a:off x="4921" y="920"/>
                <a:ext cx="108" cy="265"/>
              </a:xfrm>
              <a:custGeom>
                <a:avLst/>
                <a:gdLst>
                  <a:gd name="txL" fmla="*/ 0 w 756"/>
                  <a:gd name="txT" fmla="*/ 0 h 2184"/>
                  <a:gd name="txR" fmla="*/ 756 w 756"/>
                  <a:gd name="txB" fmla="*/ 2184 h 2184"/>
                </a:gdLst>
                <a:ahLst/>
                <a:cxnLst>
                  <a:cxn ang="0">
                    <a:pos x="0" y="0"/>
                  </a:cxn>
                  <a:cxn ang="0">
                    <a:pos x="0" y="0"/>
                  </a:cxn>
                  <a:cxn ang="0">
                    <a:pos x="0" y="0"/>
                  </a:cxn>
                  <a:cxn ang="0">
                    <a:pos x="0" y="0"/>
                  </a:cxn>
                  <a:cxn ang="0">
                    <a:pos x="0"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90170" name="Freeform 179"/>
              <p:cNvSpPr/>
              <p:nvPr/>
            </p:nvSpPr>
            <p:spPr>
              <a:xfrm>
                <a:off x="4590" y="1097"/>
                <a:ext cx="394" cy="89"/>
              </a:xfrm>
              <a:custGeom>
                <a:avLst/>
                <a:gdLst>
                  <a:gd name="txL" fmla="*/ 0 w 2773"/>
                  <a:gd name="txT" fmla="*/ 0 h 738"/>
                  <a:gd name="txR" fmla="*/ 2773 w 2773"/>
                  <a:gd name="txB" fmla="*/ 738 h 738"/>
                </a:gdLst>
                <a:ahLst/>
                <a:cxnLst>
                  <a:cxn ang="0">
                    <a:pos x="0" y="0"/>
                  </a:cxn>
                  <a:cxn ang="0">
                    <a:pos x="0" y="0"/>
                  </a:cxn>
                  <a:cxn ang="0">
                    <a:pos x="0" y="0"/>
                  </a:cxn>
                  <a:cxn ang="0">
                    <a:pos x="0" y="0"/>
                  </a:cxn>
                  <a:cxn ang="0">
                    <a:pos x="0"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90171" name="Freeform 180"/>
              <p:cNvSpPr/>
              <p:nvPr/>
            </p:nvSpPr>
            <p:spPr>
              <a:xfrm>
                <a:off x="4933" y="922"/>
                <a:ext cx="101" cy="266"/>
              </a:xfrm>
              <a:custGeom>
                <a:avLst/>
                <a:gdLst>
                  <a:gd name="txL" fmla="*/ 0 w 637"/>
                  <a:gd name="txT" fmla="*/ 0 h 1659"/>
                  <a:gd name="txR" fmla="*/ 637 w 637"/>
                  <a:gd name="txB" fmla="*/ 1659 h 1659"/>
                </a:gdLst>
                <a:ahLst/>
                <a:cxnLst>
                  <a:cxn ang="0">
                    <a:pos x="0" y="0"/>
                  </a:cxn>
                  <a:cxn ang="0">
                    <a:pos x="0" y="0"/>
                  </a:cxn>
                  <a:cxn ang="0">
                    <a:pos x="0" y="0"/>
                  </a:cxn>
                  <a:cxn ang="0">
                    <a:pos x="0" y="0"/>
                  </a:cxn>
                  <a:cxn ang="0">
                    <a:pos x="0"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90172" name="Freeform 181"/>
              <p:cNvSpPr/>
              <p:nvPr/>
            </p:nvSpPr>
            <p:spPr>
              <a:xfrm>
                <a:off x="4590" y="1109"/>
                <a:ext cx="351" cy="88"/>
              </a:xfrm>
              <a:custGeom>
                <a:avLst/>
                <a:gdLst>
                  <a:gd name="txL" fmla="*/ 0 w 2216"/>
                  <a:gd name="txT" fmla="*/ 0 h 550"/>
                  <a:gd name="txR" fmla="*/ 2216 w 2216"/>
                  <a:gd name="txB" fmla="*/ 550 h 550"/>
                </a:gdLst>
                <a:ahLst/>
                <a:cxnLst>
                  <a:cxn ang="0">
                    <a:pos x="0" y="0"/>
                  </a:cxn>
                  <a:cxn ang="0">
                    <a:pos x="0" y="0"/>
                  </a:cxn>
                  <a:cxn ang="0">
                    <a:pos x="0" y="0"/>
                  </a:cxn>
                  <a:cxn ang="0">
                    <a:pos x="0" y="0"/>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90173" name="Group 182"/>
              <p:cNvGrpSpPr/>
              <p:nvPr/>
            </p:nvGrpSpPr>
            <p:grpSpPr>
              <a:xfrm>
                <a:off x="4584" y="1203"/>
                <a:ext cx="119" cy="53"/>
                <a:chOff x="1740" y="2642"/>
                <a:chExt cx="752" cy="327"/>
              </a:xfrm>
            </p:grpSpPr>
            <p:sp>
              <p:nvSpPr>
                <p:cNvPr id="90180" name="Freeform 183"/>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90181" name="Freeform 184"/>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90182" name="Freeform 185"/>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90183" name="Freeform 186"/>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90184" name="Freeform 187"/>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90185" name="Freeform 188"/>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90174" name="Freeform 189"/>
              <p:cNvSpPr/>
              <p:nvPr/>
            </p:nvSpPr>
            <p:spPr>
              <a:xfrm>
                <a:off x="4788" y="1211"/>
                <a:ext cx="144" cy="116"/>
              </a:xfrm>
              <a:custGeom>
                <a:avLst/>
                <a:gdLst>
                  <a:gd name="txL" fmla="*/ 0 w 990"/>
                  <a:gd name="txT" fmla="*/ 0 h 792"/>
                  <a:gd name="txR" fmla="*/ 990 w 990"/>
                  <a:gd name="txB" fmla="*/ 792 h 792"/>
                </a:gdLst>
                <a:ahLst/>
                <a:cxnLst>
                  <a:cxn ang="0">
                    <a:pos x="0" y="0"/>
                  </a:cxn>
                  <a:cxn ang="0">
                    <a:pos x="0" y="0"/>
                  </a:cxn>
                  <a:cxn ang="0">
                    <a:pos x="0" y="0"/>
                  </a:cxn>
                  <a:cxn ang="0">
                    <a:pos x="0" y="0"/>
                  </a:cxn>
                  <a:cxn ang="0">
                    <a:pos x="0" y="0"/>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90175" name="Freeform 190"/>
              <p:cNvSpPr/>
              <p:nvPr/>
            </p:nvSpPr>
            <p:spPr>
              <a:xfrm>
                <a:off x="4420" y="1220"/>
                <a:ext cx="369" cy="106"/>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90176" name="Freeform 191"/>
              <p:cNvSpPr/>
              <p:nvPr/>
            </p:nvSpPr>
            <p:spPr>
              <a:xfrm>
                <a:off x="4420" y="1201"/>
                <a:ext cx="4" cy="21"/>
              </a:xfrm>
              <a:custGeom>
                <a:avLst/>
                <a:gdLst>
                  <a:gd name="txL" fmla="*/ 0 w 26"/>
                  <a:gd name="txT" fmla="*/ 0 h 147"/>
                  <a:gd name="txR" fmla="*/ 26 w 26"/>
                  <a:gd name="txB" fmla="*/ 147 h 147"/>
                </a:gdLst>
                <a:ahLst/>
                <a:cxnLst>
                  <a:cxn ang="0">
                    <a:pos x="0" y="0"/>
                  </a:cxn>
                  <a:cxn ang="0">
                    <a:pos x="0" y="0"/>
                  </a:cxn>
                  <a:cxn ang="0">
                    <a:pos x="0" y="0"/>
                  </a:cxn>
                  <a:cxn ang="0">
                    <a:pos x="0" y="0"/>
                  </a:cxn>
                  <a:cxn ang="0">
                    <a:pos x="0" y="0"/>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90177" name="Freeform 192"/>
              <p:cNvSpPr/>
              <p:nvPr/>
            </p:nvSpPr>
            <p:spPr>
              <a:xfrm>
                <a:off x="4421" y="1114"/>
                <a:ext cx="171" cy="88"/>
              </a:xfrm>
              <a:custGeom>
                <a:avLst/>
                <a:gdLst>
                  <a:gd name="txL" fmla="*/ 0 w 1176"/>
                  <a:gd name="txT" fmla="*/ 0 h 606"/>
                  <a:gd name="txR" fmla="*/ 1176 w 1176"/>
                  <a:gd name="txB" fmla="*/ 606 h 606"/>
                </a:gdLst>
                <a:ahLst/>
                <a:cxnLst>
                  <a:cxn ang="0">
                    <a:pos x="0" y="0"/>
                  </a:cxn>
                  <a:cxn ang="0">
                    <a:pos x="0" y="0"/>
                  </a:cxn>
                  <a:cxn ang="0">
                    <a:pos x="0" y="0"/>
                  </a:cxn>
                  <a:cxn ang="0">
                    <a:pos x="0" y="0"/>
                  </a:cxn>
                  <a:cxn ang="0">
                    <a:pos x="0"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90178" name="Freeform 193"/>
              <p:cNvSpPr/>
              <p:nvPr/>
            </p:nvSpPr>
            <p:spPr>
              <a:xfrm>
                <a:off x="4432" y="1205"/>
                <a:ext cx="350" cy="102"/>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90179" name="Freeform 194"/>
              <p:cNvSpPr/>
              <p:nvPr/>
            </p:nvSpPr>
            <p:spPr>
              <a:xfrm flipV="1">
                <a:off x="4782" y="1198"/>
                <a:ext cx="142" cy="105"/>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sp>
          <p:nvSpPr>
            <p:cNvPr id="90163" name="Line 230"/>
            <p:cNvSpPr/>
            <p:nvPr/>
          </p:nvSpPr>
          <p:spPr>
            <a:xfrm flipH="1">
              <a:off x="3428" y="2002"/>
              <a:ext cx="274" cy="0"/>
            </a:xfrm>
            <a:prstGeom prst="line">
              <a:avLst/>
            </a:prstGeom>
            <a:ln w="9525" cap="flat" cmpd="sng">
              <a:solidFill>
                <a:schemeClr val="tx1"/>
              </a:solidFill>
              <a:prstDash val="solid"/>
              <a:headEnd type="none" w="med" len="med"/>
              <a:tailEnd type="none" w="med" len="med"/>
            </a:ln>
          </p:spPr>
        </p:sp>
      </p:grpSp>
      <p:sp>
        <p:nvSpPr>
          <p:cNvPr id="90157" name="AutoShape 232"/>
          <p:cNvSpPr/>
          <p:nvPr/>
        </p:nvSpPr>
        <p:spPr>
          <a:xfrm>
            <a:off x="5754688" y="3698875"/>
            <a:ext cx="976312" cy="374650"/>
          </a:xfrm>
          <a:prstGeom prst="leftArrow">
            <a:avLst>
              <a:gd name="adj1" fmla="val 50000"/>
              <a:gd name="adj2" fmla="val 65148"/>
            </a:avLst>
          </a:prstGeom>
          <a:gradFill rotWithShape="1">
            <a:gsLst>
              <a:gs pos="0">
                <a:srgbClr val="CC0000"/>
              </a:gs>
              <a:gs pos="100000">
                <a:schemeClr val="bg1"/>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0158" name="Line 233"/>
          <p:cNvSpPr/>
          <p:nvPr/>
        </p:nvSpPr>
        <p:spPr>
          <a:xfrm flipH="1">
            <a:off x="4268788" y="2954338"/>
            <a:ext cx="314325" cy="4762"/>
          </a:xfrm>
          <a:prstGeom prst="line">
            <a:avLst/>
          </a:prstGeom>
          <a:ln w="19050" cap="flat" cmpd="sng">
            <a:solidFill>
              <a:schemeClr val="tx1"/>
            </a:solidFill>
            <a:prstDash val="solid"/>
            <a:headEnd type="none" w="med" len="med"/>
            <a:tailEnd type="none" w="med" len="med"/>
          </a:ln>
        </p:spPr>
      </p:sp>
      <p:pic>
        <p:nvPicPr>
          <p:cNvPr id="90159" name="Picture 235" descr="underline_base"/>
          <p:cNvPicPr/>
          <p:nvPr/>
        </p:nvPicPr>
        <p:blipFill>
          <a:blip r:embed="rId6"/>
          <a:stretch>
            <a:fillRect/>
          </a:stretch>
        </p:blipFill>
        <p:spPr>
          <a:xfrm>
            <a:off x="514350" y="931863"/>
            <a:ext cx="6399213" cy="173037"/>
          </a:xfrm>
          <a:prstGeom prst="rect">
            <a:avLst/>
          </a:prstGeom>
          <a:noFill/>
          <a:ln w="9525">
            <a:noFill/>
          </a:ln>
        </p:spPr>
      </p:pic>
      <p:sp>
        <p:nvSpPr>
          <p:cNvPr id="9016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103</a:t>
            </a:fld>
            <a:endParaRPr lang="en-US" altLang="zh-CN" sz="1200">
              <a:latin typeface="Tahoma" panose="020B0604030504040204" charset="0"/>
            </a:endParaRPr>
          </a:p>
        </p:txBody>
      </p:sp>
      <p:sp>
        <p:nvSpPr>
          <p:cNvPr id="9016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Text Box 7"/>
          <p:cNvSpPr txBox="1"/>
          <p:nvPr/>
        </p:nvSpPr>
        <p:spPr>
          <a:xfrm>
            <a:off x="881063" y="1270000"/>
            <a:ext cx="2341562"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600">
                <a:solidFill>
                  <a:srgbClr val="CC0000"/>
                </a:solidFill>
                <a:latin typeface="Arial" panose="020B0604020202090204" pitchFamily="34" charset="0"/>
              </a:rPr>
              <a:t>DHCP server: 223.1.2.5</a:t>
            </a:r>
          </a:p>
        </p:txBody>
      </p:sp>
      <p:sp>
        <p:nvSpPr>
          <p:cNvPr id="92162" name="Text Box 8"/>
          <p:cNvSpPr txBox="1"/>
          <p:nvPr/>
        </p:nvSpPr>
        <p:spPr>
          <a:xfrm>
            <a:off x="6037263" y="1311275"/>
            <a:ext cx="849312" cy="5080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spcBef>
                <a:spcPct val="0"/>
              </a:spcBef>
              <a:buClrTx/>
              <a:buSzTx/>
              <a:buFontTx/>
              <a:buNone/>
            </a:pPr>
            <a:r>
              <a:rPr lang="en-US" altLang="zh-CN" sz="1600">
                <a:solidFill>
                  <a:srgbClr val="CC0000"/>
                </a:solidFill>
                <a:latin typeface="Arial" panose="020B0604020202090204" pitchFamily="34" charset="0"/>
              </a:rPr>
              <a:t>arriving</a:t>
            </a:r>
          </a:p>
          <a:p>
            <a:pPr marL="0" lvl="0" indent="0" algn="ctr">
              <a:spcBef>
                <a:spcPct val="0"/>
              </a:spcBef>
              <a:buClrTx/>
              <a:buSzTx/>
              <a:buFontTx/>
              <a:buNone/>
            </a:pPr>
            <a:r>
              <a:rPr lang="en-US" altLang="zh-CN" sz="1600">
                <a:solidFill>
                  <a:srgbClr val="CC0000"/>
                </a:solidFill>
                <a:latin typeface="Arial" panose="020B0604020202090204" pitchFamily="34" charset="0"/>
              </a:rPr>
              <a:t> client</a:t>
            </a:r>
          </a:p>
        </p:txBody>
      </p:sp>
      <p:sp>
        <p:nvSpPr>
          <p:cNvPr id="92163" name="Line 10"/>
          <p:cNvSpPr/>
          <p:nvPr/>
        </p:nvSpPr>
        <p:spPr>
          <a:xfrm flipH="1">
            <a:off x="1816100" y="2163763"/>
            <a:ext cx="11113" cy="4027487"/>
          </a:xfrm>
          <a:prstGeom prst="line">
            <a:avLst/>
          </a:prstGeom>
          <a:ln w="9525" cap="flat" cmpd="sng">
            <a:solidFill>
              <a:schemeClr val="bg2"/>
            </a:solidFill>
            <a:prstDash val="solid"/>
            <a:headEnd type="none" w="med" len="med"/>
            <a:tailEnd type="triangle" w="med" len="med"/>
          </a:ln>
        </p:spPr>
      </p:sp>
      <p:sp>
        <p:nvSpPr>
          <p:cNvPr id="92164" name="Line 11"/>
          <p:cNvSpPr/>
          <p:nvPr/>
        </p:nvSpPr>
        <p:spPr>
          <a:xfrm flipH="1">
            <a:off x="6342063" y="2239963"/>
            <a:ext cx="11112" cy="4140200"/>
          </a:xfrm>
          <a:prstGeom prst="line">
            <a:avLst/>
          </a:prstGeom>
          <a:ln w="9525" cap="flat" cmpd="sng">
            <a:solidFill>
              <a:schemeClr val="bg2"/>
            </a:solidFill>
            <a:prstDash val="solid"/>
            <a:headEnd type="none" w="med" len="med"/>
            <a:tailEnd type="triangle" w="med" len="med"/>
          </a:ln>
        </p:spPr>
      </p:sp>
      <p:grpSp>
        <p:nvGrpSpPr>
          <p:cNvPr id="6" name="Group 5"/>
          <p:cNvGrpSpPr/>
          <p:nvPr/>
        </p:nvGrpSpPr>
        <p:grpSpPr>
          <a:xfrm>
            <a:off x="1860550" y="1343025"/>
            <a:ext cx="4395788" cy="1401763"/>
            <a:chOff x="1860550" y="1343025"/>
            <a:chExt cx="4395788" cy="1401763"/>
          </a:xfrm>
        </p:grpSpPr>
        <p:sp>
          <p:nvSpPr>
            <p:cNvPr id="92250" name="Line 9"/>
            <p:cNvSpPr/>
            <p:nvPr/>
          </p:nvSpPr>
          <p:spPr>
            <a:xfrm flipH="1">
              <a:off x="1860550" y="2208213"/>
              <a:ext cx="4395788" cy="536575"/>
            </a:xfrm>
            <a:prstGeom prst="line">
              <a:avLst/>
            </a:prstGeom>
            <a:ln w="19050" cap="flat" cmpd="sng">
              <a:solidFill>
                <a:srgbClr val="000000"/>
              </a:solidFill>
              <a:prstDash val="solid"/>
              <a:headEnd type="none" w="med" len="med"/>
              <a:tailEnd type="triangle" w="med" len="med"/>
            </a:ln>
          </p:spPr>
        </p:sp>
        <p:grpSp>
          <p:nvGrpSpPr>
            <p:cNvPr id="92251" name="Group 23"/>
            <p:cNvGrpSpPr/>
            <p:nvPr/>
          </p:nvGrpSpPr>
          <p:grpSpPr>
            <a:xfrm>
              <a:off x="3389313" y="1343025"/>
              <a:ext cx="2673350" cy="1116013"/>
              <a:chOff x="11865" y="3885"/>
              <a:chExt cx="3720" cy="1260"/>
            </a:xfrm>
          </p:grpSpPr>
          <p:sp>
            <p:nvSpPr>
              <p:cNvPr id="92252" name="Text Box 24"/>
              <p:cNvSpPr txBox="1"/>
              <p:nvPr/>
            </p:nvSpPr>
            <p:spPr>
              <a:xfrm>
                <a:off x="11865" y="3885"/>
                <a:ext cx="2062" cy="490"/>
              </a:xfrm>
              <a:prstGeom prst="rect">
                <a:avLst/>
              </a:prstGeom>
              <a:solidFill>
                <a:srgbClr val="FFFFFF"/>
              </a:solidFill>
              <a:ln w="9525">
                <a:noFill/>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200" b="1">
                    <a:solidFill>
                      <a:srgbClr val="000000"/>
                    </a:solidFill>
                    <a:latin typeface="Arial" panose="020B0604020202090204" pitchFamily="34" charset="0"/>
                  </a:rPr>
                  <a:t>DHCP discover</a:t>
                </a:r>
                <a:endParaRPr lang="en-US" altLang="zh-CN" sz="1200" b="1">
                  <a:solidFill>
                    <a:srgbClr val="000000"/>
                  </a:solidFill>
                  <a:latin typeface="Comic Sans MS" panose="030F0902030302020204" charset="0"/>
                </a:endParaRPr>
              </a:p>
            </p:txBody>
          </p:sp>
          <p:sp>
            <p:nvSpPr>
              <p:cNvPr id="92253" name="Text Box 25"/>
              <p:cNvSpPr txBox="1"/>
              <p:nvPr/>
            </p:nvSpPr>
            <p:spPr>
              <a:xfrm>
                <a:off x="12015" y="4231"/>
                <a:ext cx="3570" cy="914"/>
              </a:xfrm>
              <a:prstGeom prst="rect">
                <a:avLst/>
              </a:prstGeom>
              <a:solidFill>
                <a:srgbClr val="FFFFFF"/>
              </a:solidFill>
              <a:ln w="9525" cap="flat" cmpd="sng">
                <a:solidFill>
                  <a:srgbClr val="000000"/>
                </a:solidFill>
                <a:prstDash val="solid"/>
                <a:miter/>
                <a:headEnd type="none" w="med" len="med"/>
                <a:tailEnd type="none" w="med" len="med"/>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src : 0.0.0.0, 68     </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dest.: 255.255.255.255,67</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yiaddr:    0.0.0.0</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transaction ID: 654</a:t>
                </a:r>
                <a:endParaRPr lang="en-US" altLang="zh-CN" sz="1600">
                  <a:solidFill>
                    <a:srgbClr val="000000"/>
                  </a:solidFill>
                  <a:latin typeface="Comic Sans MS" panose="030F0902030302020204" charset="0"/>
                </a:endParaRPr>
              </a:p>
            </p:txBody>
          </p:sp>
        </p:grpSp>
      </p:grpSp>
      <p:sp>
        <p:nvSpPr>
          <p:cNvPr id="34825" name="Line 26"/>
          <p:cNvSpPr/>
          <p:nvPr/>
        </p:nvSpPr>
        <p:spPr>
          <a:xfrm>
            <a:off x="1903413" y="3194050"/>
            <a:ext cx="4395787" cy="538163"/>
          </a:xfrm>
          <a:prstGeom prst="line">
            <a:avLst/>
          </a:prstGeom>
          <a:ln w="19050" cap="flat" cmpd="sng">
            <a:solidFill>
              <a:srgbClr val="000000"/>
            </a:solidFill>
            <a:prstDash val="solid"/>
            <a:headEnd type="none" w="med" len="med"/>
            <a:tailEnd type="triangle" w="med" len="med"/>
          </a:ln>
        </p:spPr>
      </p:sp>
      <p:grpSp>
        <p:nvGrpSpPr>
          <p:cNvPr id="7" name="Group 6"/>
          <p:cNvGrpSpPr/>
          <p:nvPr/>
        </p:nvGrpSpPr>
        <p:grpSpPr>
          <a:xfrm>
            <a:off x="3562350" y="2579688"/>
            <a:ext cx="2520950" cy="1217612"/>
            <a:chOff x="3562350" y="2579688"/>
            <a:chExt cx="2520950" cy="1217612"/>
          </a:xfrm>
        </p:grpSpPr>
        <p:sp>
          <p:nvSpPr>
            <p:cNvPr id="92248" name="Text Box 27"/>
            <p:cNvSpPr txBox="1"/>
            <p:nvPr/>
          </p:nvSpPr>
          <p:spPr>
            <a:xfrm>
              <a:off x="3562350" y="2579688"/>
              <a:ext cx="1379538" cy="330200"/>
            </a:xfrm>
            <a:prstGeom prst="rect">
              <a:avLst/>
            </a:prstGeom>
            <a:solidFill>
              <a:srgbClr val="FFFFFF"/>
            </a:solidFill>
            <a:ln w="9525">
              <a:noFill/>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200" b="1">
                  <a:solidFill>
                    <a:srgbClr val="000000"/>
                  </a:solidFill>
                  <a:latin typeface="Arial" panose="020B0604020202090204" pitchFamily="34" charset="0"/>
                </a:rPr>
                <a:t>DHCP offer</a:t>
              </a:r>
              <a:endParaRPr lang="en-US" altLang="zh-CN" sz="1600">
                <a:solidFill>
                  <a:srgbClr val="000000"/>
                </a:solidFill>
                <a:latin typeface="Comic Sans MS" panose="030F0902030302020204" charset="0"/>
              </a:endParaRPr>
            </a:p>
          </p:txBody>
        </p:sp>
        <p:sp>
          <p:nvSpPr>
            <p:cNvPr id="92249" name="Text Box 28"/>
            <p:cNvSpPr txBox="1"/>
            <p:nvPr/>
          </p:nvSpPr>
          <p:spPr>
            <a:xfrm>
              <a:off x="3659188" y="2832100"/>
              <a:ext cx="2424112" cy="965200"/>
            </a:xfrm>
            <a:prstGeom prst="rect">
              <a:avLst/>
            </a:prstGeom>
            <a:solidFill>
              <a:srgbClr val="FFFFFF"/>
            </a:solidFill>
            <a:ln w="9525" cap="flat" cmpd="sng">
              <a:solidFill>
                <a:srgbClr val="000000"/>
              </a:solidFill>
              <a:prstDash val="solid"/>
              <a:miter/>
              <a:headEnd type="none" w="med" len="med"/>
              <a:tailEnd type="none" w="med" len="med"/>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src: 223.1.2.5, 67      </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dest:  255.255.255.255, 68</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yiaddrr: 223.1.2.4</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transaction ID: 654</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lifetime: 3600 secs</a:t>
              </a:r>
              <a:endParaRPr lang="en-US" altLang="zh-CN" sz="800">
                <a:solidFill>
                  <a:srgbClr val="000000"/>
                </a:solidFill>
                <a:latin typeface="Comic Sans MS" panose="030F0902030302020204" charset="0"/>
              </a:endParaRPr>
            </a:p>
          </p:txBody>
        </p:sp>
      </p:grpSp>
      <p:sp>
        <p:nvSpPr>
          <p:cNvPr id="34828" name="Line 29"/>
          <p:cNvSpPr/>
          <p:nvPr/>
        </p:nvSpPr>
        <p:spPr>
          <a:xfrm flipH="1">
            <a:off x="1795463" y="4422775"/>
            <a:ext cx="4395787" cy="536575"/>
          </a:xfrm>
          <a:prstGeom prst="line">
            <a:avLst/>
          </a:prstGeom>
          <a:ln w="19050" cap="flat" cmpd="sng">
            <a:solidFill>
              <a:srgbClr val="000000"/>
            </a:solidFill>
            <a:prstDash val="solid"/>
            <a:headEnd type="none" w="med" len="med"/>
            <a:tailEnd type="triangle" w="med" len="med"/>
          </a:ln>
        </p:spPr>
      </p:sp>
      <p:grpSp>
        <p:nvGrpSpPr>
          <p:cNvPr id="8" name="Group 7"/>
          <p:cNvGrpSpPr/>
          <p:nvPr/>
        </p:nvGrpSpPr>
        <p:grpSpPr>
          <a:xfrm>
            <a:off x="1966913" y="3765550"/>
            <a:ext cx="2887662" cy="1260475"/>
            <a:chOff x="1966913" y="3765550"/>
            <a:chExt cx="2887662" cy="1260475"/>
          </a:xfrm>
        </p:grpSpPr>
        <p:sp>
          <p:nvSpPr>
            <p:cNvPr id="92246" name="Text Box 30"/>
            <p:cNvSpPr txBox="1"/>
            <p:nvPr/>
          </p:nvSpPr>
          <p:spPr>
            <a:xfrm>
              <a:off x="1966913" y="3765550"/>
              <a:ext cx="1379537" cy="328613"/>
            </a:xfrm>
            <a:prstGeom prst="rect">
              <a:avLst/>
            </a:prstGeom>
            <a:solidFill>
              <a:srgbClr val="FFFFFF"/>
            </a:solidFill>
            <a:ln w="9525">
              <a:noFill/>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200" b="1">
                  <a:solidFill>
                    <a:srgbClr val="000000"/>
                  </a:solidFill>
                  <a:latin typeface="Arial" panose="020B0604020202090204" pitchFamily="34" charset="0"/>
                </a:rPr>
                <a:t>DHCP request</a:t>
              </a:r>
              <a:endParaRPr lang="en-US" altLang="zh-CN" sz="1600">
                <a:solidFill>
                  <a:srgbClr val="000000"/>
                </a:solidFill>
                <a:latin typeface="Comic Sans MS" panose="030F0902030302020204" charset="0"/>
              </a:endParaRPr>
            </a:p>
          </p:txBody>
        </p:sp>
        <p:sp>
          <p:nvSpPr>
            <p:cNvPr id="92247" name="Text Box 31"/>
            <p:cNvSpPr txBox="1"/>
            <p:nvPr/>
          </p:nvSpPr>
          <p:spPr>
            <a:xfrm>
              <a:off x="2097088" y="4027488"/>
              <a:ext cx="2757487" cy="998537"/>
            </a:xfrm>
            <a:prstGeom prst="rect">
              <a:avLst/>
            </a:prstGeom>
            <a:solidFill>
              <a:srgbClr val="FFFFFF"/>
            </a:solidFill>
            <a:ln w="9525" cap="flat" cmpd="sng">
              <a:solidFill>
                <a:srgbClr val="000000"/>
              </a:solidFill>
              <a:prstDash val="solid"/>
              <a:miter/>
              <a:headEnd type="none" w="med" len="med"/>
              <a:tailEnd type="none" w="med" len="med"/>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src:  0.0.0.0, 68     </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dest::  255.255.255.255, 67</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yiaddrr: 223.1.2.4</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transaction ID: 655</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lifetime: 3600 secs</a:t>
              </a:r>
              <a:endParaRPr lang="en-US" altLang="zh-CN" sz="1600">
                <a:solidFill>
                  <a:srgbClr val="000000"/>
                </a:solidFill>
                <a:latin typeface="Comic Sans MS" panose="030F0902030302020204" charset="0"/>
              </a:endParaRPr>
            </a:p>
          </p:txBody>
        </p:sp>
      </p:grpSp>
      <p:sp>
        <p:nvSpPr>
          <p:cNvPr id="34831" name="Line 32"/>
          <p:cNvSpPr/>
          <p:nvPr/>
        </p:nvSpPr>
        <p:spPr>
          <a:xfrm>
            <a:off x="1881188" y="5453063"/>
            <a:ext cx="4395787" cy="538162"/>
          </a:xfrm>
          <a:prstGeom prst="line">
            <a:avLst/>
          </a:prstGeom>
          <a:ln w="19050" cap="flat" cmpd="sng">
            <a:solidFill>
              <a:srgbClr val="000000"/>
            </a:solidFill>
            <a:prstDash val="solid"/>
            <a:headEnd type="none" w="med" len="med"/>
            <a:tailEnd type="triangle" w="med" len="med"/>
          </a:ln>
        </p:spPr>
      </p:sp>
      <p:grpSp>
        <p:nvGrpSpPr>
          <p:cNvPr id="9" name="Group 8"/>
          <p:cNvGrpSpPr/>
          <p:nvPr/>
        </p:nvGrpSpPr>
        <p:grpSpPr>
          <a:xfrm>
            <a:off x="3519488" y="5168900"/>
            <a:ext cx="2509837" cy="1271588"/>
            <a:chOff x="3519488" y="5168900"/>
            <a:chExt cx="2509837" cy="1271588"/>
          </a:xfrm>
        </p:grpSpPr>
        <p:sp>
          <p:nvSpPr>
            <p:cNvPr id="92244" name="Text Box 33"/>
            <p:cNvSpPr txBox="1"/>
            <p:nvPr/>
          </p:nvSpPr>
          <p:spPr>
            <a:xfrm>
              <a:off x="3519488" y="5168900"/>
              <a:ext cx="1379537" cy="328613"/>
            </a:xfrm>
            <a:prstGeom prst="rect">
              <a:avLst/>
            </a:prstGeom>
            <a:solidFill>
              <a:srgbClr val="FFFFFF"/>
            </a:solidFill>
            <a:ln w="9525">
              <a:noFill/>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200" b="1">
                  <a:solidFill>
                    <a:srgbClr val="000000"/>
                  </a:solidFill>
                  <a:latin typeface="Arial" panose="020B0604020202090204" pitchFamily="34" charset="0"/>
                </a:rPr>
                <a:t>DHCP ACK</a:t>
              </a:r>
              <a:endParaRPr lang="en-US" altLang="zh-CN" sz="1600">
                <a:solidFill>
                  <a:srgbClr val="000000"/>
                </a:solidFill>
                <a:latin typeface="Comic Sans MS" panose="030F0902030302020204" charset="0"/>
              </a:endParaRPr>
            </a:p>
          </p:txBody>
        </p:sp>
        <p:sp>
          <p:nvSpPr>
            <p:cNvPr id="92245" name="Text Box 34"/>
            <p:cNvSpPr txBox="1"/>
            <p:nvPr/>
          </p:nvSpPr>
          <p:spPr>
            <a:xfrm>
              <a:off x="3616325" y="5421313"/>
              <a:ext cx="2413000" cy="1019175"/>
            </a:xfrm>
            <a:prstGeom prst="rect">
              <a:avLst/>
            </a:prstGeom>
            <a:solidFill>
              <a:srgbClr val="FFFFFF"/>
            </a:solidFill>
            <a:ln w="9525" cap="flat" cmpd="sng">
              <a:solidFill>
                <a:srgbClr val="000000"/>
              </a:solidFill>
              <a:prstDash val="solid"/>
              <a:miter/>
              <a:headEnd type="none" w="med" len="med"/>
              <a:tailEnd type="none" w="med" len="med"/>
            </a:ln>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src: 223.1.2.5, 67      </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dest:  255.255.255.255, 68</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yiaddrr: 223.1.2.4</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transaction ID: 655</a:t>
              </a:r>
            </a:p>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lifetime: 3600 secs</a:t>
              </a:r>
              <a:endParaRPr lang="en-US" altLang="zh-CN" sz="1000">
                <a:solidFill>
                  <a:srgbClr val="000000"/>
                </a:solidFill>
                <a:latin typeface="Comic Sans MS" panose="030F0902030302020204" charset="0"/>
              </a:endParaRPr>
            </a:p>
          </p:txBody>
        </p:sp>
      </p:grpSp>
      <p:grpSp>
        <p:nvGrpSpPr>
          <p:cNvPr id="92172" name="Group 36"/>
          <p:cNvGrpSpPr/>
          <p:nvPr/>
        </p:nvGrpSpPr>
        <p:grpSpPr>
          <a:xfrm>
            <a:off x="6294438" y="1781175"/>
            <a:ext cx="784225" cy="549275"/>
            <a:chOff x="4420" y="878"/>
            <a:chExt cx="614" cy="458"/>
          </a:xfrm>
        </p:grpSpPr>
        <p:pic>
          <p:nvPicPr>
            <p:cNvPr id="92222" name="Picture 37" descr="laptop_keyboard"/>
            <p:cNvPicPr>
              <a:picLocks noChangeAspect="1"/>
            </p:cNvPicPr>
            <p:nvPr/>
          </p:nvPicPr>
          <p:blipFill>
            <a:blip r:embed="rId3"/>
            <a:stretch>
              <a:fillRect/>
            </a:stretch>
          </p:blipFill>
          <p:spPr>
            <a:xfrm rot="109064" flipH="1">
              <a:off x="4420" y="1108"/>
              <a:ext cx="527" cy="228"/>
            </a:xfrm>
            <a:prstGeom prst="rect">
              <a:avLst/>
            </a:prstGeom>
            <a:noFill/>
            <a:ln w="9525">
              <a:noFill/>
            </a:ln>
          </p:spPr>
        </p:pic>
        <p:sp>
          <p:nvSpPr>
            <p:cNvPr id="92223" name="Freeform 38"/>
            <p:cNvSpPr/>
            <p:nvPr/>
          </p:nvSpPr>
          <p:spPr>
            <a:xfrm>
              <a:off x="4595" y="888"/>
              <a:ext cx="424" cy="297"/>
            </a:xfrm>
            <a:custGeom>
              <a:avLst/>
              <a:gdLst>
                <a:gd name="txL" fmla="*/ 0 w 2982"/>
                <a:gd name="txT" fmla="*/ 0 h 2442"/>
                <a:gd name="txR" fmla="*/ 2982 w 2982"/>
                <a:gd name="txB" fmla="*/ 2442 h 2442"/>
              </a:gdLst>
              <a:ahLst/>
              <a:cxnLst>
                <a:cxn ang="0">
                  <a:pos x="0" y="0"/>
                </a:cxn>
                <a:cxn ang="0">
                  <a:pos x="0" y="0"/>
                </a:cxn>
                <a:cxn ang="0">
                  <a:pos x="0" y="0"/>
                </a:cxn>
                <a:cxn ang="0">
                  <a:pos x="0" y="0"/>
                </a:cxn>
                <a:cxn ang="0">
                  <a:pos x="0"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92224" name="Picture 39" descr="screen"/>
            <p:cNvPicPr>
              <a:picLocks noChangeAspect="1"/>
            </p:cNvPicPr>
            <p:nvPr/>
          </p:nvPicPr>
          <p:blipFill>
            <a:blip r:embed="rId4"/>
            <a:stretch>
              <a:fillRect/>
            </a:stretch>
          </p:blipFill>
          <p:spPr>
            <a:xfrm>
              <a:off x="4616" y="895"/>
              <a:ext cx="385" cy="271"/>
            </a:xfrm>
            <a:prstGeom prst="rect">
              <a:avLst/>
            </a:prstGeom>
            <a:noFill/>
            <a:ln w="9525">
              <a:noFill/>
            </a:ln>
          </p:spPr>
        </p:pic>
        <p:sp>
          <p:nvSpPr>
            <p:cNvPr id="92225" name="Freeform 40"/>
            <p:cNvSpPr/>
            <p:nvPr/>
          </p:nvSpPr>
          <p:spPr>
            <a:xfrm>
              <a:off x="4672" y="879"/>
              <a:ext cx="359" cy="55"/>
            </a:xfrm>
            <a:custGeom>
              <a:avLst/>
              <a:gdLst>
                <a:gd name="txL" fmla="*/ 0 w 2528"/>
                <a:gd name="txT" fmla="*/ 0 h 455"/>
                <a:gd name="txR" fmla="*/ 2528 w 2528"/>
                <a:gd name="txB" fmla="*/ 455 h 455"/>
              </a:gdLst>
              <a:ahLst/>
              <a:cxnLst>
                <a:cxn ang="0">
                  <a:pos x="0" y="0"/>
                </a:cxn>
                <a:cxn ang="0">
                  <a:pos x="0" y="0"/>
                </a:cxn>
                <a:cxn ang="0">
                  <a:pos x="0" y="0"/>
                </a:cxn>
                <a:cxn ang="0">
                  <a:pos x="0" y="0"/>
                </a:cxn>
                <a:cxn ang="0">
                  <a:pos x="0"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92226" name="Freeform 41"/>
            <p:cNvSpPr/>
            <p:nvPr/>
          </p:nvSpPr>
          <p:spPr>
            <a:xfrm>
              <a:off x="4591" y="878"/>
              <a:ext cx="100" cy="230"/>
            </a:xfrm>
            <a:custGeom>
              <a:avLst/>
              <a:gdLst>
                <a:gd name="txL" fmla="*/ 0 w 702"/>
                <a:gd name="txT" fmla="*/ 0 h 1893"/>
                <a:gd name="txR" fmla="*/ 702 w 702"/>
                <a:gd name="txB" fmla="*/ 1893 h 1893"/>
              </a:gdLst>
              <a:ahLst/>
              <a:cxnLst>
                <a:cxn ang="0">
                  <a:pos x="0" y="0"/>
                </a:cxn>
                <a:cxn ang="0">
                  <a:pos x="0" y="0"/>
                </a:cxn>
                <a:cxn ang="0">
                  <a:pos x="0" y="0"/>
                </a:cxn>
                <a:cxn ang="0">
                  <a:pos x="0" y="0"/>
                </a:cxn>
                <a:cxn ang="0">
                  <a:pos x="0"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92227" name="Freeform 42"/>
            <p:cNvSpPr/>
            <p:nvPr/>
          </p:nvSpPr>
          <p:spPr>
            <a:xfrm>
              <a:off x="4921" y="920"/>
              <a:ext cx="108" cy="265"/>
            </a:xfrm>
            <a:custGeom>
              <a:avLst/>
              <a:gdLst>
                <a:gd name="txL" fmla="*/ 0 w 756"/>
                <a:gd name="txT" fmla="*/ 0 h 2184"/>
                <a:gd name="txR" fmla="*/ 756 w 756"/>
                <a:gd name="txB" fmla="*/ 2184 h 2184"/>
              </a:gdLst>
              <a:ahLst/>
              <a:cxnLst>
                <a:cxn ang="0">
                  <a:pos x="0" y="0"/>
                </a:cxn>
                <a:cxn ang="0">
                  <a:pos x="0" y="0"/>
                </a:cxn>
                <a:cxn ang="0">
                  <a:pos x="0" y="0"/>
                </a:cxn>
                <a:cxn ang="0">
                  <a:pos x="0" y="0"/>
                </a:cxn>
                <a:cxn ang="0">
                  <a:pos x="0"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92228" name="Freeform 43"/>
            <p:cNvSpPr/>
            <p:nvPr/>
          </p:nvSpPr>
          <p:spPr>
            <a:xfrm>
              <a:off x="4590" y="1097"/>
              <a:ext cx="394" cy="89"/>
            </a:xfrm>
            <a:custGeom>
              <a:avLst/>
              <a:gdLst>
                <a:gd name="txL" fmla="*/ 0 w 2773"/>
                <a:gd name="txT" fmla="*/ 0 h 738"/>
                <a:gd name="txR" fmla="*/ 2773 w 2773"/>
                <a:gd name="txB" fmla="*/ 738 h 738"/>
              </a:gdLst>
              <a:ahLst/>
              <a:cxnLst>
                <a:cxn ang="0">
                  <a:pos x="0" y="0"/>
                </a:cxn>
                <a:cxn ang="0">
                  <a:pos x="0" y="0"/>
                </a:cxn>
                <a:cxn ang="0">
                  <a:pos x="0" y="0"/>
                </a:cxn>
                <a:cxn ang="0">
                  <a:pos x="0" y="0"/>
                </a:cxn>
                <a:cxn ang="0">
                  <a:pos x="0"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92229" name="Freeform 44"/>
            <p:cNvSpPr/>
            <p:nvPr/>
          </p:nvSpPr>
          <p:spPr>
            <a:xfrm>
              <a:off x="4933" y="922"/>
              <a:ext cx="101" cy="266"/>
            </a:xfrm>
            <a:custGeom>
              <a:avLst/>
              <a:gdLst>
                <a:gd name="txL" fmla="*/ 0 w 637"/>
                <a:gd name="txT" fmla="*/ 0 h 1659"/>
                <a:gd name="txR" fmla="*/ 637 w 637"/>
                <a:gd name="txB" fmla="*/ 1659 h 1659"/>
              </a:gdLst>
              <a:ahLst/>
              <a:cxnLst>
                <a:cxn ang="0">
                  <a:pos x="0" y="0"/>
                </a:cxn>
                <a:cxn ang="0">
                  <a:pos x="0" y="0"/>
                </a:cxn>
                <a:cxn ang="0">
                  <a:pos x="0" y="0"/>
                </a:cxn>
                <a:cxn ang="0">
                  <a:pos x="0" y="0"/>
                </a:cxn>
                <a:cxn ang="0">
                  <a:pos x="0"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92230" name="Freeform 45"/>
            <p:cNvSpPr/>
            <p:nvPr/>
          </p:nvSpPr>
          <p:spPr>
            <a:xfrm>
              <a:off x="4590" y="1109"/>
              <a:ext cx="351" cy="88"/>
            </a:xfrm>
            <a:custGeom>
              <a:avLst/>
              <a:gdLst>
                <a:gd name="txL" fmla="*/ 0 w 2216"/>
                <a:gd name="txT" fmla="*/ 0 h 550"/>
                <a:gd name="txR" fmla="*/ 2216 w 2216"/>
                <a:gd name="txB" fmla="*/ 550 h 550"/>
              </a:gdLst>
              <a:ahLst/>
              <a:cxnLst>
                <a:cxn ang="0">
                  <a:pos x="0" y="0"/>
                </a:cxn>
                <a:cxn ang="0">
                  <a:pos x="0" y="0"/>
                </a:cxn>
                <a:cxn ang="0">
                  <a:pos x="0" y="0"/>
                </a:cxn>
                <a:cxn ang="0">
                  <a:pos x="0" y="0"/>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92231" name="Group 46"/>
            <p:cNvGrpSpPr/>
            <p:nvPr/>
          </p:nvGrpSpPr>
          <p:grpSpPr>
            <a:xfrm>
              <a:off x="4584" y="1203"/>
              <a:ext cx="119" cy="53"/>
              <a:chOff x="1740" y="2642"/>
              <a:chExt cx="752" cy="327"/>
            </a:xfrm>
          </p:grpSpPr>
          <p:sp>
            <p:nvSpPr>
              <p:cNvPr id="92238" name="Freeform 47"/>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92239" name="Freeform 48"/>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92240" name="Freeform 49"/>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92241" name="Freeform 50"/>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92242" name="Freeform 51"/>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92243" name="Freeform 52"/>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92232" name="Freeform 53"/>
            <p:cNvSpPr/>
            <p:nvPr/>
          </p:nvSpPr>
          <p:spPr>
            <a:xfrm>
              <a:off x="4788" y="1211"/>
              <a:ext cx="144" cy="116"/>
            </a:xfrm>
            <a:custGeom>
              <a:avLst/>
              <a:gdLst>
                <a:gd name="txL" fmla="*/ 0 w 990"/>
                <a:gd name="txT" fmla="*/ 0 h 792"/>
                <a:gd name="txR" fmla="*/ 990 w 990"/>
                <a:gd name="txB" fmla="*/ 792 h 792"/>
              </a:gdLst>
              <a:ahLst/>
              <a:cxnLst>
                <a:cxn ang="0">
                  <a:pos x="0" y="0"/>
                </a:cxn>
                <a:cxn ang="0">
                  <a:pos x="0" y="0"/>
                </a:cxn>
                <a:cxn ang="0">
                  <a:pos x="0" y="0"/>
                </a:cxn>
                <a:cxn ang="0">
                  <a:pos x="0" y="0"/>
                </a:cxn>
                <a:cxn ang="0">
                  <a:pos x="0" y="0"/>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92233" name="Freeform 54"/>
            <p:cNvSpPr/>
            <p:nvPr/>
          </p:nvSpPr>
          <p:spPr>
            <a:xfrm>
              <a:off x="4420" y="1220"/>
              <a:ext cx="369" cy="106"/>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92234" name="Freeform 55"/>
            <p:cNvSpPr/>
            <p:nvPr/>
          </p:nvSpPr>
          <p:spPr>
            <a:xfrm>
              <a:off x="4420" y="1201"/>
              <a:ext cx="4" cy="21"/>
            </a:xfrm>
            <a:custGeom>
              <a:avLst/>
              <a:gdLst>
                <a:gd name="txL" fmla="*/ 0 w 26"/>
                <a:gd name="txT" fmla="*/ 0 h 147"/>
                <a:gd name="txR" fmla="*/ 26 w 26"/>
                <a:gd name="txB" fmla="*/ 147 h 147"/>
              </a:gdLst>
              <a:ahLst/>
              <a:cxnLst>
                <a:cxn ang="0">
                  <a:pos x="0" y="0"/>
                </a:cxn>
                <a:cxn ang="0">
                  <a:pos x="0" y="0"/>
                </a:cxn>
                <a:cxn ang="0">
                  <a:pos x="0" y="0"/>
                </a:cxn>
                <a:cxn ang="0">
                  <a:pos x="0" y="0"/>
                </a:cxn>
                <a:cxn ang="0">
                  <a:pos x="0" y="0"/>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92235" name="Freeform 56"/>
            <p:cNvSpPr/>
            <p:nvPr/>
          </p:nvSpPr>
          <p:spPr>
            <a:xfrm>
              <a:off x="4421" y="1114"/>
              <a:ext cx="171" cy="88"/>
            </a:xfrm>
            <a:custGeom>
              <a:avLst/>
              <a:gdLst>
                <a:gd name="txL" fmla="*/ 0 w 1176"/>
                <a:gd name="txT" fmla="*/ 0 h 606"/>
                <a:gd name="txR" fmla="*/ 1176 w 1176"/>
                <a:gd name="txB" fmla="*/ 606 h 606"/>
              </a:gdLst>
              <a:ahLst/>
              <a:cxnLst>
                <a:cxn ang="0">
                  <a:pos x="0" y="0"/>
                </a:cxn>
                <a:cxn ang="0">
                  <a:pos x="0" y="0"/>
                </a:cxn>
                <a:cxn ang="0">
                  <a:pos x="0" y="0"/>
                </a:cxn>
                <a:cxn ang="0">
                  <a:pos x="0" y="0"/>
                </a:cxn>
                <a:cxn ang="0">
                  <a:pos x="0"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92236" name="Freeform 57"/>
            <p:cNvSpPr/>
            <p:nvPr/>
          </p:nvSpPr>
          <p:spPr>
            <a:xfrm>
              <a:off x="4432" y="1205"/>
              <a:ext cx="350" cy="102"/>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92237" name="Freeform 58"/>
            <p:cNvSpPr/>
            <p:nvPr/>
          </p:nvSpPr>
          <p:spPr>
            <a:xfrm flipV="1">
              <a:off x="4782" y="1198"/>
              <a:ext cx="142" cy="105"/>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grpSp>
        <p:nvGrpSpPr>
          <p:cNvPr id="92173" name="Group 60"/>
          <p:cNvGrpSpPr/>
          <p:nvPr/>
        </p:nvGrpSpPr>
        <p:grpSpPr>
          <a:xfrm>
            <a:off x="1717675" y="1590675"/>
            <a:ext cx="334963" cy="536575"/>
            <a:chOff x="4140" y="429"/>
            <a:chExt cx="1425" cy="2396"/>
          </a:xfrm>
        </p:grpSpPr>
        <p:sp>
          <p:nvSpPr>
            <p:cNvPr id="92190" name="Freeform 61"/>
            <p:cNvSpPr/>
            <p:nvPr/>
          </p:nvSpPr>
          <p:spPr>
            <a:xfrm>
              <a:off x="5268" y="433"/>
              <a:ext cx="283" cy="2286"/>
            </a:xfrm>
            <a:custGeom>
              <a:avLst/>
              <a:gdLst>
                <a:gd name="txL" fmla="*/ 0 w 354"/>
                <a:gd name="txT" fmla="*/ 0 h 2742"/>
                <a:gd name="txR" fmla="*/ 354 w 354"/>
                <a:gd name="txB" fmla="*/ 2742 h 2742"/>
              </a:gdLst>
              <a:ahLst/>
              <a:cxnLst>
                <a:cxn ang="0">
                  <a:pos x="2" y="0"/>
                </a:cxn>
                <a:cxn ang="0">
                  <a:pos x="8" y="16"/>
                </a:cxn>
                <a:cxn ang="0">
                  <a:pos x="8" y="119"/>
                </a:cxn>
                <a:cxn ang="0">
                  <a:pos x="0" y="124"/>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92191" name="Rectangle 62"/>
            <p:cNvSpPr/>
            <p:nvPr/>
          </p:nvSpPr>
          <p:spPr>
            <a:xfrm>
              <a:off x="4208" y="429"/>
              <a:ext cx="1047" cy="2283"/>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192" name="Freeform 63"/>
            <p:cNvSpPr/>
            <p:nvPr/>
          </p:nvSpPr>
          <p:spPr>
            <a:xfrm>
              <a:off x="5321" y="570"/>
              <a:ext cx="169" cy="2115"/>
            </a:xfrm>
            <a:custGeom>
              <a:avLst/>
              <a:gdLst>
                <a:gd name="txL" fmla="*/ 0 w 211"/>
                <a:gd name="txT" fmla="*/ 0 h 2537"/>
                <a:gd name="txR" fmla="*/ 211 w 211"/>
                <a:gd name="txB" fmla="*/ 2537 h 2537"/>
              </a:gdLst>
              <a:ahLst/>
              <a:cxnLst>
                <a:cxn ang="0">
                  <a:pos x="2" y="0"/>
                </a:cxn>
                <a:cxn ang="0">
                  <a:pos x="5" y="11"/>
                </a:cxn>
                <a:cxn ang="0">
                  <a:pos x="2" y="113"/>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92193" name="Freeform 64"/>
            <p:cNvSpPr/>
            <p:nvPr/>
          </p:nvSpPr>
          <p:spPr>
            <a:xfrm>
              <a:off x="5284" y="1640"/>
              <a:ext cx="263" cy="189"/>
            </a:xfrm>
            <a:custGeom>
              <a:avLst/>
              <a:gdLst>
                <a:gd name="txL" fmla="*/ 0 w 328"/>
                <a:gd name="txT" fmla="*/ 0 h 226"/>
                <a:gd name="txR" fmla="*/ 328 w 328"/>
                <a:gd name="txB" fmla="*/ 226 h 226"/>
              </a:gdLst>
              <a:ahLst/>
              <a:cxnLst>
                <a:cxn ang="0">
                  <a:pos x="2" y="0"/>
                </a:cxn>
                <a:cxn ang="0">
                  <a:pos x="7" y="7"/>
                </a:cxn>
                <a:cxn ang="0">
                  <a:pos x="7" y="11"/>
                </a:cxn>
                <a:cxn ang="0">
                  <a:pos x="0" y="5"/>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2194" name="Rectangle 65"/>
            <p:cNvSpPr/>
            <p:nvPr/>
          </p:nvSpPr>
          <p:spPr>
            <a:xfrm>
              <a:off x="4214" y="691"/>
              <a:ext cx="594" cy="50"/>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grpSp>
          <p:nvGrpSpPr>
            <p:cNvPr id="92195" name="Group 66"/>
            <p:cNvGrpSpPr/>
            <p:nvPr/>
          </p:nvGrpSpPr>
          <p:grpSpPr>
            <a:xfrm>
              <a:off x="4749" y="668"/>
              <a:ext cx="581" cy="145"/>
              <a:chOff x="614" y="2568"/>
              <a:chExt cx="725" cy="139"/>
            </a:xfrm>
          </p:grpSpPr>
          <p:sp>
            <p:nvSpPr>
              <p:cNvPr id="92220" name="AutoShape 67"/>
              <p:cNvSpPr/>
              <p:nvPr/>
            </p:nvSpPr>
            <p:spPr>
              <a:xfrm>
                <a:off x="613" y="2570"/>
                <a:ext cx="725" cy="136"/>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21" name="AutoShape 68"/>
              <p:cNvSpPr/>
              <p:nvPr/>
            </p:nvSpPr>
            <p:spPr>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grpSp>
        <p:sp>
          <p:nvSpPr>
            <p:cNvPr id="92196" name="Rectangle 69"/>
            <p:cNvSpPr/>
            <p:nvPr/>
          </p:nvSpPr>
          <p:spPr>
            <a:xfrm>
              <a:off x="4221" y="1017"/>
              <a:ext cx="601" cy="50"/>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grpSp>
          <p:nvGrpSpPr>
            <p:cNvPr id="92197" name="Group 70"/>
            <p:cNvGrpSpPr/>
            <p:nvPr/>
          </p:nvGrpSpPr>
          <p:grpSpPr>
            <a:xfrm>
              <a:off x="4747" y="994"/>
              <a:ext cx="581" cy="134"/>
              <a:chOff x="614" y="2568"/>
              <a:chExt cx="725" cy="139"/>
            </a:xfrm>
          </p:grpSpPr>
          <p:sp>
            <p:nvSpPr>
              <p:cNvPr id="92218" name="AutoShape 71"/>
              <p:cNvSpPr/>
              <p:nvPr/>
            </p:nvSpPr>
            <p:spPr>
              <a:xfrm>
                <a:off x="615" y="2570"/>
                <a:ext cx="725" cy="140"/>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19" name="AutoShape 72"/>
              <p:cNvSpPr/>
              <p:nvPr/>
            </p:nvSpPr>
            <p:spPr>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grpSp>
        <p:sp>
          <p:nvSpPr>
            <p:cNvPr id="92198" name="Rectangle 73"/>
            <p:cNvSpPr/>
            <p:nvPr/>
          </p:nvSpPr>
          <p:spPr>
            <a:xfrm>
              <a:off x="4214" y="1358"/>
              <a:ext cx="601" cy="50"/>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199" name="Rectangle 74"/>
            <p:cNvSpPr/>
            <p:nvPr/>
          </p:nvSpPr>
          <p:spPr>
            <a:xfrm>
              <a:off x="4228" y="1655"/>
              <a:ext cx="594" cy="50"/>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grpSp>
          <p:nvGrpSpPr>
            <p:cNvPr id="92200" name="Group 75"/>
            <p:cNvGrpSpPr/>
            <p:nvPr/>
          </p:nvGrpSpPr>
          <p:grpSpPr>
            <a:xfrm>
              <a:off x="4735" y="1627"/>
              <a:ext cx="582" cy="151"/>
              <a:chOff x="614" y="2568"/>
              <a:chExt cx="725" cy="139"/>
            </a:xfrm>
          </p:grpSpPr>
          <p:sp>
            <p:nvSpPr>
              <p:cNvPr id="92216" name="AutoShape 76"/>
              <p:cNvSpPr/>
              <p:nvPr/>
            </p:nvSpPr>
            <p:spPr>
              <a:xfrm>
                <a:off x="613" y="2568"/>
                <a:ext cx="724" cy="137"/>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17" name="AutoShape 77"/>
              <p:cNvSpPr/>
              <p:nvPr/>
            </p:nvSpPr>
            <p:spPr>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grpSp>
        <p:sp>
          <p:nvSpPr>
            <p:cNvPr id="92201" name="Freeform 78"/>
            <p:cNvSpPr/>
            <p:nvPr/>
          </p:nvSpPr>
          <p:spPr>
            <a:xfrm>
              <a:off x="5288" y="1354"/>
              <a:ext cx="263" cy="188"/>
            </a:xfrm>
            <a:custGeom>
              <a:avLst/>
              <a:gdLst>
                <a:gd name="txL" fmla="*/ 0 w 328"/>
                <a:gd name="txT" fmla="*/ 0 h 226"/>
                <a:gd name="txR" fmla="*/ 328 w 328"/>
                <a:gd name="txB" fmla="*/ 226 h 226"/>
              </a:gdLst>
              <a:ahLst/>
              <a:cxnLst>
                <a:cxn ang="0">
                  <a:pos x="2" y="0"/>
                </a:cxn>
                <a:cxn ang="0">
                  <a:pos x="7" y="6"/>
                </a:cxn>
                <a:cxn ang="0">
                  <a:pos x="7" y="10"/>
                </a:cxn>
                <a:cxn ang="0">
                  <a:pos x="0" y="4"/>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92202" name="Group 79"/>
            <p:cNvGrpSpPr/>
            <p:nvPr/>
          </p:nvGrpSpPr>
          <p:grpSpPr>
            <a:xfrm>
              <a:off x="4739" y="1327"/>
              <a:ext cx="582" cy="139"/>
              <a:chOff x="614" y="2568"/>
              <a:chExt cx="725" cy="139"/>
            </a:xfrm>
          </p:grpSpPr>
          <p:sp>
            <p:nvSpPr>
              <p:cNvPr id="92214" name="AutoShape 80"/>
              <p:cNvSpPr/>
              <p:nvPr/>
            </p:nvSpPr>
            <p:spPr>
              <a:xfrm>
                <a:off x="617" y="2570"/>
                <a:ext cx="724" cy="135"/>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15" name="AutoShape 81"/>
              <p:cNvSpPr/>
              <p:nvPr/>
            </p:nvSpPr>
            <p:spPr>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grpSp>
        <p:sp>
          <p:nvSpPr>
            <p:cNvPr id="92203" name="Rectangle 82"/>
            <p:cNvSpPr/>
            <p:nvPr/>
          </p:nvSpPr>
          <p:spPr>
            <a:xfrm>
              <a:off x="5248" y="429"/>
              <a:ext cx="68" cy="2290"/>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04" name="Freeform 83"/>
            <p:cNvSpPr/>
            <p:nvPr/>
          </p:nvSpPr>
          <p:spPr>
            <a:xfrm>
              <a:off x="5312" y="1007"/>
              <a:ext cx="237" cy="213"/>
            </a:xfrm>
            <a:custGeom>
              <a:avLst/>
              <a:gdLst>
                <a:gd name="txL" fmla="*/ 0 w 296"/>
                <a:gd name="txT" fmla="*/ 0 h 256"/>
                <a:gd name="txR" fmla="*/ 296 w 296"/>
                <a:gd name="txB" fmla="*/ 256 h 256"/>
              </a:gdLst>
              <a:ahLst/>
              <a:cxnLst>
                <a:cxn ang="0">
                  <a:pos x="2" y="0"/>
                </a:cxn>
                <a:cxn ang="0">
                  <a:pos x="7" y="6"/>
                </a:cxn>
                <a:cxn ang="0">
                  <a:pos x="7" y="11"/>
                </a:cxn>
                <a:cxn ang="0">
                  <a:pos x="0" y="4"/>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2205" name="Freeform 84"/>
            <p:cNvSpPr/>
            <p:nvPr/>
          </p:nvSpPr>
          <p:spPr>
            <a:xfrm>
              <a:off x="5315" y="680"/>
              <a:ext cx="244" cy="240"/>
            </a:xfrm>
            <a:custGeom>
              <a:avLst/>
              <a:gdLst>
                <a:gd name="txL" fmla="*/ 0 w 304"/>
                <a:gd name="txT" fmla="*/ 0 h 288"/>
                <a:gd name="txR" fmla="*/ 304 w 304"/>
                <a:gd name="txB" fmla="*/ 288 h 288"/>
              </a:gdLst>
              <a:ahLst/>
              <a:cxnLst>
                <a:cxn ang="0">
                  <a:pos x="0" y="0"/>
                </a:cxn>
                <a:cxn ang="0">
                  <a:pos x="7" y="8"/>
                </a:cxn>
                <a:cxn ang="0">
                  <a:pos x="6" y="13"/>
                </a:cxn>
                <a:cxn ang="0">
                  <a:pos x="2" y="6"/>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2206" name="Oval 85"/>
            <p:cNvSpPr/>
            <p:nvPr/>
          </p:nvSpPr>
          <p:spPr>
            <a:xfrm>
              <a:off x="5518" y="2612"/>
              <a:ext cx="47" cy="92"/>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07" name="Freeform 86"/>
            <p:cNvSpPr/>
            <p:nvPr/>
          </p:nvSpPr>
          <p:spPr>
            <a:xfrm>
              <a:off x="5302" y="2614"/>
              <a:ext cx="245" cy="200"/>
            </a:xfrm>
            <a:custGeom>
              <a:avLst/>
              <a:gdLst>
                <a:gd name="txL" fmla="*/ 0 w 306"/>
                <a:gd name="txT" fmla="*/ 0 h 240"/>
                <a:gd name="txR" fmla="*/ 306 w 306"/>
                <a:gd name="txB" fmla="*/ 240 h 240"/>
              </a:gdLst>
              <a:ahLst/>
              <a:cxnLst>
                <a:cxn ang="0">
                  <a:pos x="0" y="6"/>
                </a:cxn>
                <a:cxn ang="0">
                  <a:pos x="2" y="11"/>
                </a:cxn>
                <a:cxn ang="0">
                  <a:pos x="7" y="6"/>
                </a:cxn>
                <a:cxn ang="0">
                  <a:pos x="7" y="0"/>
                </a:cxn>
                <a:cxn ang="0">
                  <a:pos x="0" y="6"/>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92208" name="AutoShape 87"/>
            <p:cNvSpPr/>
            <p:nvPr/>
          </p:nvSpPr>
          <p:spPr>
            <a:xfrm>
              <a:off x="4140" y="2676"/>
              <a:ext cx="1202" cy="149"/>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09" name="AutoShape 88"/>
            <p:cNvSpPr/>
            <p:nvPr/>
          </p:nvSpPr>
          <p:spPr>
            <a:xfrm>
              <a:off x="4208" y="2712"/>
              <a:ext cx="1067" cy="78"/>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10" name="Oval 89"/>
            <p:cNvSpPr/>
            <p:nvPr/>
          </p:nvSpPr>
          <p:spPr>
            <a:xfrm>
              <a:off x="4309" y="2385"/>
              <a:ext cx="155"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11" name="Oval 90"/>
            <p:cNvSpPr/>
            <p:nvPr/>
          </p:nvSpPr>
          <p:spPr>
            <a:xfrm>
              <a:off x="4484" y="2385"/>
              <a:ext cx="162" cy="142"/>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eaLnBrk="1" hangingPunct="1">
                <a:lnSpc>
                  <a:spcPct val="100000"/>
                </a:lnSpc>
                <a:spcBef>
                  <a:spcPct val="0"/>
                </a:spcBef>
                <a:buClrTx/>
                <a:buSzTx/>
                <a:buFontTx/>
                <a:buNone/>
              </a:pPr>
              <a:endParaRPr lang="zh-CN" altLang="zh-CN" sz="1600">
                <a:solidFill>
                  <a:srgbClr val="FF0000"/>
                </a:solidFill>
                <a:latin typeface="Tahoma" panose="020B0604030504040204" charset="0"/>
                <a:ea typeface="Arial" panose="020B0604020202090204" pitchFamily="34" charset="0"/>
              </a:endParaRPr>
            </a:p>
          </p:txBody>
        </p:sp>
        <p:sp>
          <p:nvSpPr>
            <p:cNvPr id="92212" name="Oval 91"/>
            <p:cNvSpPr/>
            <p:nvPr/>
          </p:nvSpPr>
          <p:spPr>
            <a:xfrm>
              <a:off x="4660" y="2378"/>
              <a:ext cx="162"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213" name="Rectangle 92"/>
            <p:cNvSpPr/>
            <p:nvPr/>
          </p:nvSpPr>
          <p:spPr>
            <a:xfrm>
              <a:off x="5065" y="1833"/>
              <a:ext cx="81" cy="766"/>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grpSp>
      <p:sp>
        <p:nvSpPr>
          <p:cNvPr id="47125" name="Rectangle 94"/>
          <p:cNvSpPr>
            <a:spLocks noGrp="1" noChangeArrowheads="1"/>
          </p:cNvSpPr>
          <p:nvPr>
            <p:ph type="title"/>
          </p:nvPr>
        </p:nvSpPr>
        <p:spPr>
          <a:xfrm>
            <a:off x="438150" y="255905"/>
            <a:ext cx="7374255" cy="898525"/>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DHCP client-server scenario</a:t>
            </a:r>
          </a:p>
        </p:txBody>
      </p:sp>
      <p:pic>
        <p:nvPicPr>
          <p:cNvPr id="92175" name="Picture 95" descr="underline_base"/>
          <p:cNvPicPr/>
          <p:nvPr/>
        </p:nvPicPr>
        <p:blipFill>
          <a:blip r:embed="rId5"/>
          <a:stretch>
            <a:fillRect/>
          </a:stretch>
        </p:blipFill>
        <p:spPr>
          <a:xfrm>
            <a:off x="514350" y="931863"/>
            <a:ext cx="6399213" cy="173037"/>
          </a:xfrm>
          <a:prstGeom prst="rect">
            <a:avLst/>
          </a:prstGeom>
          <a:noFill/>
          <a:ln w="9525">
            <a:noFill/>
          </a:ln>
        </p:spPr>
      </p:pic>
      <p:grpSp>
        <p:nvGrpSpPr>
          <p:cNvPr id="5" name="Group 4"/>
          <p:cNvGrpSpPr/>
          <p:nvPr/>
        </p:nvGrpSpPr>
        <p:grpSpPr>
          <a:xfrm>
            <a:off x="3505200" y="1663700"/>
            <a:ext cx="2540000" cy="733425"/>
            <a:chOff x="7333085" y="2736938"/>
            <a:chExt cx="2539755" cy="733428"/>
          </a:xfrm>
        </p:grpSpPr>
        <p:sp>
          <p:nvSpPr>
            <p:cNvPr id="92188" name="Rectangle 2"/>
            <p:cNvSpPr/>
            <p:nvPr/>
          </p:nvSpPr>
          <p:spPr>
            <a:xfrm>
              <a:off x="7333085" y="2736938"/>
              <a:ext cx="2521866" cy="733428"/>
            </a:xfrm>
            <a:prstGeom prst="rect">
              <a:avLst/>
            </a:prstGeom>
            <a:solidFill>
              <a:srgbClr val="FFFFFF"/>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189" name="TextBox 1"/>
            <p:cNvSpPr txBox="1"/>
            <p:nvPr/>
          </p:nvSpPr>
          <p:spPr>
            <a:xfrm>
              <a:off x="7344917" y="2797391"/>
              <a:ext cx="2527923" cy="58477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600">
                  <a:solidFill>
                    <a:srgbClr val="FF0000"/>
                  </a:solidFill>
                  <a:latin typeface="Tahoma" panose="020B0604030504040204" charset="0"/>
                </a:rPr>
                <a:t>Broadcast: is there a DHCP server out there?</a:t>
              </a:r>
            </a:p>
          </p:txBody>
        </p:sp>
      </p:grpSp>
      <p:grpSp>
        <p:nvGrpSpPr>
          <p:cNvPr id="10" name="Group 9"/>
          <p:cNvGrpSpPr/>
          <p:nvPr/>
        </p:nvGrpSpPr>
        <p:grpSpPr>
          <a:xfrm>
            <a:off x="3670300" y="2871788"/>
            <a:ext cx="2528888" cy="884237"/>
            <a:chOff x="9144000" y="3229217"/>
            <a:chExt cx="2527923" cy="885135"/>
          </a:xfrm>
        </p:grpSpPr>
        <p:sp>
          <p:nvSpPr>
            <p:cNvPr id="92186" name="Rectangle 87"/>
            <p:cNvSpPr/>
            <p:nvPr/>
          </p:nvSpPr>
          <p:spPr>
            <a:xfrm>
              <a:off x="9144000" y="3229217"/>
              <a:ext cx="2351575" cy="885135"/>
            </a:xfrm>
            <a:prstGeom prst="rect">
              <a:avLst/>
            </a:prstGeom>
            <a:solidFill>
              <a:srgbClr val="FFFFFF"/>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187" name="TextBox 88"/>
            <p:cNvSpPr txBox="1"/>
            <p:nvPr/>
          </p:nvSpPr>
          <p:spPr>
            <a:xfrm>
              <a:off x="9144000" y="3271783"/>
              <a:ext cx="2527923" cy="830997"/>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600">
                  <a:solidFill>
                    <a:srgbClr val="FF0000"/>
                  </a:solidFill>
                  <a:latin typeface="Tahoma" panose="020B0604030504040204" charset="0"/>
                </a:rPr>
                <a:t>Broadcast: I</a:t>
              </a:r>
              <a:r>
                <a:rPr lang="en-US" altLang="en-US" sz="1600">
                  <a:solidFill>
                    <a:srgbClr val="FF0000"/>
                  </a:solidFill>
                  <a:latin typeface="Tahoma" panose="020B0604030504040204" charset="0"/>
                </a:rPr>
                <a:t>’</a:t>
              </a:r>
              <a:r>
                <a:rPr lang="en-US" altLang="zh-CN" sz="1600">
                  <a:solidFill>
                    <a:srgbClr val="FF0000"/>
                  </a:solidFill>
                  <a:latin typeface="Tahoma" panose="020B0604030504040204" charset="0"/>
                </a:rPr>
                <a:t>m a DHCP server! Here</a:t>
              </a:r>
              <a:r>
                <a:rPr lang="en-US" altLang="en-US" sz="1600">
                  <a:solidFill>
                    <a:srgbClr val="FF0000"/>
                  </a:solidFill>
                  <a:latin typeface="Tahoma" panose="020B0604030504040204" charset="0"/>
                </a:rPr>
                <a:t>’</a:t>
              </a:r>
              <a:r>
                <a:rPr lang="en-US" altLang="zh-CN" sz="1600">
                  <a:solidFill>
                    <a:srgbClr val="FF0000"/>
                  </a:solidFill>
                  <a:latin typeface="Tahoma" panose="020B0604030504040204" charset="0"/>
                </a:rPr>
                <a:t>s an IP address you can use </a:t>
              </a:r>
            </a:p>
          </p:txBody>
        </p:sp>
      </p:grpSp>
      <p:grpSp>
        <p:nvGrpSpPr>
          <p:cNvPr id="11" name="Group 10"/>
          <p:cNvGrpSpPr/>
          <p:nvPr/>
        </p:nvGrpSpPr>
        <p:grpSpPr>
          <a:xfrm>
            <a:off x="2286000" y="4097338"/>
            <a:ext cx="2527300" cy="884237"/>
            <a:chOff x="8956574" y="4615923"/>
            <a:chExt cx="2527923" cy="885135"/>
          </a:xfrm>
        </p:grpSpPr>
        <p:sp>
          <p:nvSpPr>
            <p:cNvPr id="92184" name="Rectangle 89"/>
            <p:cNvSpPr/>
            <p:nvPr/>
          </p:nvSpPr>
          <p:spPr>
            <a:xfrm>
              <a:off x="8956574" y="4615923"/>
              <a:ext cx="2351575" cy="885135"/>
            </a:xfrm>
            <a:prstGeom prst="rect">
              <a:avLst/>
            </a:prstGeom>
            <a:solidFill>
              <a:srgbClr val="FFFFFF"/>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185" name="TextBox 90"/>
            <p:cNvSpPr txBox="1"/>
            <p:nvPr/>
          </p:nvSpPr>
          <p:spPr>
            <a:xfrm>
              <a:off x="8956574" y="4765817"/>
              <a:ext cx="2527923" cy="58477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600">
                  <a:solidFill>
                    <a:srgbClr val="FF0000"/>
                  </a:solidFill>
                  <a:latin typeface="Tahoma" panose="020B0604030504040204" charset="0"/>
                </a:rPr>
                <a:t>Broadcast: OK.  I</a:t>
              </a:r>
              <a:r>
                <a:rPr lang="en-US" altLang="en-US" sz="1600">
                  <a:solidFill>
                    <a:srgbClr val="FF0000"/>
                  </a:solidFill>
                  <a:latin typeface="Tahoma" panose="020B0604030504040204" charset="0"/>
                </a:rPr>
                <a:t>’</a:t>
              </a:r>
              <a:r>
                <a:rPr lang="en-US" altLang="zh-CN" sz="1600">
                  <a:solidFill>
                    <a:srgbClr val="FF0000"/>
                  </a:solidFill>
                  <a:latin typeface="Tahoma" panose="020B0604030504040204" charset="0"/>
                </a:rPr>
                <a:t>ll take that IP address!</a:t>
              </a:r>
            </a:p>
          </p:txBody>
        </p:sp>
      </p:grpSp>
      <p:grpSp>
        <p:nvGrpSpPr>
          <p:cNvPr id="12" name="Group 11"/>
          <p:cNvGrpSpPr/>
          <p:nvPr/>
        </p:nvGrpSpPr>
        <p:grpSpPr>
          <a:xfrm>
            <a:off x="3652838" y="5465763"/>
            <a:ext cx="2528887" cy="885825"/>
            <a:chOff x="9144000" y="5555417"/>
            <a:chExt cx="2527923" cy="885135"/>
          </a:xfrm>
        </p:grpSpPr>
        <p:sp>
          <p:nvSpPr>
            <p:cNvPr id="92182" name="Rectangle 91"/>
            <p:cNvSpPr/>
            <p:nvPr/>
          </p:nvSpPr>
          <p:spPr>
            <a:xfrm>
              <a:off x="9144000" y="5555417"/>
              <a:ext cx="2351575" cy="885135"/>
            </a:xfrm>
            <a:prstGeom prst="rect">
              <a:avLst/>
            </a:prstGeom>
            <a:solidFill>
              <a:srgbClr val="FFFFFF"/>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endParaRPr lang="zh-CN" altLang="zh-CN" sz="1600">
                <a:solidFill>
                  <a:srgbClr val="000000"/>
                </a:solidFill>
                <a:latin typeface="Tahoma" panose="020B0604030504040204" charset="0"/>
              </a:endParaRPr>
            </a:p>
          </p:txBody>
        </p:sp>
        <p:sp>
          <p:nvSpPr>
            <p:cNvPr id="92183" name="TextBox 92"/>
            <p:cNvSpPr txBox="1"/>
            <p:nvPr/>
          </p:nvSpPr>
          <p:spPr>
            <a:xfrm>
              <a:off x="9144000" y="5705311"/>
              <a:ext cx="2527923" cy="584776"/>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65000"/>
                <a:buFont typeface="Wingdings" panose="05000000000000000000" pitchFamily="2" charset="2"/>
                <a:buChar char="v"/>
                <a:defRPr sz="32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Wingdings" panose="05000000000000000000" pitchFamily="2" charset="2"/>
                <a:buChar char="§"/>
                <a:defRPr sz="2800">
                  <a:solidFill>
                    <a:schemeClr val="tx1"/>
                  </a:solidFill>
                  <a:latin typeface="+mn-lt"/>
                  <a:ea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stStyle>
            <a:p>
              <a:pPr marL="0" lvl="0" indent="0" algn="ctr">
                <a:lnSpc>
                  <a:spcPct val="100000"/>
                </a:lnSpc>
                <a:spcBef>
                  <a:spcPct val="0"/>
                </a:spcBef>
                <a:buClrTx/>
                <a:buSzTx/>
                <a:buFontTx/>
                <a:buNone/>
              </a:pPr>
              <a:r>
                <a:rPr lang="en-US" altLang="zh-CN" sz="1600">
                  <a:solidFill>
                    <a:srgbClr val="FF0000"/>
                  </a:solidFill>
                  <a:latin typeface="Tahoma" panose="020B0604030504040204" charset="0"/>
                </a:rPr>
                <a:t>Broadcast: OK.  You</a:t>
              </a:r>
              <a:r>
                <a:rPr lang="en-US" altLang="en-US" sz="1600">
                  <a:solidFill>
                    <a:srgbClr val="FF0000"/>
                  </a:solidFill>
                  <a:latin typeface="Tahoma" panose="020B0604030504040204" charset="0"/>
                </a:rPr>
                <a:t>’</a:t>
              </a:r>
              <a:r>
                <a:rPr lang="en-US" altLang="zh-CN" sz="1600">
                  <a:solidFill>
                    <a:srgbClr val="FF0000"/>
                  </a:solidFill>
                  <a:latin typeface="Tahoma" panose="020B0604030504040204" charset="0"/>
                </a:rPr>
                <a:t>ve got that IP address!</a:t>
              </a:r>
            </a:p>
          </p:txBody>
        </p:sp>
      </p:grpSp>
      <p:sp>
        <p:nvSpPr>
          <p:cNvPr id="9218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104</a:t>
            </a:fld>
            <a:endParaRPr lang="en-US" altLang="zh-CN" sz="1200">
              <a:latin typeface="Tahoma" panose="020B0604030504040204" charset="0"/>
            </a:endParaRPr>
          </a:p>
        </p:txBody>
      </p:sp>
      <p:sp>
        <p:nvSpPr>
          <p:cNvPr id="92181" name="Footer Placeholder 2"/>
          <p:cNvSpPr txBox="1">
            <a:spLocks noGrp="1"/>
          </p:cNvSpPr>
          <p:nvPr>
            <p:ph type="ftr" sz="quarter" idx="3"/>
          </p:nvPr>
        </p:nvSpPr>
        <p:spPr>
          <a:xfrm>
            <a:off x="6375400" y="6475413"/>
            <a:ext cx="2178050" cy="241300"/>
          </a:xfrm>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
                                        </p:tgtEl>
                                      </p:cBhvr>
                                    </p:animEffect>
                                    <p:set>
                                      <p:cBhvr>
                                        <p:cTn id="15" dur="1" fill="hold">
                                          <p:stCondLst>
                                            <p:cond delay="499"/>
                                          </p:stCondLst>
                                        </p:cTn>
                                        <p:tgtEl>
                                          <p:spTgt spid="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500"/>
                                        <p:tgtEl>
                                          <p:spTgt spid="7"/>
                                        </p:tgtEl>
                                      </p:cBhvr>
                                    </p:animEffect>
                                  </p:childTnLst>
                                </p:cTn>
                              </p:par>
                              <p:par>
                                <p:cTn id="21" presetID="22" presetClass="entr" presetSubtype="8" fill="hold" nodeType="withEffect">
                                  <p:stCondLst>
                                    <p:cond delay="0"/>
                                  </p:stCondLst>
                                  <p:childTnLst>
                                    <p:set>
                                      <p:cBhvr>
                                        <p:cTn id="22" dur="1" fill="hold">
                                          <p:stCondLst>
                                            <p:cond delay="0"/>
                                          </p:stCondLst>
                                        </p:cTn>
                                        <p:tgtEl>
                                          <p:spTgt spid="34825"/>
                                        </p:tgtEl>
                                        <p:attrNameLst>
                                          <p:attrName>style.visibility</p:attrName>
                                        </p:attrNameLst>
                                      </p:cBhvr>
                                      <p:to>
                                        <p:strVal val="visible"/>
                                      </p:to>
                                    </p:set>
                                    <p:animEffect transition="in" filter="wipe(left)">
                                      <p:cBhvr>
                                        <p:cTn id="23" dur="500"/>
                                        <p:tgtEl>
                                          <p:spTgt spid="34825"/>
                                        </p:tgtEl>
                                      </p:cBhvr>
                                    </p:animEffect>
                                  </p:childTnLst>
                                </p:cTn>
                              </p:par>
                              <p:par>
                                <p:cTn id="24" presetID="9" presetClass="entr" presetSubtype="0" fill="hold"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10"/>
                                        </p:tgtEl>
                                      </p:cBhvr>
                                    </p:animEffect>
                                    <p:set>
                                      <p:cBhvr>
                                        <p:cTn id="31" dur="1" fill="hold">
                                          <p:stCondLst>
                                            <p:cond delay="499"/>
                                          </p:stCondLst>
                                        </p:cTn>
                                        <p:tgtEl>
                                          <p:spTgt spid="10"/>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wipe(right)">
                                      <p:cBhvr>
                                        <p:cTn id="36" dur="500"/>
                                        <p:tgtEl>
                                          <p:spTgt spid="8"/>
                                        </p:tgtEl>
                                      </p:cBhvr>
                                    </p:animEffect>
                                  </p:childTnLst>
                                </p:cTn>
                              </p:par>
                              <p:par>
                                <p:cTn id="37" presetID="22" presetClass="entr" presetSubtype="2" fill="hold" nodeType="withEffect">
                                  <p:stCondLst>
                                    <p:cond delay="0"/>
                                  </p:stCondLst>
                                  <p:childTnLst>
                                    <p:set>
                                      <p:cBhvr>
                                        <p:cTn id="38" dur="1" fill="hold">
                                          <p:stCondLst>
                                            <p:cond delay="0"/>
                                          </p:stCondLst>
                                        </p:cTn>
                                        <p:tgtEl>
                                          <p:spTgt spid="34828"/>
                                        </p:tgtEl>
                                        <p:attrNameLst>
                                          <p:attrName>style.visibility</p:attrName>
                                        </p:attrNameLst>
                                      </p:cBhvr>
                                      <p:to>
                                        <p:strVal val="visible"/>
                                      </p:to>
                                    </p:set>
                                    <p:animEffect transition="in" filter="wipe(right)">
                                      <p:cBhvr>
                                        <p:cTn id="39" dur="500"/>
                                        <p:tgtEl>
                                          <p:spTgt spid="34828"/>
                                        </p:tgtEl>
                                      </p:cBhvr>
                                    </p:animEffect>
                                  </p:childTnLst>
                                </p:cTn>
                              </p:par>
                              <p:par>
                                <p:cTn id="40" presetID="9" presetClass="entr" presetSubtype="0" fill="hold"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xit" presetSubtype="0" fill="hold" nodeType="clickEffect">
                                  <p:stCondLst>
                                    <p:cond delay="0"/>
                                  </p:stCondLst>
                                  <p:childTnLst>
                                    <p:animEffect transition="out" filter="dissolve">
                                      <p:cBhvr>
                                        <p:cTn id="46" dur="500"/>
                                        <p:tgtEl>
                                          <p:spTgt spid="11"/>
                                        </p:tgtEl>
                                      </p:cBhvr>
                                    </p:animEffect>
                                    <p:set>
                                      <p:cBhvr>
                                        <p:cTn id="47" dur="1" fill="hold">
                                          <p:stCondLst>
                                            <p:cond delay="499"/>
                                          </p:stCondLst>
                                        </p:cTn>
                                        <p:tgtEl>
                                          <p:spTgt spid="11"/>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22" presetClass="entr" presetSubtype="8" fill="hold" nodeType="withEffect">
                                  <p:stCondLst>
                                    <p:cond delay="0"/>
                                  </p:stCondLst>
                                  <p:childTnLst>
                                    <p:set>
                                      <p:cBhvr>
                                        <p:cTn id="54" dur="1" fill="hold">
                                          <p:stCondLst>
                                            <p:cond delay="0"/>
                                          </p:stCondLst>
                                        </p:cTn>
                                        <p:tgtEl>
                                          <p:spTgt spid="34831"/>
                                        </p:tgtEl>
                                        <p:attrNameLst>
                                          <p:attrName>style.visibility</p:attrName>
                                        </p:attrNameLst>
                                      </p:cBhvr>
                                      <p:to>
                                        <p:strVal val="visible"/>
                                      </p:to>
                                    </p:set>
                                    <p:animEffect transition="in" filter="wipe(left)">
                                      <p:cBhvr>
                                        <p:cTn id="55" dur="500"/>
                                        <p:tgtEl>
                                          <p:spTgt spid="34831"/>
                                        </p:tgtEl>
                                      </p:cBhvr>
                                    </p:animEffect>
                                  </p:childTnLst>
                                </p:cTn>
                              </p:par>
                              <p:par>
                                <p:cTn id="56" presetID="9" presetClass="entr" presetSubtype="0" fill="hold" nodeType="with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dissolve">
                                      <p:cBhvr>
                                        <p:cTn id="58" dur="500"/>
                                        <p:tgtEl>
                                          <p:spTgt spid="12"/>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xit" presetSubtype="0" fill="hold" nodeType="clickEffect">
                                  <p:stCondLst>
                                    <p:cond delay="0"/>
                                  </p:stCondLst>
                                  <p:childTnLst>
                                    <p:animEffect transition="out" filter="dissolve">
                                      <p:cBhvr>
                                        <p:cTn id="62" dur="500"/>
                                        <p:tgtEl>
                                          <p:spTgt spid="12"/>
                                        </p:tgtEl>
                                      </p:cBhvr>
                                    </p:animEffect>
                                    <p:set>
                                      <p:cBhvr>
                                        <p:cTn id="63"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2" name="Rectangle 2"/>
          <p:cNvSpPr>
            <a:spLocks noGrp="1" noChangeArrowheads="1"/>
          </p:cNvSpPr>
          <p:nvPr>
            <p:ph type="title"/>
          </p:nvPr>
        </p:nvSpPr>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DHCP: more than IP addresses</a:t>
            </a:r>
          </a:p>
        </p:txBody>
      </p:sp>
      <p:sp>
        <p:nvSpPr>
          <p:cNvPr id="48133" name="Rectangle 3"/>
          <p:cNvSpPr>
            <a:spLocks noGrp="1" noChangeArrowheads="1"/>
          </p:cNvSpPr>
          <p:nvPr>
            <p:ph idx="1"/>
          </p:nvPr>
        </p:nvSpPr>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DHCP can return more than just allocated IP address on subnet:</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400" b="0" i="0" u="none" strike="noStrike" kern="0" cap="none" spc="0" normalizeH="0" baseline="0" noProof="0">
                <a:ln>
                  <a:noFill/>
                </a:ln>
                <a:solidFill>
                  <a:schemeClr val="tx1"/>
                </a:solidFill>
                <a:effectLst/>
                <a:uLnTx/>
                <a:uFillTx/>
                <a:latin typeface="Gill Sans MT"/>
                <a:ea typeface="MS PGothic" charset="0"/>
                <a:cs typeface="Gill Sans MT"/>
              </a:rPr>
              <a:t>address of first-hop router for client</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400" b="0" i="0" u="none" strike="noStrike" kern="0" cap="none" spc="0" normalizeH="0" baseline="0" noProof="0">
                <a:ln>
                  <a:noFill/>
                </a:ln>
                <a:solidFill>
                  <a:schemeClr val="tx1"/>
                </a:solidFill>
                <a:effectLst/>
                <a:uLnTx/>
                <a:uFillTx/>
                <a:latin typeface="Gill Sans MT"/>
                <a:ea typeface="MS PGothic" charset="0"/>
                <a:cs typeface="Gill Sans MT"/>
              </a:rPr>
              <a:t>name and IP address of DNS sever</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400" b="0" i="0" u="none" strike="noStrike" kern="0" cap="none" spc="0" normalizeH="0" baseline="0" noProof="0">
                <a:ln>
                  <a:noFill/>
                </a:ln>
                <a:solidFill>
                  <a:schemeClr val="tx1"/>
                </a:solidFill>
                <a:effectLst/>
                <a:uLnTx/>
                <a:uFillTx/>
                <a:latin typeface="Gill Sans MT"/>
                <a:ea typeface="MS PGothic" charset="0"/>
                <a:cs typeface="Gill Sans MT"/>
              </a:rPr>
              <a:t>network mask (indicating network versus host portion of address)</a:t>
            </a:r>
          </a:p>
        </p:txBody>
      </p:sp>
      <p:pic>
        <p:nvPicPr>
          <p:cNvPr id="94211" name="Picture 4" descr="underline_base"/>
          <p:cNvPicPr/>
          <p:nvPr/>
        </p:nvPicPr>
        <p:blipFill>
          <a:blip r:embed="rId2"/>
          <a:stretch>
            <a:fillRect/>
          </a:stretch>
        </p:blipFill>
        <p:spPr>
          <a:xfrm>
            <a:off x="601663" y="1047750"/>
            <a:ext cx="6856412" cy="173038"/>
          </a:xfrm>
          <a:prstGeom prst="rect">
            <a:avLst/>
          </a:prstGeom>
          <a:noFill/>
          <a:ln w="9525">
            <a:noFill/>
          </a:ln>
        </p:spPr>
      </p:pic>
      <p:sp>
        <p:nvSpPr>
          <p:cNvPr id="94212"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105</a:t>
            </a:fld>
            <a:endParaRPr lang="en-US" altLang="zh-CN" sz="1200">
              <a:latin typeface="Tahoma" panose="020B0604030504040204" charset="0"/>
            </a:endParaRPr>
          </a:p>
        </p:txBody>
      </p:sp>
      <p:sp>
        <p:nvSpPr>
          <p:cNvPr id="9421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195" name="Rectangle 3"/>
          <p:cNvSpPr>
            <a:spLocks noGrp="1" noChangeArrowheads="1"/>
          </p:cNvSpPr>
          <p:nvPr>
            <p:ph idx="1"/>
          </p:nvPr>
        </p:nvSpPr>
        <p:spPr>
          <a:xfrm>
            <a:off x="5056188" y="844233"/>
            <a:ext cx="3421063" cy="1262063"/>
          </a:xfrm>
        </p:spPr>
        <p:txBody>
          <a:bodyPr vert="horz" wrap="square" lIns="91440" tIns="45720" rIns="91440" bIns="45720" numCol="1" anchor="t" anchorCtr="0" compatLnSpc="1"/>
          <a:lstStyle/>
          <a:p>
            <a:pPr marL="233680" marR="0" lvl="0" indent="-23368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200" b="0" i="0" u="none" strike="noStrike" kern="0" cap="none" spc="0" normalizeH="0" baseline="0" noProof="0" dirty="0">
                <a:ln>
                  <a:noFill/>
                </a:ln>
                <a:solidFill>
                  <a:schemeClr val="tx1"/>
                </a:solidFill>
                <a:effectLst/>
                <a:uLnTx/>
                <a:uFillTx/>
                <a:latin typeface="+mn-lt"/>
                <a:ea typeface="MS PGothic" charset="0"/>
                <a:cs typeface="+mn-cs"/>
              </a:rPr>
              <a:t>connecting laptop needs its IP address, </a:t>
            </a:r>
            <a:r>
              <a:rPr kumimoji="0" lang="en-US" sz="2200" b="0" i="0" u="none" strike="noStrike" kern="0" cap="none" spc="0" normalizeH="0" baseline="0" noProof="0" dirty="0" err="1">
                <a:ln>
                  <a:noFill/>
                </a:ln>
                <a:solidFill>
                  <a:schemeClr val="tx1"/>
                </a:solidFill>
                <a:effectLst/>
                <a:uLnTx/>
                <a:uFillTx/>
                <a:latin typeface="+mn-lt"/>
                <a:ea typeface="MS PGothic" charset="0"/>
                <a:cs typeface="+mn-cs"/>
              </a:rPr>
              <a:t>addr</a:t>
            </a:r>
            <a:r>
              <a:rPr kumimoji="0" lang="en-US" sz="2200" b="0" i="0" u="none" strike="noStrike" kern="0" cap="none" spc="0" normalizeH="0" baseline="0" noProof="0" dirty="0">
                <a:ln>
                  <a:noFill/>
                </a:ln>
                <a:solidFill>
                  <a:schemeClr val="tx1"/>
                </a:solidFill>
                <a:effectLst/>
                <a:uLnTx/>
                <a:uFillTx/>
                <a:latin typeface="+mn-lt"/>
                <a:ea typeface="MS PGothic" charset="0"/>
                <a:cs typeface="+mn-cs"/>
              </a:rPr>
              <a:t> of first-hop router, </a:t>
            </a:r>
            <a:r>
              <a:rPr kumimoji="0" lang="en-US" sz="2200" b="0" i="0" u="none" strike="noStrike" kern="0" cap="none" spc="0" normalizeH="0" baseline="0" noProof="0" dirty="0" err="1">
                <a:ln>
                  <a:noFill/>
                </a:ln>
                <a:solidFill>
                  <a:schemeClr val="tx1"/>
                </a:solidFill>
                <a:effectLst/>
                <a:uLnTx/>
                <a:uFillTx/>
                <a:latin typeface="+mn-lt"/>
                <a:ea typeface="MS PGothic" charset="0"/>
                <a:cs typeface="+mn-cs"/>
              </a:rPr>
              <a:t>addr</a:t>
            </a:r>
            <a:r>
              <a:rPr kumimoji="0" lang="en-US" sz="2200" b="0" i="0" u="none" strike="noStrike" kern="0" cap="none" spc="0" normalizeH="0" baseline="0" noProof="0" dirty="0">
                <a:ln>
                  <a:noFill/>
                </a:ln>
                <a:solidFill>
                  <a:schemeClr val="tx1"/>
                </a:solidFill>
                <a:effectLst/>
                <a:uLnTx/>
                <a:uFillTx/>
                <a:latin typeface="+mn-lt"/>
                <a:ea typeface="MS PGothic" charset="0"/>
                <a:cs typeface="+mn-cs"/>
              </a:rPr>
              <a:t> of DNS server: use DHCP</a:t>
            </a:r>
          </a:p>
        </p:txBody>
      </p:sp>
      <p:sp>
        <p:nvSpPr>
          <p:cNvPr id="95234" name="Freeform 3"/>
          <p:cNvSpPr/>
          <p:nvPr/>
        </p:nvSpPr>
        <p:spPr>
          <a:xfrm>
            <a:off x="773113" y="1428750"/>
            <a:ext cx="3554412" cy="2754313"/>
          </a:xfrm>
          <a:custGeom>
            <a:avLst/>
            <a:gdLst>
              <a:gd name="txL" fmla="*/ 0 w 2406"/>
              <a:gd name="txT" fmla="*/ 0 h 958"/>
              <a:gd name="txR" fmla="*/ 2406 w 2406"/>
              <a:gd name="txB" fmla="*/ 958 h 958"/>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alpha val="100000"/>
            </a:srgbClr>
          </a:solidFill>
          <a:ln w="9525">
            <a:noFill/>
          </a:ln>
        </p:spPr>
        <p:txBody>
          <a:bodyPr/>
          <a:lstStyle/>
          <a:p>
            <a:endParaRPr lang="zh-CN" altLang="en-US"/>
          </a:p>
        </p:txBody>
      </p:sp>
      <p:sp>
        <p:nvSpPr>
          <p:cNvPr id="95235" name="Line 36"/>
          <p:cNvSpPr/>
          <p:nvPr/>
        </p:nvSpPr>
        <p:spPr>
          <a:xfrm flipV="1">
            <a:off x="3775075" y="2500313"/>
            <a:ext cx="155575" cy="142875"/>
          </a:xfrm>
          <a:prstGeom prst="line">
            <a:avLst/>
          </a:prstGeom>
          <a:ln w="9525" cap="flat" cmpd="sng">
            <a:solidFill>
              <a:srgbClr val="000000"/>
            </a:solidFill>
            <a:prstDash val="solid"/>
            <a:headEnd type="none" w="med" len="med"/>
            <a:tailEnd type="none" w="med" len="med"/>
          </a:ln>
        </p:spPr>
      </p:sp>
      <p:sp>
        <p:nvSpPr>
          <p:cNvPr id="95236" name="Line 43"/>
          <p:cNvSpPr/>
          <p:nvPr/>
        </p:nvSpPr>
        <p:spPr>
          <a:xfrm flipV="1">
            <a:off x="2665413" y="2673350"/>
            <a:ext cx="695325" cy="0"/>
          </a:xfrm>
          <a:prstGeom prst="line">
            <a:avLst/>
          </a:prstGeom>
          <a:ln w="9525" cap="flat" cmpd="sng">
            <a:solidFill>
              <a:srgbClr val="000000"/>
            </a:solidFill>
            <a:prstDash val="solid"/>
            <a:headEnd type="none" w="med" len="med"/>
            <a:tailEnd type="none" w="med" len="med"/>
          </a:ln>
        </p:spPr>
      </p:sp>
      <p:sp>
        <p:nvSpPr>
          <p:cNvPr id="95237" name="Line 44"/>
          <p:cNvSpPr/>
          <p:nvPr/>
        </p:nvSpPr>
        <p:spPr>
          <a:xfrm flipV="1">
            <a:off x="3924300" y="2357438"/>
            <a:ext cx="138113" cy="142875"/>
          </a:xfrm>
          <a:prstGeom prst="line">
            <a:avLst/>
          </a:prstGeom>
          <a:ln w="9525" cap="flat" cmpd="sng">
            <a:solidFill>
              <a:srgbClr val="000000"/>
            </a:solidFill>
            <a:prstDash val="dash"/>
            <a:headEnd type="none" w="med" len="med"/>
            <a:tailEnd type="none" w="med" len="med"/>
          </a:ln>
        </p:spPr>
      </p:sp>
      <p:sp>
        <p:nvSpPr>
          <p:cNvPr id="95238" name="Line 48"/>
          <p:cNvSpPr/>
          <p:nvPr/>
        </p:nvSpPr>
        <p:spPr>
          <a:xfrm flipV="1">
            <a:off x="3279775" y="2892425"/>
            <a:ext cx="512763" cy="612775"/>
          </a:xfrm>
          <a:prstGeom prst="line">
            <a:avLst/>
          </a:prstGeom>
          <a:ln w="9525" cap="flat" cmpd="sng">
            <a:solidFill>
              <a:srgbClr val="000000"/>
            </a:solidFill>
            <a:prstDash val="solid"/>
            <a:headEnd type="none" w="med" len="med"/>
            <a:tailEnd type="none" w="med" len="med"/>
          </a:ln>
        </p:spPr>
      </p:sp>
      <p:sp>
        <p:nvSpPr>
          <p:cNvPr id="95239" name="Text Box 44"/>
          <p:cNvSpPr txBox="1"/>
          <p:nvPr/>
        </p:nvSpPr>
        <p:spPr>
          <a:xfrm>
            <a:off x="2562225" y="3967163"/>
            <a:ext cx="2025650" cy="9159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i="1">
                <a:latin typeface="Arial" panose="020B0604020202090204" pitchFamily="34" charset="0"/>
              </a:rPr>
              <a:t>router with DHCP </a:t>
            </a:r>
          </a:p>
          <a:p>
            <a:pPr marL="0" lvl="0" indent="0">
              <a:lnSpc>
                <a:spcPct val="100000"/>
              </a:lnSpc>
              <a:spcBef>
                <a:spcPct val="0"/>
              </a:spcBef>
              <a:buClrTx/>
              <a:buSzTx/>
              <a:buFontTx/>
              <a:buNone/>
            </a:pPr>
            <a:r>
              <a:rPr lang="en-US" altLang="zh-CN" sz="1800" i="1">
                <a:latin typeface="Arial" panose="020B0604020202090204" pitchFamily="34" charset="0"/>
              </a:rPr>
              <a:t>server built into </a:t>
            </a:r>
          </a:p>
          <a:p>
            <a:pPr marL="0" lvl="0" indent="0">
              <a:lnSpc>
                <a:spcPct val="100000"/>
              </a:lnSpc>
              <a:spcBef>
                <a:spcPct val="0"/>
              </a:spcBef>
              <a:buClrTx/>
              <a:buSzTx/>
              <a:buFontTx/>
              <a:buNone/>
            </a:pPr>
            <a:r>
              <a:rPr lang="en-US" altLang="zh-CN" sz="1800" i="1">
                <a:latin typeface="Arial" panose="020B0604020202090204" pitchFamily="34" charset="0"/>
              </a:rPr>
              <a:t>router</a:t>
            </a:r>
          </a:p>
        </p:txBody>
      </p:sp>
      <p:sp>
        <p:nvSpPr>
          <p:cNvPr id="648344" name="Rectangle 152"/>
          <p:cNvSpPr/>
          <p:nvPr/>
        </p:nvSpPr>
        <p:spPr>
          <a:xfrm>
            <a:off x="5037138" y="2392045"/>
            <a:ext cx="3892550" cy="1306513"/>
          </a:xfrm>
          <a:prstGeom prst="rect">
            <a:avLst/>
          </a:prstGeom>
          <a:noFill/>
          <a:ln w="9525">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233680" lvl="0" indent="-233680">
              <a:lnSpc>
                <a:spcPct val="90000"/>
              </a:lnSpc>
            </a:pPr>
            <a:r>
              <a:rPr lang="en-US" altLang="zh-CN" sz="2200"/>
              <a:t>DHCP request encapsulated in UDP, encapsulated in IP, encapsulated in 802.1 Ethernet</a:t>
            </a:r>
          </a:p>
        </p:txBody>
      </p:sp>
      <p:sp>
        <p:nvSpPr>
          <p:cNvPr id="648345" name="Rectangle 153"/>
          <p:cNvSpPr/>
          <p:nvPr/>
        </p:nvSpPr>
        <p:spPr>
          <a:xfrm>
            <a:off x="5033963" y="3990023"/>
            <a:ext cx="3924300" cy="1563687"/>
          </a:xfrm>
          <a:prstGeom prst="rect">
            <a:avLst/>
          </a:prstGeom>
          <a:noFill/>
          <a:ln w="9525">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233680" lvl="0" indent="-233680">
              <a:lnSpc>
                <a:spcPct val="90000"/>
              </a:lnSpc>
            </a:pPr>
            <a:r>
              <a:rPr lang="en-US" altLang="zh-CN" sz="2200"/>
              <a:t>Ethernet frame broadcast (dest: </a:t>
            </a:r>
            <a:r>
              <a:rPr lang="en-US" altLang="zh-CN" sz="1600"/>
              <a:t>FFFFFFFFFFFF</a:t>
            </a:r>
            <a:r>
              <a:rPr lang="en-US" altLang="zh-CN" sz="2200"/>
              <a:t>) on LAN, received at router running DHCP server</a:t>
            </a:r>
          </a:p>
        </p:txBody>
      </p:sp>
      <p:sp>
        <p:nvSpPr>
          <p:cNvPr id="648346" name="Rectangle 154"/>
          <p:cNvSpPr/>
          <p:nvPr/>
        </p:nvSpPr>
        <p:spPr>
          <a:xfrm>
            <a:off x="5011738" y="5306378"/>
            <a:ext cx="3802062" cy="1292225"/>
          </a:xfrm>
          <a:prstGeom prst="rect">
            <a:avLst/>
          </a:prstGeom>
          <a:noFill/>
          <a:ln w="9525">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233680" lvl="0" indent="-233680">
              <a:lnSpc>
                <a:spcPct val="90000"/>
              </a:lnSpc>
            </a:pPr>
            <a:r>
              <a:rPr lang="en-US" altLang="zh-CN" sz="2200"/>
              <a:t>Ethernet demuxed to IP demuxed, UDP demuxed to DHCP </a:t>
            </a:r>
          </a:p>
        </p:txBody>
      </p:sp>
      <p:sp>
        <p:nvSpPr>
          <p:cNvPr id="95243" name="Text Box 155"/>
          <p:cNvSpPr txBox="1"/>
          <p:nvPr/>
        </p:nvSpPr>
        <p:spPr>
          <a:xfrm>
            <a:off x="3327400" y="3284538"/>
            <a:ext cx="1047750" cy="51752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168.1.1.1</a:t>
            </a:r>
          </a:p>
          <a:p>
            <a:pPr marL="0" lvl="0" indent="0">
              <a:lnSpc>
                <a:spcPct val="100000"/>
              </a:lnSpc>
              <a:spcBef>
                <a:spcPct val="0"/>
              </a:spcBef>
              <a:buClrTx/>
              <a:buSzTx/>
              <a:buFontTx/>
              <a:buNone/>
            </a:pPr>
            <a:endParaRPr lang="en-US" altLang="zh-CN" sz="1400">
              <a:latin typeface="Arial" panose="020B0604020202090204" pitchFamily="34" charset="0"/>
            </a:endParaRPr>
          </a:p>
        </p:txBody>
      </p:sp>
      <p:grpSp>
        <p:nvGrpSpPr>
          <p:cNvPr id="95244" name="Group 186"/>
          <p:cNvGrpSpPr/>
          <p:nvPr/>
        </p:nvGrpSpPr>
        <p:grpSpPr>
          <a:xfrm>
            <a:off x="3140075" y="2598738"/>
            <a:ext cx="963613" cy="300037"/>
            <a:chOff x="4410" y="1365"/>
            <a:chExt cx="663" cy="224"/>
          </a:xfrm>
        </p:grpSpPr>
        <p:sp>
          <p:nvSpPr>
            <p:cNvPr id="95422" name="Rectangle 187"/>
            <p:cNvSpPr/>
            <p:nvPr/>
          </p:nvSpPr>
          <p:spPr>
            <a:xfrm>
              <a:off x="4410" y="1500"/>
              <a:ext cx="495" cy="87"/>
            </a:xfrm>
            <a:prstGeom prst="rect">
              <a:avLst/>
            </a:prstGeom>
            <a:gradFill rotWithShape="1">
              <a:gsLst>
                <a:gs pos="0">
                  <a:srgbClr val="009999"/>
                </a:gs>
                <a:gs pos="100000">
                  <a:srgbClr val="FFFFFF"/>
                </a:gs>
              </a:gsLst>
              <a:lin ang="0" scaled="1"/>
              <a:tileRect/>
            </a:gradFill>
            <a:ln w="9525" cap="flat" cmpd="sng">
              <a:solidFill>
                <a:srgbClr val="00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23" name="AutoShape 188"/>
            <p:cNvSpPr/>
            <p:nvPr/>
          </p:nvSpPr>
          <p:spPr>
            <a:xfrm>
              <a:off x="4410" y="1369"/>
              <a:ext cx="663" cy="134"/>
            </a:xfrm>
            <a:prstGeom prst="parallelogram">
              <a:avLst>
                <a:gd name="adj" fmla="val 122778"/>
              </a:avLst>
            </a:prstGeom>
            <a:gradFill rotWithShape="1">
              <a:gsLst>
                <a:gs pos="0">
                  <a:srgbClr val="009999"/>
                </a:gs>
                <a:gs pos="100000">
                  <a:srgbClr val="FFFFFF"/>
                </a:gs>
              </a:gsLst>
              <a:lin ang="0" scaled="1"/>
              <a:tileRect/>
            </a:gradFill>
            <a:ln w="9525" cap="flat" cmpd="sng">
              <a:solidFill>
                <a:srgbClr val="00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24" name="Freeform 189"/>
            <p:cNvSpPr/>
            <p:nvPr/>
          </p:nvSpPr>
          <p:spPr>
            <a:xfrm>
              <a:off x="4904" y="1365"/>
              <a:ext cx="169" cy="224"/>
            </a:xfrm>
            <a:custGeom>
              <a:avLst/>
              <a:gdLst>
                <a:gd name="txL" fmla="*/ 0 w 169"/>
                <a:gd name="txT" fmla="*/ 0 h 224"/>
                <a:gd name="txR" fmla="*/ 169 w 169"/>
                <a:gd name="txB" fmla="*/ 224 h 224"/>
              </a:gdLst>
              <a:ahLst/>
              <a:cxnLst>
                <a:cxn ang="0">
                  <a:pos x="0" y="138"/>
                </a:cxn>
                <a:cxn ang="0">
                  <a:pos x="0" y="224"/>
                </a:cxn>
                <a:cxn ang="0">
                  <a:pos x="169" y="77"/>
                </a:cxn>
                <a:cxn ang="0">
                  <a:pos x="169" y="0"/>
                </a:cxn>
                <a:cxn ang="0">
                  <a:pos x="0" y="138"/>
                </a:cxn>
              </a:cxnLst>
              <a:rect l="txL" t="txT" r="txR" b="txB"/>
              <a:pathLst>
                <a:path w="169" h="224">
                  <a:moveTo>
                    <a:pt x="0" y="138"/>
                  </a:moveTo>
                  <a:lnTo>
                    <a:pt x="0" y="224"/>
                  </a:lnTo>
                  <a:lnTo>
                    <a:pt x="169" y="77"/>
                  </a:lnTo>
                  <a:lnTo>
                    <a:pt x="169" y="0"/>
                  </a:lnTo>
                  <a:lnTo>
                    <a:pt x="0" y="138"/>
                  </a:lnTo>
                  <a:close/>
                </a:path>
              </a:pathLst>
            </a:custGeom>
            <a:solidFill>
              <a:srgbClr val="BBE0E3">
                <a:alpha val="100000"/>
              </a:srgbClr>
            </a:solidFill>
            <a:ln w="63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95425" name="Freeform 190"/>
            <p:cNvSpPr/>
            <p:nvPr/>
          </p:nvSpPr>
          <p:spPr>
            <a:xfrm>
              <a:off x="4475" y="1395"/>
              <a:ext cx="506" cy="80"/>
            </a:xfrm>
            <a:custGeom>
              <a:avLst/>
              <a:gdLst>
                <a:gd name="txL" fmla="*/ 0 w 280"/>
                <a:gd name="txT" fmla="*/ 0 h 63"/>
                <a:gd name="txR" fmla="*/ 280 w 280"/>
                <a:gd name="txB" fmla="*/ 63 h 63"/>
              </a:gdLst>
              <a:ahLst/>
              <a:cxnLst>
                <a:cxn ang="0">
                  <a:pos x="0" y="2904"/>
                </a:cxn>
                <a:cxn ang="0">
                  <a:pos x="480586" y="2825"/>
                </a:cxn>
                <a:cxn ang="0">
                  <a:pos x="2836278" y="0"/>
                </a:cxn>
                <a:cxn ang="0">
                  <a:pos x="3621120" y="0"/>
                </a:cxn>
              </a:cxnLst>
              <a:rect l="txL" t="txT" r="txR" b="txB"/>
              <a:pathLst>
                <a:path w="280" h="63">
                  <a:moveTo>
                    <a:pt x="0" y="63"/>
                  </a:moveTo>
                  <a:lnTo>
                    <a:pt x="37" y="62"/>
                  </a:lnTo>
                  <a:lnTo>
                    <a:pt x="219" y="0"/>
                  </a:lnTo>
                  <a:lnTo>
                    <a:pt x="28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95426" name="Freeform 191"/>
            <p:cNvSpPr/>
            <p:nvPr/>
          </p:nvSpPr>
          <p:spPr>
            <a:xfrm>
              <a:off x="4593" y="1391"/>
              <a:ext cx="293" cy="93"/>
            </a:xfrm>
            <a:custGeom>
              <a:avLst/>
              <a:gdLst>
                <a:gd name="txL" fmla="*/ 0 w 293"/>
                <a:gd name="txT" fmla="*/ 0 h 93"/>
                <a:gd name="txR" fmla="*/ 293 w 293"/>
                <a:gd name="txB" fmla="*/ 93 h 93"/>
              </a:gdLst>
              <a:ahLst/>
              <a:cxnLst>
                <a:cxn ang="0">
                  <a:pos x="0" y="0"/>
                </a:cxn>
                <a:cxn ang="0">
                  <a:pos x="67" y="1"/>
                </a:cxn>
                <a:cxn ang="0">
                  <a:pos x="195" y="93"/>
                </a:cxn>
                <a:cxn ang="0">
                  <a:pos x="293" y="93"/>
                </a:cxn>
              </a:cxnLst>
              <a:rect l="txL" t="txT" r="txR" b="txB"/>
              <a:pathLst>
                <a:path w="293" h="93">
                  <a:moveTo>
                    <a:pt x="0" y="0"/>
                  </a:moveTo>
                  <a:lnTo>
                    <a:pt x="67" y="1"/>
                  </a:lnTo>
                  <a:lnTo>
                    <a:pt x="195" y="93"/>
                  </a:lnTo>
                  <a:lnTo>
                    <a:pt x="293" y="93"/>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grpSp>
        <p:nvGrpSpPr>
          <p:cNvPr id="95245" name="Group 192"/>
          <p:cNvGrpSpPr/>
          <p:nvPr/>
        </p:nvGrpSpPr>
        <p:grpSpPr>
          <a:xfrm>
            <a:off x="2674938" y="3525838"/>
            <a:ext cx="1066800" cy="406400"/>
            <a:chOff x="4396" y="1245"/>
            <a:chExt cx="672" cy="248"/>
          </a:xfrm>
        </p:grpSpPr>
        <p:sp>
          <p:nvSpPr>
            <p:cNvPr id="95414"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95415"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95416"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95417" name="Group 196"/>
            <p:cNvGrpSpPr/>
            <p:nvPr/>
          </p:nvGrpSpPr>
          <p:grpSpPr>
            <a:xfrm>
              <a:off x="4530" y="1287"/>
              <a:ext cx="377" cy="75"/>
              <a:chOff x="2468" y="1332"/>
              <a:chExt cx="310" cy="60"/>
            </a:xfrm>
          </p:grpSpPr>
          <p:sp>
            <p:nvSpPr>
              <p:cNvPr id="95420" name="Freeform 197"/>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28575" cap="flat" cmpd="sng">
                <a:solidFill>
                  <a:srgbClr val="000000">
                    <a:alpha val="100000"/>
                  </a:srgbClr>
                </a:solidFill>
                <a:prstDash val="solid"/>
                <a:round/>
                <a:headEnd type="none" w="med" len="med"/>
                <a:tailEnd type="none" w="med" len="med"/>
              </a:ln>
            </p:spPr>
            <p:txBody>
              <a:bodyPr/>
              <a:lstStyle/>
              <a:p>
                <a:endParaRPr lang="zh-CN" altLang="en-US"/>
              </a:p>
            </p:txBody>
          </p:sp>
          <p:sp>
            <p:nvSpPr>
              <p:cNvPr id="95421" name="Freeform 198"/>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28575"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95418" name="Line 199"/>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95419" name="Line 200"/>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95246" name="Group 201"/>
          <p:cNvGrpSpPr/>
          <p:nvPr/>
        </p:nvGrpSpPr>
        <p:grpSpPr>
          <a:xfrm>
            <a:off x="2706688" y="3330575"/>
            <a:ext cx="423862" cy="647700"/>
            <a:chOff x="4140" y="429"/>
            <a:chExt cx="1425" cy="2396"/>
          </a:xfrm>
        </p:grpSpPr>
        <p:sp>
          <p:nvSpPr>
            <p:cNvPr id="95382" name="Freeform 202"/>
            <p:cNvSpPr/>
            <p:nvPr/>
          </p:nvSpPr>
          <p:spPr>
            <a:xfrm>
              <a:off x="5268" y="433"/>
              <a:ext cx="283" cy="2286"/>
            </a:xfrm>
            <a:custGeom>
              <a:avLst/>
              <a:gdLst>
                <a:gd name="txL" fmla="*/ 0 w 354"/>
                <a:gd name="txT" fmla="*/ 0 h 2742"/>
                <a:gd name="txR" fmla="*/ 354 w 354"/>
                <a:gd name="txB" fmla="*/ 2742 h 2742"/>
              </a:gdLst>
              <a:ahLst/>
              <a:cxnLst>
                <a:cxn ang="0">
                  <a:pos x="2" y="0"/>
                </a:cxn>
                <a:cxn ang="0">
                  <a:pos x="10" y="19"/>
                </a:cxn>
                <a:cxn ang="0">
                  <a:pos x="10" y="143"/>
                </a:cxn>
                <a:cxn ang="0">
                  <a:pos x="0" y="149"/>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95383" name="Rectangle 203"/>
            <p:cNvSpPr/>
            <p:nvPr/>
          </p:nvSpPr>
          <p:spPr>
            <a:xfrm>
              <a:off x="4204" y="429"/>
              <a:ext cx="1051" cy="2284"/>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84" name="Freeform 204"/>
            <p:cNvSpPr/>
            <p:nvPr/>
          </p:nvSpPr>
          <p:spPr>
            <a:xfrm>
              <a:off x="5321" y="570"/>
              <a:ext cx="169" cy="2115"/>
            </a:xfrm>
            <a:custGeom>
              <a:avLst/>
              <a:gdLst>
                <a:gd name="txL" fmla="*/ 0 w 211"/>
                <a:gd name="txT" fmla="*/ 0 h 2537"/>
                <a:gd name="txR" fmla="*/ 211 w 211"/>
                <a:gd name="txB" fmla="*/ 2537 h 2537"/>
              </a:gdLst>
              <a:ahLst/>
              <a:cxnLst>
                <a:cxn ang="0">
                  <a:pos x="2" y="0"/>
                </a:cxn>
                <a:cxn ang="0">
                  <a:pos x="6" y="13"/>
                </a:cxn>
                <a:cxn ang="0">
                  <a:pos x="2" y="136"/>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95385" name="Freeform 205"/>
            <p:cNvSpPr/>
            <p:nvPr/>
          </p:nvSpPr>
          <p:spPr>
            <a:xfrm>
              <a:off x="5284" y="1640"/>
              <a:ext cx="263" cy="189"/>
            </a:xfrm>
            <a:custGeom>
              <a:avLst/>
              <a:gdLst>
                <a:gd name="txL" fmla="*/ 0 w 328"/>
                <a:gd name="txT" fmla="*/ 0 h 226"/>
                <a:gd name="txR" fmla="*/ 328 w 328"/>
                <a:gd name="txB" fmla="*/ 226 h 226"/>
              </a:gdLst>
              <a:ahLst/>
              <a:cxnLst>
                <a:cxn ang="0">
                  <a:pos x="2" y="0"/>
                </a:cxn>
                <a:cxn ang="0">
                  <a:pos x="9" y="8"/>
                </a:cxn>
                <a:cxn ang="0">
                  <a:pos x="9" y="13"/>
                </a:cxn>
                <a:cxn ang="0">
                  <a:pos x="0" y="6"/>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5386" name="Rectangle 206"/>
            <p:cNvSpPr/>
            <p:nvPr/>
          </p:nvSpPr>
          <p:spPr>
            <a:xfrm>
              <a:off x="4209" y="693"/>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95387" name="Group 207"/>
            <p:cNvGrpSpPr/>
            <p:nvPr/>
          </p:nvGrpSpPr>
          <p:grpSpPr>
            <a:xfrm>
              <a:off x="4749" y="668"/>
              <a:ext cx="581" cy="145"/>
              <a:chOff x="614" y="2568"/>
              <a:chExt cx="725" cy="139"/>
            </a:xfrm>
          </p:grpSpPr>
          <p:sp>
            <p:nvSpPr>
              <p:cNvPr id="95412" name="AutoShape 208"/>
              <p:cNvSpPr/>
              <p:nvPr/>
            </p:nvSpPr>
            <p:spPr>
              <a:xfrm>
                <a:off x="613" y="2570"/>
                <a:ext cx="726" cy="135"/>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13" name="AutoShape 209"/>
              <p:cNvSpPr/>
              <p:nvPr/>
            </p:nvSpPr>
            <p:spPr>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5388" name="Rectangle 210"/>
            <p:cNvSpPr/>
            <p:nvPr/>
          </p:nvSpPr>
          <p:spPr>
            <a:xfrm>
              <a:off x="4225" y="1016"/>
              <a:ext cx="592"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95389" name="Group 211"/>
            <p:cNvGrpSpPr/>
            <p:nvPr/>
          </p:nvGrpSpPr>
          <p:grpSpPr>
            <a:xfrm>
              <a:off x="4747" y="994"/>
              <a:ext cx="581" cy="134"/>
              <a:chOff x="614" y="2568"/>
              <a:chExt cx="725" cy="139"/>
            </a:xfrm>
          </p:grpSpPr>
          <p:sp>
            <p:nvSpPr>
              <p:cNvPr id="95410" name="AutoShape 212"/>
              <p:cNvSpPr/>
              <p:nvPr/>
            </p:nvSpPr>
            <p:spPr>
              <a:xfrm>
                <a:off x="616" y="2567"/>
                <a:ext cx="726" cy="140"/>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11" name="AutoShape 213"/>
              <p:cNvSpPr/>
              <p:nvPr/>
            </p:nvSpPr>
            <p:spPr>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5390" name="Rectangle 214"/>
            <p:cNvSpPr/>
            <p:nvPr/>
          </p:nvSpPr>
          <p:spPr>
            <a:xfrm>
              <a:off x="4215" y="1357"/>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91" name="Rectangle 215"/>
            <p:cNvSpPr/>
            <p:nvPr/>
          </p:nvSpPr>
          <p:spPr>
            <a:xfrm>
              <a:off x="4225" y="1656"/>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95392" name="Group 216"/>
            <p:cNvGrpSpPr/>
            <p:nvPr/>
          </p:nvGrpSpPr>
          <p:grpSpPr>
            <a:xfrm>
              <a:off x="4735" y="1627"/>
              <a:ext cx="582" cy="151"/>
              <a:chOff x="614" y="2568"/>
              <a:chExt cx="725" cy="139"/>
            </a:xfrm>
          </p:grpSpPr>
          <p:sp>
            <p:nvSpPr>
              <p:cNvPr id="95408" name="AutoShape 217"/>
              <p:cNvSpPr/>
              <p:nvPr/>
            </p:nvSpPr>
            <p:spPr>
              <a:xfrm>
                <a:off x="611" y="2568"/>
                <a:ext cx="731" cy="141"/>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09" name="AutoShape 218"/>
              <p:cNvSpPr/>
              <p:nvPr/>
            </p:nvSpPr>
            <p:spPr>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5393" name="Freeform 219"/>
            <p:cNvSpPr/>
            <p:nvPr/>
          </p:nvSpPr>
          <p:spPr>
            <a:xfrm>
              <a:off x="5288" y="1354"/>
              <a:ext cx="263" cy="188"/>
            </a:xfrm>
            <a:custGeom>
              <a:avLst/>
              <a:gdLst>
                <a:gd name="txL" fmla="*/ 0 w 328"/>
                <a:gd name="txT" fmla="*/ 0 h 226"/>
                <a:gd name="txR" fmla="*/ 328 w 328"/>
                <a:gd name="txB" fmla="*/ 226 h 226"/>
              </a:gdLst>
              <a:ahLst/>
              <a:cxnLst>
                <a:cxn ang="0">
                  <a:pos x="2" y="0"/>
                </a:cxn>
                <a:cxn ang="0">
                  <a:pos x="9" y="7"/>
                </a:cxn>
                <a:cxn ang="0">
                  <a:pos x="9" y="12"/>
                </a:cxn>
                <a:cxn ang="0">
                  <a:pos x="0" y="5"/>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95394" name="Group 220"/>
            <p:cNvGrpSpPr/>
            <p:nvPr/>
          </p:nvGrpSpPr>
          <p:grpSpPr>
            <a:xfrm>
              <a:off x="4739" y="1327"/>
              <a:ext cx="582" cy="139"/>
              <a:chOff x="614" y="2568"/>
              <a:chExt cx="725" cy="139"/>
            </a:xfrm>
          </p:grpSpPr>
          <p:sp>
            <p:nvSpPr>
              <p:cNvPr id="95406" name="AutoShape 221"/>
              <p:cNvSpPr/>
              <p:nvPr/>
            </p:nvSpPr>
            <p:spPr>
              <a:xfrm>
                <a:off x="612" y="2569"/>
                <a:ext cx="725" cy="147"/>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07" name="AutoShape 222"/>
              <p:cNvSpPr/>
              <p:nvPr/>
            </p:nvSpPr>
            <p:spPr>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5395" name="Rectangle 223"/>
            <p:cNvSpPr/>
            <p:nvPr/>
          </p:nvSpPr>
          <p:spPr>
            <a:xfrm>
              <a:off x="5250" y="429"/>
              <a:ext cx="69" cy="2290"/>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96" name="Freeform 224"/>
            <p:cNvSpPr/>
            <p:nvPr/>
          </p:nvSpPr>
          <p:spPr>
            <a:xfrm>
              <a:off x="5312" y="1007"/>
              <a:ext cx="237" cy="213"/>
            </a:xfrm>
            <a:custGeom>
              <a:avLst/>
              <a:gdLst>
                <a:gd name="txL" fmla="*/ 0 w 296"/>
                <a:gd name="txT" fmla="*/ 0 h 256"/>
                <a:gd name="txR" fmla="*/ 296 w 296"/>
                <a:gd name="txB" fmla="*/ 256 h 256"/>
              </a:gdLst>
              <a:ahLst/>
              <a:cxnLst>
                <a:cxn ang="0">
                  <a:pos x="2" y="0"/>
                </a:cxn>
                <a:cxn ang="0">
                  <a:pos x="9" y="7"/>
                </a:cxn>
                <a:cxn ang="0">
                  <a:pos x="9" y="13"/>
                </a:cxn>
                <a:cxn ang="0">
                  <a:pos x="0" y="5"/>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5397" name="Freeform 225"/>
            <p:cNvSpPr/>
            <p:nvPr/>
          </p:nvSpPr>
          <p:spPr>
            <a:xfrm>
              <a:off x="5315" y="680"/>
              <a:ext cx="244" cy="240"/>
            </a:xfrm>
            <a:custGeom>
              <a:avLst/>
              <a:gdLst>
                <a:gd name="txL" fmla="*/ 0 w 304"/>
                <a:gd name="txT" fmla="*/ 0 h 288"/>
                <a:gd name="txR" fmla="*/ 304 w 304"/>
                <a:gd name="txB" fmla="*/ 288 h 288"/>
              </a:gdLst>
              <a:ahLst/>
              <a:cxnLst>
                <a:cxn ang="0">
                  <a:pos x="0" y="0"/>
                </a:cxn>
                <a:cxn ang="0">
                  <a:pos x="9" y="9"/>
                </a:cxn>
                <a:cxn ang="0">
                  <a:pos x="8" y="16"/>
                </a:cxn>
                <a:cxn ang="0">
                  <a:pos x="2" y="7"/>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5398" name="Oval 226"/>
            <p:cNvSpPr/>
            <p:nvPr/>
          </p:nvSpPr>
          <p:spPr>
            <a:xfrm>
              <a:off x="5517" y="2614"/>
              <a:ext cx="48" cy="94"/>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99" name="Freeform 227"/>
            <p:cNvSpPr/>
            <p:nvPr/>
          </p:nvSpPr>
          <p:spPr>
            <a:xfrm>
              <a:off x="5302" y="2614"/>
              <a:ext cx="245" cy="200"/>
            </a:xfrm>
            <a:custGeom>
              <a:avLst/>
              <a:gdLst>
                <a:gd name="txL" fmla="*/ 0 w 306"/>
                <a:gd name="txT" fmla="*/ 0 h 240"/>
                <a:gd name="txR" fmla="*/ 306 w 306"/>
                <a:gd name="txB" fmla="*/ 240 h 240"/>
              </a:gdLst>
              <a:ahLst/>
              <a:cxnLst>
                <a:cxn ang="0">
                  <a:pos x="0" y="7"/>
                </a:cxn>
                <a:cxn ang="0">
                  <a:pos x="2" y="13"/>
                </a:cxn>
                <a:cxn ang="0">
                  <a:pos x="9" y="7"/>
                </a:cxn>
                <a:cxn ang="0">
                  <a:pos x="9" y="0"/>
                </a:cxn>
                <a:cxn ang="0">
                  <a:pos x="0" y="7"/>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95400" name="AutoShape 228"/>
            <p:cNvSpPr/>
            <p:nvPr/>
          </p:nvSpPr>
          <p:spPr>
            <a:xfrm>
              <a:off x="4140" y="2678"/>
              <a:ext cx="1201" cy="147"/>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01" name="AutoShape 229"/>
            <p:cNvSpPr/>
            <p:nvPr/>
          </p:nvSpPr>
          <p:spPr>
            <a:xfrm>
              <a:off x="4204" y="2713"/>
              <a:ext cx="1073" cy="82"/>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02" name="Oval 230"/>
            <p:cNvSpPr/>
            <p:nvPr/>
          </p:nvSpPr>
          <p:spPr>
            <a:xfrm>
              <a:off x="4305" y="2385"/>
              <a:ext cx="160" cy="141"/>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03" name="Oval 231"/>
            <p:cNvSpPr/>
            <p:nvPr/>
          </p:nvSpPr>
          <p:spPr>
            <a:xfrm>
              <a:off x="4487" y="2385"/>
              <a:ext cx="160" cy="141"/>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a typeface="Arial" panose="020B0604020202090204" pitchFamily="34" charset="0"/>
              </a:endParaRPr>
            </a:p>
          </p:txBody>
        </p:sp>
        <p:sp>
          <p:nvSpPr>
            <p:cNvPr id="95404" name="Oval 232"/>
            <p:cNvSpPr/>
            <p:nvPr/>
          </p:nvSpPr>
          <p:spPr>
            <a:xfrm>
              <a:off x="4663" y="2379"/>
              <a:ext cx="155" cy="141"/>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405" name="Rectangle 233"/>
            <p:cNvSpPr/>
            <p:nvPr/>
          </p:nvSpPr>
          <p:spPr>
            <a:xfrm>
              <a:off x="5063" y="1833"/>
              <a:ext cx="85" cy="763"/>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5247" name="Group 234"/>
          <p:cNvGrpSpPr/>
          <p:nvPr/>
        </p:nvGrpSpPr>
        <p:grpSpPr>
          <a:xfrm>
            <a:off x="1978025" y="2295525"/>
            <a:ext cx="850900" cy="615950"/>
            <a:chOff x="4420" y="878"/>
            <a:chExt cx="614" cy="458"/>
          </a:xfrm>
        </p:grpSpPr>
        <p:pic>
          <p:nvPicPr>
            <p:cNvPr id="95360" name="Picture 235" descr="laptop_keyboard"/>
            <p:cNvPicPr>
              <a:picLocks noChangeAspect="1"/>
            </p:cNvPicPr>
            <p:nvPr/>
          </p:nvPicPr>
          <p:blipFill>
            <a:blip r:embed="rId2"/>
            <a:stretch>
              <a:fillRect/>
            </a:stretch>
          </p:blipFill>
          <p:spPr>
            <a:xfrm rot="109064" flipH="1">
              <a:off x="4420" y="1108"/>
              <a:ext cx="527" cy="228"/>
            </a:xfrm>
            <a:prstGeom prst="rect">
              <a:avLst/>
            </a:prstGeom>
            <a:noFill/>
            <a:ln w="9525">
              <a:noFill/>
            </a:ln>
          </p:spPr>
        </p:pic>
        <p:sp>
          <p:nvSpPr>
            <p:cNvPr id="95361" name="Freeform 236"/>
            <p:cNvSpPr/>
            <p:nvPr/>
          </p:nvSpPr>
          <p:spPr>
            <a:xfrm>
              <a:off x="4595" y="888"/>
              <a:ext cx="424" cy="297"/>
            </a:xfrm>
            <a:custGeom>
              <a:avLst/>
              <a:gdLst>
                <a:gd name="txL" fmla="*/ 0 w 2982"/>
                <a:gd name="txT" fmla="*/ 0 h 2442"/>
                <a:gd name="txR" fmla="*/ 2982 w 2982"/>
                <a:gd name="txB" fmla="*/ 2442 h 2442"/>
              </a:gdLst>
              <a:ahLst/>
              <a:cxnLst>
                <a:cxn ang="0">
                  <a:pos x="0" y="0"/>
                </a:cxn>
                <a:cxn ang="0">
                  <a:pos x="0" y="0"/>
                </a:cxn>
                <a:cxn ang="0">
                  <a:pos x="0" y="0"/>
                </a:cxn>
                <a:cxn ang="0">
                  <a:pos x="0" y="0"/>
                </a:cxn>
                <a:cxn ang="0">
                  <a:pos x="0"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95362" name="Picture 237" descr="screen"/>
            <p:cNvPicPr>
              <a:picLocks noChangeAspect="1"/>
            </p:cNvPicPr>
            <p:nvPr/>
          </p:nvPicPr>
          <p:blipFill>
            <a:blip r:embed="rId3"/>
            <a:stretch>
              <a:fillRect/>
            </a:stretch>
          </p:blipFill>
          <p:spPr>
            <a:xfrm>
              <a:off x="4616" y="895"/>
              <a:ext cx="385" cy="271"/>
            </a:xfrm>
            <a:prstGeom prst="rect">
              <a:avLst/>
            </a:prstGeom>
            <a:noFill/>
            <a:ln w="9525">
              <a:noFill/>
            </a:ln>
          </p:spPr>
        </p:pic>
        <p:sp>
          <p:nvSpPr>
            <p:cNvPr id="95363" name="Freeform 238"/>
            <p:cNvSpPr/>
            <p:nvPr/>
          </p:nvSpPr>
          <p:spPr>
            <a:xfrm>
              <a:off x="4672" y="879"/>
              <a:ext cx="359" cy="55"/>
            </a:xfrm>
            <a:custGeom>
              <a:avLst/>
              <a:gdLst>
                <a:gd name="txL" fmla="*/ 0 w 2528"/>
                <a:gd name="txT" fmla="*/ 0 h 455"/>
                <a:gd name="txR" fmla="*/ 2528 w 2528"/>
                <a:gd name="txB" fmla="*/ 455 h 455"/>
              </a:gdLst>
              <a:ahLst/>
              <a:cxnLst>
                <a:cxn ang="0">
                  <a:pos x="0" y="0"/>
                </a:cxn>
                <a:cxn ang="0">
                  <a:pos x="0" y="0"/>
                </a:cxn>
                <a:cxn ang="0">
                  <a:pos x="0" y="0"/>
                </a:cxn>
                <a:cxn ang="0">
                  <a:pos x="0" y="0"/>
                </a:cxn>
                <a:cxn ang="0">
                  <a:pos x="0"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95364" name="Freeform 239"/>
            <p:cNvSpPr/>
            <p:nvPr/>
          </p:nvSpPr>
          <p:spPr>
            <a:xfrm>
              <a:off x="4591" y="878"/>
              <a:ext cx="100" cy="230"/>
            </a:xfrm>
            <a:custGeom>
              <a:avLst/>
              <a:gdLst>
                <a:gd name="txL" fmla="*/ 0 w 702"/>
                <a:gd name="txT" fmla="*/ 0 h 1893"/>
                <a:gd name="txR" fmla="*/ 702 w 702"/>
                <a:gd name="txB" fmla="*/ 1893 h 1893"/>
              </a:gdLst>
              <a:ahLst/>
              <a:cxnLst>
                <a:cxn ang="0">
                  <a:pos x="0" y="0"/>
                </a:cxn>
                <a:cxn ang="0">
                  <a:pos x="0" y="0"/>
                </a:cxn>
                <a:cxn ang="0">
                  <a:pos x="0" y="0"/>
                </a:cxn>
                <a:cxn ang="0">
                  <a:pos x="0" y="0"/>
                </a:cxn>
                <a:cxn ang="0">
                  <a:pos x="0"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95365" name="Freeform 240"/>
            <p:cNvSpPr/>
            <p:nvPr/>
          </p:nvSpPr>
          <p:spPr>
            <a:xfrm>
              <a:off x="4921" y="920"/>
              <a:ext cx="108" cy="265"/>
            </a:xfrm>
            <a:custGeom>
              <a:avLst/>
              <a:gdLst>
                <a:gd name="txL" fmla="*/ 0 w 756"/>
                <a:gd name="txT" fmla="*/ 0 h 2184"/>
                <a:gd name="txR" fmla="*/ 756 w 756"/>
                <a:gd name="txB" fmla="*/ 2184 h 2184"/>
              </a:gdLst>
              <a:ahLst/>
              <a:cxnLst>
                <a:cxn ang="0">
                  <a:pos x="0" y="0"/>
                </a:cxn>
                <a:cxn ang="0">
                  <a:pos x="0" y="0"/>
                </a:cxn>
                <a:cxn ang="0">
                  <a:pos x="0" y="0"/>
                </a:cxn>
                <a:cxn ang="0">
                  <a:pos x="0" y="0"/>
                </a:cxn>
                <a:cxn ang="0">
                  <a:pos x="0"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95366" name="Freeform 241"/>
            <p:cNvSpPr/>
            <p:nvPr/>
          </p:nvSpPr>
          <p:spPr>
            <a:xfrm>
              <a:off x="4590" y="1097"/>
              <a:ext cx="394" cy="89"/>
            </a:xfrm>
            <a:custGeom>
              <a:avLst/>
              <a:gdLst>
                <a:gd name="txL" fmla="*/ 0 w 2773"/>
                <a:gd name="txT" fmla="*/ 0 h 738"/>
                <a:gd name="txR" fmla="*/ 2773 w 2773"/>
                <a:gd name="txB" fmla="*/ 738 h 738"/>
              </a:gdLst>
              <a:ahLst/>
              <a:cxnLst>
                <a:cxn ang="0">
                  <a:pos x="0" y="0"/>
                </a:cxn>
                <a:cxn ang="0">
                  <a:pos x="0" y="0"/>
                </a:cxn>
                <a:cxn ang="0">
                  <a:pos x="0" y="0"/>
                </a:cxn>
                <a:cxn ang="0">
                  <a:pos x="0" y="0"/>
                </a:cxn>
                <a:cxn ang="0">
                  <a:pos x="0"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95367" name="Freeform 242"/>
            <p:cNvSpPr/>
            <p:nvPr/>
          </p:nvSpPr>
          <p:spPr>
            <a:xfrm>
              <a:off x="4933" y="922"/>
              <a:ext cx="101" cy="266"/>
            </a:xfrm>
            <a:custGeom>
              <a:avLst/>
              <a:gdLst>
                <a:gd name="txL" fmla="*/ 0 w 637"/>
                <a:gd name="txT" fmla="*/ 0 h 1659"/>
                <a:gd name="txR" fmla="*/ 637 w 637"/>
                <a:gd name="txB" fmla="*/ 1659 h 1659"/>
              </a:gdLst>
              <a:ahLst/>
              <a:cxnLst>
                <a:cxn ang="0">
                  <a:pos x="0" y="0"/>
                </a:cxn>
                <a:cxn ang="0">
                  <a:pos x="0" y="0"/>
                </a:cxn>
                <a:cxn ang="0">
                  <a:pos x="0" y="0"/>
                </a:cxn>
                <a:cxn ang="0">
                  <a:pos x="0" y="0"/>
                </a:cxn>
                <a:cxn ang="0">
                  <a:pos x="0"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95368" name="Freeform 243"/>
            <p:cNvSpPr/>
            <p:nvPr/>
          </p:nvSpPr>
          <p:spPr>
            <a:xfrm>
              <a:off x="4590" y="1109"/>
              <a:ext cx="351" cy="88"/>
            </a:xfrm>
            <a:custGeom>
              <a:avLst/>
              <a:gdLst>
                <a:gd name="txL" fmla="*/ 0 w 2216"/>
                <a:gd name="txT" fmla="*/ 0 h 550"/>
                <a:gd name="txR" fmla="*/ 2216 w 2216"/>
                <a:gd name="txB" fmla="*/ 550 h 550"/>
              </a:gdLst>
              <a:ahLst/>
              <a:cxnLst>
                <a:cxn ang="0">
                  <a:pos x="0" y="0"/>
                </a:cxn>
                <a:cxn ang="0">
                  <a:pos x="0" y="0"/>
                </a:cxn>
                <a:cxn ang="0">
                  <a:pos x="0" y="0"/>
                </a:cxn>
                <a:cxn ang="0">
                  <a:pos x="0" y="0"/>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95369" name="Group 244"/>
            <p:cNvGrpSpPr/>
            <p:nvPr/>
          </p:nvGrpSpPr>
          <p:grpSpPr>
            <a:xfrm>
              <a:off x="4584" y="1203"/>
              <a:ext cx="119" cy="53"/>
              <a:chOff x="1740" y="2642"/>
              <a:chExt cx="752" cy="327"/>
            </a:xfrm>
          </p:grpSpPr>
          <p:sp>
            <p:nvSpPr>
              <p:cNvPr id="95376" name="Freeform 245"/>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95377" name="Freeform 246"/>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95378" name="Freeform 247"/>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95379" name="Freeform 248"/>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95380" name="Freeform 249"/>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95381" name="Freeform 250"/>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95370" name="Freeform 251"/>
            <p:cNvSpPr/>
            <p:nvPr/>
          </p:nvSpPr>
          <p:spPr>
            <a:xfrm>
              <a:off x="4788" y="1211"/>
              <a:ext cx="144" cy="116"/>
            </a:xfrm>
            <a:custGeom>
              <a:avLst/>
              <a:gdLst>
                <a:gd name="txL" fmla="*/ 0 w 990"/>
                <a:gd name="txT" fmla="*/ 0 h 792"/>
                <a:gd name="txR" fmla="*/ 990 w 990"/>
                <a:gd name="txB" fmla="*/ 792 h 792"/>
              </a:gdLst>
              <a:ahLst/>
              <a:cxnLst>
                <a:cxn ang="0">
                  <a:pos x="0" y="0"/>
                </a:cxn>
                <a:cxn ang="0">
                  <a:pos x="0" y="0"/>
                </a:cxn>
                <a:cxn ang="0">
                  <a:pos x="0" y="0"/>
                </a:cxn>
                <a:cxn ang="0">
                  <a:pos x="0" y="0"/>
                </a:cxn>
                <a:cxn ang="0">
                  <a:pos x="0" y="0"/>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95371" name="Freeform 252"/>
            <p:cNvSpPr/>
            <p:nvPr/>
          </p:nvSpPr>
          <p:spPr>
            <a:xfrm>
              <a:off x="4420" y="1220"/>
              <a:ext cx="369" cy="106"/>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95372" name="Freeform 253"/>
            <p:cNvSpPr/>
            <p:nvPr/>
          </p:nvSpPr>
          <p:spPr>
            <a:xfrm>
              <a:off x="4420" y="1201"/>
              <a:ext cx="4" cy="21"/>
            </a:xfrm>
            <a:custGeom>
              <a:avLst/>
              <a:gdLst>
                <a:gd name="txL" fmla="*/ 0 w 26"/>
                <a:gd name="txT" fmla="*/ 0 h 147"/>
                <a:gd name="txR" fmla="*/ 26 w 26"/>
                <a:gd name="txB" fmla="*/ 147 h 147"/>
              </a:gdLst>
              <a:ahLst/>
              <a:cxnLst>
                <a:cxn ang="0">
                  <a:pos x="0" y="0"/>
                </a:cxn>
                <a:cxn ang="0">
                  <a:pos x="0" y="0"/>
                </a:cxn>
                <a:cxn ang="0">
                  <a:pos x="0" y="0"/>
                </a:cxn>
                <a:cxn ang="0">
                  <a:pos x="0" y="0"/>
                </a:cxn>
                <a:cxn ang="0">
                  <a:pos x="0" y="0"/>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95373" name="Freeform 254"/>
            <p:cNvSpPr/>
            <p:nvPr/>
          </p:nvSpPr>
          <p:spPr>
            <a:xfrm>
              <a:off x="4421" y="1114"/>
              <a:ext cx="171" cy="88"/>
            </a:xfrm>
            <a:custGeom>
              <a:avLst/>
              <a:gdLst>
                <a:gd name="txL" fmla="*/ 0 w 1176"/>
                <a:gd name="txT" fmla="*/ 0 h 606"/>
                <a:gd name="txR" fmla="*/ 1176 w 1176"/>
                <a:gd name="txB" fmla="*/ 606 h 606"/>
              </a:gdLst>
              <a:ahLst/>
              <a:cxnLst>
                <a:cxn ang="0">
                  <a:pos x="0" y="0"/>
                </a:cxn>
                <a:cxn ang="0">
                  <a:pos x="0" y="0"/>
                </a:cxn>
                <a:cxn ang="0">
                  <a:pos x="0" y="0"/>
                </a:cxn>
                <a:cxn ang="0">
                  <a:pos x="0" y="0"/>
                </a:cxn>
                <a:cxn ang="0">
                  <a:pos x="0"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95374" name="Freeform 255"/>
            <p:cNvSpPr/>
            <p:nvPr/>
          </p:nvSpPr>
          <p:spPr>
            <a:xfrm>
              <a:off x="4432" y="1205"/>
              <a:ext cx="350" cy="102"/>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95375" name="Freeform 256"/>
            <p:cNvSpPr/>
            <p:nvPr/>
          </p:nvSpPr>
          <p:spPr>
            <a:xfrm flipV="1">
              <a:off x="4782" y="1198"/>
              <a:ext cx="142" cy="105"/>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sp>
        <p:nvSpPr>
          <p:cNvPr id="648226" name="AutoShape 34"/>
          <p:cNvSpPr/>
          <p:nvPr/>
        </p:nvSpPr>
        <p:spPr>
          <a:xfrm>
            <a:off x="830263" y="2422525"/>
            <a:ext cx="976312" cy="485775"/>
          </a:xfrm>
          <a:custGeom>
            <a:avLst/>
            <a:gdLst>
              <a:gd name="txL" fmla="*/ 3375 w 21600"/>
              <a:gd name="txT" fmla="*/ 5400 h 21600"/>
              <a:gd name="txR" fmla="*/ 18900 w 21600"/>
              <a:gd name="txB" fmla="*/ 16200 h 21600"/>
            </a:gdLst>
            <a:ahLst/>
            <a:cxnLst>
              <a:cxn ang="17694720">
                <a:pos x="2147483646" y="0"/>
              </a:cxn>
              <a:cxn ang="11796480">
                <a:pos x="0" y="2147483646"/>
              </a:cxn>
              <a:cxn ang="5898240">
                <a:pos x="2147483646" y="2147483646"/>
              </a:cxn>
              <a:cxn ang="0">
                <a:pos x="2147483646" y="2147483646"/>
              </a:cxn>
            </a:cxnLst>
            <a:rect l="txL" t="txT" r="txR" b="txB"/>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alpha val="100000"/>
            </a:srgbClr>
          </a:solidFill>
          <a:ln w="9525">
            <a:noFill/>
          </a:ln>
        </p:spPr>
        <p:txBody>
          <a:bodyPr/>
          <a:lstStyle/>
          <a:p>
            <a:endParaRPr lang="zh-CN" altLang="en-US"/>
          </a:p>
        </p:txBody>
      </p:sp>
      <p:grpSp>
        <p:nvGrpSpPr>
          <p:cNvPr id="12" name="Group 45"/>
          <p:cNvGrpSpPr/>
          <p:nvPr/>
        </p:nvGrpSpPr>
        <p:grpSpPr>
          <a:xfrm>
            <a:off x="1195388" y="1258888"/>
            <a:ext cx="976312" cy="1460500"/>
            <a:chOff x="651" y="681"/>
            <a:chExt cx="615" cy="920"/>
          </a:xfrm>
        </p:grpSpPr>
        <p:sp>
          <p:nvSpPr>
            <p:cNvPr id="95352" name="Freeform 46"/>
            <p:cNvSpPr/>
            <p:nvPr/>
          </p:nvSpPr>
          <p:spPr>
            <a:xfrm>
              <a:off x="662" y="698"/>
              <a:ext cx="604" cy="903"/>
            </a:xfrm>
            <a:custGeom>
              <a:avLst/>
              <a:gdLst>
                <a:gd name="txL" fmla="*/ 0 w 604"/>
                <a:gd name="txT" fmla="*/ 0 h 903"/>
                <a:gd name="txR" fmla="*/ 604 w 604"/>
                <a:gd name="txB" fmla="*/ 903 h 903"/>
              </a:gdLst>
              <a:ahLst/>
              <a:cxnLst>
                <a:cxn ang="0">
                  <a:pos x="496" y="0"/>
                </a:cxn>
                <a:cxn ang="0">
                  <a:pos x="604" y="903"/>
                </a:cxn>
                <a:cxn ang="0">
                  <a:pos x="0" y="788"/>
                </a:cxn>
                <a:cxn ang="0">
                  <a:pos x="456" y="750"/>
                </a:cxn>
                <a:cxn ang="0">
                  <a:pos x="496" y="0"/>
                </a:cxn>
              </a:cxnLst>
              <a:rect l="txL" t="txT" r="txR" b="txB"/>
              <a:pathLst>
                <a:path w="604" h="903">
                  <a:moveTo>
                    <a:pt x="496" y="0"/>
                  </a:moveTo>
                  <a:lnTo>
                    <a:pt x="604" y="903"/>
                  </a:lnTo>
                  <a:lnTo>
                    <a:pt x="0" y="788"/>
                  </a:lnTo>
                  <a:lnTo>
                    <a:pt x="456" y="750"/>
                  </a:lnTo>
                  <a:lnTo>
                    <a:pt x="496" y="0"/>
                  </a:lnTo>
                  <a:close/>
                </a:path>
              </a:pathLst>
            </a:custGeom>
            <a:gradFill rotWithShape="1">
              <a:gsLst>
                <a:gs pos="0">
                  <a:schemeClr val="bg1">
                    <a:alpha val="65999"/>
                  </a:schemeClr>
                </a:gs>
                <a:gs pos="100000">
                  <a:srgbClr val="000099">
                    <a:alpha val="67000"/>
                  </a:srgbClr>
                </a:gs>
              </a:gsLst>
              <a:lin ang="2700000" scaled="1"/>
              <a:tileRect/>
            </a:gradFill>
            <a:ln w="9525">
              <a:noFill/>
            </a:ln>
          </p:spPr>
          <p:txBody>
            <a:bodyPr/>
            <a:lstStyle/>
            <a:p>
              <a:endParaRPr lang="zh-CN" altLang="en-US"/>
            </a:p>
          </p:txBody>
        </p:sp>
        <p:grpSp>
          <p:nvGrpSpPr>
            <p:cNvPr id="95353" name="Group 47"/>
            <p:cNvGrpSpPr/>
            <p:nvPr/>
          </p:nvGrpSpPr>
          <p:grpSpPr>
            <a:xfrm>
              <a:off x="651" y="681"/>
              <a:ext cx="501" cy="828"/>
              <a:chOff x="569" y="2954"/>
              <a:chExt cx="501" cy="828"/>
            </a:xfrm>
          </p:grpSpPr>
          <p:sp>
            <p:nvSpPr>
              <p:cNvPr id="95354" name="Rectangle 48"/>
              <p:cNvSpPr/>
              <p:nvPr/>
            </p:nvSpPr>
            <p:spPr>
              <a:xfrm>
                <a:off x="576" y="2973"/>
                <a:ext cx="493" cy="79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55" name="Text Box 49"/>
              <p:cNvSpPr txBox="1"/>
              <p:nvPr/>
            </p:nvSpPr>
            <p:spPr>
              <a:xfrm>
                <a:off x="593" y="2954"/>
                <a:ext cx="477" cy="82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600">
                    <a:latin typeface="Arial" panose="020B0604020202090204" pitchFamily="34" charset="0"/>
                  </a:rPr>
                  <a:t>DHCP</a:t>
                </a:r>
              </a:p>
              <a:p>
                <a:pPr marL="0" lvl="0" indent="0" algn="ctr">
                  <a:lnSpc>
                    <a:spcPct val="100000"/>
                  </a:lnSpc>
                  <a:spcBef>
                    <a:spcPct val="0"/>
                  </a:spcBef>
                  <a:buClrTx/>
                  <a:buSzTx/>
                  <a:buFontTx/>
                  <a:buNone/>
                </a:pPr>
                <a:r>
                  <a:rPr lang="en-US" altLang="zh-CN" sz="1600">
                    <a:latin typeface="Arial" panose="020B0604020202090204" pitchFamily="34" charset="0"/>
                  </a:rPr>
                  <a:t>UDP</a:t>
                </a:r>
              </a:p>
              <a:p>
                <a:pPr marL="0" lvl="0" indent="0" algn="ctr">
                  <a:lnSpc>
                    <a:spcPct val="100000"/>
                  </a:lnSpc>
                  <a:spcBef>
                    <a:spcPct val="0"/>
                  </a:spcBef>
                  <a:buClrTx/>
                  <a:buSzTx/>
                  <a:buFontTx/>
                  <a:buNone/>
                </a:pPr>
                <a:r>
                  <a:rPr lang="en-US" altLang="zh-CN" sz="1600">
                    <a:latin typeface="Arial" panose="020B0604020202090204" pitchFamily="34" charset="0"/>
                  </a:rPr>
                  <a:t>IP</a:t>
                </a:r>
              </a:p>
              <a:p>
                <a:pPr marL="0" lvl="0" indent="0" algn="ctr">
                  <a:lnSpc>
                    <a:spcPct val="100000"/>
                  </a:lnSpc>
                  <a:spcBef>
                    <a:spcPct val="0"/>
                  </a:spcBef>
                  <a:buClrTx/>
                  <a:buSzTx/>
                  <a:buFontTx/>
                  <a:buNone/>
                </a:pPr>
                <a:r>
                  <a:rPr lang="en-US" altLang="zh-CN" sz="1600">
                    <a:latin typeface="Arial" panose="020B0604020202090204" pitchFamily="34" charset="0"/>
                  </a:rPr>
                  <a:t>Eth</a:t>
                </a:r>
              </a:p>
              <a:p>
                <a:pPr marL="0" lvl="0" indent="0" algn="ctr">
                  <a:lnSpc>
                    <a:spcPct val="100000"/>
                  </a:lnSpc>
                  <a:spcBef>
                    <a:spcPct val="0"/>
                  </a:spcBef>
                  <a:buClrTx/>
                  <a:buSzTx/>
                  <a:buFontTx/>
                  <a:buNone/>
                </a:pPr>
                <a:r>
                  <a:rPr lang="en-US" altLang="zh-CN" sz="1600">
                    <a:latin typeface="Arial" panose="020B0604020202090204" pitchFamily="34" charset="0"/>
                  </a:rPr>
                  <a:t>Phy</a:t>
                </a:r>
              </a:p>
            </p:txBody>
          </p:sp>
          <p:sp>
            <p:nvSpPr>
              <p:cNvPr id="95356" name="Line 50"/>
              <p:cNvSpPr/>
              <p:nvPr/>
            </p:nvSpPr>
            <p:spPr>
              <a:xfrm>
                <a:off x="578" y="3130"/>
                <a:ext cx="489" cy="0"/>
              </a:xfrm>
              <a:prstGeom prst="line">
                <a:avLst/>
              </a:prstGeom>
              <a:ln w="9525" cap="flat" cmpd="sng">
                <a:solidFill>
                  <a:schemeClr val="tx1"/>
                </a:solidFill>
                <a:prstDash val="solid"/>
                <a:headEnd type="none" w="med" len="med"/>
                <a:tailEnd type="none" w="med" len="med"/>
              </a:ln>
            </p:spPr>
          </p:sp>
          <p:sp>
            <p:nvSpPr>
              <p:cNvPr id="95357" name="Line 51"/>
              <p:cNvSpPr/>
              <p:nvPr/>
            </p:nvSpPr>
            <p:spPr>
              <a:xfrm>
                <a:off x="575" y="3289"/>
                <a:ext cx="489" cy="0"/>
              </a:xfrm>
              <a:prstGeom prst="line">
                <a:avLst/>
              </a:prstGeom>
              <a:ln w="9525" cap="flat" cmpd="sng">
                <a:solidFill>
                  <a:schemeClr val="tx1"/>
                </a:solidFill>
                <a:prstDash val="solid"/>
                <a:headEnd type="none" w="med" len="med"/>
                <a:tailEnd type="none" w="med" len="med"/>
              </a:ln>
            </p:spPr>
          </p:sp>
          <p:sp>
            <p:nvSpPr>
              <p:cNvPr id="95358" name="Line 52"/>
              <p:cNvSpPr/>
              <p:nvPr/>
            </p:nvSpPr>
            <p:spPr>
              <a:xfrm>
                <a:off x="572" y="3448"/>
                <a:ext cx="489" cy="0"/>
              </a:xfrm>
              <a:prstGeom prst="line">
                <a:avLst/>
              </a:prstGeom>
              <a:ln w="9525" cap="flat" cmpd="sng">
                <a:solidFill>
                  <a:schemeClr val="tx1"/>
                </a:solidFill>
                <a:prstDash val="solid"/>
                <a:headEnd type="none" w="med" len="med"/>
                <a:tailEnd type="none" w="med" len="med"/>
              </a:ln>
            </p:spPr>
          </p:sp>
          <p:sp>
            <p:nvSpPr>
              <p:cNvPr id="95359" name="Line 53"/>
              <p:cNvSpPr/>
              <p:nvPr/>
            </p:nvSpPr>
            <p:spPr>
              <a:xfrm>
                <a:off x="569" y="3607"/>
                <a:ext cx="489" cy="0"/>
              </a:xfrm>
              <a:prstGeom prst="line">
                <a:avLst/>
              </a:prstGeom>
              <a:ln w="9525" cap="flat" cmpd="sng">
                <a:solidFill>
                  <a:schemeClr val="tx1"/>
                </a:solidFill>
                <a:prstDash val="solid"/>
                <a:headEnd type="none" w="med" len="med"/>
                <a:tailEnd type="none" w="med" len="med"/>
              </a:ln>
            </p:spPr>
          </p:sp>
        </p:grpSp>
      </p:grpSp>
      <p:grpSp>
        <p:nvGrpSpPr>
          <p:cNvPr id="14" name="Group 54"/>
          <p:cNvGrpSpPr/>
          <p:nvPr/>
        </p:nvGrpSpPr>
        <p:grpSpPr>
          <a:xfrm>
            <a:off x="520700" y="1317625"/>
            <a:ext cx="544513" cy="244475"/>
            <a:chOff x="844" y="3337"/>
            <a:chExt cx="343" cy="154"/>
          </a:xfrm>
        </p:grpSpPr>
        <p:sp>
          <p:nvSpPr>
            <p:cNvPr id="95350" name="Rectangle 55"/>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51" name="Text Box 56"/>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15" name="Group 57"/>
          <p:cNvGrpSpPr/>
          <p:nvPr/>
        </p:nvGrpSpPr>
        <p:grpSpPr>
          <a:xfrm>
            <a:off x="66675" y="1336675"/>
            <a:ext cx="1081088" cy="1166813"/>
            <a:chOff x="42" y="744"/>
            <a:chExt cx="681" cy="735"/>
          </a:xfrm>
        </p:grpSpPr>
        <p:grpSp>
          <p:nvGrpSpPr>
            <p:cNvPr id="95318" name="Group 58"/>
            <p:cNvGrpSpPr/>
            <p:nvPr/>
          </p:nvGrpSpPr>
          <p:grpSpPr>
            <a:xfrm>
              <a:off x="42" y="886"/>
              <a:ext cx="681" cy="468"/>
              <a:chOff x="42" y="886"/>
              <a:chExt cx="681" cy="468"/>
            </a:xfrm>
          </p:grpSpPr>
          <p:grpSp>
            <p:nvGrpSpPr>
              <p:cNvPr id="95320" name="Group 59"/>
              <p:cNvGrpSpPr/>
              <p:nvPr/>
            </p:nvGrpSpPr>
            <p:grpSpPr>
              <a:xfrm>
                <a:off x="278" y="886"/>
                <a:ext cx="397" cy="154"/>
                <a:chOff x="740" y="3209"/>
                <a:chExt cx="397" cy="154"/>
              </a:xfrm>
            </p:grpSpPr>
            <p:grpSp>
              <p:nvGrpSpPr>
                <p:cNvPr id="95345" name="Group 60"/>
                <p:cNvGrpSpPr/>
                <p:nvPr/>
              </p:nvGrpSpPr>
              <p:grpSpPr>
                <a:xfrm>
                  <a:off x="794" y="3209"/>
                  <a:ext cx="343" cy="154"/>
                  <a:chOff x="844" y="3337"/>
                  <a:chExt cx="343" cy="154"/>
                </a:xfrm>
              </p:grpSpPr>
              <p:sp>
                <p:nvSpPr>
                  <p:cNvPr id="95348" name="Rectangle 61"/>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49" name="Text Box 62"/>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sp>
              <p:nvSpPr>
                <p:cNvPr id="95346" name="Rectangle 63"/>
                <p:cNvSpPr/>
                <p:nvPr/>
              </p:nvSpPr>
              <p:spPr>
                <a:xfrm>
                  <a:off x="750" y="3244"/>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47" name="Rectangle 64"/>
                <p:cNvSpPr/>
                <p:nvPr/>
              </p:nvSpPr>
              <p:spPr>
                <a:xfrm>
                  <a:off x="740" y="3238"/>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5321" name="Group 65"/>
              <p:cNvGrpSpPr/>
              <p:nvPr/>
            </p:nvGrpSpPr>
            <p:grpSpPr>
              <a:xfrm>
                <a:off x="278" y="1034"/>
                <a:ext cx="397" cy="154"/>
                <a:chOff x="836" y="3305"/>
                <a:chExt cx="397" cy="154"/>
              </a:xfrm>
            </p:grpSpPr>
            <p:grpSp>
              <p:nvGrpSpPr>
                <p:cNvPr id="95339" name="Group 66"/>
                <p:cNvGrpSpPr/>
                <p:nvPr/>
              </p:nvGrpSpPr>
              <p:grpSpPr>
                <a:xfrm>
                  <a:off x="890" y="3305"/>
                  <a:ext cx="343" cy="154"/>
                  <a:chOff x="844" y="3337"/>
                  <a:chExt cx="343" cy="154"/>
                </a:xfrm>
              </p:grpSpPr>
              <p:sp>
                <p:nvSpPr>
                  <p:cNvPr id="95343" name="Rectangle 67"/>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44" name="Text Box 68"/>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5340" name="Group 69"/>
                <p:cNvGrpSpPr/>
                <p:nvPr/>
              </p:nvGrpSpPr>
              <p:grpSpPr>
                <a:xfrm>
                  <a:off x="836" y="3334"/>
                  <a:ext cx="354" cy="94"/>
                  <a:chOff x="836" y="3334"/>
                  <a:chExt cx="354" cy="94"/>
                </a:xfrm>
              </p:grpSpPr>
              <p:sp>
                <p:nvSpPr>
                  <p:cNvPr id="95341" name="Rectangle 70"/>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42" name="Rectangle 71"/>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grpSp>
            <p:nvGrpSpPr>
              <p:cNvPr id="95322" name="Group 72"/>
              <p:cNvGrpSpPr/>
              <p:nvPr/>
            </p:nvGrpSpPr>
            <p:grpSpPr>
              <a:xfrm>
                <a:off x="165" y="1054"/>
                <a:ext cx="480" cy="112"/>
                <a:chOff x="627" y="3377"/>
                <a:chExt cx="480" cy="112"/>
              </a:xfrm>
            </p:grpSpPr>
            <p:sp>
              <p:nvSpPr>
                <p:cNvPr id="95337" name="Rectangle 73"/>
                <p:cNvSpPr/>
                <p:nvPr/>
              </p:nvSpPr>
              <p:spPr>
                <a:xfrm>
                  <a:off x="636" y="3388"/>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38" name="Rectangle 74"/>
                <p:cNvSpPr/>
                <p:nvPr/>
              </p:nvSpPr>
              <p:spPr>
                <a:xfrm>
                  <a:off x="627" y="3377"/>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5323" name="Group 75"/>
              <p:cNvGrpSpPr/>
              <p:nvPr/>
            </p:nvGrpSpPr>
            <p:grpSpPr>
              <a:xfrm>
                <a:off x="42" y="1200"/>
                <a:ext cx="681" cy="154"/>
                <a:chOff x="504" y="3523"/>
                <a:chExt cx="681" cy="154"/>
              </a:xfrm>
            </p:grpSpPr>
            <p:grpSp>
              <p:nvGrpSpPr>
                <p:cNvPr id="95324" name="Group 76"/>
                <p:cNvGrpSpPr/>
                <p:nvPr/>
              </p:nvGrpSpPr>
              <p:grpSpPr>
                <a:xfrm>
                  <a:off x="623" y="3523"/>
                  <a:ext cx="510" cy="154"/>
                  <a:chOff x="723" y="3453"/>
                  <a:chExt cx="510" cy="154"/>
                </a:xfrm>
              </p:grpSpPr>
              <p:grpSp>
                <p:nvGrpSpPr>
                  <p:cNvPr id="95328" name="Group 77"/>
                  <p:cNvGrpSpPr/>
                  <p:nvPr/>
                </p:nvGrpSpPr>
                <p:grpSpPr>
                  <a:xfrm>
                    <a:off x="836" y="3453"/>
                    <a:ext cx="397" cy="154"/>
                    <a:chOff x="836" y="3305"/>
                    <a:chExt cx="397" cy="154"/>
                  </a:xfrm>
                </p:grpSpPr>
                <p:grpSp>
                  <p:nvGrpSpPr>
                    <p:cNvPr id="95331" name="Group 78"/>
                    <p:cNvGrpSpPr/>
                    <p:nvPr/>
                  </p:nvGrpSpPr>
                  <p:grpSpPr>
                    <a:xfrm>
                      <a:off x="890" y="3305"/>
                      <a:ext cx="343" cy="154"/>
                      <a:chOff x="844" y="3337"/>
                      <a:chExt cx="343" cy="154"/>
                    </a:xfrm>
                  </p:grpSpPr>
                  <p:sp>
                    <p:nvSpPr>
                      <p:cNvPr id="95335" name="Rectangle 79"/>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36" name="Text Box 80"/>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5332" name="Group 81"/>
                    <p:cNvGrpSpPr/>
                    <p:nvPr/>
                  </p:nvGrpSpPr>
                  <p:grpSpPr>
                    <a:xfrm>
                      <a:off x="836" y="3334"/>
                      <a:ext cx="354" cy="94"/>
                      <a:chOff x="836" y="3334"/>
                      <a:chExt cx="354" cy="94"/>
                    </a:xfrm>
                  </p:grpSpPr>
                  <p:sp>
                    <p:nvSpPr>
                      <p:cNvPr id="95333" name="Rectangle 82"/>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34" name="Rectangle 83"/>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5329" name="Rectangle 84"/>
                  <p:cNvSpPr/>
                  <p:nvPr/>
                </p:nvSpPr>
                <p:spPr>
                  <a:xfrm>
                    <a:off x="732" y="3484"/>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30" name="Rectangle 85"/>
                  <p:cNvSpPr/>
                  <p:nvPr/>
                </p:nvSpPr>
                <p:spPr>
                  <a:xfrm>
                    <a:off x="723" y="3473"/>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5325" name="Rectangle 86"/>
                <p:cNvSpPr/>
                <p:nvPr/>
              </p:nvSpPr>
              <p:spPr>
                <a:xfrm>
                  <a:off x="517" y="3545"/>
                  <a:ext cx="94"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26" name="Rectangle 87"/>
                <p:cNvSpPr/>
                <p:nvPr/>
              </p:nvSpPr>
              <p:spPr>
                <a:xfrm>
                  <a:off x="1115" y="3544"/>
                  <a:ext cx="60"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27" name="Rectangle 88"/>
                <p:cNvSpPr/>
                <p:nvPr/>
              </p:nvSpPr>
              <p:spPr>
                <a:xfrm>
                  <a:off x="504" y="3529"/>
                  <a:ext cx="681" cy="138"/>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5319" name="AutoShape 89"/>
            <p:cNvSpPr/>
            <p:nvPr/>
          </p:nvSpPr>
          <p:spPr>
            <a:xfrm>
              <a:off x="384" y="744"/>
              <a:ext cx="240" cy="735"/>
            </a:xfrm>
            <a:prstGeom prst="downArrow">
              <a:avLst>
                <a:gd name="adj1" fmla="val 54166"/>
                <a:gd name="adj2" fmla="val 49170"/>
              </a:avLst>
            </a:prstGeom>
            <a:gradFill rotWithShape="1">
              <a:gsLst>
                <a:gs pos="0">
                  <a:srgbClr val="FF0000">
                    <a:alpha val="25000"/>
                  </a:srgbClr>
                </a:gs>
                <a:gs pos="100000">
                  <a:srgbClr val="FF0000">
                    <a:alpha val="25000"/>
                  </a:srgbClr>
                </a:gs>
              </a:gsLst>
              <a:lin ang="540000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28" name="Group 90"/>
          <p:cNvGrpSpPr/>
          <p:nvPr/>
        </p:nvGrpSpPr>
        <p:grpSpPr>
          <a:xfrm>
            <a:off x="650875" y="2544763"/>
            <a:ext cx="1081088" cy="244475"/>
            <a:chOff x="504" y="3523"/>
            <a:chExt cx="681" cy="154"/>
          </a:xfrm>
        </p:grpSpPr>
        <p:grpSp>
          <p:nvGrpSpPr>
            <p:cNvPr id="95305" name="Group 91"/>
            <p:cNvGrpSpPr/>
            <p:nvPr/>
          </p:nvGrpSpPr>
          <p:grpSpPr>
            <a:xfrm>
              <a:off x="623" y="3523"/>
              <a:ext cx="510" cy="154"/>
              <a:chOff x="723" y="3453"/>
              <a:chExt cx="510" cy="154"/>
            </a:xfrm>
          </p:grpSpPr>
          <p:grpSp>
            <p:nvGrpSpPr>
              <p:cNvPr id="95309" name="Group 92"/>
              <p:cNvGrpSpPr/>
              <p:nvPr/>
            </p:nvGrpSpPr>
            <p:grpSpPr>
              <a:xfrm>
                <a:off x="836" y="3453"/>
                <a:ext cx="397" cy="154"/>
                <a:chOff x="836" y="3305"/>
                <a:chExt cx="397" cy="154"/>
              </a:xfrm>
            </p:grpSpPr>
            <p:grpSp>
              <p:nvGrpSpPr>
                <p:cNvPr id="95312" name="Group 93"/>
                <p:cNvGrpSpPr/>
                <p:nvPr/>
              </p:nvGrpSpPr>
              <p:grpSpPr>
                <a:xfrm>
                  <a:off x="890" y="3305"/>
                  <a:ext cx="343" cy="154"/>
                  <a:chOff x="844" y="3337"/>
                  <a:chExt cx="343" cy="154"/>
                </a:xfrm>
              </p:grpSpPr>
              <p:sp>
                <p:nvSpPr>
                  <p:cNvPr id="95316" name="Rectangle 94"/>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17" name="Text Box 95"/>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5313" name="Group 96"/>
                <p:cNvGrpSpPr/>
                <p:nvPr/>
              </p:nvGrpSpPr>
              <p:grpSpPr>
                <a:xfrm>
                  <a:off x="836" y="3334"/>
                  <a:ext cx="354" cy="94"/>
                  <a:chOff x="836" y="3334"/>
                  <a:chExt cx="354" cy="94"/>
                </a:xfrm>
              </p:grpSpPr>
              <p:sp>
                <p:nvSpPr>
                  <p:cNvPr id="95314" name="Rectangle 97"/>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15" name="Rectangle 98"/>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5310" name="Rectangle 99"/>
              <p:cNvSpPr/>
              <p:nvPr/>
            </p:nvSpPr>
            <p:spPr>
              <a:xfrm>
                <a:off x="732" y="3484"/>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11" name="Rectangle 100"/>
              <p:cNvSpPr/>
              <p:nvPr/>
            </p:nvSpPr>
            <p:spPr>
              <a:xfrm>
                <a:off x="723" y="3473"/>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5306" name="Rectangle 101"/>
            <p:cNvSpPr/>
            <p:nvPr/>
          </p:nvSpPr>
          <p:spPr>
            <a:xfrm>
              <a:off x="517" y="3545"/>
              <a:ext cx="94"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07" name="Rectangle 102"/>
            <p:cNvSpPr/>
            <p:nvPr/>
          </p:nvSpPr>
          <p:spPr>
            <a:xfrm>
              <a:off x="1115" y="3544"/>
              <a:ext cx="60"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08" name="Rectangle 103"/>
            <p:cNvSpPr/>
            <p:nvPr/>
          </p:nvSpPr>
          <p:spPr>
            <a:xfrm>
              <a:off x="504" y="3529"/>
              <a:ext cx="681" cy="138"/>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49314" name="Group 104"/>
          <p:cNvGrpSpPr/>
          <p:nvPr/>
        </p:nvGrpSpPr>
        <p:grpSpPr>
          <a:xfrm>
            <a:off x="1477963" y="3236913"/>
            <a:ext cx="1316037" cy="1314450"/>
            <a:chOff x="931" y="1941"/>
            <a:chExt cx="829" cy="828"/>
          </a:xfrm>
        </p:grpSpPr>
        <p:sp>
          <p:nvSpPr>
            <p:cNvPr id="95297" name="Freeform 105"/>
            <p:cNvSpPr/>
            <p:nvPr/>
          </p:nvSpPr>
          <p:spPr>
            <a:xfrm>
              <a:off x="1424" y="1965"/>
              <a:ext cx="336" cy="801"/>
            </a:xfrm>
            <a:custGeom>
              <a:avLst/>
              <a:gdLst>
                <a:gd name="txL" fmla="*/ 0 w 551"/>
                <a:gd name="txT" fmla="*/ 0 h 801"/>
                <a:gd name="txR" fmla="*/ 551 w 551"/>
                <a:gd name="txB" fmla="*/ 801 h 801"/>
              </a:gdLst>
              <a:ahLst/>
              <a:cxnLst>
                <a:cxn ang="0">
                  <a:pos x="1" y="0"/>
                </a:cxn>
                <a:cxn ang="0">
                  <a:pos x="1" y="402"/>
                </a:cxn>
                <a:cxn ang="0">
                  <a:pos x="1" y="801"/>
                </a:cxn>
                <a:cxn ang="0">
                  <a:pos x="1" y="535"/>
                </a:cxn>
                <a:cxn ang="0">
                  <a:pos x="0" y="371"/>
                </a:cxn>
                <a:cxn ang="0">
                  <a:pos x="1" y="0"/>
                </a:cxn>
              </a:cxnLst>
              <a:rect l="txL" t="txT" r="txR" b="txB"/>
              <a:pathLst>
                <a:path w="551" h="801">
                  <a:moveTo>
                    <a:pt x="14" y="0"/>
                  </a:moveTo>
                  <a:lnTo>
                    <a:pt x="551" y="402"/>
                  </a:lnTo>
                  <a:lnTo>
                    <a:pt x="6" y="801"/>
                  </a:lnTo>
                  <a:lnTo>
                    <a:pt x="13" y="535"/>
                  </a:lnTo>
                  <a:lnTo>
                    <a:pt x="0" y="371"/>
                  </a:lnTo>
                  <a:lnTo>
                    <a:pt x="14" y="0"/>
                  </a:lnTo>
                  <a:close/>
                </a:path>
              </a:pathLst>
            </a:custGeom>
            <a:gradFill rotWithShape="1">
              <a:gsLst>
                <a:gs pos="0">
                  <a:schemeClr val="bg1">
                    <a:alpha val="64998"/>
                  </a:schemeClr>
                </a:gs>
                <a:gs pos="100000">
                  <a:srgbClr val="000099">
                    <a:alpha val="64998"/>
                  </a:srgbClr>
                </a:gs>
              </a:gsLst>
              <a:lin ang="2700000" scaled="1"/>
              <a:tileRect/>
            </a:gradFill>
            <a:ln w="9525">
              <a:noFill/>
            </a:ln>
          </p:spPr>
          <p:txBody>
            <a:bodyPr/>
            <a:lstStyle/>
            <a:p>
              <a:endParaRPr lang="zh-CN" altLang="en-US"/>
            </a:p>
          </p:txBody>
        </p:sp>
        <p:grpSp>
          <p:nvGrpSpPr>
            <p:cNvPr id="95298" name="Group 106"/>
            <p:cNvGrpSpPr/>
            <p:nvPr/>
          </p:nvGrpSpPr>
          <p:grpSpPr>
            <a:xfrm>
              <a:off x="931" y="1941"/>
              <a:ext cx="501" cy="828"/>
              <a:chOff x="569" y="2954"/>
              <a:chExt cx="501" cy="828"/>
            </a:xfrm>
          </p:grpSpPr>
          <p:sp>
            <p:nvSpPr>
              <p:cNvPr id="95299" name="Rectangle 107"/>
              <p:cNvSpPr/>
              <p:nvPr/>
            </p:nvSpPr>
            <p:spPr>
              <a:xfrm>
                <a:off x="576" y="2973"/>
                <a:ext cx="493" cy="79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300" name="Text Box 108"/>
              <p:cNvSpPr txBox="1"/>
              <p:nvPr/>
            </p:nvSpPr>
            <p:spPr>
              <a:xfrm>
                <a:off x="593" y="2954"/>
                <a:ext cx="477" cy="82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600">
                    <a:latin typeface="Arial" panose="020B0604020202090204" pitchFamily="34" charset="0"/>
                  </a:rPr>
                  <a:t>DHCP</a:t>
                </a:r>
              </a:p>
              <a:p>
                <a:pPr marL="0" lvl="0" indent="0" algn="ctr">
                  <a:lnSpc>
                    <a:spcPct val="100000"/>
                  </a:lnSpc>
                  <a:spcBef>
                    <a:spcPct val="0"/>
                  </a:spcBef>
                  <a:buClrTx/>
                  <a:buSzTx/>
                  <a:buFontTx/>
                  <a:buNone/>
                </a:pPr>
                <a:r>
                  <a:rPr lang="en-US" altLang="zh-CN" sz="1600">
                    <a:latin typeface="Arial" panose="020B0604020202090204" pitchFamily="34" charset="0"/>
                  </a:rPr>
                  <a:t>UDP</a:t>
                </a:r>
              </a:p>
              <a:p>
                <a:pPr marL="0" lvl="0" indent="0" algn="ctr">
                  <a:lnSpc>
                    <a:spcPct val="100000"/>
                  </a:lnSpc>
                  <a:spcBef>
                    <a:spcPct val="0"/>
                  </a:spcBef>
                  <a:buClrTx/>
                  <a:buSzTx/>
                  <a:buFontTx/>
                  <a:buNone/>
                </a:pPr>
                <a:r>
                  <a:rPr lang="en-US" altLang="zh-CN" sz="1600">
                    <a:latin typeface="Arial" panose="020B0604020202090204" pitchFamily="34" charset="0"/>
                  </a:rPr>
                  <a:t>IP</a:t>
                </a:r>
              </a:p>
              <a:p>
                <a:pPr marL="0" lvl="0" indent="0" algn="ctr">
                  <a:lnSpc>
                    <a:spcPct val="100000"/>
                  </a:lnSpc>
                  <a:spcBef>
                    <a:spcPct val="0"/>
                  </a:spcBef>
                  <a:buClrTx/>
                  <a:buSzTx/>
                  <a:buFontTx/>
                  <a:buNone/>
                </a:pPr>
                <a:r>
                  <a:rPr lang="en-US" altLang="zh-CN" sz="1600">
                    <a:latin typeface="Arial" panose="020B0604020202090204" pitchFamily="34" charset="0"/>
                  </a:rPr>
                  <a:t>Eth</a:t>
                </a:r>
              </a:p>
              <a:p>
                <a:pPr marL="0" lvl="0" indent="0" algn="ctr">
                  <a:lnSpc>
                    <a:spcPct val="100000"/>
                  </a:lnSpc>
                  <a:spcBef>
                    <a:spcPct val="0"/>
                  </a:spcBef>
                  <a:buClrTx/>
                  <a:buSzTx/>
                  <a:buFontTx/>
                  <a:buNone/>
                </a:pPr>
                <a:r>
                  <a:rPr lang="en-US" altLang="zh-CN" sz="1600">
                    <a:latin typeface="Arial" panose="020B0604020202090204" pitchFamily="34" charset="0"/>
                  </a:rPr>
                  <a:t>Phy</a:t>
                </a:r>
              </a:p>
            </p:txBody>
          </p:sp>
          <p:sp>
            <p:nvSpPr>
              <p:cNvPr id="95301" name="Line 109"/>
              <p:cNvSpPr/>
              <p:nvPr/>
            </p:nvSpPr>
            <p:spPr>
              <a:xfrm>
                <a:off x="578" y="3130"/>
                <a:ext cx="489" cy="0"/>
              </a:xfrm>
              <a:prstGeom prst="line">
                <a:avLst/>
              </a:prstGeom>
              <a:ln w="9525" cap="flat" cmpd="sng">
                <a:solidFill>
                  <a:schemeClr val="tx1"/>
                </a:solidFill>
                <a:prstDash val="solid"/>
                <a:headEnd type="none" w="med" len="med"/>
                <a:tailEnd type="none" w="med" len="med"/>
              </a:ln>
            </p:spPr>
          </p:sp>
          <p:sp>
            <p:nvSpPr>
              <p:cNvPr id="95302" name="Line 110"/>
              <p:cNvSpPr/>
              <p:nvPr/>
            </p:nvSpPr>
            <p:spPr>
              <a:xfrm>
                <a:off x="575" y="3289"/>
                <a:ext cx="489" cy="0"/>
              </a:xfrm>
              <a:prstGeom prst="line">
                <a:avLst/>
              </a:prstGeom>
              <a:ln w="9525" cap="flat" cmpd="sng">
                <a:solidFill>
                  <a:schemeClr val="tx1"/>
                </a:solidFill>
                <a:prstDash val="solid"/>
                <a:headEnd type="none" w="med" len="med"/>
                <a:tailEnd type="none" w="med" len="med"/>
              </a:ln>
            </p:spPr>
          </p:sp>
          <p:sp>
            <p:nvSpPr>
              <p:cNvPr id="95303" name="Line 111"/>
              <p:cNvSpPr/>
              <p:nvPr/>
            </p:nvSpPr>
            <p:spPr>
              <a:xfrm>
                <a:off x="572" y="3448"/>
                <a:ext cx="489" cy="0"/>
              </a:xfrm>
              <a:prstGeom prst="line">
                <a:avLst/>
              </a:prstGeom>
              <a:ln w="9525" cap="flat" cmpd="sng">
                <a:solidFill>
                  <a:schemeClr val="tx1"/>
                </a:solidFill>
                <a:prstDash val="solid"/>
                <a:headEnd type="none" w="med" len="med"/>
                <a:tailEnd type="none" w="med" len="med"/>
              </a:ln>
            </p:spPr>
          </p:sp>
          <p:sp>
            <p:nvSpPr>
              <p:cNvPr id="95304" name="Line 112"/>
              <p:cNvSpPr/>
              <p:nvPr/>
            </p:nvSpPr>
            <p:spPr>
              <a:xfrm>
                <a:off x="569" y="3607"/>
                <a:ext cx="489" cy="0"/>
              </a:xfrm>
              <a:prstGeom prst="line">
                <a:avLst/>
              </a:prstGeom>
              <a:ln w="9525" cap="flat" cmpd="sng">
                <a:solidFill>
                  <a:schemeClr val="tx1"/>
                </a:solidFill>
                <a:prstDash val="solid"/>
                <a:headEnd type="none" w="med" len="med"/>
                <a:tailEnd type="none" w="med" len="med"/>
              </a:ln>
            </p:spPr>
          </p:sp>
        </p:grpSp>
      </p:grpSp>
      <p:grpSp>
        <p:nvGrpSpPr>
          <p:cNvPr id="49317" name="Group 113"/>
          <p:cNvGrpSpPr/>
          <p:nvPr/>
        </p:nvGrpSpPr>
        <p:grpSpPr>
          <a:xfrm>
            <a:off x="339725" y="3136900"/>
            <a:ext cx="1081088" cy="1217613"/>
            <a:chOff x="1404" y="3105"/>
            <a:chExt cx="681" cy="767"/>
          </a:xfrm>
        </p:grpSpPr>
        <p:grpSp>
          <p:nvGrpSpPr>
            <p:cNvPr id="95262" name="Group 114"/>
            <p:cNvGrpSpPr/>
            <p:nvPr/>
          </p:nvGrpSpPr>
          <p:grpSpPr>
            <a:xfrm>
              <a:off x="1404" y="3355"/>
              <a:ext cx="681" cy="468"/>
              <a:chOff x="42" y="886"/>
              <a:chExt cx="681" cy="468"/>
            </a:xfrm>
          </p:grpSpPr>
          <p:grpSp>
            <p:nvGrpSpPr>
              <p:cNvPr id="95267" name="Group 115"/>
              <p:cNvGrpSpPr/>
              <p:nvPr/>
            </p:nvGrpSpPr>
            <p:grpSpPr>
              <a:xfrm>
                <a:off x="278" y="886"/>
                <a:ext cx="397" cy="154"/>
                <a:chOff x="740" y="3209"/>
                <a:chExt cx="397" cy="154"/>
              </a:xfrm>
            </p:grpSpPr>
            <p:grpSp>
              <p:nvGrpSpPr>
                <p:cNvPr id="95292" name="Group 116"/>
                <p:cNvGrpSpPr/>
                <p:nvPr/>
              </p:nvGrpSpPr>
              <p:grpSpPr>
                <a:xfrm>
                  <a:off x="794" y="3209"/>
                  <a:ext cx="343" cy="154"/>
                  <a:chOff x="844" y="3337"/>
                  <a:chExt cx="343" cy="154"/>
                </a:xfrm>
              </p:grpSpPr>
              <p:sp>
                <p:nvSpPr>
                  <p:cNvPr id="95295" name="Rectangle 117"/>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96" name="Text Box 118"/>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sp>
              <p:nvSpPr>
                <p:cNvPr id="95293" name="Rectangle 119"/>
                <p:cNvSpPr/>
                <p:nvPr/>
              </p:nvSpPr>
              <p:spPr>
                <a:xfrm>
                  <a:off x="750" y="3244"/>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94" name="Rectangle 120"/>
                <p:cNvSpPr/>
                <p:nvPr/>
              </p:nvSpPr>
              <p:spPr>
                <a:xfrm>
                  <a:off x="740" y="3238"/>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5268" name="Group 121"/>
              <p:cNvGrpSpPr/>
              <p:nvPr/>
            </p:nvGrpSpPr>
            <p:grpSpPr>
              <a:xfrm>
                <a:off x="278" y="1034"/>
                <a:ext cx="397" cy="154"/>
                <a:chOff x="836" y="3305"/>
                <a:chExt cx="397" cy="154"/>
              </a:xfrm>
            </p:grpSpPr>
            <p:grpSp>
              <p:nvGrpSpPr>
                <p:cNvPr id="95286" name="Group 122"/>
                <p:cNvGrpSpPr/>
                <p:nvPr/>
              </p:nvGrpSpPr>
              <p:grpSpPr>
                <a:xfrm>
                  <a:off x="890" y="3305"/>
                  <a:ext cx="343" cy="154"/>
                  <a:chOff x="844" y="3337"/>
                  <a:chExt cx="343" cy="154"/>
                </a:xfrm>
              </p:grpSpPr>
              <p:sp>
                <p:nvSpPr>
                  <p:cNvPr id="95290" name="Rectangle 123"/>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91" name="Text Box 124"/>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5287" name="Group 125"/>
                <p:cNvGrpSpPr/>
                <p:nvPr/>
              </p:nvGrpSpPr>
              <p:grpSpPr>
                <a:xfrm>
                  <a:off x="836" y="3334"/>
                  <a:ext cx="354" cy="94"/>
                  <a:chOff x="836" y="3334"/>
                  <a:chExt cx="354" cy="94"/>
                </a:xfrm>
              </p:grpSpPr>
              <p:sp>
                <p:nvSpPr>
                  <p:cNvPr id="95288" name="Rectangle 126"/>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89" name="Rectangle 127"/>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grpSp>
            <p:nvGrpSpPr>
              <p:cNvPr id="95269" name="Group 128"/>
              <p:cNvGrpSpPr/>
              <p:nvPr/>
            </p:nvGrpSpPr>
            <p:grpSpPr>
              <a:xfrm>
                <a:off x="165" y="1054"/>
                <a:ext cx="480" cy="112"/>
                <a:chOff x="627" y="3377"/>
                <a:chExt cx="480" cy="112"/>
              </a:xfrm>
            </p:grpSpPr>
            <p:sp>
              <p:nvSpPr>
                <p:cNvPr id="95284" name="Rectangle 129"/>
                <p:cNvSpPr/>
                <p:nvPr/>
              </p:nvSpPr>
              <p:spPr>
                <a:xfrm>
                  <a:off x="636" y="3388"/>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85" name="Rectangle 130"/>
                <p:cNvSpPr/>
                <p:nvPr/>
              </p:nvSpPr>
              <p:spPr>
                <a:xfrm>
                  <a:off x="627" y="3377"/>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5270" name="Group 131"/>
              <p:cNvGrpSpPr/>
              <p:nvPr/>
            </p:nvGrpSpPr>
            <p:grpSpPr>
              <a:xfrm>
                <a:off x="42" y="1200"/>
                <a:ext cx="681" cy="154"/>
                <a:chOff x="504" y="3523"/>
                <a:chExt cx="681" cy="154"/>
              </a:xfrm>
            </p:grpSpPr>
            <p:grpSp>
              <p:nvGrpSpPr>
                <p:cNvPr id="95271" name="Group 132"/>
                <p:cNvGrpSpPr/>
                <p:nvPr/>
              </p:nvGrpSpPr>
              <p:grpSpPr>
                <a:xfrm>
                  <a:off x="623" y="3523"/>
                  <a:ext cx="510" cy="154"/>
                  <a:chOff x="723" y="3453"/>
                  <a:chExt cx="510" cy="154"/>
                </a:xfrm>
              </p:grpSpPr>
              <p:grpSp>
                <p:nvGrpSpPr>
                  <p:cNvPr id="95275" name="Group 133"/>
                  <p:cNvGrpSpPr/>
                  <p:nvPr/>
                </p:nvGrpSpPr>
                <p:grpSpPr>
                  <a:xfrm>
                    <a:off x="836" y="3453"/>
                    <a:ext cx="397" cy="154"/>
                    <a:chOff x="836" y="3305"/>
                    <a:chExt cx="397" cy="154"/>
                  </a:xfrm>
                </p:grpSpPr>
                <p:grpSp>
                  <p:nvGrpSpPr>
                    <p:cNvPr id="95278" name="Group 134"/>
                    <p:cNvGrpSpPr/>
                    <p:nvPr/>
                  </p:nvGrpSpPr>
                  <p:grpSpPr>
                    <a:xfrm>
                      <a:off x="890" y="3305"/>
                      <a:ext cx="343" cy="154"/>
                      <a:chOff x="844" y="3337"/>
                      <a:chExt cx="343" cy="154"/>
                    </a:xfrm>
                  </p:grpSpPr>
                  <p:sp>
                    <p:nvSpPr>
                      <p:cNvPr id="95282" name="Rectangle 135"/>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83" name="Text Box 136"/>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5279" name="Group 137"/>
                    <p:cNvGrpSpPr/>
                    <p:nvPr/>
                  </p:nvGrpSpPr>
                  <p:grpSpPr>
                    <a:xfrm>
                      <a:off x="836" y="3334"/>
                      <a:ext cx="354" cy="94"/>
                      <a:chOff x="836" y="3334"/>
                      <a:chExt cx="354" cy="94"/>
                    </a:xfrm>
                  </p:grpSpPr>
                  <p:sp>
                    <p:nvSpPr>
                      <p:cNvPr id="95280" name="Rectangle 138"/>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81" name="Rectangle 139"/>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5276" name="Rectangle 140"/>
                  <p:cNvSpPr/>
                  <p:nvPr/>
                </p:nvSpPr>
                <p:spPr>
                  <a:xfrm>
                    <a:off x="732" y="3484"/>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77" name="Rectangle 141"/>
                  <p:cNvSpPr/>
                  <p:nvPr/>
                </p:nvSpPr>
                <p:spPr>
                  <a:xfrm>
                    <a:off x="723" y="3473"/>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5272" name="Rectangle 142"/>
                <p:cNvSpPr/>
                <p:nvPr/>
              </p:nvSpPr>
              <p:spPr>
                <a:xfrm>
                  <a:off x="517" y="3545"/>
                  <a:ext cx="94"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73" name="Rectangle 143"/>
                <p:cNvSpPr/>
                <p:nvPr/>
              </p:nvSpPr>
              <p:spPr>
                <a:xfrm>
                  <a:off x="1115" y="3544"/>
                  <a:ext cx="60"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74" name="Rectangle 144"/>
                <p:cNvSpPr/>
                <p:nvPr/>
              </p:nvSpPr>
              <p:spPr>
                <a:xfrm>
                  <a:off x="504" y="3529"/>
                  <a:ext cx="681" cy="138"/>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5263" name="AutoShape 145"/>
            <p:cNvSpPr/>
            <p:nvPr/>
          </p:nvSpPr>
          <p:spPr>
            <a:xfrm rot="10800000">
              <a:off x="1727" y="3105"/>
              <a:ext cx="240" cy="767"/>
            </a:xfrm>
            <a:prstGeom prst="downArrow">
              <a:avLst>
                <a:gd name="adj1" fmla="val 54166"/>
                <a:gd name="adj2" fmla="val 51310"/>
              </a:avLst>
            </a:prstGeom>
            <a:gradFill rotWithShape="1">
              <a:gsLst>
                <a:gs pos="0">
                  <a:srgbClr val="FF0000">
                    <a:alpha val="25000"/>
                  </a:srgbClr>
                </a:gs>
                <a:gs pos="100000">
                  <a:srgbClr val="FF0000">
                    <a:alpha val="25000"/>
                  </a:srgbClr>
                </a:gs>
              </a:gsLst>
              <a:lin ang="540000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95264" name="Group 146"/>
            <p:cNvGrpSpPr/>
            <p:nvPr/>
          </p:nvGrpSpPr>
          <p:grpSpPr>
            <a:xfrm>
              <a:off x="1695" y="3227"/>
              <a:ext cx="343" cy="154"/>
              <a:chOff x="844" y="3337"/>
              <a:chExt cx="343" cy="154"/>
            </a:xfrm>
          </p:grpSpPr>
          <p:sp>
            <p:nvSpPr>
              <p:cNvPr id="95265" name="Rectangle 147"/>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66" name="Text Box 148"/>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grpSp>
        <p:nvGrpSpPr>
          <p:cNvPr id="49350" name="Group 149"/>
          <p:cNvGrpSpPr/>
          <p:nvPr/>
        </p:nvGrpSpPr>
        <p:grpSpPr>
          <a:xfrm>
            <a:off x="803275" y="3333750"/>
            <a:ext cx="544513" cy="244475"/>
            <a:chOff x="844" y="3337"/>
            <a:chExt cx="343" cy="154"/>
          </a:xfrm>
        </p:grpSpPr>
        <p:sp>
          <p:nvSpPr>
            <p:cNvPr id="95260" name="Rectangle 150"/>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5261" name="Text Box 151"/>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pic>
        <p:nvPicPr>
          <p:cNvPr id="95256" name="Picture 258" descr="underline_base"/>
          <p:cNvPicPr/>
          <p:nvPr/>
        </p:nvPicPr>
        <p:blipFill>
          <a:blip r:embed="rId4"/>
          <a:stretch>
            <a:fillRect/>
          </a:stretch>
        </p:blipFill>
        <p:spPr>
          <a:xfrm>
            <a:off x="398463" y="722313"/>
            <a:ext cx="3198812" cy="173037"/>
          </a:xfrm>
          <a:prstGeom prst="rect">
            <a:avLst/>
          </a:prstGeom>
          <a:noFill/>
          <a:ln w="9525">
            <a:noFill/>
          </a:ln>
        </p:spPr>
      </p:pic>
      <p:sp>
        <p:nvSpPr>
          <p:cNvPr id="49180" name="Rectangle 259"/>
          <p:cNvSpPr>
            <a:spLocks noGrp="1" noChangeArrowheads="1"/>
          </p:cNvSpPr>
          <p:nvPr>
            <p:ph type="title"/>
          </p:nvPr>
        </p:nvSpPr>
        <p:spPr>
          <a:xfrm>
            <a:off x="323850" y="77788"/>
            <a:ext cx="4354513" cy="942975"/>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3600" b="0" i="0" u="none" strike="noStrike" kern="0" cap="none" spc="0" normalizeH="0" baseline="0" noProof="0">
                <a:ln>
                  <a:noFill/>
                </a:ln>
                <a:solidFill>
                  <a:srgbClr val="000099"/>
                </a:solidFill>
                <a:effectLst/>
                <a:uLnTx/>
                <a:uFillTx/>
                <a:latin typeface="+mj-lt"/>
                <a:ea typeface="MS PGothic" charset="0"/>
                <a:cs typeface="+mj-cs"/>
              </a:rPr>
              <a:t>DHCP: example</a:t>
            </a:r>
          </a:p>
        </p:txBody>
      </p:sp>
      <p:sp>
        <p:nvSpPr>
          <p:cNvPr id="9525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106</a:t>
            </a:fld>
            <a:endParaRPr lang="en-US" altLang="zh-CN" sz="1200">
              <a:latin typeface="Tahoma" panose="020B0604030504040204" charset="0"/>
            </a:endParaRPr>
          </a:p>
        </p:txBody>
      </p:sp>
      <p:sp>
        <p:nvSpPr>
          <p:cNvPr id="9525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48226"/>
                                        </p:tgtEl>
                                        <p:attrNameLst>
                                          <p:attrName>style.visibility</p:attrName>
                                        </p:attrNameLst>
                                      </p:cBhvr>
                                      <p:to>
                                        <p:strVal val="visible"/>
                                      </p:to>
                                    </p:set>
                                    <p:animEffect transition="in" filter="wipe(left)">
                                      <p:cBhvr>
                                        <p:cTn id="7" dur="500"/>
                                        <p:tgtEl>
                                          <p:spTgt spid="648226"/>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648226"/>
                                        </p:tgtEl>
                                      </p:cBhvr>
                                    </p:animEffect>
                                    <p:set>
                                      <p:cBhvr>
                                        <p:cTn id="11" dur="1" fill="hold">
                                          <p:stCondLst>
                                            <p:cond delay="499"/>
                                          </p:stCondLst>
                                        </p:cTn>
                                        <p:tgtEl>
                                          <p:spTgt spid="648226"/>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dissolve">
                                      <p:cBhvr>
                                        <p:cTn id="20" dur="500"/>
                                        <p:tgtEl>
                                          <p:spTgt spid="14"/>
                                        </p:tgtEl>
                                      </p:cBhvr>
                                    </p:animEffect>
                                  </p:childTnLst>
                                </p:cTn>
                              </p:par>
                              <p:par>
                                <p:cTn id="21" presetID="1" presetClass="entr" presetSubtype="0" fill="hold" nodeType="withEffect">
                                  <p:stCondLst>
                                    <p:cond delay="0"/>
                                  </p:stCondLst>
                                  <p:childTnLst>
                                    <p:set>
                                      <p:cBhvr>
                                        <p:cTn id="22" dur="1" fill="hold">
                                          <p:stCondLst>
                                            <p:cond delay="0"/>
                                          </p:stCondLst>
                                        </p:cTn>
                                        <p:tgtEl>
                                          <p:spTgt spid="648195">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wipe(up)">
                                      <p:cBhvr>
                                        <p:cTn id="27" dur="500"/>
                                        <p:tgtEl>
                                          <p:spTgt spid="15"/>
                                        </p:tgtEl>
                                      </p:cBhvr>
                                    </p:animEffect>
                                  </p:childTnLst>
                                </p:cTn>
                              </p:par>
                              <p:par>
                                <p:cTn id="28" presetID="1" presetClass="entr" presetSubtype="0" fill="hold" nodeType="withEffect">
                                  <p:stCondLst>
                                    <p:cond delay="0"/>
                                  </p:stCondLst>
                                  <p:childTnLst>
                                    <p:set>
                                      <p:cBhvr>
                                        <p:cTn id="29" dur="1" fill="hold">
                                          <p:stCondLst>
                                            <p:cond delay="0"/>
                                          </p:stCondLst>
                                        </p:cTn>
                                        <p:tgtEl>
                                          <p:spTgt spid="64834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14"/>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15"/>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28"/>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648345"/>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1.66667E-6 1.81144E-6 L 0.26823 -0.00139 L 0.10833 0.27287 L -0.01806 0.27125 " pathEditMode="relative" rAng="0" ptsTypes="AAAA">
                                      <p:cBhvr>
                                        <p:cTn id="43" dur="2000" fill="hold"/>
                                        <p:tgtEl>
                                          <p:spTgt spid="28"/>
                                        </p:tgtEl>
                                        <p:attrNameLst>
                                          <p:attrName>ppt_x</p:attrName>
                                          <p:attrName>ppt_y</p:attrName>
                                        </p:attrNameLst>
                                      </p:cBhvr>
                                      <p:rCtr x="12500" y="1360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49314"/>
                                        </p:tgtEl>
                                        <p:attrNameLst>
                                          <p:attrName>style.visibility</p:attrName>
                                        </p:attrNameLst>
                                      </p:cBhvr>
                                      <p:to>
                                        <p:strVal val="visible"/>
                                      </p:to>
                                    </p:set>
                                    <p:animEffect transition="in" filter="wipe(right)">
                                      <p:cBhvr>
                                        <p:cTn id="47" dur="500"/>
                                        <p:tgtEl>
                                          <p:spTgt spid="49314"/>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49317"/>
                                        </p:tgtEl>
                                        <p:attrNameLst>
                                          <p:attrName>style.visibility</p:attrName>
                                        </p:attrNameLst>
                                      </p:cBhvr>
                                      <p:to>
                                        <p:strVal val="visible"/>
                                      </p:to>
                                    </p:set>
                                    <p:animEffect transition="in" filter="wipe(down)">
                                      <p:cBhvr>
                                        <p:cTn id="52" dur="1000"/>
                                        <p:tgtEl>
                                          <p:spTgt spid="49317"/>
                                        </p:tgtEl>
                                      </p:cBhvr>
                                    </p:animEffect>
                                  </p:childTnLst>
                                </p:cTn>
                              </p:par>
                              <p:par>
                                <p:cTn id="53" presetID="1" presetClass="exit" presetSubtype="0" fill="hold" nodeType="withEffect">
                                  <p:stCondLst>
                                    <p:cond delay="0"/>
                                  </p:stCondLst>
                                  <p:childTnLst>
                                    <p:set>
                                      <p:cBhvr>
                                        <p:cTn id="54" dur="1" fill="hold">
                                          <p:stCondLst>
                                            <p:cond delay="0"/>
                                          </p:stCondLst>
                                        </p:cTn>
                                        <p:tgtEl>
                                          <p:spTgt spid="28"/>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49317"/>
                                        </p:tgtEl>
                                        <p:attrNameLst>
                                          <p:attrName>style.visibility</p:attrName>
                                        </p:attrNameLst>
                                      </p:cBhvr>
                                      <p:to>
                                        <p:strVal val="hidden"/>
                                      </p:to>
                                    </p:set>
                                  </p:childTnLst>
                                </p:cTn>
                              </p:par>
                              <p:par>
                                <p:cTn id="58" presetID="1" presetClass="entr" presetSubtype="0" fill="hold" nodeType="withEffect">
                                  <p:stCondLst>
                                    <p:cond delay="0"/>
                                  </p:stCondLst>
                                  <p:childTnLst>
                                    <p:set>
                                      <p:cBhvr>
                                        <p:cTn id="59" dur="1" fill="hold">
                                          <p:stCondLst>
                                            <p:cond delay="0"/>
                                          </p:stCondLst>
                                        </p:cTn>
                                        <p:tgtEl>
                                          <p:spTgt spid="648346"/>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493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8195" grpId="0" build="p"/>
      <p:bldP spid="648344" grpId="0"/>
      <p:bldP spid="648345" grpId="0"/>
      <p:bldP spid="648346"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7" name="Picture 227" descr="underline_base"/>
          <p:cNvPicPr/>
          <p:nvPr/>
        </p:nvPicPr>
        <p:blipFill>
          <a:blip r:embed="rId2"/>
          <a:stretch>
            <a:fillRect/>
          </a:stretch>
        </p:blipFill>
        <p:spPr>
          <a:xfrm>
            <a:off x="398463" y="722313"/>
            <a:ext cx="3198812" cy="173037"/>
          </a:xfrm>
          <a:prstGeom prst="rect">
            <a:avLst/>
          </a:prstGeom>
          <a:noFill/>
          <a:ln w="9525">
            <a:noFill/>
          </a:ln>
        </p:spPr>
      </p:pic>
      <p:sp>
        <p:nvSpPr>
          <p:cNvPr id="649219" name="Rectangle 3"/>
          <p:cNvSpPr>
            <a:spLocks noGrp="1"/>
          </p:cNvSpPr>
          <p:nvPr>
            <p:ph idx="1"/>
          </p:nvPr>
        </p:nvSpPr>
        <p:spPr>
          <a:xfrm>
            <a:off x="5037138" y="797560"/>
            <a:ext cx="3430587" cy="1573213"/>
          </a:xfrm>
        </p:spPr>
        <p:txBody>
          <a:bodyPr vert="horz" wrap="square" lIns="91440" tIns="45720" rIns="91440" bIns="45720" anchor="t" anchorCtr="0"/>
          <a:lstStyle/>
          <a:p>
            <a:pPr marL="233680" indent="-233680"/>
            <a:r>
              <a:rPr lang="en-US" altLang="zh-CN" sz="2200"/>
              <a:t>DCP server formulates DHCP ACK containing client</a:t>
            </a:r>
            <a:r>
              <a:rPr lang="ja-JP" altLang="en-US" sz="2200"/>
              <a:t>’</a:t>
            </a:r>
            <a:r>
              <a:rPr lang="en-US" altLang="ja-JP" sz="2200"/>
              <a:t>s IP address, IP address of first-hop router for client, name &amp; IP address of DNS server</a:t>
            </a:r>
          </a:p>
          <a:p>
            <a:pPr marL="233680" indent="-233680"/>
            <a:endParaRPr lang="en-US" altLang="zh-CN" sz="1800"/>
          </a:p>
        </p:txBody>
      </p:sp>
      <p:sp>
        <p:nvSpPr>
          <p:cNvPr id="96259" name="Freeform 3"/>
          <p:cNvSpPr/>
          <p:nvPr/>
        </p:nvSpPr>
        <p:spPr>
          <a:xfrm>
            <a:off x="773113" y="1428750"/>
            <a:ext cx="3554412" cy="2754313"/>
          </a:xfrm>
          <a:custGeom>
            <a:avLst/>
            <a:gdLst>
              <a:gd name="txL" fmla="*/ 0 w 2406"/>
              <a:gd name="txT" fmla="*/ 0 h 958"/>
              <a:gd name="txR" fmla="*/ 2406 w 2406"/>
              <a:gd name="txB" fmla="*/ 958 h 958"/>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alpha val="100000"/>
            </a:srgbClr>
          </a:solidFill>
          <a:ln w="9525">
            <a:noFill/>
          </a:ln>
        </p:spPr>
        <p:txBody>
          <a:bodyPr/>
          <a:lstStyle/>
          <a:p>
            <a:endParaRPr lang="zh-CN" altLang="en-US"/>
          </a:p>
        </p:txBody>
      </p:sp>
      <p:sp>
        <p:nvSpPr>
          <p:cNvPr id="96260" name="Line 36"/>
          <p:cNvSpPr/>
          <p:nvPr/>
        </p:nvSpPr>
        <p:spPr>
          <a:xfrm flipV="1">
            <a:off x="3775075" y="2511425"/>
            <a:ext cx="155575" cy="142875"/>
          </a:xfrm>
          <a:prstGeom prst="line">
            <a:avLst/>
          </a:prstGeom>
          <a:ln w="9525" cap="flat" cmpd="sng">
            <a:solidFill>
              <a:srgbClr val="000000"/>
            </a:solidFill>
            <a:prstDash val="solid"/>
            <a:headEnd type="none" w="med" len="med"/>
            <a:tailEnd type="none" w="med" len="med"/>
          </a:ln>
        </p:spPr>
      </p:sp>
      <p:sp>
        <p:nvSpPr>
          <p:cNvPr id="96261" name="Line 43"/>
          <p:cNvSpPr/>
          <p:nvPr/>
        </p:nvSpPr>
        <p:spPr>
          <a:xfrm flipV="1">
            <a:off x="2665413" y="2673350"/>
            <a:ext cx="695325" cy="0"/>
          </a:xfrm>
          <a:prstGeom prst="line">
            <a:avLst/>
          </a:prstGeom>
          <a:ln w="9525" cap="flat" cmpd="sng">
            <a:solidFill>
              <a:srgbClr val="000000"/>
            </a:solidFill>
            <a:prstDash val="solid"/>
            <a:headEnd type="none" w="med" len="med"/>
            <a:tailEnd type="none" w="med" len="med"/>
          </a:ln>
        </p:spPr>
      </p:sp>
      <p:sp>
        <p:nvSpPr>
          <p:cNvPr id="96262" name="Line 44"/>
          <p:cNvSpPr/>
          <p:nvPr/>
        </p:nvSpPr>
        <p:spPr>
          <a:xfrm flipV="1">
            <a:off x="3924300" y="2368550"/>
            <a:ext cx="138113" cy="142875"/>
          </a:xfrm>
          <a:prstGeom prst="line">
            <a:avLst/>
          </a:prstGeom>
          <a:ln w="9525" cap="flat" cmpd="sng">
            <a:solidFill>
              <a:srgbClr val="000000"/>
            </a:solidFill>
            <a:prstDash val="dash"/>
            <a:headEnd type="none" w="med" len="med"/>
            <a:tailEnd type="none" w="med" len="med"/>
          </a:ln>
        </p:spPr>
      </p:sp>
      <p:sp>
        <p:nvSpPr>
          <p:cNvPr id="96263" name="Line 48"/>
          <p:cNvSpPr/>
          <p:nvPr/>
        </p:nvSpPr>
        <p:spPr>
          <a:xfrm flipV="1">
            <a:off x="3279775" y="2903538"/>
            <a:ext cx="512763" cy="612775"/>
          </a:xfrm>
          <a:prstGeom prst="line">
            <a:avLst/>
          </a:prstGeom>
          <a:ln w="9525" cap="flat" cmpd="sng">
            <a:solidFill>
              <a:srgbClr val="000000"/>
            </a:solidFill>
            <a:prstDash val="solid"/>
            <a:headEnd type="none" w="med" len="med"/>
            <a:tailEnd type="none" w="med" len="med"/>
          </a:ln>
        </p:spPr>
      </p:sp>
      <p:sp>
        <p:nvSpPr>
          <p:cNvPr id="649364" name="Rectangle 148"/>
          <p:cNvSpPr/>
          <p:nvPr/>
        </p:nvSpPr>
        <p:spPr>
          <a:xfrm>
            <a:off x="5030788" y="2930525"/>
            <a:ext cx="3421062" cy="1362075"/>
          </a:xfrm>
          <a:prstGeom prst="rect">
            <a:avLst/>
          </a:prstGeom>
          <a:noFill/>
          <a:ln w="9525">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233680" lvl="0" indent="-233680"/>
            <a:r>
              <a:rPr lang="en-US" altLang="zh-CN" sz="2200"/>
              <a:t>encapsulation of DHCP server, frame forwarded to client, demuxing up to DHCP at client</a:t>
            </a:r>
          </a:p>
        </p:txBody>
      </p:sp>
      <p:sp>
        <p:nvSpPr>
          <p:cNvPr id="50188" name="Rectangle 152"/>
          <p:cNvSpPr>
            <a:spLocks noGrp="1" noChangeArrowheads="1"/>
          </p:cNvSpPr>
          <p:nvPr>
            <p:ph type="title"/>
          </p:nvPr>
        </p:nvSpPr>
        <p:spPr>
          <a:xfrm>
            <a:off x="323850" y="77788"/>
            <a:ext cx="4354513" cy="942975"/>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3600" b="0" i="0" u="none" strike="noStrike" kern="0" cap="none" spc="0" normalizeH="0" baseline="0" noProof="0">
                <a:ln>
                  <a:noFill/>
                </a:ln>
                <a:solidFill>
                  <a:srgbClr val="000099"/>
                </a:solidFill>
                <a:effectLst/>
                <a:uLnTx/>
                <a:uFillTx/>
                <a:latin typeface="+mj-lt"/>
                <a:ea typeface="MS PGothic" charset="0"/>
                <a:cs typeface="+mj-cs"/>
              </a:rPr>
              <a:t>DHCP: example</a:t>
            </a:r>
          </a:p>
        </p:txBody>
      </p:sp>
      <p:grpSp>
        <p:nvGrpSpPr>
          <p:cNvPr id="96266" name="Group 153"/>
          <p:cNvGrpSpPr/>
          <p:nvPr/>
        </p:nvGrpSpPr>
        <p:grpSpPr>
          <a:xfrm>
            <a:off x="1978025" y="2295525"/>
            <a:ext cx="850900" cy="615950"/>
            <a:chOff x="4420" y="878"/>
            <a:chExt cx="614" cy="458"/>
          </a:xfrm>
        </p:grpSpPr>
        <p:pic>
          <p:nvPicPr>
            <p:cNvPr id="96424" name="Picture 154" descr="laptop_keyboard"/>
            <p:cNvPicPr>
              <a:picLocks noChangeAspect="1"/>
            </p:cNvPicPr>
            <p:nvPr/>
          </p:nvPicPr>
          <p:blipFill>
            <a:blip r:embed="rId3"/>
            <a:stretch>
              <a:fillRect/>
            </a:stretch>
          </p:blipFill>
          <p:spPr>
            <a:xfrm rot="109064" flipH="1">
              <a:off x="4420" y="1108"/>
              <a:ext cx="527" cy="228"/>
            </a:xfrm>
            <a:prstGeom prst="rect">
              <a:avLst/>
            </a:prstGeom>
            <a:noFill/>
            <a:ln w="9525">
              <a:noFill/>
            </a:ln>
          </p:spPr>
        </p:pic>
        <p:sp>
          <p:nvSpPr>
            <p:cNvPr id="96425" name="Freeform 155"/>
            <p:cNvSpPr/>
            <p:nvPr/>
          </p:nvSpPr>
          <p:spPr>
            <a:xfrm>
              <a:off x="4595" y="888"/>
              <a:ext cx="424" cy="297"/>
            </a:xfrm>
            <a:custGeom>
              <a:avLst/>
              <a:gdLst>
                <a:gd name="txL" fmla="*/ 0 w 2982"/>
                <a:gd name="txT" fmla="*/ 0 h 2442"/>
                <a:gd name="txR" fmla="*/ 2982 w 2982"/>
                <a:gd name="txB" fmla="*/ 2442 h 2442"/>
              </a:gdLst>
              <a:ahLst/>
              <a:cxnLst>
                <a:cxn ang="0">
                  <a:pos x="0" y="0"/>
                </a:cxn>
                <a:cxn ang="0">
                  <a:pos x="0" y="0"/>
                </a:cxn>
                <a:cxn ang="0">
                  <a:pos x="0" y="0"/>
                </a:cxn>
                <a:cxn ang="0">
                  <a:pos x="0" y="0"/>
                </a:cxn>
                <a:cxn ang="0">
                  <a:pos x="0" y="0"/>
                </a:cxn>
              </a:cxnLst>
              <a:rect l="txL" t="txT" r="txR" b="txB"/>
              <a:pathLst>
                <a:path w="2982" h="2442">
                  <a:moveTo>
                    <a:pt x="540" y="0"/>
                  </a:moveTo>
                  <a:lnTo>
                    <a:pt x="0" y="1734"/>
                  </a:lnTo>
                  <a:lnTo>
                    <a:pt x="2394" y="2442"/>
                  </a:lnTo>
                  <a:lnTo>
                    <a:pt x="2982" y="318"/>
                  </a:lnTo>
                  <a:lnTo>
                    <a:pt x="540" y="0"/>
                  </a:lnTo>
                  <a:close/>
                </a:path>
              </a:pathLst>
            </a:custGeom>
            <a:solidFill>
              <a:schemeClr val="tx1">
                <a:alpha val="100000"/>
              </a:schemeClr>
            </a:solidFill>
            <a:ln w="9525" cap="flat" cmpd="sng">
              <a:solidFill>
                <a:schemeClr val="tx1">
                  <a:alpha val="100000"/>
                </a:schemeClr>
              </a:solidFill>
              <a:prstDash val="solid"/>
              <a:round/>
              <a:headEnd type="none" w="med" len="med"/>
              <a:tailEnd type="none" w="med" len="med"/>
            </a:ln>
          </p:spPr>
          <p:txBody>
            <a:bodyPr/>
            <a:lstStyle/>
            <a:p>
              <a:endParaRPr lang="zh-CN" altLang="en-US"/>
            </a:p>
          </p:txBody>
        </p:sp>
        <p:pic>
          <p:nvPicPr>
            <p:cNvPr id="96426" name="Picture 156" descr="screen"/>
            <p:cNvPicPr>
              <a:picLocks noChangeAspect="1"/>
            </p:cNvPicPr>
            <p:nvPr/>
          </p:nvPicPr>
          <p:blipFill>
            <a:blip r:embed="rId4"/>
            <a:stretch>
              <a:fillRect/>
            </a:stretch>
          </p:blipFill>
          <p:spPr>
            <a:xfrm>
              <a:off x="4616" y="895"/>
              <a:ext cx="385" cy="271"/>
            </a:xfrm>
            <a:prstGeom prst="rect">
              <a:avLst/>
            </a:prstGeom>
            <a:noFill/>
            <a:ln w="9525">
              <a:noFill/>
            </a:ln>
          </p:spPr>
        </p:pic>
        <p:sp>
          <p:nvSpPr>
            <p:cNvPr id="96427" name="Freeform 157"/>
            <p:cNvSpPr/>
            <p:nvPr/>
          </p:nvSpPr>
          <p:spPr>
            <a:xfrm>
              <a:off x="4672" y="879"/>
              <a:ext cx="359" cy="55"/>
            </a:xfrm>
            <a:custGeom>
              <a:avLst/>
              <a:gdLst>
                <a:gd name="txL" fmla="*/ 0 w 2528"/>
                <a:gd name="txT" fmla="*/ 0 h 455"/>
                <a:gd name="txR" fmla="*/ 2528 w 2528"/>
                <a:gd name="txB" fmla="*/ 455 h 455"/>
              </a:gdLst>
              <a:ahLst/>
              <a:cxnLst>
                <a:cxn ang="0">
                  <a:pos x="0" y="0"/>
                </a:cxn>
                <a:cxn ang="0">
                  <a:pos x="0" y="0"/>
                </a:cxn>
                <a:cxn ang="0">
                  <a:pos x="0" y="0"/>
                </a:cxn>
                <a:cxn ang="0">
                  <a:pos x="0" y="0"/>
                </a:cxn>
                <a:cxn ang="0">
                  <a:pos x="0" y="0"/>
                </a:cxn>
              </a:cxnLst>
              <a:rect l="txL" t="txT" r="txR" b="txB"/>
              <a:pathLst>
                <a:path w="2528" h="455">
                  <a:moveTo>
                    <a:pt x="14" y="0"/>
                  </a:moveTo>
                  <a:lnTo>
                    <a:pt x="2528" y="341"/>
                  </a:lnTo>
                  <a:lnTo>
                    <a:pt x="2480" y="455"/>
                  </a:lnTo>
                  <a:lnTo>
                    <a:pt x="0" y="86"/>
                  </a:lnTo>
                  <a:lnTo>
                    <a:pt x="14" y="0"/>
                  </a:lnTo>
                  <a:close/>
                </a:path>
              </a:pathLst>
            </a:custGeom>
            <a:gradFill rotWithShape="1">
              <a:gsLst>
                <a:gs pos="0">
                  <a:srgbClr val="000099">
                    <a:alpha val="100000"/>
                  </a:srgbClr>
                </a:gs>
                <a:gs pos="100000">
                  <a:srgbClr val="EAEAEA">
                    <a:alpha val="100000"/>
                  </a:srgbClr>
                </a:gs>
              </a:gsLst>
              <a:lin ang="0" scaled="1"/>
              <a:tileRect/>
            </a:gradFill>
            <a:ln w="9525">
              <a:noFill/>
            </a:ln>
          </p:spPr>
          <p:txBody>
            <a:bodyPr/>
            <a:lstStyle/>
            <a:p>
              <a:endParaRPr lang="zh-CN" altLang="en-US"/>
            </a:p>
          </p:txBody>
        </p:sp>
        <p:sp>
          <p:nvSpPr>
            <p:cNvPr id="96428" name="Freeform 158"/>
            <p:cNvSpPr/>
            <p:nvPr/>
          </p:nvSpPr>
          <p:spPr>
            <a:xfrm>
              <a:off x="4591" y="878"/>
              <a:ext cx="100" cy="230"/>
            </a:xfrm>
            <a:custGeom>
              <a:avLst/>
              <a:gdLst>
                <a:gd name="txL" fmla="*/ 0 w 702"/>
                <a:gd name="txT" fmla="*/ 0 h 1893"/>
                <a:gd name="txR" fmla="*/ 702 w 702"/>
                <a:gd name="txB" fmla="*/ 1893 h 1893"/>
              </a:gdLst>
              <a:ahLst/>
              <a:cxnLst>
                <a:cxn ang="0">
                  <a:pos x="0" y="0"/>
                </a:cxn>
                <a:cxn ang="0">
                  <a:pos x="0" y="0"/>
                </a:cxn>
                <a:cxn ang="0">
                  <a:pos x="0" y="0"/>
                </a:cxn>
                <a:cxn ang="0">
                  <a:pos x="0" y="0"/>
                </a:cxn>
                <a:cxn ang="0">
                  <a:pos x="0" y="0"/>
                </a:cxn>
              </a:cxnLst>
              <a:rect l="txL" t="txT" r="txR" b="txB"/>
              <a:pathLst>
                <a:path w="702" h="1893">
                  <a:moveTo>
                    <a:pt x="579" y="0"/>
                  </a:moveTo>
                  <a:lnTo>
                    <a:pt x="0" y="1869"/>
                  </a:lnTo>
                  <a:lnTo>
                    <a:pt x="114" y="1893"/>
                  </a:lnTo>
                  <a:lnTo>
                    <a:pt x="702" y="51"/>
                  </a:lnTo>
                  <a:lnTo>
                    <a:pt x="579" y="0"/>
                  </a:lnTo>
                  <a:close/>
                </a:path>
              </a:pathLst>
            </a:custGeom>
            <a:solidFill>
              <a:srgbClr val="000099">
                <a:alpha val="100000"/>
              </a:srgbClr>
            </a:solidFill>
            <a:ln w="9525">
              <a:noFill/>
            </a:ln>
          </p:spPr>
          <p:txBody>
            <a:bodyPr/>
            <a:lstStyle/>
            <a:p>
              <a:endParaRPr lang="zh-CN" altLang="en-US"/>
            </a:p>
          </p:txBody>
        </p:sp>
        <p:sp>
          <p:nvSpPr>
            <p:cNvPr id="96429" name="Freeform 159"/>
            <p:cNvSpPr/>
            <p:nvPr/>
          </p:nvSpPr>
          <p:spPr>
            <a:xfrm>
              <a:off x="4921" y="920"/>
              <a:ext cx="108" cy="265"/>
            </a:xfrm>
            <a:custGeom>
              <a:avLst/>
              <a:gdLst>
                <a:gd name="txL" fmla="*/ 0 w 756"/>
                <a:gd name="txT" fmla="*/ 0 h 2184"/>
                <a:gd name="txR" fmla="*/ 756 w 756"/>
                <a:gd name="txB" fmla="*/ 2184 h 2184"/>
              </a:gdLst>
              <a:ahLst/>
              <a:cxnLst>
                <a:cxn ang="0">
                  <a:pos x="0" y="0"/>
                </a:cxn>
                <a:cxn ang="0">
                  <a:pos x="0" y="0"/>
                </a:cxn>
                <a:cxn ang="0">
                  <a:pos x="0" y="0"/>
                </a:cxn>
                <a:cxn ang="0">
                  <a:pos x="0" y="0"/>
                </a:cxn>
                <a:cxn ang="0">
                  <a:pos x="0" y="0"/>
                </a:cxn>
              </a:cxnLst>
              <a:rect l="txL" t="txT" r="txR" b="txB"/>
              <a:pathLst>
                <a:path w="756" h="2184">
                  <a:moveTo>
                    <a:pt x="756" y="0"/>
                  </a:moveTo>
                  <a:lnTo>
                    <a:pt x="138" y="2184"/>
                  </a:lnTo>
                  <a:lnTo>
                    <a:pt x="0" y="2148"/>
                  </a:lnTo>
                  <a:lnTo>
                    <a:pt x="606" y="78"/>
                  </a:lnTo>
                  <a:lnTo>
                    <a:pt x="756" y="0"/>
                  </a:lnTo>
                  <a:close/>
                </a:path>
              </a:pathLst>
            </a:custGeom>
            <a:gradFill rotWithShape="1">
              <a:gsLst>
                <a:gs pos="0">
                  <a:srgbClr val="DDDDDD">
                    <a:alpha val="100000"/>
                  </a:srgbClr>
                </a:gs>
                <a:gs pos="100000">
                  <a:schemeClr val="bg1">
                    <a:alpha val="100000"/>
                  </a:schemeClr>
                </a:gs>
              </a:gsLst>
              <a:lin ang="5400000" scaled="1"/>
              <a:tileRect/>
            </a:gradFill>
            <a:ln w="9525">
              <a:noFill/>
            </a:ln>
          </p:spPr>
          <p:txBody>
            <a:bodyPr/>
            <a:lstStyle/>
            <a:p>
              <a:endParaRPr lang="zh-CN" altLang="en-US"/>
            </a:p>
          </p:txBody>
        </p:sp>
        <p:sp>
          <p:nvSpPr>
            <p:cNvPr id="96430" name="Freeform 160"/>
            <p:cNvSpPr/>
            <p:nvPr/>
          </p:nvSpPr>
          <p:spPr>
            <a:xfrm>
              <a:off x="4590" y="1097"/>
              <a:ext cx="394" cy="89"/>
            </a:xfrm>
            <a:custGeom>
              <a:avLst/>
              <a:gdLst>
                <a:gd name="txL" fmla="*/ 0 w 2773"/>
                <a:gd name="txT" fmla="*/ 0 h 738"/>
                <a:gd name="txR" fmla="*/ 2773 w 2773"/>
                <a:gd name="txB" fmla="*/ 738 h 738"/>
              </a:gdLst>
              <a:ahLst/>
              <a:cxnLst>
                <a:cxn ang="0">
                  <a:pos x="0" y="0"/>
                </a:cxn>
                <a:cxn ang="0">
                  <a:pos x="0" y="0"/>
                </a:cxn>
                <a:cxn ang="0">
                  <a:pos x="0" y="0"/>
                </a:cxn>
                <a:cxn ang="0">
                  <a:pos x="0" y="0"/>
                </a:cxn>
                <a:cxn ang="0">
                  <a:pos x="0" y="0"/>
                </a:cxn>
              </a:cxnLst>
              <a:rect l="txL" t="txT" r="txR" b="tx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alpha val="100000"/>
                  </a:srgbClr>
                </a:gs>
                <a:gs pos="100000">
                  <a:schemeClr val="bg1">
                    <a:alpha val="100000"/>
                  </a:schemeClr>
                </a:gs>
              </a:gsLst>
              <a:lin ang="0" scaled="1"/>
              <a:tileRect/>
            </a:gradFill>
            <a:ln w="9525">
              <a:noFill/>
            </a:ln>
          </p:spPr>
          <p:txBody>
            <a:bodyPr/>
            <a:lstStyle/>
            <a:p>
              <a:endParaRPr lang="zh-CN" altLang="en-US"/>
            </a:p>
          </p:txBody>
        </p:sp>
        <p:sp>
          <p:nvSpPr>
            <p:cNvPr id="96431" name="Freeform 161"/>
            <p:cNvSpPr/>
            <p:nvPr/>
          </p:nvSpPr>
          <p:spPr>
            <a:xfrm>
              <a:off x="4933" y="922"/>
              <a:ext cx="101" cy="266"/>
            </a:xfrm>
            <a:custGeom>
              <a:avLst/>
              <a:gdLst>
                <a:gd name="txL" fmla="*/ 0 w 637"/>
                <a:gd name="txT" fmla="*/ 0 h 1659"/>
                <a:gd name="txR" fmla="*/ 637 w 637"/>
                <a:gd name="txB" fmla="*/ 1659 h 1659"/>
              </a:gdLst>
              <a:ahLst/>
              <a:cxnLst>
                <a:cxn ang="0">
                  <a:pos x="0" y="0"/>
                </a:cxn>
                <a:cxn ang="0">
                  <a:pos x="0" y="0"/>
                </a:cxn>
                <a:cxn ang="0">
                  <a:pos x="0" y="0"/>
                </a:cxn>
                <a:cxn ang="0">
                  <a:pos x="0" y="0"/>
                </a:cxn>
                <a:cxn ang="0">
                  <a:pos x="0" y="0"/>
                </a:cxn>
              </a:cxnLst>
              <a:rect l="txL" t="txT" r="txR" b="txB"/>
              <a:pathLst>
                <a:path w="637" h="1659">
                  <a:moveTo>
                    <a:pt x="615" y="0"/>
                  </a:moveTo>
                  <a:lnTo>
                    <a:pt x="637" y="0"/>
                  </a:lnTo>
                  <a:lnTo>
                    <a:pt x="68" y="1659"/>
                  </a:lnTo>
                  <a:lnTo>
                    <a:pt x="0" y="1647"/>
                  </a:lnTo>
                  <a:lnTo>
                    <a:pt x="615" y="0"/>
                  </a:lnTo>
                  <a:close/>
                </a:path>
              </a:pathLst>
            </a:custGeom>
            <a:solidFill>
              <a:srgbClr val="4D4D4D">
                <a:alpha val="100000"/>
              </a:srgbClr>
            </a:solidFill>
            <a:ln w="9525">
              <a:noFill/>
            </a:ln>
          </p:spPr>
          <p:txBody>
            <a:bodyPr/>
            <a:lstStyle/>
            <a:p>
              <a:endParaRPr lang="zh-CN" altLang="en-US"/>
            </a:p>
          </p:txBody>
        </p:sp>
        <p:sp>
          <p:nvSpPr>
            <p:cNvPr id="96432" name="Freeform 162"/>
            <p:cNvSpPr/>
            <p:nvPr/>
          </p:nvSpPr>
          <p:spPr>
            <a:xfrm>
              <a:off x="4590" y="1109"/>
              <a:ext cx="351" cy="88"/>
            </a:xfrm>
            <a:custGeom>
              <a:avLst/>
              <a:gdLst>
                <a:gd name="txL" fmla="*/ 0 w 2216"/>
                <a:gd name="txT" fmla="*/ 0 h 550"/>
                <a:gd name="txR" fmla="*/ 2216 w 2216"/>
                <a:gd name="txB" fmla="*/ 550 h 550"/>
              </a:gdLst>
              <a:ahLst/>
              <a:cxnLst>
                <a:cxn ang="0">
                  <a:pos x="0" y="0"/>
                </a:cxn>
                <a:cxn ang="0">
                  <a:pos x="0" y="0"/>
                </a:cxn>
                <a:cxn ang="0">
                  <a:pos x="0" y="0"/>
                </a:cxn>
                <a:cxn ang="0">
                  <a:pos x="0" y="0"/>
                </a:cxn>
                <a:cxn ang="0">
                  <a:pos x="0" y="0"/>
                </a:cxn>
              </a:cxnLst>
              <a:rect l="txL" t="txT" r="txR" b="txB"/>
              <a:pathLst>
                <a:path w="2216" h="550">
                  <a:moveTo>
                    <a:pt x="0" y="0"/>
                  </a:moveTo>
                  <a:lnTo>
                    <a:pt x="9" y="57"/>
                  </a:lnTo>
                  <a:lnTo>
                    <a:pt x="2164" y="550"/>
                  </a:lnTo>
                  <a:lnTo>
                    <a:pt x="2216" y="496"/>
                  </a:lnTo>
                  <a:lnTo>
                    <a:pt x="0" y="0"/>
                  </a:lnTo>
                  <a:close/>
                </a:path>
              </a:pathLst>
            </a:custGeom>
            <a:gradFill rotWithShape="1">
              <a:gsLst>
                <a:gs pos="0">
                  <a:srgbClr val="000099">
                    <a:alpha val="100000"/>
                  </a:srgbClr>
                </a:gs>
                <a:gs pos="100000">
                  <a:srgbClr val="808080">
                    <a:alpha val="100000"/>
                  </a:srgbClr>
                </a:gs>
              </a:gsLst>
              <a:lin ang="0" scaled="1"/>
              <a:tileRect/>
            </a:gradFill>
            <a:ln w="9525">
              <a:noFill/>
            </a:ln>
          </p:spPr>
          <p:txBody>
            <a:bodyPr/>
            <a:lstStyle/>
            <a:p>
              <a:endParaRPr lang="zh-CN" altLang="en-US"/>
            </a:p>
          </p:txBody>
        </p:sp>
        <p:grpSp>
          <p:nvGrpSpPr>
            <p:cNvPr id="96433" name="Group 163"/>
            <p:cNvGrpSpPr/>
            <p:nvPr/>
          </p:nvGrpSpPr>
          <p:grpSpPr>
            <a:xfrm>
              <a:off x="4584" y="1203"/>
              <a:ext cx="119" cy="53"/>
              <a:chOff x="1740" y="2642"/>
              <a:chExt cx="752" cy="327"/>
            </a:xfrm>
          </p:grpSpPr>
          <p:sp>
            <p:nvSpPr>
              <p:cNvPr id="96440" name="Freeform 164"/>
              <p:cNvSpPr/>
              <p:nvPr/>
            </p:nvSpPr>
            <p:spPr>
              <a:xfrm>
                <a:off x="1740" y="2642"/>
                <a:ext cx="752" cy="327"/>
              </a:xfrm>
              <a:custGeom>
                <a:avLst/>
                <a:gdLst>
                  <a:gd name="txL" fmla="*/ 0 w 752"/>
                  <a:gd name="txT" fmla="*/ 0 h 327"/>
                  <a:gd name="txR" fmla="*/ 752 w 752"/>
                  <a:gd name="txB" fmla="*/ 327 h 327"/>
                </a:gdLst>
                <a:ahLst/>
                <a:cxnLst>
                  <a:cxn ang="0">
                    <a:pos x="293" y="0"/>
                  </a:cxn>
                  <a:cxn ang="0">
                    <a:pos x="752" y="124"/>
                  </a:cxn>
                  <a:cxn ang="0">
                    <a:pos x="470" y="327"/>
                  </a:cxn>
                  <a:cxn ang="0">
                    <a:pos x="0" y="183"/>
                  </a:cxn>
                  <a:cxn ang="0">
                    <a:pos x="293" y="0"/>
                  </a:cxn>
                </a:cxnLst>
                <a:rect l="txL" t="txT" r="txR" b="txB"/>
                <a:pathLst>
                  <a:path w="752" h="327">
                    <a:moveTo>
                      <a:pt x="293" y="0"/>
                    </a:moveTo>
                    <a:lnTo>
                      <a:pt x="752" y="124"/>
                    </a:lnTo>
                    <a:lnTo>
                      <a:pt x="470" y="327"/>
                    </a:lnTo>
                    <a:lnTo>
                      <a:pt x="0" y="183"/>
                    </a:lnTo>
                    <a:lnTo>
                      <a:pt x="293" y="0"/>
                    </a:lnTo>
                    <a:close/>
                  </a:path>
                </a:pathLst>
              </a:custGeom>
              <a:solidFill>
                <a:srgbClr val="000099">
                  <a:alpha val="100000"/>
                </a:srgbClr>
              </a:solidFill>
              <a:ln w="9525">
                <a:noFill/>
              </a:ln>
            </p:spPr>
            <p:txBody>
              <a:bodyPr/>
              <a:lstStyle/>
              <a:p>
                <a:endParaRPr lang="zh-CN" altLang="en-US"/>
              </a:p>
            </p:txBody>
          </p:sp>
          <p:sp>
            <p:nvSpPr>
              <p:cNvPr id="96441" name="Freeform 165"/>
              <p:cNvSpPr/>
              <p:nvPr/>
            </p:nvSpPr>
            <p:spPr>
              <a:xfrm>
                <a:off x="1754" y="2649"/>
                <a:ext cx="726" cy="311"/>
              </a:xfrm>
              <a:custGeom>
                <a:avLst/>
                <a:gdLst>
                  <a:gd name="txL" fmla="*/ 0 w 726"/>
                  <a:gd name="txT" fmla="*/ 0 h 311"/>
                  <a:gd name="txR" fmla="*/ 726 w 726"/>
                  <a:gd name="txB" fmla="*/ 311 h 311"/>
                </a:gdLst>
                <a:ahLst/>
                <a:cxnLst>
                  <a:cxn ang="0">
                    <a:pos x="282" y="0"/>
                  </a:cxn>
                  <a:cxn ang="0">
                    <a:pos x="726" y="119"/>
                  </a:cxn>
                  <a:cxn ang="0">
                    <a:pos x="457" y="311"/>
                  </a:cxn>
                  <a:cxn ang="0">
                    <a:pos x="0" y="173"/>
                  </a:cxn>
                  <a:cxn ang="0">
                    <a:pos x="282" y="0"/>
                  </a:cxn>
                </a:cxnLst>
                <a:rect l="txL" t="txT" r="txR" b="txB"/>
                <a:pathLst>
                  <a:path w="726" h="311">
                    <a:moveTo>
                      <a:pt x="282" y="0"/>
                    </a:moveTo>
                    <a:lnTo>
                      <a:pt x="726" y="119"/>
                    </a:lnTo>
                    <a:lnTo>
                      <a:pt x="457" y="311"/>
                    </a:lnTo>
                    <a:lnTo>
                      <a:pt x="0" y="173"/>
                    </a:lnTo>
                    <a:lnTo>
                      <a:pt x="282" y="0"/>
                    </a:lnTo>
                    <a:close/>
                  </a:path>
                </a:pathLst>
              </a:custGeom>
              <a:gradFill rotWithShape="1">
                <a:gsLst>
                  <a:gs pos="0">
                    <a:srgbClr val="4D4D4D">
                      <a:alpha val="100000"/>
                    </a:srgbClr>
                  </a:gs>
                  <a:gs pos="100000">
                    <a:srgbClr val="DDDDDD">
                      <a:alpha val="100000"/>
                    </a:srgbClr>
                  </a:gs>
                </a:gsLst>
                <a:lin ang="18900000" scaled="1"/>
                <a:tileRect/>
              </a:gradFill>
              <a:ln w="9525">
                <a:noFill/>
              </a:ln>
            </p:spPr>
            <p:txBody>
              <a:bodyPr/>
              <a:lstStyle/>
              <a:p>
                <a:endParaRPr lang="zh-CN" altLang="en-US"/>
              </a:p>
            </p:txBody>
          </p:sp>
          <p:sp>
            <p:nvSpPr>
              <p:cNvPr id="96442" name="Freeform 166"/>
              <p:cNvSpPr/>
              <p:nvPr/>
            </p:nvSpPr>
            <p:spPr>
              <a:xfrm>
                <a:off x="1808" y="2770"/>
                <a:ext cx="258" cy="100"/>
              </a:xfrm>
              <a:custGeom>
                <a:avLst/>
                <a:gdLst>
                  <a:gd name="txL" fmla="*/ 0 w 258"/>
                  <a:gd name="txT" fmla="*/ 0 h 100"/>
                  <a:gd name="txR" fmla="*/ 258 w 258"/>
                  <a:gd name="txB" fmla="*/ 100 h 100"/>
                </a:gdLst>
                <a:ahLst/>
                <a:cxnLst>
                  <a:cxn ang="0">
                    <a:pos x="0" y="44"/>
                  </a:cxn>
                  <a:cxn ang="0">
                    <a:pos x="75" y="0"/>
                  </a:cxn>
                  <a:cxn ang="0">
                    <a:pos x="258" y="50"/>
                  </a:cxn>
                  <a:cxn ang="0">
                    <a:pos x="183" y="100"/>
                  </a:cxn>
                  <a:cxn ang="0">
                    <a:pos x="0" y="44"/>
                  </a:cxn>
                </a:cxnLst>
                <a:rect l="txL" t="txT" r="txR" b="txB"/>
                <a:pathLst>
                  <a:path w="258" h="100">
                    <a:moveTo>
                      <a:pt x="0" y="44"/>
                    </a:moveTo>
                    <a:lnTo>
                      <a:pt x="75" y="0"/>
                    </a:lnTo>
                    <a:lnTo>
                      <a:pt x="258" y="50"/>
                    </a:lnTo>
                    <a:lnTo>
                      <a:pt x="183" y="100"/>
                    </a:lnTo>
                    <a:lnTo>
                      <a:pt x="0" y="44"/>
                    </a:lnTo>
                    <a:close/>
                  </a:path>
                </a:pathLst>
              </a:custGeom>
              <a:solidFill>
                <a:schemeClr val="accent1">
                  <a:alpha val="100000"/>
                </a:schemeClr>
              </a:solidFill>
              <a:ln w="9525">
                <a:noFill/>
              </a:ln>
            </p:spPr>
            <p:txBody>
              <a:bodyPr/>
              <a:lstStyle/>
              <a:p>
                <a:endParaRPr lang="zh-CN" altLang="en-US"/>
              </a:p>
            </p:txBody>
          </p:sp>
          <p:sp>
            <p:nvSpPr>
              <p:cNvPr id="96443" name="Freeform 167"/>
              <p:cNvSpPr/>
              <p:nvPr/>
            </p:nvSpPr>
            <p:spPr>
              <a:xfrm>
                <a:off x="1799" y="2816"/>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sp>
            <p:nvSpPr>
              <p:cNvPr id="96444" name="Freeform 168"/>
              <p:cNvSpPr/>
              <p:nvPr/>
            </p:nvSpPr>
            <p:spPr>
              <a:xfrm>
                <a:off x="2020" y="2834"/>
                <a:ext cx="258" cy="102"/>
              </a:xfrm>
              <a:custGeom>
                <a:avLst/>
                <a:gdLst>
                  <a:gd name="txL" fmla="*/ 0 w 258"/>
                  <a:gd name="txT" fmla="*/ 0 h 102"/>
                  <a:gd name="txR" fmla="*/ 258 w 258"/>
                  <a:gd name="txB" fmla="*/ 102 h 102"/>
                </a:gdLst>
                <a:ahLst/>
                <a:cxnLst>
                  <a:cxn ang="0">
                    <a:pos x="0" y="46"/>
                  </a:cxn>
                  <a:cxn ang="0">
                    <a:pos x="71" y="0"/>
                  </a:cxn>
                  <a:cxn ang="0">
                    <a:pos x="258" y="52"/>
                  </a:cxn>
                  <a:cxn ang="0">
                    <a:pos x="183" y="102"/>
                  </a:cxn>
                  <a:cxn ang="0">
                    <a:pos x="0" y="46"/>
                  </a:cxn>
                </a:cxnLst>
                <a:rect l="txL" t="txT" r="txR" b="txB"/>
                <a:pathLst>
                  <a:path w="258" h="102">
                    <a:moveTo>
                      <a:pt x="0" y="46"/>
                    </a:moveTo>
                    <a:lnTo>
                      <a:pt x="71" y="0"/>
                    </a:lnTo>
                    <a:lnTo>
                      <a:pt x="258" y="52"/>
                    </a:lnTo>
                    <a:lnTo>
                      <a:pt x="183" y="102"/>
                    </a:lnTo>
                    <a:lnTo>
                      <a:pt x="0" y="46"/>
                    </a:lnTo>
                    <a:close/>
                  </a:path>
                </a:pathLst>
              </a:custGeom>
              <a:solidFill>
                <a:schemeClr val="accent1">
                  <a:alpha val="100000"/>
                </a:schemeClr>
              </a:solidFill>
              <a:ln w="9525">
                <a:noFill/>
              </a:ln>
            </p:spPr>
            <p:txBody>
              <a:bodyPr/>
              <a:lstStyle/>
              <a:p>
                <a:endParaRPr lang="zh-CN" altLang="en-US"/>
              </a:p>
            </p:txBody>
          </p:sp>
          <p:sp>
            <p:nvSpPr>
              <p:cNvPr id="96445" name="Freeform 169"/>
              <p:cNvSpPr/>
              <p:nvPr/>
            </p:nvSpPr>
            <p:spPr>
              <a:xfrm>
                <a:off x="2011" y="2882"/>
                <a:ext cx="194" cy="63"/>
              </a:xfrm>
              <a:custGeom>
                <a:avLst/>
                <a:gdLst>
                  <a:gd name="txL" fmla="*/ 0 w 194"/>
                  <a:gd name="txT" fmla="*/ 0 h 63"/>
                  <a:gd name="txR" fmla="*/ 194 w 194"/>
                  <a:gd name="txB" fmla="*/ 63 h 63"/>
                </a:gdLst>
                <a:ahLst/>
                <a:cxnLst>
                  <a:cxn ang="0">
                    <a:pos x="12" y="0"/>
                  </a:cxn>
                  <a:cxn ang="0">
                    <a:pos x="194" y="53"/>
                  </a:cxn>
                  <a:cxn ang="0">
                    <a:pos x="180" y="63"/>
                  </a:cxn>
                  <a:cxn ang="0">
                    <a:pos x="0" y="9"/>
                  </a:cxn>
                  <a:cxn ang="0">
                    <a:pos x="12" y="0"/>
                  </a:cxn>
                </a:cxnLst>
                <a:rect l="txL" t="txT" r="txR" b="txB"/>
                <a:pathLst>
                  <a:path w="194" h="63">
                    <a:moveTo>
                      <a:pt x="12" y="0"/>
                    </a:moveTo>
                    <a:lnTo>
                      <a:pt x="194" y="53"/>
                    </a:lnTo>
                    <a:lnTo>
                      <a:pt x="180" y="63"/>
                    </a:lnTo>
                    <a:lnTo>
                      <a:pt x="0" y="9"/>
                    </a:lnTo>
                    <a:lnTo>
                      <a:pt x="12" y="0"/>
                    </a:lnTo>
                    <a:close/>
                  </a:path>
                </a:pathLst>
              </a:custGeom>
              <a:solidFill>
                <a:srgbClr val="000099">
                  <a:alpha val="100000"/>
                </a:srgbClr>
              </a:solidFill>
              <a:ln w="9525">
                <a:noFill/>
              </a:ln>
            </p:spPr>
            <p:txBody>
              <a:bodyPr/>
              <a:lstStyle/>
              <a:p>
                <a:endParaRPr lang="zh-CN" altLang="en-US"/>
              </a:p>
            </p:txBody>
          </p:sp>
        </p:grpSp>
        <p:sp>
          <p:nvSpPr>
            <p:cNvPr id="96434" name="Freeform 170"/>
            <p:cNvSpPr/>
            <p:nvPr/>
          </p:nvSpPr>
          <p:spPr>
            <a:xfrm>
              <a:off x="4788" y="1211"/>
              <a:ext cx="144" cy="116"/>
            </a:xfrm>
            <a:custGeom>
              <a:avLst/>
              <a:gdLst>
                <a:gd name="txL" fmla="*/ 0 w 990"/>
                <a:gd name="txT" fmla="*/ 0 h 792"/>
                <a:gd name="txR" fmla="*/ 990 w 990"/>
                <a:gd name="txB" fmla="*/ 792 h 792"/>
              </a:gdLst>
              <a:ahLst/>
              <a:cxnLst>
                <a:cxn ang="0">
                  <a:pos x="0" y="0"/>
                </a:cxn>
                <a:cxn ang="0">
                  <a:pos x="0" y="0"/>
                </a:cxn>
                <a:cxn ang="0">
                  <a:pos x="0" y="0"/>
                </a:cxn>
                <a:cxn ang="0">
                  <a:pos x="0" y="0"/>
                </a:cxn>
                <a:cxn ang="0">
                  <a:pos x="0" y="0"/>
                </a:cxn>
              </a:cxnLst>
              <a:rect l="txL" t="txT" r="txR" b="txB"/>
              <a:pathLst>
                <a:path w="990" h="792">
                  <a:moveTo>
                    <a:pt x="3" y="738"/>
                  </a:moveTo>
                  <a:lnTo>
                    <a:pt x="990" y="0"/>
                  </a:lnTo>
                  <a:lnTo>
                    <a:pt x="987" y="60"/>
                  </a:lnTo>
                  <a:lnTo>
                    <a:pt x="0" y="792"/>
                  </a:lnTo>
                  <a:lnTo>
                    <a:pt x="3" y="738"/>
                  </a:lnTo>
                  <a:close/>
                </a:path>
              </a:pathLst>
            </a:custGeom>
            <a:solidFill>
              <a:srgbClr val="000099">
                <a:alpha val="100000"/>
              </a:srgbClr>
            </a:solidFill>
            <a:ln w="9525">
              <a:noFill/>
            </a:ln>
          </p:spPr>
          <p:txBody>
            <a:bodyPr/>
            <a:lstStyle/>
            <a:p>
              <a:endParaRPr lang="zh-CN" altLang="en-US"/>
            </a:p>
          </p:txBody>
        </p:sp>
        <p:sp>
          <p:nvSpPr>
            <p:cNvPr id="96435" name="Freeform 171"/>
            <p:cNvSpPr/>
            <p:nvPr/>
          </p:nvSpPr>
          <p:spPr>
            <a:xfrm>
              <a:off x="4420" y="1220"/>
              <a:ext cx="369" cy="106"/>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96436" name="Freeform 172"/>
            <p:cNvSpPr/>
            <p:nvPr/>
          </p:nvSpPr>
          <p:spPr>
            <a:xfrm>
              <a:off x="4420" y="1201"/>
              <a:ext cx="4" cy="21"/>
            </a:xfrm>
            <a:custGeom>
              <a:avLst/>
              <a:gdLst>
                <a:gd name="txL" fmla="*/ 0 w 26"/>
                <a:gd name="txT" fmla="*/ 0 h 147"/>
                <a:gd name="txR" fmla="*/ 26 w 26"/>
                <a:gd name="txB" fmla="*/ 147 h 147"/>
              </a:gdLst>
              <a:ahLst/>
              <a:cxnLst>
                <a:cxn ang="0">
                  <a:pos x="0" y="0"/>
                </a:cxn>
                <a:cxn ang="0">
                  <a:pos x="0" y="0"/>
                </a:cxn>
                <a:cxn ang="0">
                  <a:pos x="0" y="0"/>
                </a:cxn>
                <a:cxn ang="0">
                  <a:pos x="0" y="0"/>
                </a:cxn>
                <a:cxn ang="0">
                  <a:pos x="0" y="0"/>
                </a:cxn>
              </a:cxnLst>
              <a:rect l="txL" t="txT" r="txR" b="txB"/>
              <a:pathLst>
                <a:path w="26" h="147">
                  <a:moveTo>
                    <a:pt x="26" y="10"/>
                  </a:moveTo>
                  <a:lnTo>
                    <a:pt x="23" y="147"/>
                  </a:lnTo>
                  <a:lnTo>
                    <a:pt x="0" y="144"/>
                  </a:lnTo>
                  <a:lnTo>
                    <a:pt x="3" y="0"/>
                  </a:lnTo>
                  <a:lnTo>
                    <a:pt x="26" y="10"/>
                  </a:lnTo>
                  <a:close/>
                </a:path>
              </a:pathLst>
            </a:custGeom>
            <a:solidFill>
              <a:srgbClr val="000099">
                <a:alpha val="100000"/>
              </a:srgbClr>
            </a:solidFill>
            <a:ln w="9525">
              <a:noFill/>
            </a:ln>
          </p:spPr>
          <p:txBody>
            <a:bodyPr/>
            <a:lstStyle/>
            <a:p>
              <a:endParaRPr lang="zh-CN" altLang="en-US"/>
            </a:p>
          </p:txBody>
        </p:sp>
        <p:sp>
          <p:nvSpPr>
            <p:cNvPr id="96437" name="Freeform 173"/>
            <p:cNvSpPr/>
            <p:nvPr/>
          </p:nvSpPr>
          <p:spPr>
            <a:xfrm>
              <a:off x="4421" y="1114"/>
              <a:ext cx="171" cy="88"/>
            </a:xfrm>
            <a:custGeom>
              <a:avLst/>
              <a:gdLst>
                <a:gd name="txL" fmla="*/ 0 w 1176"/>
                <a:gd name="txT" fmla="*/ 0 h 606"/>
                <a:gd name="txR" fmla="*/ 1176 w 1176"/>
                <a:gd name="txB" fmla="*/ 606 h 606"/>
              </a:gdLst>
              <a:ahLst/>
              <a:cxnLst>
                <a:cxn ang="0">
                  <a:pos x="0" y="0"/>
                </a:cxn>
                <a:cxn ang="0">
                  <a:pos x="0" y="0"/>
                </a:cxn>
                <a:cxn ang="0">
                  <a:pos x="0" y="0"/>
                </a:cxn>
                <a:cxn ang="0">
                  <a:pos x="0" y="0"/>
                </a:cxn>
                <a:cxn ang="0">
                  <a:pos x="0" y="0"/>
                </a:cxn>
              </a:cxnLst>
              <a:rect l="txL" t="txT" r="txR" b="txB"/>
              <a:pathLst>
                <a:path w="1176" h="606">
                  <a:moveTo>
                    <a:pt x="1170" y="0"/>
                  </a:moveTo>
                  <a:lnTo>
                    <a:pt x="0" y="597"/>
                  </a:lnTo>
                  <a:lnTo>
                    <a:pt x="30" y="606"/>
                  </a:lnTo>
                  <a:lnTo>
                    <a:pt x="1176" y="18"/>
                  </a:lnTo>
                  <a:lnTo>
                    <a:pt x="1170" y="0"/>
                  </a:lnTo>
                  <a:close/>
                </a:path>
              </a:pathLst>
            </a:custGeom>
            <a:solidFill>
              <a:srgbClr val="000099">
                <a:alpha val="100000"/>
              </a:srgbClr>
            </a:solidFill>
            <a:ln w="9525">
              <a:noFill/>
            </a:ln>
          </p:spPr>
          <p:txBody>
            <a:bodyPr/>
            <a:lstStyle/>
            <a:p>
              <a:endParaRPr lang="zh-CN" altLang="en-US"/>
            </a:p>
          </p:txBody>
        </p:sp>
        <p:sp>
          <p:nvSpPr>
            <p:cNvPr id="96438" name="Freeform 174"/>
            <p:cNvSpPr/>
            <p:nvPr/>
          </p:nvSpPr>
          <p:spPr>
            <a:xfrm>
              <a:off x="4432" y="1205"/>
              <a:ext cx="350" cy="102"/>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sp>
          <p:nvSpPr>
            <p:cNvPr id="96439" name="Freeform 175"/>
            <p:cNvSpPr/>
            <p:nvPr/>
          </p:nvSpPr>
          <p:spPr>
            <a:xfrm flipV="1">
              <a:off x="4782" y="1198"/>
              <a:ext cx="142" cy="105"/>
            </a:xfrm>
            <a:custGeom>
              <a:avLst/>
              <a:gdLst>
                <a:gd name="txL" fmla="*/ 0 w 2532"/>
                <a:gd name="txT" fmla="*/ 0 h 723"/>
                <a:gd name="txR" fmla="*/ 2532 w 2532"/>
                <a:gd name="txB" fmla="*/ 723 h 723"/>
              </a:gdLst>
              <a:ahLst/>
              <a:cxnLst>
                <a:cxn ang="0">
                  <a:pos x="0" y="0"/>
                </a:cxn>
                <a:cxn ang="0">
                  <a:pos x="0" y="0"/>
                </a:cxn>
                <a:cxn ang="0">
                  <a:pos x="0" y="0"/>
                </a:cxn>
                <a:cxn ang="0">
                  <a:pos x="0" y="0"/>
                </a:cxn>
                <a:cxn ang="0">
                  <a:pos x="0" y="0"/>
                </a:cxn>
                <a:cxn ang="0">
                  <a:pos x="0" y="0"/>
                </a:cxn>
              </a:cxnLst>
              <a:rect l="txL" t="txT" r="txR" b="txB"/>
              <a:pathLst>
                <a:path w="2532" h="723">
                  <a:moveTo>
                    <a:pt x="6" y="0"/>
                  </a:moveTo>
                  <a:cubicBezTo>
                    <a:pt x="16" y="0"/>
                    <a:pt x="26" y="0"/>
                    <a:pt x="36" y="0"/>
                  </a:cubicBezTo>
                  <a:lnTo>
                    <a:pt x="2532" y="678"/>
                  </a:lnTo>
                  <a:lnTo>
                    <a:pt x="2529" y="723"/>
                  </a:lnTo>
                  <a:lnTo>
                    <a:pt x="0" y="24"/>
                  </a:lnTo>
                  <a:lnTo>
                    <a:pt x="6" y="0"/>
                  </a:lnTo>
                  <a:close/>
                </a:path>
              </a:pathLst>
            </a:custGeom>
            <a:solidFill>
              <a:srgbClr val="000099">
                <a:alpha val="100000"/>
              </a:srgbClr>
            </a:solidFill>
            <a:ln w="9525">
              <a:noFill/>
            </a:ln>
          </p:spPr>
          <p:txBody>
            <a:bodyPr/>
            <a:lstStyle/>
            <a:p>
              <a:endParaRPr lang="zh-CN" altLang="en-US"/>
            </a:p>
          </p:txBody>
        </p:sp>
      </p:grpSp>
      <p:sp>
        <p:nvSpPr>
          <p:cNvPr id="96267" name="Text Box 176"/>
          <p:cNvSpPr txBox="1"/>
          <p:nvPr/>
        </p:nvSpPr>
        <p:spPr>
          <a:xfrm>
            <a:off x="2562225" y="3967163"/>
            <a:ext cx="2025650" cy="9159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i="1">
                <a:latin typeface="Arial" panose="020B0604020202090204" pitchFamily="34" charset="0"/>
              </a:rPr>
              <a:t>router with DHCP </a:t>
            </a:r>
          </a:p>
          <a:p>
            <a:pPr marL="0" lvl="0" indent="0">
              <a:lnSpc>
                <a:spcPct val="100000"/>
              </a:lnSpc>
              <a:spcBef>
                <a:spcPct val="0"/>
              </a:spcBef>
              <a:buClrTx/>
              <a:buSzTx/>
              <a:buFontTx/>
              <a:buNone/>
            </a:pPr>
            <a:r>
              <a:rPr lang="en-US" altLang="zh-CN" sz="1800" i="1">
                <a:latin typeface="Arial" panose="020B0604020202090204" pitchFamily="34" charset="0"/>
              </a:rPr>
              <a:t>server built into </a:t>
            </a:r>
          </a:p>
          <a:p>
            <a:pPr marL="0" lvl="0" indent="0">
              <a:lnSpc>
                <a:spcPct val="100000"/>
              </a:lnSpc>
              <a:spcBef>
                <a:spcPct val="0"/>
              </a:spcBef>
              <a:buClrTx/>
              <a:buSzTx/>
              <a:buFontTx/>
              <a:buNone/>
            </a:pPr>
            <a:r>
              <a:rPr lang="en-US" altLang="zh-CN" sz="1800" i="1">
                <a:latin typeface="Arial" panose="020B0604020202090204" pitchFamily="34" charset="0"/>
              </a:rPr>
              <a:t>router</a:t>
            </a:r>
          </a:p>
        </p:txBody>
      </p:sp>
      <p:grpSp>
        <p:nvGrpSpPr>
          <p:cNvPr id="96268" name="Group 177"/>
          <p:cNvGrpSpPr/>
          <p:nvPr/>
        </p:nvGrpSpPr>
        <p:grpSpPr>
          <a:xfrm>
            <a:off x="2674938" y="3525838"/>
            <a:ext cx="1066800" cy="406400"/>
            <a:chOff x="4396" y="1245"/>
            <a:chExt cx="672" cy="248"/>
          </a:xfrm>
        </p:grpSpPr>
        <p:sp>
          <p:nvSpPr>
            <p:cNvPr id="96416"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96417"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96418"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96419" name="Group 181"/>
            <p:cNvGrpSpPr/>
            <p:nvPr/>
          </p:nvGrpSpPr>
          <p:grpSpPr>
            <a:xfrm>
              <a:off x="4530" y="1287"/>
              <a:ext cx="377" cy="75"/>
              <a:chOff x="2468" y="1332"/>
              <a:chExt cx="310" cy="60"/>
            </a:xfrm>
          </p:grpSpPr>
          <p:sp>
            <p:nvSpPr>
              <p:cNvPr id="96422" name="Freeform 182"/>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28575" cap="flat" cmpd="sng">
                <a:solidFill>
                  <a:srgbClr val="000000">
                    <a:alpha val="100000"/>
                  </a:srgbClr>
                </a:solidFill>
                <a:prstDash val="solid"/>
                <a:round/>
                <a:headEnd type="none" w="med" len="med"/>
                <a:tailEnd type="none" w="med" len="med"/>
              </a:ln>
            </p:spPr>
            <p:txBody>
              <a:bodyPr/>
              <a:lstStyle/>
              <a:p>
                <a:endParaRPr lang="zh-CN" altLang="en-US"/>
              </a:p>
            </p:txBody>
          </p:sp>
          <p:sp>
            <p:nvSpPr>
              <p:cNvPr id="96423" name="Freeform 183"/>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28575"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96420" name="Line 184"/>
            <p:cNvSpPr/>
            <p:nvPr/>
          </p:nvSpPr>
          <p:spPr>
            <a:xfrm>
              <a:off x="4399" y="1321"/>
              <a:ext cx="0" cy="109"/>
            </a:xfrm>
            <a:prstGeom prst="line">
              <a:avLst/>
            </a:prstGeom>
            <a:ln w="19050" cap="flat" cmpd="sng">
              <a:solidFill>
                <a:srgbClr val="000000"/>
              </a:solidFill>
              <a:prstDash val="solid"/>
              <a:headEnd type="none" w="med" len="med"/>
              <a:tailEnd type="none" w="med" len="med"/>
            </a:ln>
          </p:spPr>
        </p:sp>
        <p:sp>
          <p:nvSpPr>
            <p:cNvPr id="96421" name="Line 185"/>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96269" name="Group 186"/>
          <p:cNvGrpSpPr/>
          <p:nvPr/>
        </p:nvGrpSpPr>
        <p:grpSpPr>
          <a:xfrm>
            <a:off x="2706688" y="3330575"/>
            <a:ext cx="423862" cy="647700"/>
            <a:chOff x="4140" y="429"/>
            <a:chExt cx="1425" cy="2396"/>
          </a:xfrm>
        </p:grpSpPr>
        <p:sp>
          <p:nvSpPr>
            <p:cNvPr id="96384" name="Freeform 187"/>
            <p:cNvSpPr/>
            <p:nvPr/>
          </p:nvSpPr>
          <p:spPr>
            <a:xfrm>
              <a:off x="5268" y="433"/>
              <a:ext cx="283" cy="2286"/>
            </a:xfrm>
            <a:custGeom>
              <a:avLst/>
              <a:gdLst>
                <a:gd name="txL" fmla="*/ 0 w 354"/>
                <a:gd name="txT" fmla="*/ 0 h 2742"/>
                <a:gd name="txR" fmla="*/ 354 w 354"/>
                <a:gd name="txB" fmla="*/ 2742 h 2742"/>
              </a:gdLst>
              <a:ahLst/>
              <a:cxnLst>
                <a:cxn ang="0">
                  <a:pos x="2" y="0"/>
                </a:cxn>
                <a:cxn ang="0">
                  <a:pos x="10" y="19"/>
                </a:cxn>
                <a:cxn ang="0">
                  <a:pos x="10" y="143"/>
                </a:cxn>
                <a:cxn ang="0">
                  <a:pos x="0" y="149"/>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96385" name="Rectangle 188"/>
            <p:cNvSpPr/>
            <p:nvPr/>
          </p:nvSpPr>
          <p:spPr>
            <a:xfrm>
              <a:off x="4204" y="429"/>
              <a:ext cx="1051" cy="2284"/>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86" name="Freeform 189"/>
            <p:cNvSpPr/>
            <p:nvPr/>
          </p:nvSpPr>
          <p:spPr>
            <a:xfrm>
              <a:off x="5321" y="570"/>
              <a:ext cx="169" cy="2115"/>
            </a:xfrm>
            <a:custGeom>
              <a:avLst/>
              <a:gdLst>
                <a:gd name="txL" fmla="*/ 0 w 211"/>
                <a:gd name="txT" fmla="*/ 0 h 2537"/>
                <a:gd name="txR" fmla="*/ 211 w 211"/>
                <a:gd name="txB" fmla="*/ 2537 h 2537"/>
              </a:gdLst>
              <a:ahLst/>
              <a:cxnLst>
                <a:cxn ang="0">
                  <a:pos x="2" y="0"/>
                </a:cxn>
                <a:cxn ang="0">
                  <a:pos x="6" y="13"/>
                </a:cxn>
                <a:cxn ang="0">
                  <a:pos x="2" y="136"/>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96387" name="Freeform 190"/>
            <p:cNvSpPr/>
            <p:nvPr/>
          </p:nvSpPr>
          <p:spPr>
            <a:xfrm>
              <a:off x="5284" y="1640"/>
              <a:ext cx="263" cy="189"/>
            </a:xfrm>
            <a:custGeom>
              <a:avLst/>
              <a:gdLst>
                <a:gd name="txL" fmla="*/ 0 w 328"/>
                <a:gd name="txT" fmla="*/ 0 h 226"/>
                <a:gd name="txR" fmla="*/ 328 w 328"/>
                <a:gd name="txB" fmla="*/ 226 h 226"/>
              </a:gdLst>
              <a:ahLst/>
              <a:cxnLst>
                <a:cxn ang="0">
                  <a:pos x="2" y="0"/>
                </a:cxn>
                <a:cxn ang="0">
                  <a:pos x="9" y="8"/>
                </a:cxn>
                <a:cxn ang="0">
                  <a:pos x="9" y="13"/>
                </a:cxn>
                <a:cxn ang="0">
                  <a:pos x="0" y="6"/>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6388" name="Rectangle 191"/>
            <p:cNvSpPr/>
            <p:nvPr/>
          </p:nvSpPr>
          <p:spPr>
            <a:xfrm>
              <a:off x="4209" y="693"/>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96389" name="Group 192"/>
            <p:cNvGrpSpPr/>
            <p:nvPr/>
          </p:nvGrpSpPr>
          <p:grpSpPr>
            <a:xfrm>
              <a:off x="4749" y="668"/>
              <a:ext cx="581" cy="145"/>
              <a:chOff x="614" y="2568"/>
              <a:chExt cx="725" cy="139"/>
            </a:xfrm>
          </p:grpSpPr>
          <p:sp>
            <p:nvSpPr>
              <p:cNvPr id="96414" name="AutoShape 193"/>
              <p:cNvSpPr/>
              <p:nvPr/>
            </p:nvSpPr>
            <p:spPr>
              <a:xfrm>
                <a:off x="613" y="2570"/>
                <a:ext cx="726" cy="135"/>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15" name="AutoShape 194"/>
              <p:cNvSpPr/>
              <p:nvPr/>
            </p:nvSpPr>
            <p:spPr>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6390" name="Rectangle 195"/>
            <p:cNvSpPr/>
            <p:nvPr/>
          </p:nvSpPr>
          <p:spPr>
            <a:xfrm>
              <a:off x="4225" y="1016"/>
              <a:ext cx="592"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96391" name="Group 196"/>
            <p:cNvGrpSpPr/>
            <p:nvPr/>
          </p:nvGrpSpPr>
          <p:grpSpPr>
            <a:xfrm>
              <a:off x="4747" y="994"/>
              <a:ext cx="581" cy="134"/>
              <a:chOff x="614" y="2568"/>
              <a:chExt cx="725" cy="139"/>
            </a:xfrm>
          </p:grpSpPr>
          <p:sp>
            <p:nvSpPr>
              <p:cNvPr id="96412" name="AutoShape 197"/>
              <p:cNvSpPr/>
              <p:nvPr/>
            </p:nvSpPr>
            <p:spPr>
              <a:xfrm>
                <a:off x="616" y="2567"/>
                <a:ext cx="726" cy="140"/>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13" name="AutoShape 198"/>
              <p:cNvSpPr/>
              <p:nvPr/>
            </p:nvSpPr>
            <p:spPr>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6392" name="Rectangle 199"/>
            <p:cNvSpPr/>
            <p:nvPr/>
          </p:nvSpPr>
          <p:spPr>
            <a:xfrm>
              <a:off x="4215" y="1357"/>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93" name="Rectangle 200"/>
            <p:cNvSpPr/>
            <p:nvPr/>
          </p:nvSpPr>
          <p:spPr>
            <a:xfrm>
              <a:off x="4225" y="1656"/>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96394" name="Group 201"/>
            <p:cNvGrpSpPr/>
            <p:nvPr/>
          </p:nvGrpSpPr>
          <p:grpSpPr>
            <a:xfrm>
              <a:off x="4735" y="1627"/>
              <a:ext cx="582" cy="151"/>
              <a:chOff x="614" y="2568"/>
              <a:chExt cx="725" cy="139"/>
            </a:xfrm>
          </p:grpSpPr>
          <p:sp>
            <p:nvSpPr>
              <p:cNvPr id="96410" name="AutoShape 202"/>
              <p:cNvSpPr/>
              <p:nvPr/>
            </p:nvSpPr>
            <p:spPr>
              <a:xfrm>
                <a:off x="611" y="2568"/>
                <a:ext cx="731" cy="141"/>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11" name="AutoShape 203"/>
              <p:cNvSpPr/>
              <p:nvPr/>
            </p:nvSpPr>
            <p:spPr>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6395" name="Freeform 204"/>
            <p:cNvSpPr/>
            <p:nvPr/>
          </p:nvSpPr>
          <p:spPr>
            <a:xfrm>
              <a:off x="5288" y="1354"/>
              <a:ext cx="263" cy="188"/>
            </a:xfrm>
            <a:custGeom>
              <a:avLst/>
              <a:gdLst>
                <a:gd name="txL" fmla="*/ 0 w 328"/>
                <a:gd name="txT" fmla="*/ 0 h 226"/>
                <a:gd name="txR" fmla="*/ 328 w 328"/>
                <a:gd name="txB" fmla="*/ 226 h 226"/>
              </a:gdLst>
              <a:ahLst/>
              <a:cxnLst>
                <a:cxn ang="0">
                  <a:pos x="2" y="0"/>
                </a:cxn>
                <a:cxn ang="0">
                  <a:pos x="9" y="7"/>
                </a:cxn>
                <a:cxn ang="0">
                  <a:pos x="9" y="12"/>
                </a:cxn>
                <a:cxn ang="0">
                  <a:pos x="0" y="5"/>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96396" name="Group 205"/>
            <p:cNvGrpSpPr/>
            <p:nvPr/>
          </p:nvGrpSpPr>
          <p:grpSpPr>
            <a:xfrm>
              <a:off x="4739" y="1327"/>
              <a:ext cx="582" cy="139"/>
              <a:chOff x="614" y="2568"/>
              <a:chExt cx="725" cy="139"/>
            </a:xfrm>
          </p:grpSpPr>
          <p:sp>
            <p:nvSpPr>
              <p:cNvPr id="96408" name="AutoShape 206"/>
              <p:cNvSpPr/>
              <p:nvPr/>
            </p:nvSpPr>
            <p:spPr>
              <a:xfrm>
                <a:off x="612" y="2569"/>
                <a:ext cx="725" cy="147"/>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09" name="AutoShape 207"/>
              <p:cNvSpPr/>
              <p:nvPr/>
            </p:nvSpPr>
            <p:spPr>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6397" name="Rectangle 208"/>
            <p:cNvSpPr/>
            <p:nvPr/>
          </p:nvSpPr>
          <p:spPr>
            <a:xfrm>
              <a:off x="5250" y="429"/>
              <a:ext cx="69" cy="2290"/>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98" name="Freeform 209"/>
            <p:cNvSpPr/>
            <p:nvPr/>
          </p:nvSpPr>
          <p:spPr>
            <a:xfrm>
              <a:off x="5312" y="1007"/>
              <a:ext cx="237" cy="213"/>
            </a:xfrm>
            <a:custGeom>
              <a:avLst/>
              <a:gdLst>
                <a:gd name="txL" fmla="*/ 0 w 296"/>
                <a:gd name="txT" fmla="*/ 0 h 256"/>
                <a:gd name="txR" fmla="*/ 296 w 296"/>
                <a:gd name="txB" fmla="*/ 256 h 256"/>
              </a:gdLst>
              <a:ahLst/>
              <a:cxnLst>
                <a:cxn ang="0">
                  <a:pos x="2" y="0"/>
                </a:cxn>
                <a:cxn ang="0">
                  <a:pos x="9" y="7"/>
                </a:cxn>
                <a:cxn ang="0">
                  <a:pos x="9" y="13"/>
                </a:cxn>
                <a:cxn ang="0">
                  <a:pos x="0" y="5"/>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6399" name="Freeform 210"/>
            <p:cNvSpPr/>
            <p:nvPr/>
          </p:nvSpPr>
          <p:spPr>
            <a:xfrm>
              <a:off x="5315" y="680"/>
              <a:ext cx="244" cy="240"/>
            </a:xfrm>
            <a:custGeom>
              <a:avLst/>
              <a:gdLst>
                <a:gd name="txL" fmla="*/ 0 w 304"/>
                <a:gd name="txT" fmla="*/ 0 h 288"/>
                <a:gd name="txR" fmla="*/ 304 w 304"/>
                <a:gd name="txB" fmla="*/ 288 h 288"/>
              </a:gdLst>
              <a:ahLst/>
              <a:cxnLst>
                <a:cxn ang="0">
                  <a:pos x="0" y="0"/>
                </a:cxn>
                <a:cxn ang="0">
                  <a:pos x="9" y="9"/>
                </a:cxn>
                <a:cxn ang="0">
                  <a:pos x="8" y="16"/>
                </a:cxn>
                <a:cxn ang="0">
                  <a:pos x="2" y="7"/>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96400" name="Oval 211"/>
            <p:cNvSpPr/>
            <p:nvPr/>
          </p:nvSpPr>
          <p:spPr>
            <a:xfrm>
              <a:off x="5517" y="2614"/>
              <a:ext cx="48" cy="94"/>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01" name="Freeform 212"/>
            <p:cNvSpPr/>
            <p:nvPr/>
          </p:nvSpPr>
          <p:spPr>
            <a:xfrm>
              <a:off x="5302" y="2614"/>
              <a:ext cx="245" cy="200"/>
            </a:xfrm>
            <a:custGeom>
              <a:avLst/>
              <a:gdLst>
                <a:gd name="txL" fmla="*/ 0 w 306"/>
                <a:gd name="txT" fmla="*/ 0 h 240"/>
                <a:gd name="txR" fmla="*/ 306 w 306"/>
                <a:gd name="txB" fmla="*/ 240 h 240"/>
              </a:gdLst>
              <a:ahLst/>
              <a:cxnLst>
                <a:cxn ang="0">
                  <a:pos x="0" y="7"/>
                </a:cxn>
                <a:cxn ang="0">
                  <a:pos x="2" y="13"/>
                </a:cxn>
                <a:cxn ang="0">
                  <a:pos x="9" y="7"/>
                </a:cxn>
                <a:cxn ang="0">
                  <a:pos x="9" y="0"/>
                </a:cxn>
                <a:cxn ang="0">
                  <a:pos x="0" y="7"/>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96402" name="AutoShape 213"/>
            <p:cNvSpPr/>
            <p:nvPr/>
          </p:nvSpPr>
          <p:spPr>
            <a:xfrm>
              <a:off x="4140" y="2678"/>
              <a:ext cx="1201" cy="147"/>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03" name="AutoShape 214"/>
            <p:cNvSpPr/>
            <p:nvPr/>
          </p:nvSpPr>
          <p:spPr>
            <a:xfrm>
              <a:off x="4204" y="2713"/>
              <a:ext cx="1073" cy="82"/>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04" name="Oval 215"/>
            <p:cNvSpPr/>
            <p:nvPr/>
          </p:nvSpPr>
          <p:spPr>
            <a:xfrm>
              <a:off x="4305" y="2385"/>
              <a:ext cx="160" cy="141"/>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05" name="Oval 216"/>
            <p:cNvSpPr/>
            <p:nvPr/>
          </p:nvSpPr>
          <p:spPr>
            <a:xfrm>
              <a:off x="4487" y="2385"/>
              <a:ext cx="160" cy="141"/>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a typeface="Arial" panose="020B0604020202090204" pitchFamily="34" charset="0"/>
              </a:endParaRPr>
            </a:p>
          </p:txBody>
        </p:sp>
        <p:sp>
          <p:nvSpPr>
            <p:cNvPr id="96406" name="Oval 217"/>
            <p:cNvSpPr/>
            <p:nvPr/>
          </p:nvSpPr>
          <p:spPr>
            <a:xfrm>
              <a:off x="4663" y="2379"/>
              <a:ext cx="155" cy="141"/>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407" name="Rectangle 218"/>
            <p:cNvSpPr/>
            <p:nvPr/>
          </p:nvSpPr>
          <p:spPr>
            <a:xfrm>
              <a:off x="5063" y="1833"/>
              <a:ext cx="85" cy="763"/>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6270" name="Line 36"/>
          <p:cNvSpPr/>
          <p:nvPr/>
        </p:nvSpPr>
        <p:spPr>
          <a:xfrm flipV="1">
            <a:off x="3775075" y="2500313"/>
            <a:ext cx="155575" cy="142875"/>
          </a:xfrm>
          <a:prstGeom prst="line">
            <a:avLst/>
          </a:prstGeom>
          <a:ln w="9525" cap="flat" cmpd="sng">
            <a:solidFill>
              <a:srgbClr val="000000"/>
            </a:solidFill>
            <a:prstDash val="solid"/>
            <a:headEnd type="none" w="med" len="med"/>
            <a:tailEnd type="none" w="med" len="med"/>
          </a:ln>
        </p:spPr>
      </p:sp>
      <p:grpSp>
        <p:nvGrpSpPr>
          <p:cNvPr id="96271" name="Group 220"/>
          <p:cNvGrpSpPr/>
          <p:nvPr/>
        </p:nvGrpSpPr>
        <p:grpSpPr>
          <a:xfrm>
            <a:off x="3140075" y="2598738"/>
            <a:ext cx="963613" cy="300037"/>
            <a:chOff x="4410" y="1365"/>
            <a:chExt cx="663" cy="224"/>
          </a:xfrm>
        </p:grpSpPr>
        <p:sp>
          <p:nvSpPr>
            <p:cNvPr id="96379" name="Rectangle 221"/>
            <p:cNvSpPr/>
            <p:nvPr/>
          </p:nvSpPr>
          <p:spPr>
            <a:xfrm>
              <a:off x="4410" y="1500"/>
              <a:ext cx="495" cy="87"/>
            </a:xfrm>
            <a:prstGeom prst="rect">
              <a:avLst/>
            </a:prstGeom>
            <a:gradFill rotWithShape="1">
              <a:gsLst>
                <a:gs pos="0">
                  <a:srgbClr val="009999"/>
                </a:gs>
                <a:gs pos="100000">
                  <a:srgbClr val="FFFFFF"/>
                </a:gs>
              </a:gsLst>
              <a:lin ang="0" scaled="1"/>
              <a:tileRect/>
            </a:gradFill>
            <a:ln w="9525" cap="flat" cmpd="sng">
              <a:solidFill>
                <a:srgbClr val="00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80" name="AutoShape 222"/>
            <p:cNvSpPr/>
            <p:nvPr/>
          </p:nvSpPr>
          <p:spPr>
            <a:xfrm>
              <a:off x="4410" y="1369"/>
              <a:ext cx="663" cy="134"/>
            </a:xfrm>
            <a:prstGeom prst="parallelogram">
              <a:avLst>
                <a:gd name="adj" fmla="val 122778"/>
              </a:avLst>
            </a:prstGeom>
            <a:gradFill rotWithShape="1">
              <a:gsLst>
                <a:gs pos="0">
                  <a:srgbClr val="009999"/>
                </a:gs>
                <a:gs pos="100000">
                  <a:srgbClr val="FFFFFF"/>
                </a:gs>
              </a:gsLst>
              <a:lin ang="0" scaled="1"/>
              <a:tileRect/>
            </a:gradFill>
            <a:ln w="9525" cap="flat" cmpd="sng">
              <a:solidFill>
                <a:srgbClr val="00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81" name="Freeform 223"/>
            <p:cNvSpPr/>
            <p:nvPr/>
          </p:nvSpPr>
          <p:spPr>
            <a:xfrm>
              <a:off x="4904" y="1365"/>
              <a:ext cx="169" cy="224"/>
            </a:xfrm>
            <a:custGeom>
              <a:avLst/>
              <a:gdLst>
                <a:gd name="txL" fmla="*/ 0 w 169"/>
                <a:gd name="txT" fmla="*/ 0 h 224"/>
                <a:gd name="txR" fmla="*/ 169 w 169"/>
                <a:gd name="txB" fmla="*/ 224 h 224"/>
              </a:gdLst>
              <a:ahLst/>
              <a:cxnLst>
                <a:cxn ang="0">
                  <a:pos x="0" y="138"/>
                </a:cxn>
                <a:cxn ang="0">
                  <a:pos x="0" y="224"/>
                </a:cxn>
                <a:cxn ang="0">
                  <a:pos x="169" y="77"/>
                </a:cxn>
                <a:cxn ang="0">
                  <a:pos x="169" y="0"/>
                </a:cxn>
                <a:cxn ang="0">
                  <a:pos x="0" y="138"/>
                </a:cxn>
              </a:cxnLst>
              <a:rect l="txL" t="txT" r="txR" b="txB"/>
              <a:pathLst>
                <a:path w="169" h="224">
                  <a:moveTo>
                    <a:pt x="0" y="138"/>
                  </a:moveTo>
                  <a:lnTo>
                    <a:pt x="0" y="224"/>
                  </a:lnTo>
                  <a:lnTo>
                    <a:pt x="169" y="77"/>
                  </a:lnTo>
                  <a:lnTo>
                    <a:pt x="169" y="0"/>
                  </a:lnTo>
                  <a:lnTo>
                    <a:pt x="0" y="138"/>
                  </a:lnTo>
                  <a:close/>
                </a:path>
              </a:pathLst>
            </a:custGeom>
            <a:solidFill>
              <a:srgbClr val="BBE0E3">
                <a:alpha val="100000"/>
              </a:srgbClr>
            </a:solidFill>
            <a:ln w="63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96382" name="Freeform 224"/>
            <p:cNvSpPr/>
            <p:nvPr/>
          </p:nvSpPr>
          <p:spPr>
            <a:xfrm>
              <a:off x="4475" y="1395"/>
              <a:ext cx="506" cy="80"/>
            </a:xfrm>
            <a:custGeom>
              <a:avLst/>
              <a:gdLst>
                <a:gd name="txL" fmla="*/ 0 w 280"/>
                <a:gd name="txT" fmla="*/ 0 h 63"/>
                <a:gd name="txR" fmla="*/ 280 w 280"/>
                <a:gd name="txB" fmla="*/ 63 h 63"/>
              </a:gdLst>
              <a:ahLst/>
              <a:cxnLst>
                <a:cxn ang="0">
                  <a:pos x="0" y="2904"/>
                </a:cxn>
                <a:cxn ang="0">
                  <a:pos x="480586" y="2825"/>
                </a:cxn>
                <a:cxn ang="0">
                  <a:pos x="2836278" y="0"/>
                </a:cxn>
                <a:cxn ang="0">
                  <a:pos x="3621120" y="0"/>
                </a:cxn>
              </a:cxnLst>
              <a:rect l="txL" t="txT" r="txR" b="txB"/>
              <a:pathLst>
                <a:path w="280" h="63">
                  <a:moveTo>
                    <a:pt x="0" y="63"/>
                  </a:moveTo>
                  <a:lnTo>
                    <a:pt x="37" y="62"/>
                  </a:lnTo>
                  <a:lnTo>
                    <a:pt x="219" y="0"/>
                  </a:lnTo>
                  <a:lnTo>
                    <a:pt x="28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96383" name="Freeform 225"/>
            <p:cNvSpPr/>
            <p:nvPr/>
          </p:nvSpPr>
          <p:spPr>
            <a:xfrm>
              <a:off x="4593" y="1391"/>
              <a:ext cx="293" cy="93"/>
            </a:xfrm>
            <a:custGeom>
              <a:avLst/>
              <a:gdLst>
                <a:gd name="txL" fmla="*/ 0 w 293"/>
                <a:gd name="txT" fmla="*/ 0 h 93"/>
                <a:gd name="txR" fmla="*/ 293 w 293"/>
                <a:gd name="txB" fmla="*/ 93 h 93"/>
              </a:gdLst>
              <a:ahLst/>
              <a:cxnLst>
                <a:cxn ang="0">
                  <a:pos x="0" y="0"/>
                </a:cxn>
                <a:cxn ang="0">
                  <a:pos x="67" y="1"/>
                </a:cxn>
                <a:cxn ang="0">
                  <a:pos x="195" y="93"/>
                </a:cxn>
                <a:cxn ang="0">
                  <a:pos x="293" y="93"/>
                </a:cxn>
              </a:cxnLst>
              <a:rect l="txL" t="txT" r="txR" b="txB"/>
              <a:pathLst>
                <a:path w="293" h="93">
                  <a:moveTo>
                    <a:pt x="0" y="0"/>
                  </a:moveTo>
                  <a:lnTo>
                    <a:pt x="67" y="1"/>
                  </a:lnTo>
                  <a:lnTo>
                    <a:pt x="195" y="93"/>
                  </a:lnTo>
                  <a:lnTo>
                    <a:pt x="293" y="93"/>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grpSp>
        <p:nvGrpSpPr>
          <p:cNvPr id="12" name="Group 53"/>
          <p:cNvGrpSpPr/>
          <p:nvPr/>
        </p:nvGrpSpPr>
        <p:grpSpPr>
          <a:xfrm>
            <a:off x="352425" y="3319463"/>
            <a:ext cx="1081088" cy="1166812"/>
            <a:chOff x="42" y="744"/>
            <a:chExt cx="681" cy="735"/>
          </a:xfrm>
        </p:grpSpPr>
        <p:grpSp>
          <p:nvGrpSpPr>
            <p:cNvPr id="96347" name="Group 54"/>
            <p:cNvGrpSpPr/>
            <p:nvPr/>
          </p:nvGrpSpPr>
          <p:grpSpPr>
            <a:xfrm>
              <a:off x="42" y="886"/>
              <a:ext cx="681" cy="468"/>
              <a:chOff x="42" y="886"/>
              <a:chExt cx="681" cy="468"/>
            </a:xfrm>
          </p:grpSpPr>
          <p:grpSp>
            <p:nvGrpSpPr>
              <p:cNvPr id="96349" name="Group 55"/>
              <p:cNvGrpSpPr/>
              <p:nvPr/>
            </p:nvGrpSpPr>
            <p:grpSpPr>
              <a:xfrm>
                <a:off x="278" y="886"/>
                <a:ext cx="397" cy="154"/>
                <a:chOff x="740" y="3209"/>
                <a:chExt cx="397" cy="154"/>
              </a:xfrm>
            </p:grpSpPr>
            <p:grpSp>
              <p:nvGrpSpPr>
                <p:cNvPr id="96374" name="Group 56"/>
                <p:cNvGrpSpPr/>
                <p:nvPr/>
              </p:nvGrpSpPr>
              <p:grpSpPr>
                <a:xfrm>
                  <a:off x="794" y="3209"/>
                  <a:ext cx="343" cy="154"/>
                  <a:chOff x="844" y="3337"/>
                  <a:chExt cx="343" cy="154"/>
                </a:xfrm>
              </p:grpSpPr>
              <p:sp>
                <p:nvSpPr>
                  <p:cNvPr id="96377" name="Rectangle 57"/>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78" name="Text Box 58"/>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sp>
              <p:nvSpPr>
                <p:cNvPr id="96375" name="Rectangle 59"/>
                <p:cNvSpPr/>
                <p:nvPr/>
              </p:nvSpPr>
              <p:spPr>
                <a:xfrm>
                  <a:off x="750" y="3244"/>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76" name="Rectangle 60"/>
                <p:cNvSpPr/>
                <p:nvPr/>
              </p:nvSpPr>
              <p:spPr>
                <a:xfrm>
                  <a:off x="740" y="3238"/>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6350" name="Group 61"/>
              <p:cNvGrpSpPr/>
              <p:nvPr/>
            </p:nvGrpSpPr>
            <p:grpSpPr>
              <a:xfrm>
                <a:off x="278" y="1034"/>
                <a:ext cx="397" cy="154"/>
                <a:chOff x="836" y="3305"/>
                <a:chExt cx="397" cy="154"/>
              </a:xfrm>
            </p:grpSpPr>
            <p:grpSp>
              <p:nvGrpSpPr>
                <p:cNvPr id="96368" name="Group 62"/>
                <p:cNvGrpSpPr/>
                <p:nvPr/>
              </p:nvGrpSpPr>
              <p:grpSpPr>
                <a:xfrm>
                  <a:off x="890" y="3305"/>
                  <a:ext cx="343" cy="154"/>
                  <a:chOff x="844" y="3337"/>
                  <a:chExt cx="343" cy="154"/>
                </a:xfrm>
              </p:grpSpPr>
              <p:sp>
                <p:nvSpPr>
                  <p:cNvPr id="96372" name="Rectangle 63"/>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73" name="Text Box 64"/>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6369" name="Group 65"/>
                <p:cNvGrpSpPr/>
                <p:nvPr/>
              </p:nvGrpSpPr>
              <p:grpSpPr>
                <a:xfrm>
                  <a:off x="836" y="3334"/>
                  <a:ext cx="354" cy="94"/>
                  <a:chOff x="836" y="3334"/>
                  <a:chExt cx="354" cy="94"/>
                </a:xfrm>
              </p:grpSpPr>
              <p:sp>
                <p:nvSpPr>
                  <p:cNvPr id="96370" name="Rectangle 66"/>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71" name="Rectangle 67"/>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grpSp>
            <p:nvGrpSpPr>
              <p:cNvPr id="96351" name="Group 68"/>
              <p:cNvGrpSpPr/>
              <p:nvPr/>
            </p:nvGrpSpPr>
            <p:grpSpPr>
              <a:xfrm>
                <a:off x="165" y="1054"/>
                <a:ext cx="480" cy="112"/>
                <a:chOff x="627" y="3377"/>
                <a:chExt cx="480" cy="112"/>
              </a:xfrm>
            </p:grpSpPr>
            <p:sp>
              <p:nvSpPr>
                <p:cNvPr id="96366" name="Rectangle 69"/>
                <p:cNvSpPr/>
                <p:nvPr/>
              </p:nvSpPr>
              <p:spPr>
                <a:xfrm>
                  <a:off x="636" y="3388"/>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67" name="Rectangle 70"/>
                <p:cNvSpPr/>
                <p:nvPr/>
              </p:nvSpPr>
              <p:spPr>
                <a:xfrm>
                  <a:off x="627" y="3377"/>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6352" name="Group 71"/>
              <p:cNvGrpSpPr/>
              <p:nvPr/>
            </p:nvGrpSpPr>
            <p:grpSpPr>
              <a:xfrm>
                <a:off x="42" y="1200"/>
                <a:ext cx="681" cy="154"/>
                <a:chOff x="504" y="3523"/>
                <a:chExt cx="681" cy="154"/>
              </a:xfrm>
            </p:grpSpPr>
            <p:grpSp>
              <p:nvGrpSpPr>
                <p:cNvPr id="96353" name="Group 72"/>
                <p:cNvGrpSpPr/>
                <p:nvPr/>
              </p:nvGrpSpPr>
              <p:grpSpPr>
                <a:xfrm>
                  <a:off x="623" y="3523"/>
                  <a:ext cx="510" cy="154"/>
                  <a:chOff x="723" y="3453"/>
                  <a:chExt cx="510" cy="154"/>
                </a:xfrm>
              </p:grpSpPr>
              <p:grpSp>
                <p:nvGrpSpPr>
                  <p:cNvPr id="96357" name="Group 73"/>
                  <p:cNvGrpSpPr/>
                  <p:nvPr/>
                </p:nvGrpSpPr>
                <p:grpSpPr>
                  <a:xfrm>
                    <a:off x="836" y="3453"/>
                    <a:ext cx="397" cy="154"/>
                    <a:chOff x="836" y="3305"/>
                    <a:chExt cx="397" cy="154"/>
                  </a:xfrm>
                </p:grpSpPr>
                <p:grpSp>
                  <p:nvGrpSpPr>
                    <p:cNvPr id="96360" name="Group 74"/>
                    <p:cNvGrpSpPr/>
                    <p:nvPr/>
                  </p:nvGrpSpPr>
                  <p:grpSpPr>
                    <a:xfrm>
                      <a:off x="890" y="3305"/>
                      <a:ext cx="343" cy="154"/>
                      <a:chOff x="844" y="3337"/>
                      <a:chExt cx="343" cy="154"/>
                    </a:xfrm>
                  </p:grpSpPr>
                  <p:sp>
                    <p:nvSpPr>
                      <p:cNvPr id="96364" name="Rectangle 75"/>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65" name="Text Box 76"/>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6361" name="Group 77"/>
                    <p:cNvGrpSpPr/>
                    <p:nvPr/>
                  </p:nvGrpSpPr>
                  <p:grpSpPr>
                    <a:xfrm>
                      <a:off x="836" y="3334"/>
                      <a:ext cx="354" cy="94"/>
                      <a:chOff x="836" y="3334"/>
                      <a:chExt cx="354" cy="94"/>
                    </a:xfrm>
                  </p:grpSpPr>
                  <p:sp>
                    <p:nvSpPr>
                      <p:cNvPr id="96362" name="Rectangle 78"/>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63" name="Rectangle 79"/>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6358" name="Rectangle 80"/>
                  <p:cNvSpPr/>
                  <p:nvPr/>
                </p:nvSpPr>
                <p:spPr>
                  <a:xfrm>
                    <a:off x="732" y="3484"/>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59" name="Rectangle 81"/>
                  <p:cNvSpPr/>
                  <p:nvPr/>
                </p:nvSpPr>
                <p:spPr>
                  <a:xfrm>
                    <a:off x="723" y="3473"/>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6354" name="Rectangle 82"/>
                <p:cNvSpPr/>
                <p:nvPr/>
              </p:nvSpPr>
              <p:spPr>
                <a:xfrm>
                  <a:off x="517" y="3545"/>
                  <a:ext cx="94"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55" name="Rectangle 83"/>
                <p:cNvSpPr/>
                <p:nvPr/>
              </p:nvSpPr>
              <p:spPr>
                <a:xfrm>
                  <a:off x="1115" y="3544"/>
                  <a:ext cx="60"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56" name="Rectangle 84"/>
                <p:cNvSpPr/>
                <p:nvPr/>
              </p:nvSpPr>
              <p:spPr>
                <a:xfrm>
                  <a:off x="504" y="3529"/>
                  <a:ext cx="681" cy="138"/>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6348" name="AutoShape 85"/>
            <p:cNvSpPr/>
            <p:nvPr/>
          </p:nvSpPr>
          <p:spPr>
            <a:xfrm>
              <a:off x="384" y="744"/>
              <a:ext cx="240" cy="735"/>
            </a:xfrm>
            <a:prstGeom prst="downArrow">
              <a:avLst>
                <a:gd name="adj1" fmla="val 54166"/>
                <a:gd name="adj2" fmla="val 49170"/>
              </a:avLst>
            </a:prstGeom>
            <a:gradFill rotWithShape="1">
              <a:gsLst>
                <a:gs pos="0">
                  <a:srgbClr val="FF0000">
                    <a:alpha val="25000"/>
                  </a:srgbClr>
                </a:gs>
                <a:gs pos="100000">
                  <a:srgbClr val="FF0000">
                    <a:alpha val="25000"/>
                  </a:srgbClr>
                </a:gs>
              </a:gsLst>
              <a:lin ang="540000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25" name="Group 86"/>
          <p:cNvGrpSpPr/>
          <p:nvPr/>
        </p:nvGrpSpPr>
        <p:grpSpPr>
          <a:xfrm>
            <a:off x="449263" y="4405313"/>
            <a:ext cx="1081087" cy="244475"/>
            <a:chOff x="504" y="3523"/>
            <a:chExt cx="681" cy="154"/>
          </a:xfrm>
        </p:grpSpPr>
        <p:grpSp>
          <p:nvGrpSpPr>
            <p:cNvPr id="96334" name="Group 87"/>
            <p:cNvGrpSpPr/>
            <p:nvPr/>
          </p:nvGrpSpPr>
          <p:grpSpPr>
            <a:xfrm>
              <a:off x="623" y="3523"/>
              <a:ext cx="510" cy="154"/>
              <a:chOff x="723" y="3453"/>
              <a:chExt cx="510" cy="154"/>
            </a:xfrm>
          </p:grpSpPr>
          <p:grpSp>
            <p:nvGrpSpPr>
              <p:cNvPr id="96338" name="Group 88"/>
              <p:cNvGrpSpPr/>
              <p:nvPr/>
            </p:nvGrpSpPr>
            <p:grpSpPr>
              <a:xfrm>
                <a:off x="836" y="3453"/>
                <a:ext cx="397" cy="154"/>
                <a:chOff x="836" y="3305"/>
                <a:chExt cx="397" cy="154"/>
              </a:xfrm>
            </p:grpSpPr>
            <p:grpSp>
              <p:nvGrpSpPr>
                <p:cNvPr id="96341" name="Group 89"/>
                <p:cNvGrpSpPr/>
                <p:nvPr/>
              </p:nvGrpSpPr>
              <p:grpSpPr>
                <a:xfrm>
                  <a:off x="890" y="3305"/>
                  <a:ext cx="343" cy="154"/>
                  <a:chOff x="844" y="3337"/>
                  <a:chExt cx="343" cy="154"/>
                </a:xfrm>
              </p:grpSpPr>
              <p:sp>
                <p:nvSpPr>
                  <p:cNvPr id="96345" name="Rectangle 90"/>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46" name="Text Box 91"/>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6342" name="Group 92"/>
                <p:cNvGrpSpPr/>
                <p:nvPr/>
              </p:nvGrpSpPr>
              <p:grpSpPr>
                <a:xfrm>
                  <a:off x="836" y="3334"/>
                  <a:ext cx="354" cy="94"/>
                  <a:chOff x="836" y="3334"/>
                  <a:chExt cx="354" cy="94"/>
                </a:xfrm>
              </p:grpSpPr>
              <p:sp>
                <p:nvSpPr>
                  <p:cNvPr id="96343" name="Rectangle 93"/>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44" name="Rectangle 94"/>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6339" name="Rectangle 95"/>
              <p:cNvSpPr/>
              <p:nvPr/>
            </p:nvSpPr>
            <p:spPr>
              <a:xfrm>
                <a:off x="732" y="3484"/>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40" name="Rectangle 96"/>
              <p:cNvSpPr/>
              <p:nvPr/>
            </p:nvSpPr>
            <p:spPr>
              <a:xfrm>
                <a:off x="723" y="3473"/>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6335" name="Rectangle 97"/>
            <p:cNvSpPr/>
            <p:nvPr/>
          </p:nvSpPr>
          <p:spPr>
            <a:xfrm>
              <a:off x="517" y="3545"/>
              <a:ext cx="94"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36" name="Rectangle 98"/>
            <p:cNvSpPr/>
            <p:nvPr/>
          </p:nvSpPr>
          <p:spPr>
            <a:xfrm>
              <a:off x="1115" y="3544"/>
              <a:ext cx="60"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37" name="Rectangle 99"/>
            <p:cNvSpPr/>
            <p:nvPr/>
          </p:nvSpPr>
          <p:spPr>
            <a:xfrm>
              <a:off x="504" y="3529"/>
              <a:ext cx="681" cy="138"/>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30" name="Group 100"/>
          <p:cNvGrpSpPr/>
          <p:nvPr/>
        </p:nvGrpSpPr>
        <p:grpSpPr>
          <a:xfrm>
            <a:off x="1477963" y="3236913"/>
            <a:ext cx="1316037" cy="1314450"/>
            <a:chOff x="931" y="1941"/>
            <a:chExt cx="829" cy="828"/>
          </a:xfrm>
        </p:grpSpPr>
        <p:sp>
          <p:nvSpPr>
            <p:cNvPr id="96326" name="Freeform 101"/>
            <p:cNvSpPr/>
            <p:nvPr/>
          </p:nvSpPr>
          <p:spPr>
            <a:xfrm>
              <a:off x="1424" y="1965"/>
              <a:ext cx="336" cy="801"/>
            </a:xfrm>
            <a:custGeom>
              <a:avLst/>
              <a:gdLst>
                <a:gd name="txL" fmla="*/ 0 w 551"/>
                <a:gd name="txT" fmla="*/ 0 h 801"/>
                <a:gd name="txR" fmla="*/ 551 w 551"/>
                <a:gd name="txB" fmla="*/ 801 h 801"/>
              </a:gdLst>
              <a:ahLst/>
              <a:cxnLst>
                <a:cxn ang="0">
                  <a:pos x="1" y="0"/>
                </a:cxn>
                <a:cxn ang="0">
                  <a:pos x="1" y="402"/>
                </a:cxn>
                <a:cxn ang="0">
                  <a:pos x="1" y="801"/>
                </a:cxn>
                <a:cxn ang="0">
                  <a:pos x="1" y="535"/>
                </a:cxn>
                <a:cxn ang="0">
                  <a:pos x="0" y="371"/>
                </a:cxn>
                <a:cxn ang="0">
                  <a:pos x="1" y="0"/>
                </a:cxn>
              </a:cxnLst>
              <a:rect l="txL" t="txT" r="txR" b="txB"/>
              <a:pathLst>
                <a:path w="551" h="801">
                  <a:moveTo>
                    <a:pt x="14" y="0"/>
                  </a:moveTo>
                  <a:lnTo>
                    <a:pt x="551" y="402"/>
                  </a:lnTo>
                  <a:lnTo>
                    <a:pt x="6" y="801"/>
                  </a:lnTo>
                  <a:lnTo>
                    <a:pt x="13" y="535"/>
                  </a:lnTo>
                  <a:lnTo>
                    <a:pt x="0" y="371"/>
                  </a:lnTo>
                  <a:lnTo>
                    <a:pt x="14" y="0"/>
                  </a:lnTo>
                  <a:close/>
                </a:path>
              </a:pathLst>
            </a:custGeom>
            <a:gradFill rotWithShape="1">
              <a:gsLst>
                <a:gs pos="0">
                  <a:schemeClr val="bg1">
                    <a:alpha val="65999"/>
                  </a:schemeClr>
                </a:gs>
                <a:gs pos="100000">
                  <a:srgbClr val="000099">
                    <a:alpha val="65999"/>
                  </a:srgbClr>
                </a:gs>
              </a:gsLst>
              <a:lin ang="2700000" scaled="1"/>
              <a:tileRect/>
            </a:gradFill>
            <a:ln w="9525">
              <a:noFill/>
            </a:ln>
          </p:spPr>
          <p:txBody>
            <a:bodyPr/>
            <a:lstStyle/>
            <a:p>
              <a:endParaRPr lang="zh-CN" altLang="en-US"/>
            </a:p>
          </p:txBody>
        </p:sp>
        <p:grpSp>
          <p:nvGrpSpPr>
            <p:cNvPr id="96327" name="Group 102"/>
            <p:cNvGrpSpPr/>
            <p:nvPr/>
          </p:nvGrpSpPr>
          <p:grpSpPr>
            <a:xfrm>
              <a:off x="931" y="1941"/>
              <a:ext cx="501" cy="828"/>
              <a:chOff x="569" y="2954"/>
              <a:chExt cx="501" cy="828"/>
            </a:xfrm>
          </p:grpSpPr>
          <p:sp>
            <p:nvSpPr>
              <p:cNvPr id="96328" name="Rectangle 103"/>
              <p:cNvSpPr/>
              <p:nvPr/>
            </p:nvSpPr>
            <p:spPr>
              <a:xfrm>
                <a:off x="576" y="2973"/>
                <a:ext cx="493" cy="79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29" name="Text Box 104"/>
              <p:cNvSpPr txBox="1"/>
              <p:nvPr/>
            </p:nvSpPr>
            <p:spPr>
              <a:xfrm>
                <a:off x="593" y="2954"/>
                <a:ext cx="477" cy="82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600">
                    <a:latin typeface="Arial" panose="020B0604020202090204" pitchFamily="34" charset="0"/>
                  </a:rPr>
                  <a:t>DHCP</a:t>
                </a:r>
              </a:p>
              <a:p>
                <a:pPr marL="0" lvl="0" indent="0" algn="ctr">
                  <a:lnSpc>
                    <a:spcPct val="100000"/>
                  </a:lnSpc>
                  <a:spcBef>
                    <a:spcPct val="0"/>
                  </a:spcBef>
                  <a:buClrTx/>
                  <a:buSzTx/>
                  <a:buFontTx/>
                  <a:buNone/>
                </a:pPr>
                <a:r>
                  <a:rPr lang="en-US" altLang="zh-CN" sz="1600">
                    <a:latin typeface="Arial" panose="020B0604020202090204" pitchFamily="34" charset="0"/>
                  </a:rPr>
                  <a:t>UDP</a:t>
                </a:r>
              </a:p>
              <a:p>
                <a:pPr marL="0" lvl="0" indent="0" algn="ctr">
                  <a:lnSpc>
                    <a:spcPct val="100000"/>
                  </a:lnSpc>
                  <a:spcBef>
                    <a:spcPct val="0"/>
                  </a:spcBef>
                  <a:buClrTx/>
                  <a:buSzTx/>
                  <a:buFontTx/>
                  <a:buNone/>
                </a:pPr>
                <a:r>
                  <a:rPr lang="en-US" altLang="zh-CN" sz="1600">
                    <a:latin typeface="Arial" panose="020B0604020202090204" pitchFamily="34" charset="0"/>
                  </a:rPr>
                  <a:t>IP</a:t>
                </a:r>
              </a:p>
              <a:p>
                <a:pPr marL="0" lvl="0" indent="0" algn="ctr">
                  <a:lnSpc>
                    <a:spcPct val="100000"/>
                  </a:lnSpc>
                  <a:spcBef>
                    <a:spcPct val="0"/>
                  </a:spcBef>
                  <a:buClrTx/>
                  <a:buSzTx/>
                  <a:buFontTx/>
                  <a:buNone/>
                </a:pPr>
                <a:r>
                  <a:rPr lang="en-US" altLang="zh-CN" sz="1600">
                    <a:latin typeface="Arial" panose="020B0604020202090204" pitchFamily="34" charset="0"/>
                  </a:rPr>
                  <a:t>Eth</a:t>
                </a:r>
              </a:p>
              <a:p>
                <a:pPr marL="0" lvl="0" indent="0" algn="ctr">
                  <a:lnSpc>
                    <a:spcPct val="100000"/>
                  </a:lnSpc>
                  <a:spcBef>
                    <a:spcPct val="0"/>
                  </a:spcBef>
                  <a:buClrTx/>
                  <a:buSzTx/>
                  <a:buFontTx/>
                  <a:buNone/>
                </a:pPr>
                <a:r>
                  <a:rPr lang="en-US" altLang="zh-CN" sz="1600">
                    <a:latin typeface="Arial" panose="020B0604020202090204" pitchFamily="34" charset="0"/>
                  </a:rPr>
                  <a:t>Phy</a:t>
                </a:r>
              </a:p>
            </p:txBody>
          </p:sp>
          <p:sp>
            <p:nvSpPr>
              <p:cNvPr id="96330" name="Line 105"/>
              <p:cNvSpPr/>
              <p:nvPr/>
            </p:nvSpPr>
            <p:spPr>
              <a:xfrm>
                <a:off x="578" y="3130"/>
                <a:ext cx="489" cy="0"/>
              </a:xfrm>
              <a:prstGeom prst="line">
                <a:avLst/>
              </a:prstGeom>
              <a:ln w="9525" cap="flat" cmpd="sng">
                <a:solidFill>
                  <a:schemeClr val="tx1"/>
                </a:solidFill>
                <a:prstDash val="solid"/>
                <a:headEnd type="none" w="med" len="med"/>
                <a:tailEnd type="none" w="med" len="med"/>
              </a:ln>
            </p:spPr>
          </p:sp>
          <p:sp>
            <p:nvSpPr>
              <p:cNvPr id="96331" name="Line 106"/>
              <p:cNvSpPr/>
              <p:nvPr/>
            </p:nvSpPr>
            <p:spPr>
              <a:xfrm>
                <a:off x="575" y="3289"/>
                <a:ext cx="489" cy="0"/>
              </a:xfrm>
              <a:prstGeom prst="line">
                <a:avLst/>
              </a:prstGeom>
              <a:ln w="9525" cap="flat" cmpd="sng">
                <a:solidFill>
                  <a:schemeClr val="tx1"/>
                </a:solidFill>
                <a:prstDash val="solid"/>
                <a:headEnd type="none" w="med" len="med"/>
                <a:tailEnd type="none" w="med" len="med"/>
              </a:ln>
            </p:spPr>
          </p:sp>
          <p:sp>
            <p:nvSpPr>
              <p:cNvPr id="96332" name="Line 107"/>
              <p:cNvSpPr/>
              <p:nvPr/>
            </p:nvSpPr>
            <p:spPr>
              <a:xfrm>
                <a:off x="572" y="3448"/>
                <a:ext cx="489" cy="0"/>
              </a:xfrm>
              <a:prstGeom prst="line">
                <a:avLst/>
              </a:prstGeom>
              <a:ln w="9525" cap="flat" cmpd="sng">
                <a:solidFill>
                  <a:schemeClr val="tx1"/>
                </a:solidFill>
                <a:prstDash val="solid"/>
                <a:headEnd type="none" w="med" len="med"/>
                <a:tailEnd type="none" w="med" len="med"/>
              </a:ln>
            </p:spPr>
          </p:sp>
          <p:sp>
            <p:nvSpPr>
              <p:cNvPr id="96333" name="Line 108"/>
              <p:cNvSpPr/>
              <p:nvPr/>
            </p:nvSpPr>
            <p:spPr>
              <a:xfrm>
                <a:off x="569" y="3607"/>
                <a:ext cx="489" cy="0"/>
              </a:xfrm>
              <a:prstGeom prst="line">
                <a:avLst/>
              </a:prstGeom>
              <a:ln w="9525" cap="flat" cmpd="sng">
                <a:solidFill>
                  <a:schemeClr val="tx1"/>
                </a:solidFill>
                <a:prstDash val="solid"/>
                <a:headEnd type="none" w="med" len="med"/>
                <a:tailEnd type="none" w="med" len="med"/>
              </a:ln>
            </p:spPr>
          </p:sp>
        </p:grpSp>
      </p:grpSp>
      <p:grpSp>
        <p:nvGrpSpPr>
          <p:cNvPr id="649216" name="Group 145"/>
          <p:cNvGrpSpPr/>
          <p:nvPr/>
        </p:nvGrpSpPr>
        <p:grpSpPr>
          <a:xfrm>
            <a:off x="803275" y="3344863"/>
            <a:ext cx="544513" cy="244475"/>
            <a:chOff x="844" y="3337"/>
            <a:chExt cx="343" cy="154"/>
          </a:xfrm>
        </p:grpSpPr>
        <p:sp>
          <p:nvSpPr>
            <p:cNvPr id="96324" name="Rectangle 146"/>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25" name="Text Box 147"/>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649217" name="Group 44"/>
          <p:cNvGrpSpPr/>
          <p:nvPr/>
        </p:nvGrpSpPr>
        <p:grpSpPr>
          <a:xfrm>
            <a:off x="1195388" y="1247775"/>
            <a:ext cx="976312" cy="1460500"/>
            <a:chOff x="651" y="681"/>
            <a:chExt cx="615" cy="920"/>
          </a:xfrm>
        </p:grpSpPr>
        <p:sp>
          <p:nvSpPr>
            <p:cNvPr id="96316" name="Freeform 45"/>
            <p:cNvSpPr/>
            <p:nvPr/>
          </p:nvSpPr>
          <p:spPr>
            <a:xfrm>
              <a:off x="662" y="698"/>
              <a:ext cx="604" cy="903"/>
            </a:xfrm>
            <a:custGeom>
              <a:avLst/>
              <a:gdLst>
                <a:gd name="txL" fmla="*/ 0 w 604"/>
                <a:gd name="txT" fmla="*/ 0 h 903"/>
                <a:gd name="txR" fmla="*/ 604 w 604"/>
                <a:gd name="txB" fmla="*/ 903 h 903"/>
              </a:gdLst>
              <a:ahLst/>
              <a:cxnLst>
                <a:cxn ang="0">
                  <a:pos x="496" y="0"/>
                </a:cxn>
                <a:cxn ang="0">
                  <a:pos x="604" y="903"/>
                </a:cxn>
                <a:cxn ang="0">
                  <a:pos x="0" y="788"/>
                </a:cxn>
                <a:cxn ang="0">
                  <a:pos x="456" y="750"/>
                </a:cxn>
                <a:cxn ang="0">
                  <a:pos x="496" y="0"/>
                </a:cxn>
              </a:cxnLst>
              <a:rect l="txL" t="txT" r="txR" b="txB"/>
              <a:pathLst>
                <a:path w="604" h="903">
                  <a:moveTo>
                    <a:pt x="496" y="0"/>
                  </a:moveTo>
                  <a:lnTo>
                    <a:pt x="604" y="903"/>
                  </a:lnTo>
                  <a:lnTo>
                    <a:pt x="0" y="788"/>
                  </a:lnTo>
                  <a:lnTo>
                    <a:pt x="456" y="750"/>
                  </a:lnTo>
                  <a:lnTo>
                    <a:pt x="496" y="0"/>
                  </a:lnTo>
                  <a:close/>
                </a:path>
              </a:pathLst>
            </a:custGeom>
            <a:gradFill rotWithShape="1">
              <a:gsLst>
                <a:gs pos="0">
                  <a:schemeClr val="bg1">
                    <a:alpha val="65999"/>
                  </a:schemeClr>
                </a:gs>
                <a:gs pos="100000">
                  <a:srgbClr val="000099">
                    <a:alpha val="65999"/>
                  </a:srgbClr>
                </a:gs>
              </a:gsLst>
              <a:lin ang="2700000" scaled="1"/>
              <a:tileRect/>
            </a:gradFill>
            <a:ln w="9525">
              <a:noFill/>
            </a:ln>
          </p:spPr>
          <p:txBody>
            <a:bodyPr/>
            <a:lstStyle/>
            <a:p>
              <a:endParaRPr lang="zh-CN" altLang="en-US"/>
            </a:p>
          </p:txBody>
        </p:sp>
        <p:grpSp>
          <p:nvGrpSpPr>
            <p:cNvPr id="96317" name="Group 46"/>
            <p:cNvGrpSpPr/>
            <p:nvPr/>
          </p:nvGrpSpPr>
          <p:grpSpPr>
            <a:xfrm>
              <a:off x="651" y="681"/>
              <a:ext cx="501" cy="828"/>
              <a:chOff x="569" y="2954"/>
              <a:chExt cx="501" cy="828"/>
            </a:xfrm>
          </p:grpSpPr>
          <p:sp>
            <p:nvSpPr>
              <p:cNvPr id="96318" name="Rectangle 47"/>
              <p:cNvSpPr/>
              <p:nvPr/>
            </p:nvSpPr>
            <p:spPr>
              <a:xfrm>
                <a:off x="576" y="2973"/>
                <a:ext cx="493" cy="79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19" name="Text Box 48"/>
              <p:cNvSpPr txBox="1"/>
              <p:nvPr/>
            </p:nvSpPr>
            <p:spPr>
              <a:xfrm>
                <a:off x="593" y="2954"/>
                <a:ext cx="477" cy="82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600">
                    <a:latin typeface="Arial" panose="020B0604020202090204" pitchFamily="34" charset="0"/>
                  </a:rPr>
                  <a:t>DHCP</a:t>
                </a:r>
              </a:p>
              <a:p>
                <a:pPr marL="0" lvl="0" indent="0" algn="ctr">
                  <a:lnSpc>
                    <a:spcPct val="100000"/>
                  </a:lnSpc>
                  <a:spcBef>
                    <a:spcPct val="0"/>
                  </a:spcBef>
                  <a:buClrTx/>
                  <a:buSzTx/>
                  <a:buFontTx/>
                  <a:buNone/>
                </a:pPr>
                <a:r>
                  <a:rPr lang="en-US" altLang="zh-CN" sz="1600">
                    <a:latin typeface="Arial" panose="020B0604020202090204" pitchFamily="34" charset="0"/>
                  </a:rPr>
                  <a:t>UDP</a:t>
                </a:r>
              </a:p>
              <a:p>
                <a:pPr marL="0" lvl="0" indent="0" algn="ctr">
                  <a:lnSpc>
                    <a:spcPct val="100000"/>
                  </a:lnSpc>
                  <a:spcBef>
                    <a:spcPct val="0"/>
                  </a:spcBef>
                  <a:buClrTx/>
                  <a:buSzTx/>
                  <a:buFontTx/>
                  <a:buNone/>
                </a:pPr>
                <a:r>
                  <a:rPr lang="en-US" altLang="zh-CN" sz="1600">
                    <a:latin typeface="Arial" panose="020B0604020202090204" pitchFamily="34" charset="0"/>
                  </a:rPr>
                  <a:t>IP</a:t>
                </a:r>
              </a:p>
              <a:p>
                <a:pPr marL="0" lvl="0" indent="0" algn="ctr">
                  <a:lnSpc>
                    <a:spcPct val="100000"/>
                  </a:lnSpc>
                  <a:spcBef>
                    <a:spcPct val="0"/>
                  </a:spcBef>
                  <a:buClrTx/>
                  <a:buSzTx/>
                  <a:buFontTx/>
                  <a:buNone/>
                </a:pPr>
                <a:r>
                  <a:rPr lang="en-US" altLang="zh-CN" sz="1600">
                    <a:latin typeface="Arial" panose="020B0604020202090204" pitchFamily="34" charset="0"/>
                  </a:rPr>
                  <a:t>Eth</a:t>
                </a:r>
              </a:p>
              <a:p>
                <a:pPr marL="0" lvl="0" indent="0" algn="ctr">
                  <a:lnSpc>
                    <a:spcPct val="100000"/>
                  </a:lnSpc>
                  <a:spcBef>
                    <a:spcPct val="0"/>
                  </a:spcBef>
                  <a:buClrTx/>
                  <a:buSzTx/>
                  <a:buFontTx/>
                  <a:buNone/>
                </a:pPr>
                <a:r>
                  <a:rPr lang="en-US" altLang="zh-CN" sz="1600">
                    <a:latin typeface="Arial" panose="020B0604020202090204" pitchFamily="34" charset="0"/>
                  </a:rPr>
                  <a:t>Phy</a:t>
                </a:r>
              </a:p>
            </p:txBody>
          </p:sp>
          <p:sp>
            <p:nvSpPr>
              <p:cNvPr id="96320" name="Line 49"/>
              <p:cNvSpPr/>
              <p:nvPr/>
            </p:nvSpPr>
            <p:spPr>
              <a:xfrm>
                <a:off x="578" y="3130"/>
                <a:ext cx="489" cy="0"/>
              </a:xfrm>
              <a:prstGeom prst="line">
                <a:avLst/>
              </a:prstGeom>
              <a:ln w="9525" cap="flat" cmpd="sng">
                <a:solidFill>
                  <a:schemeClr val="tx1"/>
                </a:solidFill>
                <a:prstDash val="solid"/>
                <a:headEnd type="none" w="med" len="med"/>
                <a:tailEnd type="none" w="med" len="med"/>
              </a:ln>
            </p:spPr>
          </p:sp>
          <p:sp>
            <p:nvSpPr>
              <p:cNvPr id="96321" name="Line 50"/>
              <p:cNvSpPr/>
              <p:nvPr/>
            </p:nvSpPr>
            <p:spPr>
              <a:xfrm>
                <a:off x="575" y="3289"/>
                <a:ext cx="489" cy="0"/>
              </a:xfrm>
              <a:prstGeom prst="line">
                <a:avLst/>
              </a:prstGeom>
              <a:ln w="9525" cap="flat" cmpd="sng">
                <a:solidFill>
                  <a:schemeClr val="tx1"/>
                </a:solidFill>
                <a:prstDash val="solid"/>
                <a:headEnd type="none" w="med" len="med"/>
                <a:tailEnd type="none" w="med" len="med"/>
              </a:ln>
            </p:spPr>
          </p:sp>
          <p:sp>
            <p:nvSpPr>
              <p:cNvPr id="96322" name="Line 51"/>
              <p:cNvSpPr/>
              <p:nvPr/>
            </p:nvSpPr>
            <p:spPr>
              <a:xfrm>
                <a:off x="572" y="3448"/>
                <a:ext cx="489" cy="0"/>
              </a:xfrm>
              <a:prstGeom prst="line">
                <a:avLst/>
              </a:prstGeom>
              <a:ln w="9525" cap="flat" cmpd="sng">
                <a:solidFill>
                  <a:schemeClr val="tx1"/>
                </a:solidFill>
                <a:prstDash val="solid"/>
                <a:headEnd type="none" w="med" len="med"/>
                <a:tailEnd type="none" w="med" len="med"/>
              </a:ln>
            </p:spPr>
          </p:sp>
          <p:sp>
            <p:nvSpPr>
              <p:cNvPr id="96323" name="Line 52"/>
              <p:cNvSpPr/>
              <p:nvPr/>
            </p:nvSpPr>
            <p:spPr>
              <a:xfrm>
                <a:off x="569" y="3607"/>
                <a:ext cx="489" cy="0"/>
              </a:xfrm>
              <a:prstGeom prst="line">
                <a:avLst/>
              </a:prstGeom>
              <a:ln w="9525" cap="flat" cmpd="sng">
                <a:solidFill>
                  <a:schemeClr val="tx1"/>
                </a:solidFill>
                <a:prstDash val="solid"/>
                <a:headEnd type="none" w="med" len="med"/>
                <a:tailEnd type="none" w="med" len="med"/>
              </a:ln>
            </p:spPr>
          </p:sp>
        </p:grpSp>
      </p:grpSp>
      <p:grpSp>
        <p:nvGrpSpPr>
          <p:cNvPr id="649220" name="Group 109"/>
          <p:cNvGrpSpPr/>
          <p:nvPr/>
        </p:nvGrpSpPr>
        <p:grpSpPr>
          <a:xfrm>
            <a:off x="71438" y="1136650"/>
            <a:ext cx="1081087" cy="1217613"/>
            <a:chOff x="1404" y="3105"/>
            <a:chExt cx="681" cy="767"/>
          </a:xfrm>
        </p:grpSpPr>
        <p:grpSp>
          <p:nvGrpSpPr>
            <p:cNvPr id="96281" name="Group 110"/>
            <p:cNvGrpSpPr/>
            <p:nvPr/>
          </p:nvGrpSpPr>
          <p:grpSpPr>
            <a:xfrm>
              <a:off x="1404" y="3355"/>
              <a:ext cx="681" cy="468"/>
              <a:chOff x="42" y="886"/>
              <a:chExt cx="681" cy="468"/>
            </a:xfrm>
          </p:grpSpPr>
          <p:grpSp>
            <p:nvGrpSpPr>
              <p:cNvPr id="96286" name="Group 111"/>
              <p:cNvGrpSpPr/>
              <p:nvPr/>
            </p:nvGrpSpPr>
            <p:grpSpPr>
              <a:xfrm>
                <a:off x="278" y="886"/>
                <a:ext cx="397" cy="154"/>
                <a:chOff x="740" y="3209"/>
                <a:chExt cx="397" cy="154"/>
              </a:xfrm>
            </p:grpSpPr>
            <p:grpSp>
              <p:nvGrpSpPr>
                <p:cNvPr id="96311" name="Group 112"/>
                <p:cNvGrpSpPr/>
                <p:nvPr/>
              </p:nvGrpSpPr>
              <p:grpSpPr>
                <a:xfrm>
                  <a:off x="794" y="3209"/>
                  <a:ext cx="343" cy="154"/>
                  <a:chOff x="844" y="3337"/>
                  <a:chExt cx="343" cy="154"/>
                </a:xfrm>
              </p:grpSpPr>
              <p:sp>
                <p:nvSpPr>
                  <p:cNvPr id="96314" name="Rectangle 113"/>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15" name="Text Box 114"/>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sp>
              <p:nvSpPr>
                <p:cNvPr id="96312" name="Rectangle 115"/>
                <p:cNvSpPr/>
                <p:nvPr/>
              </p:nvSpPr>
              <p:spPr>
                <a:xfrm>
                  <a:off x="750" y="3244"/>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13" name="Rectangle 116"/>
                <p:cNvSpPr/>
                <p:nvPr/>
              </p:nvSpPr>
              <p:spPr>
                <a:xfrm>
                  <a:off x="740" y="3238"/>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6287" name="Group 117"/>
              <p:cNvGrpSpPr/>
              <p:nvPr/>
            </p:nvGrpSpPr>
            <p:grpSpPr>
              <a:xfrm>
                <a:off x="278" y="1034"/>
                <a:ext cx="397" cy="154"/>
                <a:chOff x="836" y="3305"/>
                <a:chExt cx="397" cy="154"/>
              </a:xfrm>
            </p:grpSpPr>
            <p:grpSp>
              <p:nvGrpSpPr>
                <p:cNvPr id="96305" name="Group 118"/>
                <p:cNvGrpSpPr/>
                <p:nvPr/>
              </p:nvGrpSpPr>
              <p:grpSpPr>
                <a:xfrm>
                  <a:off x="890" y="3305"/>
                  <a:ext cx="343" cy="154"/>
                  <a:chOff x="844" y="3337"/>
                  <a:chExt cx="343" cy="154"/>
                </a:xfrm>
              </p:grpSpPr>
              <p:sp>
                <p:nvSpPr>
                  <p:cNvPr id="96309" name="Rectangle 119"/>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10" name="Text Box 120"/>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6306" name="Group 121"/>
                <p:cNvGrpSpPr/>
                <p:nvPr/>
              </p:nvGrpSpPr>
              <p:grpSpPr>
                <a:xfrm>
                  <a:off x="836" y="3334"/>
                  <a:ext cx="354" cy="94"/>
                  <a:chOff x="836" y="3334"/>
                  <a:chExt cx="354" cy="94"/>
                </a:xfrm>
              </p:grpSpPr>
              <p:sp>
                <p:nvSpPr>
                  <p:cNvPr id="96307" name="Rectangle 122"/>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08" name="Rectangle 123"/>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grpSp>
            <p:nvGrpSpPr>
              <p:cNvPr id="96288" name="Group 124"/>
              <p:cNvGrpSpPr/>
              <p:nvPr/>
            </p:nvGrpSpPr>
            <p:grpSpPr>
              <a:xfrm>
                <a:off x="165" y="1054"/>
                <a:ext cx="480" cy="112"/>
                <a:chOff x="627" y="3377"/>
                <a:chExt cx="480" cy="112"/>
              </a:xfrm>
            </p:grpSpPr>
            <p:sp>
              <p:nvSpPr>
                <p:cNvPr id="96303" name="Rectangle 125"/>
                <p:cNvSpPr/>
                <p:nvPr/>
              </p:nvSpPr>
              <p:spPr>
                <a:xfrm>
                  <a:off x="636" y="3388"/>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04" name="Rectangle 126"/>
                <p:cNvSpPr/>
                <p:nvPr/>
              </p:nvSpPr>
              <p:spPr>
                <a:xfrm>
                  <a:off x="627" y="3377"/>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96289" name="Group 127"/>
              <p:cNvGrpSpPr/>
              <p:nvPr/>
            </p:nvGrpSpPr>
            <p:grpSpPr>
              <a:xfrm>
                <a:off x="42" y="1200"/>
                <a:ext cx="681" cy="154"/>
                <a:chOff x="504" y="3523"/>
                <a:chExt cx="681" cy="154"/>
              </a:xfrm>
            </p:grpSpPr>
            <p:grpSp>
              <p:nvGrpSpPr>
                <p:cNvPr id="96290" name="Group 128"/>
                <p:cNvGrpSpPr/>
                <p:nvPr/>
              </p:nvGrpSpPr>
              <p:grpSpPr>
                <a:xfrm>
                  <a:off x="623" y="3523"/>
                  <a:ext cx="510" cy="154"/>
                  <a:chOff x="723" y="3453"/>
                  <a:chExt cx="510" cy="154"/>
                </a:xfrm>
              </p:grpSpPr>
              <p:grpSp>
                <p:nvGrpSpPr>
                  <p:cNvPr id="96294" name="Group 129"/>
                  <p:cNvGrpSpPr/>
                  <p:nvPr/>
                </p:nvGrpSpPr>
                <p:grpSpPr>
                  <a:xfrm>
                    <a:off x="836" y="3453"/>
                    <a:ext cx="397" cy="154"/>
                    <a:chOff x="836" y="3305"/>
                    <a:chExt cx="397" cy="154"/>
                  </a:xfrm>
                </p:grpSpPr>
                <p:grpSp>
                  <p:nvGrpSpPr>
                    <p:cNvPr id="96297" name="Group 130"/>
                    <p:cNvGrpSpPr/>
                    <p:nvPr/>
                  </p:nvGrpSpPr>
                  <p:grpSpPr>
                    <a:xfrm>
                      <a:off x="890" y="3305"/>
                      <a:ext cx="343" cy="154"/>
                      <a:chOff x="844" y="3337"/>
                      <a:chExt cx="343" cy="154"/>
                    </a:xfrm>
                  </p:grpSpPr>
                  <p:sp>
                    <p:nvSpPr>
                      <p:cNvPr id="96301" name="Rectangle 131"/>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02" name="Text Box 132"/>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nvGrpSpPr>
                    <p:cNvPr id="96298" name="Group 133"/>
                    <p:cNvGrpSpPr/>
                    <p:nvPr/>
                  </p:nvGrpSpPr>
                  <p:grpSpPr>
                    <a:xfrm>
                      <a:off x="836" y="3334"/>
                      <a:ext cx="354" cy="94"/>
                      <a:chOff x="836" y="3334"/>
                      <a:chExt cx="354" cy="94"/>
                    </a:xfrm>
                  </p:grpSpPr>
                  <p:sp>
                    <p:nvSpPr>
                      <p:cNvPr id="96299" name="Rectangle 134"/>
                      <p:cNvSpPr/>
                      <p:nvPr/>
                    </p:nvSpPr>
                    <p:spPr>
                      <a:xfrm>
                        <a:off x="846" y="3340"/>
                        <a:ext cx="88" cy="82"/>
                      </a:xfrm>
                      <a:prstGeom prst="rect">
                        <a:avLst/>
                      </a:prstGeom>
                      <a:solidFill>
                        <a:schemeClr val="accent1"/>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300" name="Rectangle 135"/>
                      <p:cNvSpPr/>
                      <p:nvPr/>
                    </p:nvSpPr>
                    <p:spPr>
                      <a:xfrm>
                        <a:off x="836" y="3334"/>
                        <a:ext cx="354" cy="94"/>
                      </a:xfrm>
                      <a:prstGeom prst="rect">
                        <a:avLst/>
                      </a:prstGeom>
                      <a:noFill/>
                      <a:ln w="9525" cap="flat" cmpd="sng">
                        <a:solidFill>
                          <a:schemeClr val="accent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6295" name="Rectangle 136"/>
                  <p:cNvSpPr/>
                  <p:nvPr/>
                </p:nvSpPr>
                <p:spPr>
                  <a:xfrm>
                    <a:off x="732" y="3484"/>
                    <a:ext cx="96" cy="93"/>
                  </a:xfrm>
                  <a:prstGeom prst="rect">
                    <a:avLst/>
                  </a:prstGeom>
                  <a:solidFill>
                    <a:schemeClr val="accent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296" name="Rectangle 137"/>
                  <p:cNvSpPr/>
                  <p:nvPr/>
                </p:nvSpPr>
                <p:spPr>
                  <a:xfrm>
                    <a:off x="723" y="3473"/>
                    <a:ext cx="480" cy="112"/>
                  </a:xfrm>
                  <a:prstGeom prst="rect">
                    <a:avLst/>
                  </a:prstGeom>
                  <a:noFill/>
                  <a:ln w="9525" cap="flat" cmpd="sng">
                    <a:solidFill>
                      <a:schemeClr val="accent2"/>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96291" name="Rectangle 138"/>
                <p:cNvSpPr/>
                <p:nvPr/>
              </p:nvSpPr>
              <p:spPr>
                <a:xfrm>
                  <a:off x="517" y="3545"/>
                  <a:ext cx="94"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292" name="Rectangle 139"/>
                <p:cNvSpPr/>
                <p:nvPr/>
              </p:nvSpPr>
              <p:spPr>
                <a:xfrm>
                  <a:off x="1115" y="3544"/>
                  <a:ext cx="60" cy="108"/>
                </a:xfrm>
                <a:prstGeom prst="rect">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293" name="Rectangle 140"/>
                <p:cNvSpPr/>
                <p:nvPr/>
              </p:nvSpPr>
              <p:spPr>
                <a:xfrm>
                  <a:off x="504" y="3529"/>
                  <a:ext cx="681" cy="138"/>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96282" name="AutoShape 141"/>
            <p:cNvSpPr/>
            <p:nvPr/>
          </p:nvSpPr>
          <p:spPr>
            <a:xfrm rot="10800000">
              <a:off x="1727" y="3105"/>
              <a:ext cx="240" cy="767"/>
            </a:xfrm>
            <a:prstGeom prst="downArrow">
              <a:avLst>
                <a:gd name="adj1" fmla="val 54166"/>
                <a:gd name="adj2" fmla="val 51310"/>
              </a:avLst>
            </a:prstGeom>
            <a:gradFill rotWithShape="1">
              <a:gsLst>
                <a:gs pos="0">
                  <a:srgbClr val="FF0000">
                    <a:alpha val="25000"/>
                  </a:srgbClr>
                </a:gs>
                <a:gs pos="100000">
                  <a:srgbClr val="FF0000">
                    <a:alpha val="25000"/>
                  </a:srgbClr>
                </a:gs>
              </a:gsLst>
              <a:lin ang="540000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96283" name="Group 142"/>
            <p:cNvGrpSpPr/>
            <p:nvPr/>
          </p:nvGrpSpPr>
          <p:grpSpPr>
            <a:xfrm>
              <a:off x="1695" y="3227"/>
              <a:ext cx="343" cy="154"/>
              <a:chOff x="844" y="3337"/>
              <a:chExt cx="343" cy="154"/>
            </a:xfrm>
          </p:grpSpPr>
          <p:sp>
            <p:nvSpPr>
              <p:cNvPr id="96284" name="Rectangle 143"/>
              <p:cNvSpPr/>
              <p:nvPr/>
            </p:nvSpPr>
            <p:spPr>
              <a:xfrm>
                <a:off x="889" y="3370"/>
                <a:ext cx="245" cy="86"/>
              </a:xfrm>
              <a:prstGeom prst="rect">
                <a:avLst/>
              </a:prstGeom>
              <a:solidFill>
                <a:srgbClr val="FF0000"/>
              </a:solidFill>
              <a:ln w="9525" cap="flat" cmpd="sng">
                <a:solidFill>
                  <a:schemeClr val="bg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96285" name="Text Box 144"/>
              <p:cNvSpPr txBox="1"/>
              <p:nvPr/>
            </p:nvSpPr>
            <p:spPr>
              <a:xfrm>
                <a:off x="844" y="3337"/>
                <a:ext cx="343" cy="1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000">
                    <a:solidFill>
                      <a:schemeClr val="bg1"/>
                    </a:solidFill>
                    <a:latin typeface="Arial" panose="020B0604020202090204" pitchFamily="34" charset="0"/>
                  </a:rPr>
                  <a:t>DHCP</a:t>
                </a:r>
              </a:p>
            </p:txBody>
          </p:sp>
        </p:grpSp>
      </p:grpSp>
      <p:sp>
        <p:nvSpPr>
          <p:cNvPr id="649442" name="Rectangle 226"/>
          <p:cNvSpPr>
            <a:spLocks noChangeArrowheads="1"/>
          </p:cNvSpPr>
          <p:nvPr/>
        </p:nvSpPr>
        <p:spPr bwMode="auto">
          <a:xfrm>
            <a:off x="5026025" y="4485958"/>
            <a:ext cx="3421063" cy="1362075"/>
          </a:xfrm>
          <a:prstGeom prst="rect">
            <a:avLst/>
          </a:prstGeom>
          <a:noFill/>
          <a:ln>
            <a:noFill/>
          </a:ln>
        </p:spPr>
        <p:txBody>
          <a:bodyPr/>
          <a:lstStyle/>
          <a:p>
            <a:pPr marL="233680" marR="0" lvl="0" indent="-233680" algn="l" defTabSz="914400" rtl="0" eaLnBrk="0" fontAlgn="base" latinLnBrk="0" hangingPunct="0">
              <a:lnSpc>
                <a:spcPct val="85000"/>
              </a:lnSpc>
              <a:spcBef>
                <a:spcPct val="20000"/>
              </a:spcBef>
              <a:spcAft>
                <a:spcPct val="0"/>
              </a:spcAft>
              <a:buClr>
                <a:srgbClr val="000099"/>
              </a:buClr>
              <a:buSzPct val="100000"/>
              <a:buFont typeface="Wingdings" panose="05000000000000000000" pitchFamily="2" charset="2"/>
              <a:buChar char="§"/>
              <a:defRPr/>
            </a:pPr>
            <a:r>
              <a:rPr kumimoji="0" lang="en-US" sz="2200" b="0" i="0" u="none" strike="noStrike" kern="1200" cap="none" spc="0" normalizeH="0" baseline="0" noProof="0" dirty="0">
                <a:ln>
                  <a:noFill/>
                </a:ln>
                <a:solidFill>
                  <a:schemeClr val="tx1"/>
                </a:solidFill>
                <a:effectLst/>
                <a:uLnTx/>
                <a:uFillTx/>
                <a:latin typeface="Gill Sans MT" charset="0"/>
                <a:ea typeface="MS PGothic" charset="0"/>
                <a:cs typeface="MS PGothic" charset="0"/>
              </a:rPr>
              <a:t>client now knows its IP address, name and IP address of DSN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anose="05000000000000000000" charset="0"/>
              <a:buChar char="v"/>
              <a:defRPr/>
            </a:pPr>
            <a:endParaRPr kumimoji="0" lang="en-US" sz="2200" b="0" i="0" u="none" strike="noStrike" kern="1200" cap="none" spc="0" normalizeH="0" baseline="0" noProof="0" dirty="0">
              <a:ln>
                <a:noFill/>
              </a:ln>
              <a:solidFill>
                <a:schemeClr val="tx1"/>
              </a:solidFill>
              <a:effectLst/>
              <a:uLnTx/>
              <a:uFillTx/>
              <a:latin typeface="Gill Sans MT" charset="0"/>
              <a:ea typeface="MS PGothic" charset="0"/>
              <a:cs typeface="MS PGothic" charset="0"/>
            </a:endParaRPr>
          </a:p>
        </p:txBody>
      </p:sp>
      <p:sp>
        <p:nvSpPr>
          <p:cNvPr id="96279"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107</a:t>
            </a:fld>
            <a:endParaRPr lang="en-US" altLang="zh-CN" sz="1200">
              <a:latin typeface="Tahoma" panose="020B0604030504040204" charset="0"/>
            </a:endParaRPr>
          </a:p>
        </p:txBody>
      </p:sp>
      <p:sp>
        <p:nvSpPr>
          <p:cNvPr id="9628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4921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49219">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up)">
                                      <p:cBhvr>
                                        <p:cTn id="13" dur="500"/>
                                        <p:tgtEl>
                                          <p:spTgt spid="12"/>
                                        </p:tgtEl>
                                      </p:cBhvr>
                                    </p:animEffect>
                                  </p:childTnLst>
                                </p:cTn>
                              </p:par>
                              <p:par>
                                <p:cTn id="14" presetID="1" presetClass="entr" presetSubtype="0" fill="hold" nodeType="withEffect">
                                  <p:stCondLst>
                                    <p:cond delay="0"/>
                                  </p:stCondLst>
                                  <p:childTnLst>
                                    <p:set>
                                      <p:cBhvr>
                                        <p:cTn id="15" dur="1" fill="hold">
                                          <p:stCondLst>
                                            <p:cond delay="0"/>
                                          </p:stCondLst>
                                        </p:cTn>
                                        <p:tgtEl>
                                          <p:spTgt spid="649364">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2569 0.03081 L 0.1533 0.0322 L 0.34896 -0.28446 L -0.04115 -0.28886 " pathEditMode="relative" rAng="0" ptsTypes="AAAA">
                                      <p:cBhvr>
                                        <p:cTn id="21" dur="2000" fill="hold"/>
                                        <p:tgtEl>
                                          <p:spTgt spid="25"/>
                                        </p:tgtEl>
                                        <p:attrNameLst>
                                          <p:attrName>ppt_x</p:attrName>
                                          <p:attrName>ppt_y</p:attrName>
                                        </p:attrNameLst>
                                      </p:cBhvr>
                                      <p:rCtr x="18000" y="-15900"/>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30"/>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649216"/>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2"/>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649217"/>
                                        </p:tgtEl>
                                        <p:attrNameLst>
                                          <p:attrName>style.visibility</p:attrName>
                                        </p:attrNameLst>
                                      </p:cBhvr>
                                      <p:to>
                                        <p:strVal val="visible"/>
                                      </p:to>
                                    </p:set>
                                    <p:animEffect transition="in" filter="wipe(down)">
                                      <p:cBhvr>
                                        <p:cTn id="32" dur="500"/>
                                        <p:tgtEl>
                                          <p:spTgt spid="649217"/>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649220"/>
                                        </p:tgtEl>
                                        <p:attrNameLst>
                                          <p:attrName>style.visibility</p:attrName>
                                        </p:attrNameLst>
                                      </p:cBhvr>
                                      <p:to>
                                        <p:strVal val="visible"/>
                                      </p:to>
                                    </p:set>
                                    <p:animEffect transition="in" filter="wipe(down)">
                                      <p:cBhvr>
                                        <p:cTn id="36" dur="1000"/>
                                        <p:tgtEl>
                                          <p:spTgt spid="649220"/>
                                        </p:tgtEl>
                                      </p:cBhvr>
                                    </p:animEffect>
                                  </p:childTnLst>
                                </p:cTn>
                              </p:par>
                              <p:par>
                                <p:cTn id="37" presetID="1" presetClass="exit" presetSubtype="0" fill="hold" nodeType="withEffect">
                                  <p:stCondLst>
                                    <p:cond delay="0"/>
                                  </p:stCondLst>
                                  <p:childTnLst>
                                    <p:set>
                                      <p:cBhvr>
                                        <p:cTn id="38" dur="1" fill="hold">
                                          <p:stCondLst>
                                            <p:cond delay="0"/>
                                          </p:stCondLst>
                                        </p:cTn>
                                        <p:tgtEl>
                                          <p:spTgt spid="25"/>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6494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9219" grpId="0" build="p"/>
      <p:bldP spid="649364" grpId="0" build="p"/>
      <p:bldP spid="649442" grpId="0" build="p"/>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7281" name="Picture 10" descr="underline_base"/>
          <p:cNvPicPr/>
          <p:nvPr/>
        </p:nvPicPr>
        <p:blipFill>
          <a:blip r:embed="rId2"/>
          <a:stretch>
            <a:fillRect/>
          </a:stretch>
        </p:blipFill>
        <p:spPr>
          <a:xfrm>
            <a:off x="366713" y="1101725"/>
            <a:ext cx="3656012" cy="173038"/>
          </a:xfrm>
          <a:prstGeom prst="rect">
            <a:avLst/>
          </a:prstGeom>
          <a:noFill/>
          <a:ln w="9525">
            <a:noFill/>
          </a:ln>
        </p:spPr>
      </p:pic>
      <p:sp>
        <p:nvSpPr>
          <p:cNvPr id="51205" name="Rectangle 2"/>
          <p:cNvSpPr>
            <a:spLocks noGrp="1" noChangeArrowheads="1"/>
          </p:cNvSpPr>
          <p:nvPr>
            <p:ph type="title"/>
          </p:nvPr>
        </p:nvSpPr>
        <p:spPr>
          <a:xfrm>
            <a:off x="358775" y="174625"/>
            <a:ext cx="4010660" cy="1143000"/>
          </a:xfrm>
        </p:spPr>
        <p:txBody>
          <a:bodyPr vert="horz" wrap="square" lIns="91440" tIns="45720" rIns="91440" bIns="45720" numCol="1" anchor="ctr" anchorCtr="0" compatLnSpc="1"/>
          <a:lstStyle/>
          <a:p>
            <a:pPr marL="0" marR="0" lvl="0" indent="0" algn="l" defTabSz="914400" rtl="0" eaLnBrk="0" fontAlgn="base" latinLnBrk="0" hangingPunct="0">
              <a:lnSpc>
                <a:spcPct val="75000"/>
              </a:lnSpc>
              <a:spcBef>
                <a:spcPct val="0"/>
              </a:spcBef>
              <a:spcAft>
                <a:spcPct val="0"/>
              </a:spcAft>
              <a:buClrTx/>
              <a:buSzTx/>
              <a:buFontTx/>
              <a:buNone/>
              <a:defRPr/>
            </a:pPr>
            <a:r>
              <a:rPr kumimoji="0" lang="en-US" sz="3600" b="0" i="0" u="none" strike="noStrike" kern="0" cap="none" spc="0" normalizeH="0" baseline="0" noProof="0">
                <a:ln>
                  <a:noFill/>
                </a:ln>
                <a:solidFill>
                  <a:srgbClr val="000099"/>
                </a:solidFill>
                <a:effectLst/>
                <a:uLnTx/>
                <a:uFillTx/>
                <a:latin typeface="+mj-lt"/>
                <a:ea typeface="MS PGothic" charset="0"/>
                <a:cs typeface="+mj-cs"/>
              </a:rPr>
              <a:t>DHCP: Wireshark output </a:t>
            </a:r>
            <a:r>
              <a:rPr kumimoji="0" lang="en-US" sz="3200" b="0" i="0" u="none" strike="noStrike" kern="0" cap="none" spc="0" normalizeH="0" baseline="0" noProof="0">
                <a:ln>
                  <a:noFill/>
                </a:ln>
                <a:solidFill>
                  <a:srgbClr val="000099"/>
                </a:solidFill>
                <a:effectLst/>
                <a:uLnTx/>
                <a:uFillTx/>
                <a:latin typeface="+mj-lt"/>
                <a:ea typeface="MS PGothic" charset="0"/>
                <a:cs typeface="+mj-cs"/>
              </a:rPr>
              <a:t>(home LAN)</a:t>
            </a:r>
          </a:p>
        </p:txBody>
      </p:sp>
      <p:sp>
        <p:nvSpPr>
          <p:cNvPr id="97283" name="Text Box 4"/>
          <p:cNvSpPr txBox="1"/>
          <p:nvPr/>
        </p:nvSpPr>
        <p:spPr>
          <a:xfrm>
            <a:off x="4570413" y="500063"/>
            <a:ext cx="4492625" cy="43561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90000"/>
              </a:lnSpc>
              <a:spcBef>
                <a:spcPct val="0"/>
              </a:spcBef>
              <a:buClrTx/>
              <a:buSzTx/>
              <a:buFontTx/>
              <a:buNone/>
            </a:pPr>
            <a:r>
              <a:rPr lang="en-US" altLang="zh-CN" sz="1200">
                <a:latin typeface="Arial" panose="020B0604020202090204" pitchFamily="34" charset="0"/>
              </a:rPr>
              <a:t>Message type: </a:t>
            </a:r>
            <a:r>
              <a:rPr lang="en-US" altLang="zh-CN" sz="1200" b="1">
                <a:solidFill>
                  <a:srgbClr val="FF0000"/>
                </a:solidFill>
                <a:latin typeface="Arial" panose="020B0604020202090204" pitchFamily="34" charset="0"/>
              </a:rPr>
              <a:t>Boot Reply (2)</a:t>
            </a:r>
          </a:p>
          <a:p>
            <a:pPr marL="0" lvl="0" indent="0">
              <a:lnSpc>
                <a:spcPct val="90000"/>
              </a:lnSpc>
              <a:spcBef>
                <a:spcPct val="0"/>
              </a:spcBef>
              <a:buClrTx/>
              <a:buSzTx/>
              <a:buFontTx/>
              <a:buNone/>
            </a:pPr>
            <a:r>
              <a:rPr lang="en-US" altLang="zh-CN" sz="1200">
                <a:latin typeface="Arial" panose="020B0604020202090204" pitchFamily="34" charset="0"/>
              </a:rPr>
              <a:t>Hardware type: Ethernet</a:t>
            </a:r>
          </a:p>
          <a:p>
            <a:pPr marL="0" lvl="0" indent="0">
              <a:lnSpc>
                <a:spcPct val="90000"/>
              </a:lnSpc>
              <a:spcBef>
                <a:spcPct val="0"/>
              </a:spcBef>
              <a:buClrTx/>
              <a:buSzTx/>
              <a:buFontTx/>
              <a:buNone/>
            </a:pPr>
            <a:r>
              <a:rPr lang="en-US" altLang="zh-CN" sz="1200">
                <a:latin typeface="Arial" panose="020B0604020202090204" pitchFamily="34" charset="0"/>
              </a:rPr>
              <a:t>Hardware address length: 6</a:t>
            </a:r>
          </a:p>
          <a:p>
            <a:pPr marL="0" lvl="0" indent="0">
              <a:lnSpc>
                <a:spcPct val="90000"/>
              </a:lnSpc>
              <a:spcBef>
                <a:spcPct val="0"/>
              </a:spcBef>
              <a:buClrTx/>
              <a:buSzTx/>
              <a:buFontTx/>
              <a:buNone/>
            </a:pPr>
            <a:r>
              <a:rPr lang="en-US" altLang="zh-CN" sz="1200">
                <a:latin typeface="Arial" panose="020B0604020202090204" pitchFamily="34" charset="0"/>
              </a:rPr>
              <a:t>Hops: 0</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Transaction ID: 0x6b3a11b7</a:t>
            </a:r>
          </a:p>
          <a:p>
            <a:pPr marL="0" lvl="0" indent="0">
              <a:lnSpc>
                <a:spcPct val="90000"/>
              </a:lnSpc>
              <a:spcBef>
                <a:spcPct val="0"/>
              </a:spcBef>
              <a:buClrTx/>
              <a:buSzTx/>
              <a:buFontTx/>
              <a:buNone/>
            </a:pPr>
            <a:r>
              <a:rPr lang="en-US" altLang="zh-CN" sz="1200">
                <a:latin typeface="Arial" panose="020B0604020202090204" pitchFamily="34" charset="0"/>
              </a:rPr>
              <a:t>Seconds elapsed: 0</a:t>
            </a:r>
          </a:p>
          <a:p>
            <a:pPr marL="0" lvl="0" indent="0">
              <a:lnSpc>
                <a:spcPct val="90000"/>
              </a:lnSpc>
              <a:spcBef>
                <a:spcPct val="0"/>
              </a:spcBef>
              <a:buClrTx/>
              <a:buSzTx/>
              <a:buFontTx/>
              <a:buNone/>
            </a:pPr>
            <a:r>
              <a:rPr lang="en-US" altLang="zh-CN" sz="1200">
                <a:latin typeface="Arial" panose="020B0604020202090204" pitchFamily="34" charset="0"/>
              </a:rPr>
              <a:t>Bootp flags: 0x0000 (Unicast)</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Client IP address: 192.168.1.101 (192.168.1.101)</a:t>
            </a:r>
          </a:p>
          <a:p>
            <a:pPr marL="0" lvl="0" indent="0">
              <a:lnSpc>
                <a:spcPct val="90000"/>
              </a:lnSpc>
              <a:spcBef>
                <a:spcPct val="0"/>
              </a:spcBef>
              <a:buClrTx/>
              <a:buSzTx/>
              <a:buFontTx/>
              <a:buNone/>
            </a:pPr>
            <a:r>
              <a:rPr lang="en-US" altLang="zh-CN" sz="1200">
                <a:latin typeface="Arial" panose="020B0604020202090204" pitchFamily="34" charset="0"/>
              </a:rPr>
              <a:t>Your (client) IP address: 0.0.0.0 (0.0.0.0)</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Next server IP address: 192.168.1.1 (192.168.1.1)</a:t>
            </a:r>
          </a:p>
          <a:p>
            <a:pPr marL="0" lvl="0" indent="0">
              <a:lnSpc>
                <a:spcPct val="90000"/>
              </a:lnSpc>
              <a:spcBef>
                <a:spcPct val="0"/>
              </a:spcBef>
              <a:buClrTx/>
              <a:buSzTx/>
              <a:buFontTx/>
              <a:buNone/>
            </a:pPr>
            <a:r>
              <a:rPr lang="en-US" altLang="zh-CN" sz="1200">
                <a:latin typeface="Arial" panose="020B0604020202090204" pitchFamily="34" charset="0"/>
              </a:rPr>
              <a:t>Relay agent IP address: 0.0.0.0 (0.0.0.0)</a:t>
            </a:r>
          </a:p>
          <a:p>
            <a:pPr marL="0" lvl="0" indent="0">
              <a:lnSpc>
                <a:spcPct val="90000"/>
              </a:lnSpc>
              <a:spcBef>
                <a:spcPct val="0"/>
              </a:spcBef>
              <a:buClrTx/>
              <a:buSzTx/>
              <a:buFontTx/>
              <a:buNone/>
            </a:pPr>
            <a:r>
              <a:rPr lang="en-US" altLang="zh-CN" sz="1200">
                <a:latin typeface="Arial" panose="020B0604020202090204" pitchFamily="34" charset="0"/>
              </a:rPr>
              <a:t>Client MAC address: Wistron_23:68:8a (00:16:d3:23:68:8a)</a:t>
            </a:r>
          </a:p>
          <a:p>
            <a:pPr marL="0" lvl="0" indent="0">
              <a:lnSpc>
                <a:spcPct val="90000"/>
              </a:lnSpc>
              <a:spcBef>
                <a:spcPct val="0"/>
              </a:spcBef>
              <a:buClrTx/>
              <a:buSzTx/>
              <a:buFontTx/>
              <a:buNone/>
            </a:pPr>
            <a:r>
              <a:rPr lang="en-US" altLang="zh-CN" sz="1200">
                <a:latin typeface="Arial" panose="020B0604020202090204" pitchFamily="34" charset="0"/>
              </a:rPr>
              <a:t>Server host name not given</a:t>
            </a:r>
          </a:p>
          <a:p>
            <a:pPr marL="0" lvl="0" indent="0">
              <a:lnSpc>
                <a:spcPct val="90000"/>
              </a:lnSpc>
              <a:spcBef>
                <a:spcPct val="0"/>
              </a:spcBef>
              <a:buClrTx/>
              <a:buSzTx/>
              <a:buFontTx/>
              <a:buNone/>
            </a:pPr>
            <a:r>
              <a:rPr lang="en-US" altLang="zh-CN" sz="1200">
                <a:latin typeface="Arial" panose="020B0604020202090204" pitchFamily="34" charset="0"/>
              </a:rPr>
              <a:t>Boot file name not given</a:t>
            </a:r>
          </a:p>
          <a:p>
            <a:pPr marL="0" lvl="0" indent="0">
              <a:lnSpc>
                <a:spcPct val="90000"/>
              </a:lnSpc>
              <a:spcBef>
                <a:spcPct val="0"/>
              </a:spcBef>
              <a:buClrTx/>
              <a:buSzTx/>
              <a:buFontTx/>
              <a:buNone/>
            </a:pPr>
            <a:r>
              <a:rPr lang="en-US" altLang="zh-CN" sz="1200">
                <a:latin typeface="Arial" panose="020B0604020202090204" pitchFamily="34" charset="0"/>
              </a:rPr>
              <a:t>Magic cookie: (OK)</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Option: (t=53,l=1) DHCP Message Type = DHCP ACK</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Option: (t=54,l=4) Server Identifier = 192.168.1.1</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Option: (t=1,l=4) Subnet Mask = 255.255.255.0</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Option: (t=3,l=4) Router = 192.168.1.1</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Option: (6) Domain Name Server</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     Length: 12; Value: 445747E2445749F244574092; </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      IP Address: 68.87.71.226;</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      IP Address: 68.87.73.242; </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      IP Address: 68.87.64.146</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Option: (t=15,l=20) Domain Name = "hsd1.ma.comcast.net."</a:t>
            </a:r>
          </a:p>
          <a:p>
            <a:pPr marL="0" lvl="0" indent="0">
              <a:lnSpc>
                <a:spcPct val="90000"/>
              </a:lnSpc>
              <a:spcBef>
                <a:spcPct val="0"/>
              </a:spcBef>
              <a:buClrTx/>
              <a:buSzTx/>
              <a:buFontTx/>
              <a:buNone/>
            </a:pPr>
            <a:endParaRPr lang="en-US" altLang="zh-CN" sz="1000">
              <a:latin typeface="Arial" panose="020B0604020202090204" pitchFamily="34" charset="0"/>
            </a:endParaRPr>
          </a:p>
        </p:txBody>
      </p:sp>
      <p:sp>
        <p:nvSpPr>
          <p:cNvPr id="97284" name="Line 5"/>
          <p:cNvSpPr/>
          <p:nvPr/>
        </p:nvSpPr>
        <p:spPr>
          <a:xfrm>
            <a:off x="4522788" y="298450"/>
            <a:ext cx="9525" cy="6276975"/>
          </a:xfrm>
          <a:prstGeom prst="line">
            <a:avLst/>
          </a:prstGeom>
          <a:ln w="19050" cap="flat" cmpd="sng">
            <a:solidFill>
              <a:srgbClr val="000099"/>
            </a:solidFill>
            <a:prstDash val="solid"/>
            <a:headEnd type="none" w="med" len="med"/>
            <a:tailEnd type="none" w="med" len="med"/>
          </a:ln>
        </p:spPr>
      </p:sp>
      <p:sp>
        <p:nvSpPr>
          <p:cNvPr id="97285" name="Text Box 6"/>
          <p:cNvSpPr txBox="1"/>
          <p:nvPr/>
        </p:nvSpPr>
        <p:spPr>
          <a:xfrm>
            <a:off x="7634288" y="485775"/>
            <a:ext cx="846137" cy="4572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solidFill>
                  <a:srgbClr val="CC0000"/>
                </a:solidFill>
                <a:latin typeface="Arial" panose="020B0604020202090204" pitchFamily="34" charset="0"/>
              </a:rPr>
              <a:t>reply</a:t>
            </a:r>
          </a:p>
        </p:txBody>
      </p:sp>
      <p:sp>
        <p:nvSpPr>
          <p:cNvPr id="97286" name="Text Box 7"/>
          <p:cNvSpPr txBox="1"/>
          <p:nvPr/>
        </p:nvSpPr>
        <p:spPr>
          <a:xfrm>
            <a:off x="157163" y="1506538"/>
            <a:ext cx="4394200" cy="4714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90000"/>
              </a:lnSpc>
              <a:spcBef>
                <a:spcPct val="0"/>
              </a:spcBef>
              <a:buClrTx/>
              <a:buSzTx/>
              <a:buFontTx/>
              <a:buNone/>
            </a:pPr>
            <a:r>
              <a:rPr lang="en-US" altLang="zh-CN" sz="1200">
                <a:latin typeface="Arial" panose="020B0604020202090204" pitchFamily="34" charset="0"/>
              </a:rPr>
              <a:t>Message type: </a:t>
            </a:r>
            <a:r>
              <a:rPr lang="en-US" altLang="zh-CN" sz="1200" b="1" u="sng">
                <a:solidFill>
                  <a:srgbClr val="FF0000"/>
                </a:solidFill>
                <a:latin typeface="Arial" panose="020B0604020202090204" pitchFamily="34" charset="0"/>
              </a:rPr>
              <a:t>Boot Request (1)</a:t>
            </a:r>
          </a:p>
          <a:p>
            <a:pPr marL="0" lvl="0" indent="0">
              <a:lnSpc>
                <a:spcPct val="90000"/>
              </a:lnSpc>
              <a:spcBef>
                <a:spcPct val="0"/>
              </a:spcBef>
              <a:buClrTx/>
              <a:buSzTx/>
              <a:buFontTx/>
              <a:buNone/>
            </a:pPr>
            <a:r>
              <a:rPr lang="en-US" altLang="zh-CN" sz="1200">
                <a:latin typeface="Arial" panose="020B0604020202090204" pitchFamily="34" charset="0"/>
              </a:rPr>
              <a:t>Hardware type: Ethernet</a:t>
            </a:r>
          </a:p>
          <a:p>
            <a:pPr marL="0" lvl="0" indent="0">
              <a:lnSpc>
                <a:spcPct val="90000"/>
              </a:lnSpc>
              <a:spcBef>
                <a:spcPct val="0"/>
              </a:spcBef>
              <a:buClrTx/>
              <a:buSzTx/>
              <a:buFontTx/>
              <a:buNone/>
            </a:pPr>
            <a:r>
              <a:rPr lang="en-US" altLang="zh-CN" sz="1200">
                <a:latin typeface="Arial" panose="020B0604020202090204" pitchFamily="34" charset="0"/>
              </a:rPr>
              <a:t>Hardware address length: 6</a:t>
            </a:r>
          </a:p>
          <a:p>
            <a:pPr marL="0" lvl="0" indent="0">
              <a:lnSpc>
                <a:spcPct val="90000"/>
              </a:lnSpc>
              <a:spcBef>
                <a:spcPct val="0"/>
              </a:spcBef>
              <a:buClrTx/>
              <a:buSzTx/>
              <a:buFontTx/>
              <a:buNone/>
            </a:pPr>
            <a:r>
              <a:rPr lang="en-US" altLang="zh-CN" sz="1200">
                <a:latin typeface="Arial" panose="020B0604020202090204" pitchFamily="34" charset="0"/>
              </a:rPr>
              <a:t>Hops: 0</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Transaction ID: 0x6b3a11b7</a:t>
            </a:r>
          </a:p>
          <a:p>
            <a:pPr marL="0" lvl="0" indent="0">
              <a:lnSpc>
                <a:spcPct val="90000"/>
              </a:lnSpc>
              <a:spcBef>
                <a:spcPct val="0"/>
              </a:spcBef>
              <a:buClrTx/>
              <a:buSzTx/>
              <a:buFontTx/>
              <a:buNone/>
            </a:pPr>
            <a:r>
              <a:rPr lang="en-US" altLang="zh-CN" sz="1200">
                <a:latin typeface="Arial" panose="020B0604020202090204" pitchFamily="34" charset="0"/>
              </a:rPr>
              <a:t>Seconds elapsed: 0</a:t>
            </a:r>
          </a:p>
          <a:p>
            <a:pPr marL="0" lvl="0" indent="0">
              <a:lnSpc>
                <a:spcPct val="90000"/>
              </a:lnSpc>
              <a:spcBef>
                <a:spcPct val="0"/>
              </a:spcBef>
              <a:buClrTx/>
              <a:buSzTx/>
              <a:buFontTx/>
              <a:buNone/>
            </a:pPr>
            <a:r>
              <a:rPr lang="en-US" altLang="zh-CN" sz="1200">
                <a:latin typeface="Arial" panose="020B0604020202090204" pitchFamily="34" charset="0"/>
              </a:rPr>
              <a:t>Bootp flags: 0x0000 (Unicast)</a:t>
            </a:r>
          </a:p>
          <a:p>
            <a:pPr marL="0" lvl="0" indent="0">
              <a:lnSpc>
                <a:spcPct val="90000"/>
              </a:lnSpc>
              <a:spcBef>
                <a:spcPct val="0"/>
              </a:spcBef>
              <a:buClrTx/>
              <a:buSzTx/>
              <a:buFontTx/>
              <a:buNone/>
            </a:pPr>
            <a:r>
              <a:rPr lang="en-US" altLang="zh-CN" sz="1200">
                <a:latin typeface="Arial" panose="020B0604020202090204" pitchFamily="34" charset="0"/>
              </a:rPr>
              <a:t>Client IP address: 0.0.0.0 (0.0.0.0)</a:t>
            </a:r>
          </a:p>
          <a:p>
            <a:pPr marL="0" lvl="0" indent="0">
              <a:lnSpc>
                <a:spcPct val="90000"/>
              </a:lnSpc>
              <a:spcBef>
                <a:spcPct val="0"/>
              </a:spcBef>
              <a:buClrTx/>
              <a:buSzTx/>
              <a:buFontTx/>
              <a:buNone/>
            </a:pPr>
            <a:r>
              <a:rPr lang="en-US" altLang="zh-CN" sz="1200">
                <a:latin typeface="Arial" panose="020B0604020202090204" pitchFamily="34" charset="0"/>
              </a:rPr>
              <a:t>Your (client) IP address: 0.0.0.0 (0.0.0.0)</a:t>
            </a:r>
          </a:p>
          <a:p>
            <a:pPr marL="0" lvl="0" indent="0">
              <a:lnSpc>
                <a:spcPct val="90000"/>
              </a:lnSpc>
              <a:spcBef>
                <a:spcPct val="0"/>
              </a:spcBef>
              <a:buClrTx/>
              <a:buSzTx/>
              <a:buFontTx/>
              <a:buNone/>
            </a:pPr>
            <a:r>
              <a:rPr lang="en-US" altLang="zh-CN" sz="1200">
                <a:latin typeface="Arial" panose="020B0604020202090204" pitchFamily="34" charset="0"/>
              </a:rPr>
              <a:t>Next server IP address: 0.0.0.0 (0.0.0.0)</a:t>
            </a:r>
          </a:p>
          <a:p>
            <a:pPr marL="0" lvl="0" indent="0">
              <a:lnSpc>
                <a:spcPct val="90000"/>
              </a:lnSpc>
              <a:spcBef>
                <a:spcPct val="0"/>
              </a:spcBef>
              <a:buClrTx/>
              <a:buSzTx/>
              <a:buFontTx/>
              <a:buNone/>
            </a:pPr>
            <a:r>
              <a:rPr lang="en-US" altLang="zh-CN" sz="1200">
                <a:latin typeface="Arial" panose="020B0604020202090204" pitchFamily="34" charset="0"/>
              </a:rPr>
              <a:t>Relay agent IP address: 0.0.0.0 (0.0.0.0)</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Client MAC address: Wistron_23:68:8a (00:16:d3:23:68:8a)</a:t>
            </a:r>
          </a:p>
          <a:p>
            <a:pPr marL="0" lvl="0" indent="0">
              <a:lnSpc>
                <a:spcPct val="90000"/>
              </a:lnSpc>
              <a:spcBef>
                <a:spcPct val="0"/>
              </a:spcBef>
              <a:buClrTx/>
              <a:buSzTx/>
              <a:buFontTx/>
              <a:buNone/>
            </a:pPr>
            <a:r>
              <a:rPr lang="en-US" altLang="zh-CN" sz="1200">
                <a:latin typeface="Arial" panose="020B0604020202090204" pitchFamily="34" charset="0"/>
              </a:rPr>
              <a:t>Server host name not given</a:t>
            </a:r>
          </a:p>
          <a:p>
            <a:pPr marL="0" lvl="0" indent="0">
              <a:lnSpc>
                <a:spcPct val="90000"/>
              </a:lnSpc>
              <a:spcBef>
                <a:spcPct val="0"/>
              </a:spcBef>
              <a:buClrTx/>
              <a:buSzTx/>
              <a:buFontTx/>
              <a:buNone/>
            </a:pPr>
            <a:r>
              <a:rPr lang="en-US" altLang="zh-CN" sz="1200">
                <a:latin typeface="Arial" panose="020B0604020202090204" pitchFamily="34" charset="0"/>
              </a:rPr>
              <a:t>Boot file name not given</a:t>
            </a:r>
          </a:p>
          <a:p>
            <a:pPr marL="0" lvl="0" indent="0">
              <a:lnSpc>
                <a:spcPct val="90000"/>
              </a:lnSpc>
              <a:spcBef>
                <a:spcPct val="0"/>
              </a:spcBef>
              <a:buClrTx/>
              <a:buSzTx/>
              <a:buFontTx/>
              <a:buNone/>
            </a:pPr>
            <a:r>
              <a:rPr lang="en-US" altLang="zh-CN" sz="1200">
                <a:latin typeface="Arial" panose="020B0604020202090204" pitchFamily="34" charset="0"/>
              </a:rPr>
              <a:t>Magic cookie: (OK)</a:t>
            </a:r>
          </a:p>
          <a:p>
            <a:pPr marL="0" lvl="0" indent="0">
              <a:lnSpc>
                <a:spcPct val="90000"/>
              </a:lnSpc>
              <a:spcBef>
                <a:spcPct val="0"/>
              </a:spcBef>
              <a:buClrTx/>
              <a:buSzTx/>
              <a:buFontTx/>
              <a:buNone/>
            </a:pPr>
            <a:r>
              <a:rPr lang="en-US" altLang="zh-CN" sz="1200">
                <a:latin typeface="Arial" panose="020B0604020202090204" pitchFamily="34" charset="0"/>
              </a:rPr>
              <a:t>Option: (t=53,l=1) </a:t>
            </a:r>
            <a:r>
              <a:rPr lang="en-US" altLang="zh-CN" sz="1200" b="1">
                <a:solidFill>
                  <a:srgbClr val="FF0000"/>
                </a:solidFill>
                <a:latin typeface="Arial" panose="020B0604020202090204" pitchFamily="34" charset="0"/>
              </a:rPr>
              <a:t>DHCP Message Type = DHCP Request</a:t>
            </a:r>
          </a:p>
          <a:p>
            <a:pPr marL="0" lvl="0" indent="0">
              <a:lnSpc>
                <a:spcPct val="90000"/>
              </a:lnSpc>
              <a:spcBef>
                <a:spcPct val="0"/>
              </a:spcBef>
              <a:buClrTx/>
              <a:buSzTx/>
              <a:buFontTx/>
              <a:buNone/>
            </a:pPr>
            <a:r>
              <a:rPr lang="en-US" altLang="zh-CN" sz="1200">
                <a:latin typeface="Arial" panose="020B0604020202090204" pitchFamily="34" charset="0"/>
              </a:rPr>
              <a:t>Option: (61) Client identifier</a:t>
            </a:r>
          </a:p>
          <a:p>
            <a:pPr marL="0" lvl="0" indent="0">
              <a:lnSpc>
                <a:spcPct val="90000"/>
              </a:lnSpc>
              <a:spcBef>
                <a:spcPct val="0"/>
              </a:spcBef>
              <a:buClrTx/>
              <a:buSzTx/>
              <a:buFontTx/>
              <a:buNone/>
            </a:pPr>
            <a:r>
              <a:rPr lang="en-US" altLang="zh-CN" sz="1200">
                <a:latin typeface="Arial" panose="020B0604020202090204" pitchFamily="34" charset="0"/>
              </a:rPr>
              <a:t>     Length: 7; Value: 010016D323688A; </a:t>
            </a:r>
          </a:p>
          <a:p>
            <a:pPr marL="0" lvl="0" indent="0">
              <a:lnSpc>
                <a:spcPct val="90000"/>
              </a:lnSpc>
              <a:spcBef>
                <a:spcPct val="0"/>
              </a:spcBef>
              <a:buClrTx/>
              <a:buSzTx/>
              <a:buFontTx/>
              <a:buNone/>
            </a:pPr>
            <a:r>
              <a:rPr lang="en-US" altLang="zh-CN" sz="1200">
                <a:latin typeface="Arial" panose="020B0604020202090204" pitchFamily="34" charset="0"/>
              </a:rPr>
              <a:t>     Hardware type: Ethernet</a:t>
            </a:r>
          </a:p>
          <a:p>
            <a:pPr marL="0" lvl="0" indent="0">
              <a:lnSpc>
                <a:spcPct val="90000"/>
              </a:lnSpc>
              <a:spcBef>
                <a:spcPct val="0"/>
              </a:spcBef>
              <a:buClrTx/>
              <a:buSzTx/>
              <a:buFontTx/>
              <a:buNone/>
            </a:pPr>
            <a:r>
              <a:rPr lang="en-US" altLang="zh-CN" sz="1200">
                <a:latin typeface="Arial" panose="020B0604020202090204" pitchFamily="34" charset="0"/>
              </a:rPr>
              <a:t>     Client MAC address: Wistron_23:68:8a (00:16:d3:23:68:8a)</a:t>
            </a:r>
          </a:p>
          <a:p>
            <a:pPr marL="0" lvl="0" indent="0">
              <a:lnSpc>
                <a:spcPct val="90000"/>
              </a:lnSpc>
              <a:spcBef>
                <a:spcPct val="0"/>
              </a:spcBef>
              <a:buClrTx/>
              <a:buSzTx/>
              <a:buFontTx/>
              <a:buNone/>
            </a:pPr>
            <a:r>
              <a:rPr lang="en-US" altLang="zh-CN" sz="1200">
                <a:latin typeface="Arial" panose="020B0604020202090204" pitchFamily="34" charset="0"/>
              </a:rPr>
              <a:t>Option: (t=50,l=4) Requested IP Address = 192.168.1.101</a:t>
            </a:r>
          </a:p>
          <a:p>
            <a:pPr marL="0" lvl="0" indent="0">
              <a:lnSpc>
                <a:spcPct val="90000"/>
              </a:lnSpc>
              <a:spcBef>
                <a:spcPct val="0"/>
              </a:spcBef>
              <a:buClrTx/>
              <a:buSzTx/>
              <a:buFontTx/>
              <a:buNone/>
            </a:pPr>
            <a:r>
              <a:rPr lang="en-US" altLang="zh-CN" sz="1200">
                <a:latin typeface="Arial" panose="020B0604020202090204" pitchFamily="34" charset="0"/>
              </a:rPr>
              <a:t>Option: (t=12,l=5) Host Name = "nomad"</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Option: (55) Parameter Request List</a:t>
            </a:r>
          </a:p>
          <a:p>
            <a:pPr marL="0" lvl="0" indent="0">
              <a:lnSpc>
                <a:spcPct val="90000"/>
              </a:lnSpc>
              <a:spcBef>
                <a:spcPct val="0"/>
              </a:spcBef>
              <a:buClrTx/>
              <a:buSzTx/>
              <a:buFontTx/>
              <a:buNone/>
            </a:pPr>
            <a:r>
              <a:rPr lang="en-US" altLang="zh-CN" sz="1200">
                <a:latin typeface="Arial" panose="020B0604020202090204" pitchFamily="34" charset="0"/>
              </a:rPr>
              <a:t>     Length: 11; Value: 010F03062C2E2F1F21F92B</a:t>
            </a:r>
          </a:p>
          <a:p>
            <a:pPr marL="0" lvl="0" indent="0">
              <a:lnSpc>
                <a:spcPct val="90000"/>
              </a:lnSpc>
              <a:spcBef>
                <a:spcPct val="0"/>
              </a:spcBef>
              <a:buClrTx/>
              <a:buSzTx/>
              <a:buFontTx/>
              <a:buNone/>
            </a:pPr>
            <a:r>
              <a:rPr lang="en-US" altLang="zh-CN" sz="1200">
                <a:latin typeface="Arial" panose="020B0604020202090204" pitchFamily="34" charset="0"/>
              </a:rPr>
              <a:t>     </a:t>
            </a:r>
            <a:r>
              <a:rPr lang="en-US" altLang="zh-CN" sz="1200" b="1">
                <a:solidFill>
                  <a:srgbClr val="FF0000"/>
                </a:solidFill>
                <a:latin typeface="Arial" panose="020B0604020202090204" pitchFamily="34" charset="0"/>
              </a:rPr>
              <a:t>1 = Subnet Mask; 15 = Domain Name</a:t>
            </a:r>
          </a:p>
          <a:p>
            <a:pPr marL="0" lvl="0" indent="0">
              <a:lnSpc>
                <a:spcPct val="90000"/>
              </a:lnSpc>
              <a:spcBef>
                <a:spcPct val="0"/>
              </a:spcBef>
              <a:buClrTx/>
              <a:buSzTx/>
              <a:buFontTx/>
              <a:buNone/>
            </a:pPr>
            <a:r>
              <a:rPr lang="en-US" altLang="zh-CN" sz="1200" b="1">
                <a:solidFill>
                  <a:srgbClr val="FF0000"/>
                </a:solidFill>
                <a:latin typeface="Arial" panose="020B0604020202090204" pitchFamily="34" charset="0"/>
              </a:rPr>
              <a:t>     3 = Router; 6 = Domain Name Server</a:t>
            </a:r>
          </a:p>
          <a:p>
            <a:pPr marL="0" lvl="0" indent="0">
              <a:lnSpc>
                <a:spcPct val="90000"/>
              </a:lnSpc>
              <a:spcBef>
                <a:spcPct val="0"/>
              </a:spcBef>
              <a:buClrTx/>
              <a:buSzTx/>
              <a:buFontTx/>
              <a:buNone/>
            </a:pPr>
            <a:r>
              <a:rPr lang="en-US" altLang="zh-CN" sz="1200">
                <a:latin typeface="Arial" panose="020B0604020202090204" pitchFamily="34" charset="0"/>
              </a:rPr>
              <a:t>     44 = NetBIOS over TCP/IP Name Server</a:t>
            </a:r>
          </a:p>
          <a:p>
            <a:pPr marL="0" lvl="0" indent="0">
              <a:lnSpc>
                <a:spcPct val="90000"/>
              </a:lnSpc>
              <a:spcBef>
                <a:spcPct val="0"/>
              </a:spcBef>
              <a:buClrTx/>
              <a:buSzTx/>
              <a:buFontTx/>
              <a:buNone/>
            </a:pPr>
            <a:r>
              <a:rPr lang="en-US" altLang="zh-CN" sz="1200">
                <a:latin typeface="Arial" panose="020B0604020202090204" pitchFamily="34" charset="0"/>
              </a:rPr>
              <a:t>     ……</a:t>
            </a:r>
          </a:p>
        </p:txBody>
      </p:sp>
      <p:sp>
        <p:nvSpPr>
          <p:cNvPr id="97287" name="Text Box 8"/>
          <p:cNvSpPr txBox="1"/>
          <p:nvPr/>
        </p:nvSpPr>
        <p:spPr>
          <a:xfrm>
            <a:off x="2613025" y="1885950"/>
            <a:ext cx="1201738" cy="4572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solidFill>
                  <a:srgbClr val="CC0000"/>
                </a:solidFill>
                <a:latin typeface="Arial" panose="020B0604020202090204" pitchFamily="34" charset="0"/>
              </a:rPr>
              <a:t>request</a:t>
            </a:r>
          </a:p>
        </p:txBody>
      </p:sp>
      <p:sp>
        <p:nvSpPr>
          <p:cNvPr id="9728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108</a:t>
            </a:fld>
            <a:endParaRPr lang="en-US" altLang="zh-CN" sz="1200">
              <a:latin typeface="Tahoma" panose="020B0604030504040204" charset="0"/>
            </a:endParaRPr>
          </a:p>
        </p:txBody>
      </p:sp>
      <p:sp>
        <p:nvSpPr>
          <p:cNvPr id="9728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8305" name="Picture 5" descr="underline_base"/>
          <p:cNvPicPr/>
          <p:nvPr/>
        </p:nvPicPr>
        <p:blipFill>
          <a:blip r:embed="rId2"/>
          <a:stretch>
            <a:fillRect/>
          </a:stretch>
        </p:blipFill>
        <p:spPr>
          <a:xfrm>
            <a:off x="490538" y="857250"/>
            <a:ext cx="6856412" cy="173038"/>
          </a:xfrm>
          <a:prstGeom prst="rect">
            <a:avLst/>
          </a:prstGeom>
          <a:noFill/>
          <a:ln w="9525">
            <a:noFill/>
          </a:ln>
        </p:spPr>
      </p:pic>
      <p:sp>
        <p:nvSpPr>
          <p:cNvPr id="98306" name="Rectangle 2"/>
          <p:cNvSpPr>
            <a:spLocks noGrp="1"/>
          </p:cNvSpPr>
          <p:nvPr>
            <p:ph type="title"/>
          </p:nvPr>
        </p:nvSpPr>
        <p:spPr>
          <a:xfrm>
            <a:off x="414338" y="163513"/>
            <a:ext cx="7772400" cy="930275"/>
          </a:xfrm>
        </p:spPr>
        <p:txBody>
          <a:bodyPr vert="horz" wrap="square" lIns="91440" tIns="45720" rIns="91440" bIns="45720" anchor="ctr" anchorCtr="0"/>
          <a:lstStyle/>
          <a:p>
            <a:r>
              <a:rPr lang="en-US" altLang="zh-CN" sz="4000"/>
              <a:t>IP addresses: how to get one?</a:t>
            </a:r>
          </a:p>
        </p:txBody>
      </p:sp>
      <p:sp>
        <p:nvSpPr>
          <p:cNvPr id="98307" name="Rectangle 3"/>
          <p:cNvSpPr>
            <a:spLocks noGrp="1"/>
          </p:cNvSpPr>
          <p:nvPr>
            <p:ph idx="1"/>
          </p:nvPr>
        </p:nvSpPr>
        <p:spPr>
          <a:xfrm>
            <a:off x="487680" y="1343025"/>
            <a:ext cx="8193405" cy="1809750"/>
          </a:xfrm>
        </p:spPr>
        <p:txBody>
          <a:bodyPr vert="horz" wrap="square" lIns="91440" tIns="45720" rIns="91440" bIns="45720" anchor="t" anchorCtr="0"/>
          <a:lstStyle/>
          <a:p>
            <a:pPr>
              <a:buNone/>
            </a:pPr>
            <a:r>
              <a:rPr lang="en-US" altLang="zh-CN" sz="2600" i="1">
                <a:solidFill>
                  <a:srgbClr val="CC0000"/>
                </a:solidFill>
              </a:rPr>
              <a:t>Q:</a:t>
            </a:r>
            <a:r>
              <a:rPr lang="en-US" altLang="zh-CN" sz="2600"/>
              <a:t> how does </a:t>
            </a:r>
            <a:r>
              <a:rPr lang="en-US" altLang="zh-CN" sz="2600" i="1"/>
              <a:t>network</a:t>
            </a:r>
            <a:r>
              <a:rPr lang="en-US" altLang="zh-CN" sz="2600"/>
              <a:t> get subnet part of IP addr?</a:t>
            </a:r>
          </a:p>
          <a:p>
            <a:pPr>
              <a:buNone/>
            </a:pPr>
            <a:r>
              <a:rPr lang="en-US" altLang="zh-CN" sz="2600" i="1">
                <a:solidFill>
                  <a:srgbClr val="CC0000"/>
                </a:solidFill>
              </a:rPr>
              <a:t>A:</a:t>
            </a:r>
            <a:r>
              <a:rPr lang="en-US" altLang="zh-CN" sz="2600"/>
              <a:t> gets allocated portion of its provider ISP</a:t>
            </a:r>
            <a:r>
              <a:rPr lang="ja-JP" altLang="en-US" sz="2600"/>
              <a:t>’</a:t>
            </a:r>
            <a:r>
              <a:rPr lang="en-US" altLang="ja-JP" sz="2600"/>
              <a:t>s address space</a:t>
            </a:r>
            <a:endParaRPr lang="en-US" altLang="zh-CN" sz="2600"/>
          </a:p>
        </p:txBody>
      </p:sp>
      <p:sp>
        <p:nvSpPr>
          <p:cNvPr id="98308" name="Text Box 4"/>
          <p:cNvSpPr txBox="1"/>
          <p:nvPr/>
        </p:nvSpPr>
        <p:spPr>
          <a:xfrm>
            <a:off x="592138" y="3514725"/>
            <a:ext cx="8551862" cy="2379663"/>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000099"/>
                </a:solidFill>
                <a:latin typeface="Arial" panose="020B0604020202090204" pitchFamily="34" charset="0"/>
              </a:rPr>
              <a:t>ISP's block          </a:t>
            </a:r>
            <a:r>
              <a:rPr lang="en-US" altLang="zh-CN" sz="1800" u="sng">
                <a:solidFill>
                  <a:srgbClr val="000099"/>
                </a:solidFill>
                <a:latin typeface="Arial" panose="020B0604020202090204" pitchFamily="34" charset="0"/>
              </a:rPr>
              <a:t>11001000  00010111  00010000</a:t>
            </a:r>
            <a:r>
              <a:rPr lang="en-US" altLang="zh-CN" sz="1800">
                <a:solidFill>
                  <a:srgbClr val="000099"/>
                </a:solidFill>
                <a:latin typeface="Arial" panose="020B0604020202090204" pitchFamily="34" charset="0"/>
              </a:rPr>
              <a:t>  00000000    200.23.16.0/20</a:t>
            </a:r>
            <a:r>
              <a:rPr lang="en-US" altLang="zh-CN" sz="1800">
                <a:solidFill>
                  <a:schemeClr val="accent2"/>
                </a:solidFill>
                <a:latin typeface="Arial" panose="020B0604020202090204" pitchFamily="34" charset="0"/>
              </a:rPr>
              <a:t> </a:t>
            </a:r>
          </a:p>
          <a:p>
            <a:pPr marL="0" lvl="0" indent="0">
              <a:lnSpc>
                <a:spcPct val="100000"/>
              </a:lnSpc>
              <a:spcBef>
                <a:spcPct val="0"/>
              </a:spcBef>
              <a:buClrTx/>
              <a:buSzTx/>
              <a:buFontTx/>
              <a:buNone/>
            </a:pPr>
            <a:endParaRPr lang="en-US" altLang="zh-CN" sz="1800">
              <a:latin typeface="Arial" panose="020B0604020202090204" pitchFamily="34" charset="0"/>
            </a:endParaRPr>
          </a:p>
          <a:p>
            <a:pPr marL="0" lvl="0" indent="0">
              <a:lnSpc>
                <a:spcPct val="100000"/>
              </a:lnSpc>
              <a:spcBef>
                <a:spcPct val="0"/>
              </a:spcBef>
              <a:buClrTx/>
              <a:buSzTx/>
              <a:buFontTx/>
              <a:buNone/>
            </a:pPr>
            <a:r>
              <a:rPr lang="en-US" altLang="zh-CN" sz="1800">
                <a:latin typeface="Arial" panose="020B0604020202090204" pitchFamily="34" charset="0"/>
              </a:rPr>
              <a:t>Organization 0    </a:t>
            </a:r>
            <a:r>
              <a:rPr lang="en-US" altLang="zh-CN" sz="1800" u="sng">
                <a:latin typeface="Arial" panose="020B0604020202090204" pitchFamily="34" charset="0"/>
              </a:rPr>
              <a:t>11001000  00010111  0001000</a:t>
            </a:r>
            <a:r>
              <a:rPr lang="en-US" altLang="zh-CN" sz="1800">
                <a:latin typeface="Arial" panose="020B0604020202090204" pitchFamily="34" charset="0"/>
              </a:rPr>
              <a:t>0  00000000    200.23.16.0/23 </a:t>
            </a:r>
          </a:p>
          <a:p>
            <a:pPr marL="0" lvl="0" indent="0">
              <a:lnSpc>
                <a:spcPct val="100000"/>
              </a:lnSpc>
              <a:spcBef>
                <a:spcPct val="0"/>
              </a:spcBef>
              <a:buClrTx/>
              <a:buSzTx/>
              <a:buFontTx/>
              <a:buNone/>
            </a:pPr>
            <a:r>
              <a:rPr lang="en-US" altLang="zh-CN" sz="1800">
                <a:latin typeface="Arial" panose="020B0604020202090204" pitchFamily="34" charset="0"/>
              </a:rPr>
              <a:t>Organization 1    </a:t>
            </a:r>
            <a:r>
              <a:rPr lang="en-US" altLang="zh-CN" sz="1800" u="sng">
                <a:latin typeface="Arial" panose="020B0604020202090204" pitchFamily="34" charset="0"/>
              </a:rPr>
              <a:t>11001000  00010111  0001001</a:t>
            </a:r>
            <a:r>
              <a:rPr lang="en-US" altLang="zh-CN" sz="1800">
                <a:latin typeface="Arial" panose="020B0604020202090204" pitchFamily="34" charset="0"/>
              </a:rPr>
              <a:t>0  00000000    200.23.18.0/23 </a:t>
            </a:r>
          </a:p>
          <a:p>
            <a:pPr marL="0" lvl="0" indent="0">
              <a:lnSpc>
                <a:spcPct val="100000"/>
              </a:lnSpc>
              <a:spcBef>
                <a:spcPct val="0"/>
              </a:spcBef>
              <a:buClrTx/>
              <a:buSzTx/>
              <a:buFontTx/>
              <a:buNone/>
            </a:pPr>
            <a:r>
              <a:rPr lang="en-US" altLang="zh-CN" sz="1800">
                <a:latin typeface="Arial" panose="020B0604020202090204" pitchFamily="34" charset="0"/>
              </a:rPr>
              <a:t>Organization 2    </a:t>
            </a:r>
            <a:r>
              <a:rPr lang="en-US" altLang="zh-CN" sz="1800" u="sng">
                <a:latin typeface="Arial" panose="020B0604020202090204" pitchFamily="34" charset="0"/>
              </a:rPr>
              <a:t>11001000  00010111  0001010</a:t>
            </a:r>
            <a:r>
              <a:rPr lang="en-US" altLang="zh-CN" sz="1800">
                <a:latin typeface="Arial" panose="020B0604020202090204" pitchFamily="34" charset="0"/>
              </a:rPr>
              <a:t>0  00000000    200.23.20.0/23 </a:t>
            </a:r>
          </a:p>
          <a:p>
            <a:pPr marL="0" lvl="0" indent="0">
              <a:lnSpc>
                <a:spcPct val="100000"/>
              </a:lnSpc>
              <a:spcBef>
                <a:spcPct val="0"/>
              </a:spcBef>
              <a:buClrTx/>
              <a:buSzTx/>
              <a:buFontTx/>
              <a:buNone/>
            </a:pPr>
            <a:r>
              <a:rPr lang="en-US" altLang="zh-CN" sz="1800">
                <a:latin typeface="Arial" panose="020B0604020202090204" pitchFamily="34" charset="0"/>
              </a:rPr>
              <a:t>   ...                                          …..                                   ….                ….</a:t>
            </a:r>
          </a:p>
          <a:p>
            <a:pPr marL="0" lvl="0" indent="0">
              <a:lnSpc>
                <a:spcPct val="100000"/>
              </a:lnSpc>
              <a:spcBef>
                <a:spcPct val="0"/>
              </a:spcBef>
              <a:buClrTx/>
              <a:buSzTx/>
              <a:buFontTx/>
              <a:buNone/>
            </a:pPr>
            <a:r>
              <a:rPr lang="en-US" altLang="zh-CN" sz="1800">
                <a:latin typeface="Arial" panose="020B0604020202090204" pitchFamily="34" charset="0"/>
              </a:rPr>
              <a:t>Organization 7    </a:t>
            </a:r>
            <a:r>
              <a:rPr lang="en-US" altLang="zh-CN" sz="1800" u="sng">
                <a:latin typeface="Arial" panose="020B0604020202090204" pitchFamily="34" charset="0"/>
              </a:rPr>
              <a:t>11001000  00010111  0001111</a:t>
            </a:r>
            <a:r>
              <a:rPr lang="en-US" altLang="zh-CN" sz="1800">
                <a:latin typeface="Arial" panose="020B0604020202090204" pitchFamily="34" charset="0"/>
              </a:rPr>
              <a:t>0  00000000    200.23.30.0/23</a:t>
            </a:r>
            <a:r>
              <a:rPr lang="en-US" altLang="zh-CN" sz="2400">
                <a:latin typeface="Times New Roman" panose="02020503050405090304" charset="0"/>
              </a:rPr>
              <a:t> </a:t>
            </a:r>
          </a:p>
          <a:p>
            <a:pPr marL="0" lvl="0" indent="0">
              <a:lnSpc>
                <a:spcPct val="100000"/>
              </a:lnSpc>
              <a:spcBef>
                <a:spcPct val="0"/>
              </a:spcBef>
              <a:buClrTx/>
              <a:buSzTx/>
              <a:buFontTx/>
              <a:buNone/>
            </a:pPr>
            <a:endParaRPr lang="en-US" altLang="zh-CN" sz="1800">
              <a:latin typeface="Comic Sans MS" panose="030F0902030302020204" charset="0"/>
            </a:endParaRPr>
          </a:p>
        </p:txBody>
      </p:sp>
      <p:sp>
        <p:nvSpPr>
          <p:cNvPr id="98309"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109</a:t>
            </a:fld>
            <a:endParaRPr lang="en-US" altLang="zh-CN" sz="1200">
              <a:latin typeface="Tahoma" panose="020B0604030504040204" charset="0"/>
            </a:endParaRPr>
          </a:p>
        </p:txBody>
      </p:sp>
      <p:sp>
        <p:nvSpPr>
          <p:cNvPr id="9831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9" name="Rectangle 2"/>
          <p:cNvSpPr>
            <a:spLocks noGrp="1"/>
          </p:cNvSpPr>
          <p:nvPr>
            <p:ph type="title"/>
          </p:nvPr>
        </p:nvSpPr>
        <p:spPr>
          <a:xfrm>
            <a:off x="533400" y="207963"/>
            <a:ext cx="8316913" cy="985837"/>
          </a:xfrm>
        </p:spPr>
        <p:txBody>
          <a:bodyPr vert="horz" wrap="square" lIns="91440" tIns="45720" rIns="91440" bIns="45720" anchor="ctr" anchorCtr="0"/>
          <a:lstStyle/>
          <a:p>
            <a:r>
              <a:rPr lang="en-US" altLang="zh-CN" sz="3200"/>
              <a:t>Hierarchical addressing: route aggregation</a:t>
            </a:r>
          </a:p>
        </p:txBody>
      </p:sp>
      <p:sp>
        <p:nvSpPr>
          <p:cNvPr id="99330" name="Freeform 3"/>
          <p:cNvSpPr/>
          <p:nvPr/>
        </p:nvSpPr>
        <p:spPr>
          <a:xfrm>
            <a:off x="5175250" y="4121150"/>
            <a:ext cx="2019300" cy="295275"/>
          </a:xfrm>
          <a:custGeom>
            <a:avLst/>
            <a:gdLst>
              <a:gd name="txL" fmla="*/ 0 w 1272"/>
              <a:gd name="txT" fmla="*/ 0 h 186"/>
              <a:gd name="txR" fmla="*/ 1272 w 1272"/>
              <a:gd name="txB" fmla="*/ 186 h 186"/>
            </a:gdLst>
            <a:ahLst/>
            <a:cxnLst>
              <a:cxn ang="0">
                <a:pos x="0" y="0"/>
              </a:cxn>
              <a:cxn ang="0">
                <a:pos x="2147483646" y="2147483646"/>
              </a:cxn>
            </a:cxnLst>
            <a:rect l="txL" t="txT" r="txR" b="txB"/>
            <a:pathLst>
              <a:path w="1272" h="186">
                <a:moveTo>
                  <a:pt x="0" y="0"/>
                </a:moveTo>
                <a:lnTo>
                  <a:pt x="1272" y="186"/>
                </a:lnTo>
              </a:path>
            </a:pathLst>
          </a:custGeom>
          <a:noFill/>
          <a:ln w="19050" cap="flat" cmpd="sng">
            <a:solidFill>
              <a:schemeClr val="tx1">
                <a:alpha val="100000"/>
              </a:schemeClr>
            </a:solidFill>
            <a:prstDash val="solid"/>
            <a:round/>
            <a:headEnd type="none" w="med" len="med"/>
            <a:tailEnd type="arrow" w="med" len="med"/>
          </a:ln>
        </p:spPr>
        <p:txBody>
          <a:bodyPr/>
          <a:lstStyle/>
          <a:p>
            <a:endParaRPr lang="zh-CN" altLang="en-US"/>
          </a:p>
        </p:txBody>
      </p:sp>
      <p:sp>
        <p:nvSpPr>
          <p:cNvPr id="99331" name="Line 4"/>
          <p:cNvSpPr/>
          <p:nvPr/>
        </p:nvSpPr>
        <p:spPr>
          <a:xfrm flipV="1">
            <a:off x="2832100" y="4397375"/>
            <a:ext cx="895350" cy="457200"/>
          </a:xfrm>
          <a:prstGeom prst="line">
            <a:avLst/>
          </a:prstGeom>
          <a:ln w="19050" cap="flat" cmpd="sng">
            <a:solidFill>
              <a:schemeClr val="tx1"/>
            </a:solidFill>
            <a:prstDash val="solid"/>
            <a:headEnd type="none" w="med" len="med"/>
            <a:tailEnd type="none" w="med" len="med"/>
          </a:ln>
        </p:spPr>
      </p:sp>
      <p:sp>
        <p:nvSpPr>
          <p:cNvPr id="99332" name="Line 5"/>
          <p:cNvSpPr/>
          <p:nvPr/>
        </p:nvSpPr>
        <p:spPr>
          <a:xfrm>
            <a:off x="2860675" y="3768725"/>
            <a:ext cx="752475" cy="171450"/>
          </a:xfrm>
          <a:prstGeom prst="line">
            <a:avLst/>
          </a:prstGeom>
          <a:ln w="19050" cap="flat" cmpd="sng">
            <a:solidFill>
              <a:schemeClr val="tx1"/>
            </a:solidFill>
            <a:prstDash val="solid"/>
            <a:headEnd type="none" w="med" len="med"/>
            <a:tailEnd type="none" w="med" len="med"/>
          </a:ln>
        </p:spPr>
      </p:sp>
      <p:sp>
        <p:nvSpPr>
          <p:cNvPr id="99333" name="Line 6"/>
          <p:cNvSpPr/>
          <p:nvPr/>
        </p:nvSpPr>
        <p:spPr>
          <a:xfrm>
            <a:off x="2927350" y="2987675"/>
            <a:ext cx="847725" cy="762000"/>
          </a:xfrm>
          <a:prstGeom prst="line">
            <a:avLst/>
          </a:prstGeom>
          <a:ln w="19050" cap="flat" cmpd="sng">
            <a:solidFill>
              <a:schemeClr val="tx1"/>
            </a:solidFill>
            <a:prstDash val="solid"/>
            <a:headEnd type="none" w="med" len="med"/>
            <a:tailEnd type="none" w="med" len="med"/>
          </a:ln>
        </p:spPr>
      </p:sp>
      <p:sp>
        <p:nvSpPr>
          <p:cNvPr id="99334" name="Freeform 7"/>
          <p:cNvSpPr/>
          <p:nvPr/>
        </p:nvSpPr>
        <p:spPr>
          <a:xfrm>
            <a:off x="3573463" y="3567113"/>
            <a:ext cx="1773237" cy="979487"/>
          </a:xfrm>
          <a:custGeom>
            <a:avLst/>
            <a:gdLst>
              <a:gd name="txL" fmla="*/ 0 w 1117"/>
              <a:gd name="txT" fmla="*/ 0 h 617"/>
              <a:gd name="txR" fmla="*/ 1117 w 1117"/>
              <a:gd name="txB" fmla="*/ 617 h 61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66CCFF">
              <a:alpha val="100000"/>
            </a:srgbClr>
          </a:solidFill>
          <a:ln w="9525">
            <a:noFill/>
          </a:ln>
        </p:spPr>
        <p:txBody>
          <a:bodyPr/>
          <a:lstStyle/>
          <a:p>
            <a:endParaRPr lang="zh-CN" altLang="en-US"/>
          </a:p>
        </p:txBody>
      </p:sp>
      <p:sp>
        <p:nvSpPr>
          <p:cNvPr id="99335" name="Text Box 8"/>
          <p:cNvSpPr txBox="1"/>
          <p:nvPr/>
        </p:nvSpPr>
        <p:spPr>
          <a:xfrm>
            <a:off x="5407025" y="3294063"/>
            <a:ext cx="1671638" cy="942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ja-JP" altLang="en-US" sz="1400">
                <a:latin typeface="Arial" panose="020B0604020202090204" pitchFamily="34" charset="0"/>
              </a:rPr>
              <a:t>“</a:t>
            </a:r>
            <a:r>
              <a:rPr lang="en-US" altLang="ja-JP" sz="1400">
                <a:latin typeface="Arial" panose="020B0604020202090204" pitchFamily="34" charset="0"/>
              </a:rPr>
              <a:t>Send me anything</a:t>
            </a:r>
          </a:p>
          <a:p>
            <a:pPr marL="0" lvl="0" indent="0">
              <a:lnSpc>
                <a:spcPct val="100000"/>
              </a:lnSpc>
              <a:spcBef>
                <a:spcPct val="0"/>
              </a:spcBef>
              <a:buClrTx/>
              <a:buSzTx/>
              <a:buFontTx/>
              <a:buNone/>
            </a:pPr>
            <a:r>
              <a:rPr lang="en-US" altLang="zh-CN" sz="1400">
                <a:latin typeface="Arial" panose="020B0604020202090204" pitchFamily="34" charset="0"/>
              </a:rPr>
              <a:t>with addresses </a:t>
            </a:r>
          </a:p>
          <a:p>
            <a:pPr marL="0" lvl="0" indent="0">
              <a:lnSpc>
                <a:spcPct val="100000"/>
              </a:lnSpc>
              <a:spcBef>
                <a:spcPct val="0"/>
              </a:spcBef>
              <a:buClrTx/>
              <a:buSzTx/>
              <a:buFontTx/>
              <a:buNone/>
            </a:pPr>
            <a:r>
              <a:rPr lang="en-US" altLang="zh-CN" sz="1400">
                <a:latin typeface="Arial" panose="020B0604020202090204" pitchFamily="34" charset="0"/>
              </a:rPr>
              <a:t>beginning </a:t>
            </a:r>
          </a:p>
          <a:p>
            <a:pPr marL="0" lvl="0" indent="0">
              <a:lnSpc>
                <a:spcPct val="100000"/>
              </a:lnSpc>
              <a:spcBef>
                <a:spcPct val="0"/>
              </a:spcBef>
              <a:buClrTx/>
              <a:buSzTx/>
              <a:buFontTx/>
              <a:buNone/>
            </a:pPr>
            <a:r>
              <a:rPr lang="en-US" altLang="zh-CN" sz="1400">
                <a:latin typeface="Arial" panose="020B0604020202090204" pitchFamily="34" charset="0"/>
              </a:rPr>
              <a:t>200.23.16.0/20</a:t>
            </a:r>
            <a:r>
              <a:rPr lang="ja-JP" altLang="en-US" sz="1400">
                <a:latin typeface="Arial" panose="020B0604020202090204" pitchFamily="34" charset="0"/>
              </a:rPr>
              <a:t>”</a:t>
            </a:r>
            <a:endParaRPr lang="en-US" altLang="zh-CN" sz="1400">
              <a:latin typeface="Arial" panose="020B0604020202090204" pitchFamily="34" charset="0"/>
            </a:endParaRPr>
          </a:p>
        </p:txBody>
      </p:sp>
      <p:grpSp>
        <p:nvGrpSpPr>
          <p:cNvPr id="99336" name="Group 9"/>
          <p:cNvGrpSpPr/>
          <p:nvPr/>
        </p:nvGrpSpPr>
        <p:grpSpPr>
          <a:xfrm>
            <a:off x="758825" y="2760663"/>
            <a:ext cx="2338388" cy="404812"/>
            <a:chOff x="1004" y="1639"/>
            <a:chExt cx="1473" cy="255"/>
          </a:xfrm>
        </p:grpSpPr>
        <p:sp>
          <p:nvSpPr>
            <p:cNvPr id="99372" name="Freeform 10"/>
            <p:cNvSpPr/>
            <p:nvPr/>
          </p:nvSpPr>
          <p:spPr>
            <a:xfrm>
              <a:off x="1004" y="1639"/>
              <a:ext cx="1473" cy="255"/>
            </a:xfrm>
            <a:custGeom>
              <a:avLst/>
              <a:gdLst>
                <a:gd name="txL" fmla="*/ 0 w 1473"/>
                <a:gd name="txT" fmla="*/ 0 h 255"/>
                <a:gd name="txR" fmla="*/ 1473 w 1473"/>
                <a:gd name="txB" fmla="*/ 255 h 255"/>
              </a:gdLst>
              <a:ahLst/>
              <a:cxnLst>
                <a:cxn ang="0">
                  <a:pos x="172" y="11"/>
                </a:cxn>
                <a:cxn ang="0">
                  <a:pos x="73" y="94"/>
                </a:cxn>
                <a:cxn ang="0">
                  <a:pos x="146" y="220"/>
                </a:cxn>
                <a:cxn ang="0">
                  <a:pos x="520" y="225"/>
                </a:cxn>
                <a:cxn ang="0">
                  <a:pos x="754" y="251"/>
                </a:cxn>
                <a:cxn ang="0">
                  <a:pos x="1306" y="203"/>
                </a:cxn>
                <a:cxn ang="0">
                  <a:pos x="1360" y="29"/>
                </a:cxn>
                <a:cxn ang="0">
                  <a:pos x="628" y="29"/>
                </a:cxn>
                <a:cxn ang="0">
                  <a:pos x="172" y="11"/>
                </a:cxn>
              </a:cxnLst>
              <a:rect l="txL" t="txT" r="txR" b="txB"/>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66CCFF">
                <a:alpha val="100000"/>
              </a:srgbClr>
            </a:solidFill>
            <a:ln w="9525">
              <a:noFill/>
            </a:ln>
          </p:spPr>
          <p:txBody>
            <a:bodyPr/>
            <a:lstStyle/>
            <a:p>
              <a:endParaRPr lang="zh-CN" altLang="en-US"/>
            </a:p>
          </p:txBody>
        </p:sp>
        <p:sp>
          <p:nvSpPr>
            <p:cNvPr id="99373" name="Text Box 11"/>
            <p:cNvSpPr txBox="1"/>
            <p:nvPr/>
          </p:nvSpPr>
          <p:spPr>
            <a:xfrm>
              <a:off x="1226" y="1664"/>
              <a:ext cx="970" cy="212"/>
            </a:xfrm>
            <a:prstGeom prst="rect">
              <a:avLst/>
            </a:prstGeom>
            <a:solidFill>
              <a:srgbClr val="66CCFF"/>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200.23.16.0/23</a:t>
              </a:r>
              <a:endParaRPr lang="en-US" altLang="zh-CN" sz="1800">
                <a:latin typeface="Arial" panose="020B0604020202090204" pitchFamily="34" charset="0"/>
              </a:endParaRPr>
            </a:p>
          </p:txBody>
        </p:sp>
      </p:grpSp>
      <p:grpSp>
        <p:nvGrpSpPr>
          <p:cNvPr id="99337" name="Group 12"/>
          <p:cNvGrpSpPr/>
          <p:nvPr/>
        </p:nvGrpSpPr>
        <p:grpSpPr>
          <a:xfrm>
            <a:off x="787400" y="3351213"/>
            <a:ext cx="2338388" cy="404812"/>
            <a:chOff x="1004" y="1639"/>
            <a:chExt cx="1473" cy="255"/>
          </a:xfrm>
        </p:grpSpPr>
        <p:sp>
          <p:nvSpPr>
            <p:cNvPr id="99370" name="Freeform 13"/>
            <p:cNvSpPr/>
            <p:nvPr/>
          </p:nvSpPr>
          <p:spPr>
            <a:xfrm>
              <a:off x="1004" y="1639"/>
              <a:ext cx="1473" cy="255"/>
            </a:xfrm>
            <a:custGeom>
              <a:avLst/>
              <a:gdLst>
                <a:gd name="txL" fmla="*/ 0 w 1473"/>
                <a:gd name="txT" fmla="*/ 0 h 255"/>
                <a:gd name="txR" fmla="*/ 1473 w 1473"/>
                <a:gd name="txB" fmla="*/ 255 h 255"/>
              </a:gdLst>
              <a:ahLst/>
              <a:cxnLst>
                <a:cxn ang="0">
                  <a:pos x="172" y="11"/>
                </a:cxn>
                <a:cxn ang="0">
                  <a:pos x="73" y="94"/>
                </a:cxn>
                <a:cxn ang="0">
                  <a:pos x="146" y="220"/>
                </a:cxn>
                <a:cxn ang="0">
                  <a:pos x="520" y="225"/>
                </a:cxn>
                <a:cxn ang="0">
                  <a:pos x="754" y="251"/>
                </a:cxn>
                <a:cxn ang="0">
                  <a:pos x="1306" y="203"/>
                </a:cxn>
                <a:cxn ang="0">
                  <a:pos x="1360" y="29"/>
                </a:cxn>
                <a:cxn ang="0">
                  <a:pos x="628" y="29"/>
                </a:cxn>
                <a:cxn ang="0">
                  <a:pos x="172" y="11"/>
                </a:cxn>
              </a:cxnLst>
              <a:rect l="txL" t="txT" r="txR" b="txB"/>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66CCFF">
                <a:alpha val="100000"/>
              </a:srgbClr>
            </a:solidFill>
            <a:ln w="9525">
              <a:noFill/>
            </a:ln>
          </p:spPr>
          <p:txBody>
            <a:bodyPr/>
            <a:lstStyle/>
            <a:p>
              <a:endParaRPr lang="zh-CN" altLang="en-US"/>
            </a:p>
          </p:txBody>
        </p:sp>
        <p:sp>
          <p:nvSpPr>
            <p:cNvPr id="99371" name="Text Box 14"/>
            <p:cNvSpPr txBox="1"/>
            <p:nvPr/>
          </p:nvSpPr>
          <p:spPr>
            <a:xfrm>
              <a:off x="1226" y="1664"/>
              <a:ext cx="970" cy="212"/>
            </a:xfrm>
            <a:prstGeom prst="rect">
              <a:avLst/>
            </a:prstGeom>
            <a:solidFill>
              <a:srgbClr val="66CCFF"/>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200.23.18.0/23</a:t>
              </a:r>
              <a:endParaRPr lang="en-US" altLang="zh-CN" sz="1800">
                <a:latin typeface="Arial" panose="020B0604020202090204" pitchFamily="34" charset="0"/>
              </a:endParaRPr>
            </a:p>
          </p:txBody>
        </p:sp>
      </p:grpSp>
      <p:grpSp>
        <p:nvGrpSpPr>
          <p:cNvPr id="99338" name="Group 15"/>
          <p:cNvGrpSpPr/>
          <p:nvPr/>
        </p:nvGrpSpPr>
        <p:grpSpPr>
          <a:xfrm>
            <a:off x="701675" y="4770438"/>
            <a:ext cx="2338388" cy="404812"/>
            <a:chOff x="1004" y="1639"/>
            <a:chExt cx="1473" cy="255"/>
          </a:xfrm>
        </p:grpSpPr>
        <p:sp>
          <p:nvSpPr>
            <p:cNvPr id="99368" name="Freeform 16"/>
            <p:cNvSpPr/>
            <p:nvPr/>
          </p:nvSpPr>
          <p:spPr>
            <a:xfrm>
              <a:off x="1004" y="1639"/>
              <a:ext cx="1473" cy="255"/>
            </a:xfrm>
            <a:custGeom>
              <a:avLst/>
              <a:gdLst>
                <a:gd name="txL" fmla="*/ 0 w 1473"/>
                <a:gd name="txT" fmla="*/ 0 h 255"/>
                <a:gd name="txR" fmla="*/ 1473 w 1473"/>
                <a:gd name="txB" fmla="*/ 255 h 255"/>
              </a:gdLst>
              <a:ahLst/>
              <a:cxnLst>
                <a:cxn ang="0">
                  <a:pos x="172" y="11"/>
                </a:cxn>
                <a:cxn ang="0">
                  <a:pos x="73" y="94"/>
                </a:cxn>
                <a:cxn ang="0">
                  <a:pos x="146" y="220"/>
                </a:cxn>
                <a:cxn ang="0">
                  <a:pos x="520" y="225"/>
                </a:cxn>
                <a:cxn ang="0">
                  <a:pos x="754" y="251"/>
                </a:cxn>
                <a:cxn ang="0">
                  <a:pos x="1306" y="203"/>
                </a:cxn>
                <a:cxn ang="0">
                  <a:pos x="1360" y="29"/>
                </a:cxn>
                <a:cxn ang="0">
                  <a:pos x="628" y="29"/>
                </a:cxn>
                <a:cxn ang="0">
                  <a:pos x="172" y="11"/>
                </a:cxn>
              </a:cxnLst>
              <a:rect l="txL" t="txT" r="txR" b="txB"/>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66CCFF">
                <a:alpha val="100000"/>
              </a:srgbClr>
            </a:solidFill>
            <a:ln w="9525">
              <a:noFill/>
            </a:ln>
          </p:spPr>
          <p:txBody>
            <a:bodyPr/>
            <a:lstStyle/>
            <a:p>
              <a:endParaRPr lang="zh-CN" altLang="en-US"/>
            </a:p>
          </p:txBody>
        </p:sp>
        <p:sp>
          <p:nvSpPr>
            <p:cNvPr id="99369" name="Text Box 17"/>
            <p:cNvSpPr txBox="1"/>
            <p:nvPr/>
          </p:nvSpPr>
          <p:spPr>
            <a:xfrm>
              <a:off x="1226" y="1664"/>
              <a:ext cx="970" cy="212"/>
            </a:xfrm>
            <a:prstGeom prst="rect">
              <a:avLst/>
            </a:prstGeom>
            <a:solidFill>
              <a:srgbClr val="66CCFF"/>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200.23.30.0/23</a:t>
              </a:r>
              <a:endParaRPr lang="en-US" altLang="zh-CN" sz="1800">
                <a:latin typeface="Arial" panose="020B0604020202090204" pitchFamily="34" charset="0"/>
              </a:endParaRPr>
            </a:p>
          </p:txBody>
        </p:sp>
      </p:grpSp>
      <p:sp>
        <p:nvSpPr>
          <p:cNvPr id="99339" name="Text Box 18"/>
          <p:cNvSpPr txBox="1"/>
          <p:nvPr/>
        </p:nvSpPr>
        <p:spPr>
          <a:xfrm>
            <a:off x="3606800" y="3998913"/>
            <a:ext cx="1506538"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Fly-By-Night-ISP</a:t>
            </a:r>
            <a:endParaRPr lang="en-US" altLang="zh-CN" sz="1800">
              <a:latin typeface="Arial" panose="020B0604020202090204" pitchFamily="34" charset="0"/>
            </a:endParaRPr>
          </a:p>
        </p:txBody>
      </p:sp>
      <p:sp>
        <p:nvSpPr>
          <p:cNvPr id="99340" name="Freeform 19"/>
          <p:cNvSpPr/>
          <p:nvPr/>
        </p:nvSpPr>
        <p:spPr>
          <a:xfrm>
            <a:off x="7169150" y="3095625"/>
            <a:ext cx="1444625" cy="2714625"/>
          </a:xfrm>
          <a:custGeom>
            <a:avLst/>
            <a:gdLst>
              <a:gd name="txL" fmla="*/ 0 w 910"/>
              <a:gd name="txT" fmla="*/ 0 h 1710"/>
              <a:gd name="txR" fmla="*/ 910 w 910"/>
              <a:gd name="txB" fmla="*/ 1710 h 1710"/>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alpha val="100000"/>
                </a:srgbClr>
              </a:gs>
              <a:gs pos="100000">
                <a:srgbClr val="FFFFFF">
                  <a:alpha val="100000"/>
                </a:srgbClr>
              </a:gs>
            </a:gsLst>
            <a:lin ang="0" scaled="1"/>
            <a:tileRect/>
          </a:gradFill>
          <a:ln w="9525">
            <a:noFill/>
          </a:ln>
        </p:spPr>
        <p:txBody>
          <a:bodyPr/>
          <a:lstStyle/>
          <a:p>
            <a:endParaRPr lang="zh-CN" altLang="en-US"/>
          </a:p>
        </p:txBody>
      </p:sp>
      <p:sp>
        <p:nvSpPr>
          <p:cNvPr id="99341" name="Text Box 20"/>
          <p:cNvSpPr txBox="1"/>
          <p:nvPr/>
        </p:nvSpPr>
        <p:spPr>
          <a:xfrm>
            <a:off x="758825" y="2503488"/>
            <a:ext cx="133667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Organization 0</a:t>
            </a:r>
          </a:p>
        </p:txBody>
      </p:sp>
      <p:sp>
        <p:nvSpPr>
          <p:cNvPr id="99342" name="Text Box 21"/>
          <p:cNvSpPr txBox="1"/>
          <p:nvPr/>
        </p:nvSpPr>
        <p:spPr>
          <a:xfrm>
            <a:off x="787400" y="4513263"/>
            <a:ext cx="133667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Organization 7</a:t>
            </a:r>
          </a:p>
        </p:txBody>
      </p:sp>
      <p:sp>
        <p:nvSpPr>
          <p:cNvPr id="99343" name="Text Box 22"/>
          <p:cNvSpPr txBox="1"/>
          <p:nvPr/>
        </p:nvSpPr>
        <p:spPr>
          <a:xfrm>
            <a:off x="7407275" y="4322763"/>
            <a:ext cx="78422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Internet</a:t>
            </a:r>
          </a:p>
        </p:txBody>
      </p:sp>
      <p:sp>
        <p:nvSpPr>
          <p:cNvPr id="99344" name="Text Box 23"/>
          <p:cNvSpPr txBox="1"/>
          <p:nvPr/>
        </p:nvSpPr>
        <p:spPr>
          <a:xfrm>
            <a:off x="768350" y="3151188"/>
            <a:ext cx="133667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Organization 1</a:t>
            </a:r>
          </a:p>
        </p:txBody>
      </p:sp>
      <p:sp>
        <p:nvSpPr>
          <p:cNvPr id="99345" name="Freeform 24"/>
          <p:cNvSpPr/>
          <p:nvPr/>
        </p:nvSpPr>
        <p:spPr>
          <a:xfrm>
            <a:off x="3516313" y="4881563"/>
            <a:ext cx="1773237" cy="979487"/>
          </a:xfrm>
          <a:custGeom>
            <a:avLst/>
            <a:gdLst>
              <a:gd name="txL" fmla="*/ 0 w 1117"/>
              <a:gd name="txT" fmla="*/ 0 h 617"/>
              <a:gd name="txR" fmla="*/ 1117 w 1117"/>
              <a:gd name="txB" fmla="*/ 617 h 61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66CCFF">
              <a:alpha val="100000"/>
            </a:srgbClr>
          </a:solidFill>
          <a:ln w="9525">
            <a:noFill/>
          </a:ln>
        </p:spPr>
        <p:txBody>
          <a:bodyPr/>
          <a:lstStyle/>
          <a:p>
            <a:endParaRPr lang="zh-CN" altLang="en-US"/>
          </a:p>
        </p:txBody>
      </p:sp>
      <p:sp>
        <p:nvSpPr>
          <p:cNvPr id="99346" name="Text Box 25"/>
          <p:cNvSpPr txBox="1"/>
          <p:nvPr/>
        </p:nvSpPr>
        <p:spPr>
          <a:xfrm>
            <a:off x="3816350" y="5256213"/>
            <a:ext cx="1023938"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ISPs-R-Us</a:t>
            </a:r>
            <a:endParaRPr lang="en-US" altLang="zh-CN" sz="1800">
              <a:latin typeface="Arial" panose="020B0604020202090204" pitchFamily="34" charset="0"/>
            </a:endParaRPr>
          </a:p>
        </p:txBody>
      </p:sp>
      <p:sp>
        <p:nvSpPr>
          <p:cNvPr id="99347" name="Freeform 26"/>
          <p:cNvSpPr/>
          <p:nvPr/>
        </p:nvSpPr>
        <p:spPr>
          <a:xfrm flipV="1">
            <a:off x="5241925" y="4902200"/>
            <a:ext cx="2019300" cy="295275"/>
          </a:xfrm>
          <a:custGeom>
            <a:avLst/>
            <a:gdLst>
              <a:gd name="txL" fmla="*/ 0 w 1272"/>
              <a:gd name="txT" fmla="*/ 0 h 186"/>
              <a:gd name="txR" fmla="*/ 1272 w 1272"/>
              <a:gd name="txB" fmla="*/ 186 h 186"/>
            </a:gdLst>
            <a:ahLst/>
            <a:cxnLst>
              <a:cxn ang="0">
                <a:pos x="0" y="0"/>
              </a:cxn>
              <a:cxn ang="0">
                <a:pos x="2147483646" y="2147483646"/>
              </a:cxn>
            </a:cxnLst>
            <a:rect l="txL" t="txT" r="txR" b="txB"/>
            <a:pathLst>
              <a:path w="1272" h="186">
                <a:moveTo>
                  <a:pt x="0" y="0"/>
                </a:moveTo>
                <a:lnTo>
                  <a:pt x="1272" y="186"/>
                </a:lnTo>
              </a:path>
            </a:pathLst>
          </a:custGeom>
          <a:noFill/>
          <a:ln w="19050" cap="flat" cmpd="sng">
            <a:solidFill>
              <a:schemeClr val="tx1">
                <a:alpha val="100000"/>
              </a:schemeClr>
            </a:solidFill>
            <a:prstDash val="solid"/>
            <a:round/>
            <a:headEnd type="none" w="med" len="med"/>
            <a:tailEnd type="arrow" w="med" len="med"/>
          </a:ln>
        </p:spPr>
        <p:txBody>
          <a:bodyPr/>
          <a:lstStyle/>
          <a:p>
            <a:endParaRPr lang="zh-CN" altLang="en-US"/>
          </a:p>
        </p:txBody>
      </p:sp>
      <p:sp>
        <p:nvSpPr>
          <p:cNvPr id="99348" name="Line 27"/>
          <p:cNvSpPr/>
          <p:nvPr/>
        </p:nvSpPr>
        <p:spPr>
          <a:xfrm>
            <a:off x="3032125" y="5445125"/>
            <a:ext cx="485775" cy="0"/>
          </a:xfrm>
          <a:prstGeom prst="line">
            <a:avLst/>
          </a:prstGeom>
          <a:ln w="19050" cap="flat" cmpd="sng">
            <a:solidFill>
              <a:schemeClr val="tx1"/>
            </a:solidFill>
            <a:prstDash val="solid"/>
            <a:headEnd type="none" w="med" len="med"/>
            <a:tailEnd type="none" w="med" len="med"/>
          </a:ln>
        </p:spPr>
      </p:sp>
      <p:sp>
        <p:nvSpPr>
          <p:cNvPr id="99349" name="Line 28"/>
          <p:cNvSpPr/>
          <p:nvPr/>
        </p:nvSpPr>
        <p:spPr>
          <a:xfrm flipV="1">
            <a:off x="2879725" y="5511800"/>
            <a:ext cx="638175" cy="171450"/>
          </a:xfrm>
          <a:prstGeom prst="line">
            <a:avLst/>
          </a:prstGeom>
          <a:ln w="19050" cap="flat" cmpd="sng">
            <a:solidFill>
              <a:schemeClr val="tx1"/>
            </a:solidFill>
            <a:prstDash val="solid"/>
            <a:headEnd type="none" w="med" len="med"/>
            <a:tailEnd type="none" w="med" len="med"/>
          </a:ln>
        </p:spPr>
      </p:sp>
      <p:sp>
        <p:nvSpPr>
          <p:cNvPr id="99350" name="Line 29"/>
          <p:cNvSpPr/>
          <p:nvPr/>
        </p:nvSpPr>
        <p:spPr>
          <a:xfrm flipV="1">
            <a:off x="3317875" y="5759450"/>
            <a:ext cx="247650" cy="409575"/>
          </a:xfrm>
          <a:prstGeom prst="line">
            <a:avLst/>
          </a:prstGeom>
          <a:ln w="19050" cap="flat" cmpd="sng">
            <a:solidFill>
              <a:schemeClr val="tx1"/>
            </a:solidFill>
            <a:prstDash val="solid"/>
            <a:headEnd type="none" w="med" len="med"/>
            <a:tailEnd type="none" w="med" len="med"/>
          </a:ln>
        </p:spPr>
      </p:sp>
      <p:sp>
        <p:nvSpPr>
          <p:cNvPr id="99351" name="Text Box 30"/>
          <p:cNvSpPr txBox="1"/>
          <p:nvPr/>
        </p:nvSpPr>
        <p:spPr>
          <a:xfrm>
            <a:off x="5530850" y="5151438"/>
            <a:ext cx="1671638" cy="942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ja-JP" altLang="en-US" sz="1400">
                <a:latin typeface="Arial" panose="020B0604020202090204" pitchFamily="34" charset="0"/>
              </a:rPr>
              <a:t>“</a:t>
            </a:r>
            <a:r>
              <a:rPr lang="en-US" altLang="ja-JP" sz="1400">
                <a:latin typeface="Arial" panose="020B0604020202090204" pitchFamily="34" charset="0"/>
              </a:rPr>
              <a:t>Send me anything</a:t>
            </a:r>
          </a:p>
          <a:p>
            <a:pPr marL="0" lvl="0" indent="0">
              <a:lnSpc>
                <a:spcPct val="100000"/>
              </a:lnSpc>
              <a:spcBef>
                <a:spcPct val="0"/>
              </a:spcBef>
              <a:buClrTx/>
              <a:buSzTx/>
              <a:buFontTx/>
              <a:buNone/>
            </a:pPr>
            <a:r>
              <a:rPr lang="en-US" altLang="zh-CN" sz="1400">
                <a:latin typeface="Arial" panose="020B0604020202090204" pitchFamily="34" charset="0"/>
              </a:rPr>
              <a:t>with addresses </a:t>
            </a:r>
          </a:p>
          <a:p>
            <a:pPr marL="0" lvl="0" indent="0">
              <a:lnSpc>
                <a:spcPct val="100000"/>
              </a:lnSpc>
              <a:spcBef>
                <a:spcPct val="0"/>
              </a:spcBef>
              <a:buClrTx/>
              <a:buSzTx/>
              <a:buFontTx/>
              <a:buNone/>
            </a:pPr>
            <a:r>
              <a:rPr lang="en-US" altLang="zh-CN" sz="1400">
                <a:latin typeface="Arial" panose="020B0604020202090204" pitchFamily="34" charset="0"/>
              </a:rPr>
              <a:t>beginning </a:t>
            </a:r>
          </a:p>
          <a:p>
            <a:pPr marL="0" lvl="0" indent="0">
              <a:lnSpc>
                <a:spcPct val="100000"/>
              </a:lnSpc>
              <a:spcBef>
                <a:spcPct val="0"/>
              </a:spcBef>
              <a:buClrTx/>
              <a:buSzTx/>
              <a:buFontTx/>
              <a:buNone/>
            </a:pPr>
            <a:r>
              <a:rPr lang="en-US" altLang="zh-CN" sz="1400">
                <a:latin typeface="Arial" panose="020B0604020202090204" pitchFamily="34" charset="0"/>
              </a:rPr>
              <a:t>199.31.0.0/16</a:t>
            </a:r>
            <a:r>
              <a:rPr lang="ja-JP" altLang="en-US" sz="1400">
                <a:latin typeface="Arial" panose="020B0604020202090204" pitchFamily="34" charset="0"/>
              </a:rPr>
              <a:t>”</a:t>
            </a:r>
            <a:endParaRPr lang="en-US" altLang="zh-CN" sz="1400">
              <a:latin typeface="Arial" panose="020B0604020202090204" pitchFamily="34" charset="0"/>
            </a:endParaRPr>
          </a:p>
        </p:txBody>
      </p:sp>
      <p:grpSp>
        <p:nvGrpSpPr>
          <p:cNvPr id="99352" name="Group 31"/>
          <p:cNvGrpSpPr/>
          <p:nvPr/>
        </p:nvGrpSpPr>
        <p:grpSpPr>
          <a:xfrm>
            <a:off x="806450" y="3941763"/>
            <a:ext cx="2338388" cy="404812"/>
            <a:chOff x="1004" y="1639"/>
            <a:chExt cx="1473" cy="255"/>
          </a:xfrm>
        </p:grpSpPr>
        <p:sp>
          <p:nvSpPr>
            <p:cNvPr id="99366" name="Freeform 32"/>
            <p:cNvSpPr/>
            <p:nvPr/>
          </p:nvSpPr>
          <p:spPr>
            <a:xfrm>
              <a:off x="1004" y="1639"/>
              <a:ext cx="1473" cy="255"/>
            </a:xfrm>
            <a:custGeom>
              <a:avLst/>
              <a:gdLst>
                <a:gd name="txL" fmla="*/ 0 w 1473"/>
                <a:gd name="txT" fmla="*/ 0 h 255"/>
                <a:gd name="txR" fmla="*/ 1473 w 1473"/>
                <a:gd name="txB" fmla="*/ 255 h 255"/>
              </a:gdLst>
              <a:ahLst/>
              <a:cxnLst>
                <a:cxn ang="0">
                  <a:pos x="172" y="11"/>
                </a:cxn>
                <a:cxn ang="0">
                  <a:pos x="73" y="94"/>
                </a:cxn>
                <a:cxn ang="0">
                  <a:pos x="146" y="220"/>
                </a:cxn>
                <a:cxn ang="0">
                  <a:pos x="520" y="225"/>
                </a:cxn>
                <a:cxn ang="0">
                  <a:pos x="754" y="251"/>
                </a:cxn>
                <a:cxn ang="0">
                  <a:pos x="1306" y="203"/>
                </a:cxn>
                <a:cxn ang="0">
                  <a:pos x="1360" y="29"/>
                </a:cxn>
                <a:cxn ang="0">
                  <a:pos x="628" y="29"/>
                </a:cxn>
                <a:cxn ang="0">
                  <a:pos x="172" y="11"/>
                </a:cxn>
              </a:cxnLst>
              <a:rect l="txL" t="txT" r="txR" b="txB"/>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66CCFF">
                <a:alpha val="100000"/>
              </a:srgbClr>
            </a:solidFill>
            <a:ln w="9525">
              <a:noFill/>
            </a:ln>
          </p:spPr>
          <p:txBody>
            <a:bodyPr/>
            <a:lstStyle/>
            <a:p>
              <a:endParaRPr lang="zh-CN" altLang="en-US"/>
            </a:p>
          </p:txBody>
        </p:sp>
        <p:sp>
          <p:nvSpPr>
            <p:cNvPr id="99367" name="Text Box 33"/>
            <p:cNvSpPr txBox="1"/>
            <p:nvPr/>
          </p:nvSpPr>
          <p:spPr>
            <a:xfrm>
              <a:off x="1226" y="1664"/>
              <a:ext cx="970" cy="212"/>
            </a:xfrm>
            <a:prstGeom prst="rect">
              <a:avLst/>
            </a:prstGeom>
            <a:solidFill>
              <a:srgbClr val="66CCFF"/>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200.23.20.0/23</a:t>
              </a:r>
              <a:endParaRPr lang="en-US" altLang="zh-CN" sz="1800">
                <a:latin typeface="Arial" panose="020B0604020202090204" pitchFamily="34" charset="0"/>
              </a:endParaRPr>
            </a:p>
          </p:txBody>
        </p:sp>
      </p:grpSp>
      <p:sp>
        <p:nvSpPr>
          <p:cNvPr id="99353" name="Text Box 34"/>
          <p:cNvSpPr txBox="1"/>
          <p:nvPr/>
        </p:nvSpPr>
        <p:spPr>
          <a:xfrm>
            <a:off x="787400" y="3741738"/>
            <a:ext cx="133667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Organization 2</a:t>
            </a:r>
          </a:p>
        </p:txBody>
      </p:sp>
      <p:grpSp>
        <p:nvGrpSpPr>
          <p:cNvPr id="99354" name="Group 35"/>
          <p:cNvGrpSpPr/>
          <p:nvPr/>
        </p:nvGrpSpPr>
        <p:grpSpPr>
          <a:xfrm>
            <a:off x="2155825" y="4198938"/>
            <a:ext cx="257175" cy="663575"/>
            <a:chOff x="870" y="2941"/>
            <a:chExt cx="162" cy="418"/>
          </a:xfrm>
        </p:grpSpPr>
        <p:sp>
          <p:nvSpPr>
            <p:cNvPr id="99363" name="Text Box 36"/>
            <p:cNvSpPr txBox="1"/>
            <p:nvPr/>
          </p:nvSpPr>
          <p:spPr>
            <a:xfrm>
              <a:off x="872" y="2941"/>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sp>
          <p:nvSpPr>
            <p:cNvPr id="99364" name="Text Box 37"/>
            <p:cNvSpPr txBox="1"/>
            <p:nvPr/>
          </p:nvSpPr>
          <p:spPr>
            <a:xfrm>
              <a:off x="870" y="3026"/>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sp>
          <p:nvSpPr>
            <p:cNvPr id="99365" name="Text Box 38"/>
            <p:cNvSpPr txBox="1"/>
            <p:nvPr/>
          </p:nvSpPr>
          <p:spPr>
            <a:xfrm>
              <a:off x="871" y="3109"/>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grpSp>
      <p:grpSp>
        <p:nvGrpSpPr>
          <p:cNvPr id="99355" name="Group 39"/>
          <p:cNvGrpSpPr/>
          <p:nvPr/>
        </p:nvGrpSpPr>
        <p:grpSpPr>
          <a:xfrm>
            <a:off x="3184525" y="3903663"/>
            <a:ext cx="257175" cy="663575"/>
            <a:chOff x="870" y="2941"/>
            <a:chExt cx="162" cy="418"/>
          </a:xfrm>
        </p:grpSpPr>
        <p:sp>
          <p:nvSpPr>
            <p:cNvPr id="99360" name="Text Box 40"/>
            <p:cNvSpPr txBox="1"/>
            <p:nvPr/>
          </p:nvSpPr>
          <p:spPr>
            <a:xfrm>
              <a:off x="872" y="2941"/>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sp>
          <p:nvSpPr>
            <p:cNvPr id="99361" name="Text Box 41"/>
            <p:cNvSpPr txBox="1"/>
            <p:nvPr/>
          </p:nvSpPr>
          <p:spPr>
            <a:xfrm>
              <a:off x="870" y="3026"/>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sp>
          <p:nvSpPr>
            <p:cNvPr id="99362" name="Text Box 42"/>
            <p:cNvSpPr txBox="1"/>
            <p:nvPr/>
          </p:nvSpPr>
          <p:spPr>
            <a:xfrm>
              <a:off x="871" y="3109"/>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grpSp>
      <p:sp>
        <p:nvSpPr>
          <p:cNvPr id="99356" name="Text Box 43"/>
          <p:cNvSpPr txBox="1"/>
          <p:nvPr/>
        </p:nvSpPr>
        <p:spPr>
          <a:xfrm>
            <a:off x="567055" y="1357630"/>
            <a:ext cx="8317865" cy="829945"/>
          </a:xfrm>
          <a:prstGeom prst="rect">
            <a:avLst/>
          </a:prstGeom>
          <a:noFill/>
          <a:ln w="9525">
            <a:noFill/>
          </a:ln>
        </p:spPr>
        <p:txBody>
          <a:bodyPr wrap="squar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t>hierarchical addressing allows efficient advertisement of routing information:</a:t>
            </a:r>
          </a:p>
        </p:txBody>
      </p:sp>
      <p:pic>
        <p:nvPicPr>
          <p:cNvPr id="99357" name="Picture 44" descr="underline_base"/>
          <p:cNvPicPr/>
          <p:nvPr/>
        </p:nvPicPr>
        <p:blipFill>
          <a:blip r:embed="rId2"/>
          <a:stretch>
            <a:fillRect/>
          </a:stretch>
        </p:blipFill>
        <p:spPr>
          <a:xfrm>
            <a:off x="588963" y="900113"/>
            <a:ext cx="7769225" cy="173037"/>
          </a:xfrm>
          <a:prstGeom prst="rect">
            <a:avLst/>
          </a:prstGeom>
          <a:noFill/>
          <a:ln w="9525">
            <a:noFill/>
          </a:ln>
        </p:spPr>
      </p:pic>
      <p:sp>
        <p:nvSpPr>
          <p:cNvPr id="9935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110</a:t>
            </a:fld>
            <a:endParaRPr lang="en-US" altLang="zh-CN" sz="1200">
              <a:latin typeface="Tahoma" panose="020B0604030504040204" charset="0"/>
            </a:endParaRPr>
          </a:p>
        </p:txBody>
      </p:sp>
      <p:sp>
        <p:nvSpPr>
          <p:cNvPr id="9935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Freeform 45"/>
          <p:cNvSpPr/>
          <p:nvPr/>
        </p:nvSpPr>
        <p:spPr>
          <a:xfrm>
            <a:off x="7180263" y="2800033"/>
            <a:ext cx="1444625" cy="2714625"/>
          </a:xfrm>
          <a:custGeom>
            <a:avLst/>
            <a:gdLst>
              <a:gd name="txL" fmla="*/ 0 w 910"/>
              <a:gd name="txT" fmla="*/ 0 h 1710"/>
              <a:gd name="txR" fmla="*/ 910 w 910"/>
              <a:gd name="txB" fmla="*/ 1710 h 1710"/>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alpha val="100000"/>
                </a:srgbClr>
              </a:gs>
              <a:gs pos="100000">
                <a:srgbClr val="FFFFFF">
                  <a:alpha val="100000"/>
                </a:srgbClr>
              </a:gs>
            </a:gsLst>
            <a:lin ang="0" scaled="1"/>
            <a:tileRect/>
          </a:gradFill>
          <a:ln w="9525">
            <a:noFill/>
          </a:ln>
        </p:spPr>
        <p:txBody>
          <a:bodyPr/>
          <a:lstStyle/>
          <a:p>
            <a:endParaRPr lang="zh-CN" altLang="en-US"/>
          </a:p>
        </p:txBody>
      </p:sp>
      <p:sp>
        <p:nvSpPr>
          <p:cNvPr id="100354" name="Text Box 3"/>
          <p:cNvSpPr txBox="1"/>
          <p:nvPr/>
        </p:nvSpPr>
        <p:spPr>
          <a:xfrm>
            <a:off x="671513" y="1463675"/>
            <a:ext cx="6861175" cy="4572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t>ISPs-R-Us has a more specific route to Organization 1</a:t>
            </a:r>
          </a:p>
        </p:txBody>
      </p:sp>
      <p:sp>
        <p:nvSpPr>
          <p:cNvPr id="100355" name="Freeform 4"/>
          <p:cNvSpPr/>
          <p:nvPr/>
        </p:nvSpPr>
        <p:spPr>
          <a:xfrm>
            <a:off x="5175250" y="3830320"/>
            <a:ext cx="2019300" cy="295275"/>
          </a:xfrm>
          <a:custGeom>
            <a:avLst/>
            <a:gdLst>
              <a:gd name="txL" fmla="*/ 0 w 1272"/>
              <a:gd name="txT" fmla="*/ 0 h 186"/>
              <a:gd name="txR" fmla="*/ 1272 w 1272"/>
              <a:gd name="txB" fmla="*/ 186 h 186"/>
            </a:gdLst>
            <a:ahLst/>
            <a:cxnLst>
              <a:cxn ang="0">
                <a:pos x="0" y="0"/>
              </a:cxn>
              <a:cxn ang="0">
                <a:pos x="2147483646" y="2147483646"/>
              </a:cxn>
            </a:cxnLst>
            <a:rect l="txL" t="txT" r="txR" b="txB"/>
            <a:pathLst>
              <a:path w="1272" h="186">
                <a:moveTo>
                  <a:pt x="0" y="0"/>
                </a:moveTo>
                <a:lnTo>
                  <a:pt x="1272" y="186"/>
                </a:lnTo>
              </a:path>
            </a:pathLst>
          </a:custGeom>
          <a:noFill/>
          <a:ln w="19050" cap="flat" cmpd="sng">
            <a:solidFill>
              <a:schemeClr val="tx1">
                <a:alpha val="100000"/>
              </a:schemeClr>
            </a:solidFill>
            <a:prstDash val="solid"/>
            <a:round/>
            <a:headEnd type="none" w="med" len="med"/>
            <a:tailEnd type="arrow" w="med" len="med"/>
          </a:ln>
        </p:spPr>
        <p:txBody>
          <a:bodyPr/>
          <a:lstStyle/>
          <a:p>
            <a:endParaRPr lang="zh-CN" altLang="en-US"/>
          </a:p>
        </p:txBody>
      </p:sp>
      <p:sp>
        <p:nvSpPr>
          <p:cNvPr id="100356" name="Line 5"/>
          <p:cNvSpPr/>
          <p:nvPr/>
        </p:nvSpPr>
        <p:spPr>
          <a:xfrm flipV="1">
            <a:off x="2832100" y="4106545"/>
            <a:ext cx="895350" cy="457200"/>
          </a:xfrm>
          <a:prstGeom prst="line">
            <a:avLst/>
          </a:prstGeom>
          <a:ln w="19050" cap="flat" cmpd="sng">
            <a:solidFill>
              <a:schemeClr val="tx1"/>
            </a:solidFill>
            <a:prstDash val="solid"/>
            <a:headEnd type="none" w="med" len="med"/>
            <a:tailEnd type="none" w="med" len="med"/>
          </a:ln>
        </p:spPr>
      </p:sp>
      <p:sp>
        <p:nvSpPr>
          <p:cNvPr id="100357" name="Line 6"/>
          <p:cNvSpPr/>
          <p:nvPr/>
        </p:nvSpPr>
        <p:spPr>
          <a:xfrm flipV="1">
            <a:off x="3194050" y="5382895"/>
            <a:ext cx="333375" cy="247650"/>
          </a:xfrm>
          <a:prstGeom prst="line">
            <a:avLst/>
          </a:prstGeom>
          <a:ln w="19050" cap="flat" cmpd="sng">
            <a:solidFill>
              <a:schemeClr val="tx1"/>
            </a:solidFill>
            <a:prstDash val="solid"/>
            <a:headEnd type="none" w="med" len="med"/>
            <a:tailEnd type="none" w="med" len="med"/>
          </a:ln>
        </p:spPr>
      </p:sp>
      <p:sp>
        <p:nvSpPr>
          <p:cNvPr id="100358" name="Line 7"/>
          <p:cNvSpPr/>
          <p:nvPr/>
        </p:nvSpPr>
        <p:spPr>
          <a:xfrm>
            <a:off x="2927350" y="2696845"/>
            <a:ext cx="847725" cy="762000"/>
          </a:xfrm>
          <a:prstGeom prst="line">
            <a:avLst/>
          </a:prstGeom>
          <a:ln w="19050" cap="flat" cmpd="sng">
            <a:solidFill>
              <a:schemeClr val="tx1"/>
            </a:solidFill>
            <a:prstDash val="solid"/>
            <a:headEnd type="none" w="med" len="med"/>
            <a:tailEnd type="none" w="med" len="med"/>
          </a:ln>
        </p:spPr>
      </p:sp>
      <p:sp>
        <p:nvSpPr>
          <p:cNvPr id="100359" name="Freeform 8"/>
          <p:cNvSpPr/>
          <p:nvPr/>
        </p:nvSpPr>
        <p:spPr>
          <a:xfrm>
            <a:off x="3573463" y="3276283"/>
            <a:ext cx="1773237" cy="979487"/>
          </a:xfrm>
          <a:custGeom>
            <a:avLst/>
            <a:gdLst>
              <a:gd name="txL" fmla="*/ 0 w 1117"/>
              <a:gd name="txT" fmla="*/ 0 h 617"/>
              <a:gd name="txR" fmla="*/ 1117 w 1117"/>
              <a:gd name="txB" fmla="*/ 617 h 61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66CCFF">
              <a:alpha val="100000"/>
            </a:srgbClr>
          </a:solidFill>
          <a:ln w="9525">
            <a:noFill/>
          </a:ln>
        </p:spPr>
        <p:txBody>
          <a:bodyPr/>
          <a:lstStyle/>
          <a:p>
            <a:endParaRPr lang="zh-CN" altLang="en-US"/>
          </a:p>
        </p:txBody>
      </p:sp>
      <p:sp>
        <p:nvSpPr>
          <p:cNvPr id="100360" name="Text Box 9"/>
          <p:cNvSpPr txBox="1"/>
          <p:nvPr/>
        </p:nvSpPr>
        <p:spPr>
          <a:xfrm>
            <a:off x="5407025" y="3003233"/>
            <a:ext cx="1671638" cy="942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ja-JP" altLang="en-US" sz="1400">
                <a:latin typeface="Arial" panose="020B0604020202090204" pitchFamily="34" charset="0"/>
              </a:rPr>
              <a:t>“</a:t>
            </a:r>
            <a:r>
              <a:rPr lang="en-US" altLang="ja-JP" sz="1400">
                <a:latin typeface="Arial" panose="020B0604020202090204" pitchFamily="34" charset="0"/>
              </a:rPr>
              <a:t>Send me anything</a:t>
            </a:r>
          </a:p>
          <a:p>
            <a:pPr marL="0" lvl="0" indent="0">
              <a:lnSpc>
                <a:spcPct val="100000"/>
              </a:lnSpc>
              <a:spcBef>
                <a:spcPct val="0"/>
              </a:spcBef>
              <a:buClrTx/>
              <a:buSzTx/>
              <a:buFontTx/>
              <a:buNone/>
            </a:pPr>
            <a:r>
              <a:rPr lang="en-US" altLang="zh-CN" sz="1400">
                <a:latin typeface="Arial" panose="020B0604020202090204" pitchFamily="34" charset="0"/>
              </a:rPr>
              <a:t>with addresses </a:t>
            </a:r>
          </a:p>
          <a:p>
            <a:pPr marL="0" lvl="0" indent="0">
              <a:lnSpc>
                <a:spcPct val="100000"/>
              </a:lnSpc>
              <a:spcBef>
                <a:spcPct val="0"/>
              </a:spcBef>
              <a:buClrTx/>
              <a:buSzTx/>
              <a:buFontTx/>
              <a:buNone/>
            </a:pPr>
            <a:r>
              <a:rPr lang="en-US" altLang="zh-CN" sz="1400">
                <a:latin typeface="Arial" panose="020B0604020202090204" pitchFamily="34" charset="0"/>
              </a:rPr>
              <a:t>beginning </a:t>
            </a:r>
          </a:p>
          <a:p>
            <a:pPr marL="0" lvl="0" indent="0">
              <a:lnSpc>
                <a:spcPct val="100000"/>
              </a:lnSpc>
              <a:spcBef>
                <a:spcPct val="0"/>
              </a:spcBef>
              <a:buClrTx/>
              <a:buSzTx/>
              <a:buFontTx/>
              <a:buNone/>
            </a:pPr>
            <a:r>
              <a:rPr lang="en-US" altLang="zh-CN" sz="1400" u="sng">
                <a:solidFill>
                  <a:srgbClr val="CC0000"/>
                </a:solidFill>
                <a:latin typeface="Arial" panose="020B0604020202090204" pitchFamily="34" charset="0"/>
              </a:rPr>
              <a:t>200.23.16.0/20</a:t>
            </a:r>
            <a:r>
              <a:rPr lang="ja-JP" altLang="en-US" sz="1400">
                <a:latin typeface="Arial" panose="020B0604020202090204" pitchFamily="34" charset="0"/>
              </a:rPr>
              <a:t>”</a:t>
            </a:r>
            <a:endParaRPr lang="en-US" altLang="zh-CN" sz="1400">
              <a:latin typeface="Arial" panose="020B0604020202090204" pitchFamily="34" charset="0"/>
            </a:endParaRPr>
          </a:p>
        </p:txBody>
      </p:sp>
      <p:grpSp>
        <p:nvGrpSpPr>
          <p:cNvPr id="100361" name="Group 10"/>
          <p:cNvGrpSpPr/>
          <p:nvPr/>
        </p:nvGrpSpPr>
        <p:grpSpPr>
          <a:xfrm>
            <a:off x="758825" y="2469833"/>
            <a:ext cx="2338388" cy="404812"/>
            <a:chOff x="1004" y="1639"/>
            <a:chExt cx="1473" cy="255"/>
          </a:xfrm>
        </p:grpSpPr>
        <p:sp>
          <p:nvSpPr>
            <p:cNvPr id="100396" name="Freeform 11"/>
            <p:cNvSpPr/>
            <p:nvPr/>
          </p:nvSpPr>
          <p:spPr>
            <a:xfrm>
              <a:off x="1004" y="1639"/>
              <a:ext cx="1473" cy="255"/>
            </a:xfrm>
            <a:custGeom>
              <a:avLst/>
              <a:gdLst>
                <a:gd name="txL" fmla="*/ 0 w 1473"/>
                <a:gd name="txT" fmla="*/ 0 h 255"/>
                <a:gd name="txR" fmla="*/ 1473 w 1473"/>
                <a:gd name="txB" fmla="*/ 255 h 255"/>
              </a:gdLst>
              <a:ahLst/>
              <a:cxnLst>
                <a:cxn ang="0">
                  <a:pos x="172" y="11"/>
                </a:cxn>
                <a:cxn ang="0">
                  <a:pos x="73" y="94"/>
                </a:cxn>
                <a:cxn ang="0">
                  <a:pos x="146" y="220"/>
                </a:cxn>
                <a:cxn ang="0">
                  <a:pos x="520" y="225"/>
                </a:cxn>
                <a:cxn ang="0">
                  <a:pos x="754" y="251"/>
                </a:cxn>
                <a:cxn ang="0">
                  <a:pos x="1306" y="203"/>
                </a:cxn>
                <a:cxn ang="0">
                  <a:pos x="1360" y="29"/>
                </a:cxn>
                <a:cxn ang="0">
                  <a:pos x="628" y="29"/>
                </a:cxn>
                <a:cxn ang="0">
                  <a:pos x="172" y="11"/>
                </a:cxn>
              </a:cxnLst>
              <a:rect l="txL" t="txT" r="txR" b="txB"/>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66CCFF">
                <a:alpha val="100000"/>
              </a:srgbClr>
            </a:solidFill>
            <a:ln w="9525">
              <a:noFill/>
            </a:ln>
          </p:spPr>
          <p:txBody>
            <a:bodyPr/>
            <a:lstStyle/>
            <a:p>
              <a:endParaRPr lang="zh-CN" altLang="en-US"/>
            </a:p>
          </p:txBody>
        </p:sp>
        <p:sp>
          <p:nvSpPr>
            <p:cNvPr id="100397" name="Text Box 12"/>
            <p:cNvSpPr txBox="1"/>
            <p:nvPr/>
          </p:nvSpPr>
          <p:spPr>
            <a:xfrm>
              <a:off x="1226" y="1664"/>
              <a:ext cx="970" cy="212"/>
            </a:xfrm>
            <a:prstGeom prst="rect">
              <a:avLst/>
            </a:prstGeom>
            <a:solidFill>
              <a:srgbClr val="66CCFF"/>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200.23.16.0/23</a:t>
              </a:r>
              <a:endParaRPr lang="en-US" altLang="zh-CN" sz="1800">
                <a:latin typeface="Arial" panose="020B0604020202090204" pitchFamily="34" charset="0"/>
              </a:endParaRPr>
            </a:p>
          </p:txBody>
        </p:sp>
      </p:grpSp>
      <p:grpSp>
        <p:nvGrpSpPr>
          <p:cNvPr id="100362" name="Group 13"/>
          <p:cNvGrpSpPr/>
          <p:nvPr/>
        </p:nvGrpSpPr>
        <p:grpSpPr>
          <a:xfrm>
            <a:off x="968375" y="5546408"/>
            <a:ext cx="2338388" cy="404812"/>
            <a:chOff x="1004" y="1639"/>
            <a:chExt cx="1473" cy="255"/>
          </a:xfrm>
        </p:grpSpPr>
        <p:sp>
          <p:nvSpPr>
            <p:cNvPr id="100394" name="Freeform 14"/>
            <p:cNvSpPr/>
            <p:nvPr/>
          </p:nvSpPr>
          <p:spPr>
            <a:xfrm>
              <a:off x="1004" y="1639"/>
              <a:ext cx="1473" cy="255"/>
            </a:xfrm>
            <a:custGeom>
              <a:avLst/>
              <a:gdLst>
                <a:gd name="txL" fmla="*/ 0 w 1473"/>
                <a:gd name="txT" fmla="*/ 0 h 255"/>
                <a:gd name="txR" fmla="*/ 1473 w 1473"/>
                <a:gd name="txB" fmla="*/ 255 h 255"/>
              </a:gdLst>
              <a:ahLst/>
              <a:cxnLst>
                <a:cxn ang="0">
                  <a:pos x="172" y="11"/>
                </a:cxn>
                <a:cxn ang="0">
                  <a:pos x="73" y="94"/>
                </a:cxn>
                <a:cxn ang="0">
                  <a:pos x="146" y="220"/>
                </a:cxn>
                <a:cxn ang="0">
                  <a:pos x="520" y="225"/>
                </a:cxn>
                <a:cxn ang="0">
                  <a:pos x="754" y="251"/>
                </a:cxn>
                <a:cxn ang="0">
                  <a:pos x="1306" y="203"/>
                </a:cxn>
                <a:cxn ang="0">
                  <a:pos x="1360" y="29"/>
                </a:cxn>
                <a:cxn ang="0">
                  <a:pos x="628" y="29"/>
                </a:cxn>
                <a:cxn ang="0">
                  <a:pos x="172" y="11"/>
                </a:cxn>
              </a:cxnLst>
              <a:rect l="txL" t="txT" r="txR" b="txB"/>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66CCFF">
                <a:alpha val="100000"/>
              </a:srgbClr>
            </a:solidFill>
            <a:ln w="9525">
              <a:noFill/>
            </a:ln>
          </p:spPr>
          <p:txBody>
            <a:bodyPr/>
            <a:lstStyle/>
            <a:p>
              <a:endParaRPr lang="zh-CN" altLang="en-US"/>
            </a:p>
          </p:txBody>
        </p:sp>
        <p:sp>
          <p:nvSpPr>
            <p:cNvPr id="100395" name="Text Box 15"/>
            <p:cNvSpPr txBox="1"/>
            <p:nvPr/>
          </p:nvSpPr>
          <p:spPr>
            <a:xfrm>
              <a:off x="1226" y="1664"/>
              <a:ext cx="970" cy="212"/>
            </a:xfrm>
            <a:prstGeom prst="rect">
              <a:avLst/>
            </a:prstGeom>
            <a:solidFill>
              <a:srgbClr val="66CCFF"/>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200.23.18.0/23</a:t>
              </a:r>
              <a:endParaRPr lang="en-US" altLang="zh-CN" sz="1800">
                <a:latin typeface="Arial" panose="020B0604020202090204" pitchFamily="34" charset="0"/>
              </a:endParaRPr>
            </a:p>
          </p:txBody>
        </p:sp>
      </p:grpSp>
      <p:grpSp>
        <p:nvGrpSpPr>
          <p:cNvPr id="100363" name="Group 16"/>
          <p:cNvGrpSpPr/>
          <p:nvPr/>
        </p:nvGrpSpPr>
        <p:grpSpPr>
          <a:xfrm>
            <a:off x="701675" y="4479608"/>
            <a:ext cx="2338388" cy="404812"/>
            <a:chOff x="1004" y="1639"/>
            <a:chExt cx="1473" cy="255"/>
          </a:xfrm>
        </p:grpSpPr>
        <p:sp>
          <p:nvSpPr>
            <p:cNvPr id="100392" name="Freeform 17"/>
            <p:cNvSpPr/>
            <p:nvPr/>
          </p:nvSpPr>
          <p:spPr>
            <a:xfrm>
              <a:off x="1004" y="1639"/>
              <a:ext cx="1473" cy="255"/>
            </a:xfrm>
            <a:custGeom>
              <a:avLst/>
              <a:gdLst>
                <a:gd name="txL" fmla="*/ 0 w 1473"/>
                <a:gd name="txT" fmla="*/ 0 h 255"/>
                <a:gd name="txR" fmla="*/ 1473 w 1473"/>
                <a:gd name="txB" fmla="*/ 255 h 255"/>
              </a:gdLst>
              <a:ahLst/>
              <a:cxnLst>
                <a:cxn ang="0">
                  <a:pos x="172" y="11"/>
                </a:cxn>
                <a:cxn ang="0">
                  <a:pos x="73" y="94"/>
                </a:cxn>
                <a:cxn ang="0">
                  <a:pos x="146" y="220"/>
                </a:cxn>
                <a:cxn ang="0">
                  <a:pos x="520" y="225"/>
                </a:cxn>
                <a:cxn ang="0">
                  <a:pos x="754" y="251"/>
                </a:cxn>
                <a:cxn ang="0">
                  <a:pos x="1306" y="203"/>
                </a:cxn>
                <a:cxn ang="0">
                  <a:pos x="1360" y="29"/>
                </a:cxn>
                <a:cxn ang="0">
                  <a:pos x="628" y="29"/>
                </a:cxn>
                <a:cxn ang="0">
                  <a:pos x="172" y="11"/>
                </a:cxn>
              </a:cxnLst>
              <a:rect l="txL" t="txT" r="txR" b="txB"/>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66CCFF">
                <a:alpha val="100000"/>
              </a:srgbClr>
            </a:solidFill>
            <a:ln w="9525">
              <a:noFill/>
            </a:ln>
          </p:spPr>
          <p:txBody>
            <a:bodyPr/>
            <a:lstStyle/>
            <a:p>
              <a:endParaRPr lang="zh-CN" altLang="en-US"/>
            </a:p>
          </p:txBody>
        </p:sp>
        <p:sp>
          <p:nvSpPr>
            <p:cNvPr id="100393" name="Text Box 18"/>
            <p:cNvSpPr txBox="1"/>
            <p:nvPr/>
          </p:nvSpPr>
          <p:spPr>
            <a:xfrm>
              <a:off x="1226" y="1664"/>
              <a:ext cx="970" cy="212"/>
            </a:xfrm>
            <a:prstGeom prst="rect">
              <a:avLst/>
            </a:prstGeom>
            <a:solidFill>
              <a:srgbClr val="66CCFF"/>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200.23.30.0/23</a:t>
              </a:r>
              <a:endParaRPr lang="en-US" altLang="zh-CN" sz="1800">
                <a:latin typeface="Arial" panose="020B0604020202090204" pitchFamily="34" charset="0"/>
              </a:endParaRPr>
            </a:p>
          </p:txBody>
        </p:sp>
      </p:grpSp>
      <p:sp>
        <p:nvSpPr>
          <p:cNvPr id="100364" name="Text Box 19"/>
          <p:cNvSpPr txBox="1"/>
          <p:nvPr/>
        </p:nvSpPr>
        <p:spPr>
          <a:xfrm>
            <a:off x="3606800" y="3708083"/>
            <a:ext cx="1506538"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Fly-By-Night-ISP</a:t>
            </a:r>
            <a:endParaRPr lang="en-US" altLang="zh-CN" sz="1800">
              <a:latin typeface="Arial" panose="020B0604020202090204" pitchFamily="34" charset="0"/>
            </a:endParaRPr>
          </a:p>
        </p:txBody>
      </p:sp>
      <p:sp>
        <p:nvSpPr>
          <p:cNvPr id="100365" name="Text Box 21"/>
          <p:cNvSpPr txBox="1"/>
          <p:nvPr/>
        </p:nvSpPr>
        <p:spPr>
          <a:xfrm>
            <a:off x="758825" y="2212658"/>
            <a:ext cx="133667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Organization 0</a:t>
            </a:r>
          </a:p>
        </p:txBody>
      </p:sp>
      <p:sp>
        <p:nvSpPr>
          <p:cNvPr id="100366" name="Text Box 22"/>
          <p:cNvSpPr txBox="1"/>
          <p:nvPr/>
        </p:nvSpPr>
        <p:spPr>
          <a:xfrm>
            <a:off x="787400" y="4222433"/>
            <a:ext cx="133667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Organization 7</a:t>
            </a:r>
          </a:p>
        </p:txBody>
      </p:sp>
      <p:sp>
        <p:nvSpPr>
          <p:cNvPr id="100367" name="Text Box 23"/>
          <p:cNvSpPr txBox="1"/>
          <p:nvPr/>
        </p:nvSpPr>
        <p:spPr>
          <a:xfrm>
            <a:off x="7407275" y="4031933"/>
            <a:ext cx="78422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Internet</a:t>
            </a:r>
          </a:p>
        </p:txBody>
      </p:sp>
      <p:sp>
        <p:nvSpPr>
          <p:cNvPr id="100368" name="Text Box 24"/>
          <p:cNvSpPr txBox="1"/>
          <p:nvPr/>
        </p:nvSpPr>
        <p:spPr>
          <a:xfrm>
            <a:off x="949325" y="5346383"/>
            <a:ext cx="133667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Organization 1</a:t>
            </a:r>
          </a:p>
        </p:txBody>
      </p:sp>
      <p:sp>
        <p:nvSpPr>
          <p:cNvPr id="100369" name="Freeform 25"/>
          <p:cNvSpPr/>
          <p:nvPr/>
        </p:nvSpPr>
        <p:spPr>
          <a:xfrm>
            <a:off x="3516313" y="4590733"/>
            <a:ext cx="1773237" cy="979487"/>
          </a:xfrm>
          <a:custGeom>
            <a:avLst/>
            <a:gdLst>
              <a:gd name="txL" fmla="*/ 0 w 1117"/>
              <a:gd name="txT" fmla="*/ 0 h 617"/>
              <a:gd name="txR" fmla="*/ 1117 w 1117"/>
              <a:gd name="txB" fmla="*/ 617 h 61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66CCFF">
              <a:alpha val="100000"/>
            </a:srgbClr>
          </a:solidFill>
          <a:ln w="9525">
            <a:noFill/>
          </a:ln>
        </p:spPr>
        <p:txBody>
          <a:bodyPr/>
          <a:lstStyle/>
          <a:p>
            <a:endParaRPr lang="zh-CN" altLang="en-US"/>
          </a:p>
        </p:txBody>
      </p:sp>
      <p:sp>
        <p:nvSpPr>
          <p:cNvPr id="100370" name="Text Box 26"/>
          <p:cNvSpPr txBox="1"/>
          <p:nvPr/>
        </p:nvSpPr>
        <p:spPr>
          <a:xfrm>
            <a:off x="3816350" y="4965383"/>
            <a:ext cx="1023938"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ISPs-R-Us</a:t>
            </a:r>
            <a:endParaRPr lang="en-US" altLang="zh-CN" sz="1800">
              <a:latin typeface="Arial" panose="020B0604020202090204" pitchFamily="34" charset="0"/>
            </a:endParaRPr>
          </a:p>
        </p:txBody>
      </p:sp>
      <p:sp>
        <p:nvSpPr>
          <p:cNvPr id="100371" name="Freeform 27"/>
          <p:cNvSpPr/>
          <p:nvPr/>
        </p:nvSpPr>
        <p:spPr>
          <a:xfrm flipV="1">
            <a:off x="5241925" y="4611370"/>
            <a:ext cx="2019300" cy="295275"/>
          </a:xfrm>
          <a:custGeom>
            <a:avLst/>
            <a:gdLst>
              <a:gd name="txL" fmla="*/ 0 w 1272"/>
              <a:gd name="txT" fmla="*/ 0 h 186"/>
              <a:gd name="txR" fmla="*/ 1272 w 1272"/>
              <a:gd name="txB" fmla="*/ 186 h 186"/>
            </a:gdLst>
            <a:ahLst/>
            <a:cxnLst>
              <a:cxn ang="0">
                <a:pos x="0" y="0"/>
              </a:cxn>
              <a:cxn ang="0">
                <a:pos x="2147483646" y="2147483646"/>
              </a:cxn>
            </a:cxnLst>
            <a:rect l="txL" t="txT" r="txR" b="txB"/>
            <a:pathLst>
              <a:path w="1272" h="186">
                <a:moveTo>
                  <a:pt x="0" y="0"/>
                </a:moveTo>
                <a:lnTo>
                  <a:pt x="1272" y="186"/>
                </a:lnTo>
              </a:path>
            </a:pathLst>
          </a:custGeom>
          <a:noFill/>
          <a:ln w="19050" cap="flat" cmpd="sng">
            <a:solidFill>
              <a:schemeClr val="tx1">
                <a:alpha val="100000"/>
              </a:schemeClr>
            </a:solidFill>
            <a:prstDash val="solid"/>
            <a:round/>
            <a:headEnd type="none" w="med" len="med"/>
            <a:tailEnd type="arrow" w="med" len="med"/>
          </a:ln>
        </p:spPr>
        <p:txBody>
          <a:bodyPr/>
          <a:lstStyle/>
          <a:p>
            <a:endParaRPr lang="zh-CN" altLang="en-US"/>
          </a:p>
        </p:txBody>
      </p:sp>
      <p:sp>
        <p:nvSpPr>
          <p:cNvPr id="100372" name="Line 28"/>
          <p:cNvSpPr/>
          <p:nvPr/>
        </p:nvSpPr>
        <p:spPr>
          <a:xfrm>
            <a:off x="3032125" y="5154295"/>
            <a:ext cx="485775" cy="0"/>
          </a:xfrm>
          <a:prstGeom prst="line">
            <a:avLst/>
          </a:prstGeom>
          <a:ln w="19050" cap="flat" cmpd="sng">
            <a:solidFill>
              <a:schemeClr val="tx1"/>
            </a:solidFill>
            <a:prstDash val="solid"/>
            <a:headEnd type="none" w="med" len="med"/>
            <a:tailEnd type="none" w="med" len="med"/>
          </a:ln>
        </p:spPr>
      </p:sp>
      <p:sp>
        <p:nvSpPr>
          <p:cNvPr id="100373" name="Line 29"/>
          <p:cNvSpPr/>
          <p:nvPr/>
        </p:nvSpPr>
        <p:spPr>
          <a:xfrm flipV="1">
            <a:off x="2879725" y="5220970"/>
            <a:ext cx="638175" cy="171450"/>
          </a:xfrm>
          <a:prstGeom prst="line">
            <a:avLst/>
          </a:prstGeom>
          <a:ln w="19050" cap="flat" cmpd="sng">
            <a:solidFill>
              <a:schemeClr val="tx1"/>
            </a:solidFill>
            <a:prstDash val="solid"/>
            <a:headEnd type="none" w="med" len="med"/>
            <a:tailEnd type="none" w="med" len="med"/>
          </a:ln>
        </p:spPr>
      </p:sp>
      <p:sp>
        <p:nvSpPr>
          <p:cNvPr id="100374" name="Line 30"/>
          <p:cNvSpPr/>
          <p:nvPr/>
        </p:nvSpPr>
        <p:spPr>
          <a:xfrm flipV="1">
            <a:off x="3317875" y="5468620"/>
            <a:ext cx="247650" cy="409575"/>
          </a:xfrm>
          <a:prstGeom prst="line">
            <a:avLst/>
          </a:prstGeom>
          <a:ln w="19050" cap="flat" cmpd="sng">
            <a:solidFill>
              <a:schemeClr val="tx1"/>
            </a:solidFill>
            <a:prstDash val="solid"/>
            <a:headEnd type="none" w="med" len="med"/>
            <a:tailEnd type="none" w="med" len="med"/>
          </a:ln>
        </p:spPr>
      </p:sp>
      <p:sp>
        <p:nvSpPr>
          <p:cNvPr id="100375" name="Text Box 31"/>
          <p:cNvSpPr txBox="1"/>
          <p:nvPr/>
        </p:nvSpPr>
        <p:spPr>
          <a:xfrm>
            <a:off x="5530850" y="4860608"/>
            <a:ext cx="2084388" cy="9429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ja-JP" altLang="en-US" sz="1400">
                <a:latin typeface="Arial" panose="020B0604020202090204" pitchFamily="34" charset="0"/>
              </a:rPr>
              <a:t>“</a:t>
            </a:r>
            <a:r>
              <a:rPr lang="en-US" altLang="ja-JP" sz="1400">
                <a:latin typeface="Arial" panose="020B0604020202090204" pitchFamily="34" charset="0"/>
              </a:rPr>
              <a:t>Send me anything</a:t>
            </a:r>
          </a:p>
          <a:p>
            <a:pPr marL="0" lvl="0" indent="0">
              <a:lnSpc>
                <a:spcPct val="100000"/>
              </a:lnSpc>
              <a:spcBef>
                <a:spcPct val="0"/>
              </a:spcBef>
              <a:buClrTx/>
              <a:buSzTx/>
              <a:buFontTx/>
              <a:buNone/>
            </a:pPr>
            <a:r>
              <a:rPr lang="en-US" altLang="zh-CN" sz="1400">
                <a:latin typeface="Arial" panose="020B0604020202090204" pitchFamily="34" charset="0"/>
              </a:rPr>
              <a:t>with addresses </a:t>
            </a:r>
          </a:p>
          <a:p>
            <a:pPr marL="0" lvl="0" indent="0">
              <a:lnSpc>
                <a:spcPct val="100000"/>
              </a:lnSpc>
              <a:spcBef>
                <a:spcPct val="0"/>
              </a:spcBef>
              <a:buClrTx/>
              <a:buSzTx/>
              <a:buFontTx/>
              <a:buNone/>
            </a:pPr>
            <a:r>
              <a:rPr lang="en-US" altLang="zh-CN" sz="1400">
                <a:latin typeface="Arial" panose="020B0604020202090204" pitchFamily="34" charset="0"/>
              </a:rPr>
              <a:t>beginning 199.31.0.0/16</a:t>
            </a:r>
          </a:p>
          <a:p>
            <a:pPr marL="0" lvl="0" indent="0">
              <a:lnSpc>
                <a:spcPct val="100000"/>
              </a:lnSpc>
              <a:spcBef>
                <a:spcPct val="0"/>
              </a:spcBef>
              <a:buClrTx/>
              <a:buSzTx/>
              <a:buFontTx/>
              <a:buNone/>
            </a:pPr>
            <a:r>
              <a:rPr lang="en-US" altLang="zh-CN" sz="1400">
                <a:latin typeface="Arial" panose="020B0604020202090204" pitchFamily="34" charset="0"/>
              </a:rPr>
              <a:t>or </a:t>
            </a:r>
            <a:r>
              <a:rPr lang="en-US" altLang="zh-CN" sz="1400" u="sng">
                <a:solidFill>
                  <a:srgbClr val="CC0000"/>
                </a:solidFill>
                <a:latin typeface="Arial" panose="020B0604020202090204" pitchFamily="34" charset="0"/>
              </a:rPr>
              <a:t>200.23.18.0/23</a:t>
            </a:r>
            <a:r>
              <a:rPr lang="ja-JP" altLang="en-US" sz="1400">
                <a:latin typeface="Arial" panose="020B0604020202090204" pitchFamily="34" charset="0"/>
              </a:rPr>
              <a:t>”</a:t>
            </a:r>
            <a:endParaRPr lang="en-US" altLang="zh-CN" sz="1400">
              <a:latin typeface="Arial" panose="020B0604020202090204" pitchFamily="34" charset="0"/>
            </a:endParaRPr>
          </a:p>
        </p:txBody>
      </p:sp>
      <p:grpSp>
        <p:nvGrpSpPr>
          <p:cNvPr id="100376" name="Group 32"/>
          <p:cNvGrpSpPr/>
          <p:nvPr/>
        </p:nvGrpSpPr>
        <p:grpSpPr>
          <a:xfrm>
            <a:off x="806450" y="3650933"/>
            <a:ext cx="2338388" cy="404812"/>
            <a:chOff x="1004" y="1639"/>
            <a:chExt cx="1473" cy="255"/>
          </a:xfrm>
        </p:grpSpPr>
        <p:sp>
          <p:nvSpPr>
            <p:cNvPr id="100390" name="Freeform 33"/>
            <p:cNvSpPr/>
            <p:nvPr/>
          </p:nvSpPr>
          <p:spPr>
            <a:xfrm>
              <a:off x="1004" y="1639"/>
              <a:ext cx="1473" cy="255"/>
            </a:xfrm>
            <a:custGeom>
              <a:avLst/>
              <a:gdLst>
                <a:gd name="txL" fmla="*/ 0 w 1473"/>
                <a:gd name="txT" fmla="*/ 0 h 255"/>
                <a:gd name="txR" fmla="*/ 1473 w 1473"/>
                <a:gd name="txB" fmla="*/ 255 h 255"/>
              </a:gdLst>
              <a:ahLst/>
              <a:cxnLst>
                <a:cxn ang="0">
                  <a:pos x="172" y="11"/>
                </a:cxn>
                <a:cxn ang="0">
                  <a:pos x="73" y="94"/>
                </a:cxn>
                <a:cxn ang="0">
                  <a:pos x="146" y="220"/>
                </a:cxn>
                <a:cxn ang="0">
                  <a:pos x="520" y="225"/>
                </a:cxn>
                <a:cxn ang="0">
                  <a:pos x="754" y="251"/>
                </a:cxn>
                <a:cxn ang="0">
                  <a:pos x="1306" y="203"/>
                </a:cxn>
                <a:cxn ang="0">
                  <a:pos x="1360" y="29"/>
                </a:cxn>
                <a:cxn ang="0">
                  <a:pos x="628" y="29"/>
                </a:cxn>
                <a:cxn ang="0">
                  <a:pos x="172" y="11"/>
                </a:cxn>
              </a:cxnLst>
              <a:rect l="txL" t="txT" r="txR" b="txB"/>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66CCFF">
                <a:alpha val="100000"/>
              </a:srgbClr>
            </a:solidFill>
            <a:ln w="9525">
              <a:noFill/>
            </a:ln>
          </p:spPr>
          <p:txBody>
            <a:bodyPr/>
            <a:lstStyle/>
            <a:p>
              <a:endParaRPr lang="zh-CN" altLang="en-US"/>
            </a:p>
          </p:txBody>
        </p:sp>
        <p:sp>
          <p:nvSpPr>
            <p:cNvPr id="100391" name="Text Box 34"/>
            <p:cNvSpPr txBox="1"/>
            <p:nvPr/>
          </p:nvSpPr>
          <p:spPr>
            <a:xfrm>
              <a:off x="1226" y="1664"/>
              <a:ext cx="970" cy="212"/>
            </a:xfrm>
            <a:prstGeom prst="rect">
              <a:avLst/>
            </a:prstGeom>
            <a:solidFill>
              <a:srgbClr val="66CCFF"/>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200.23.20.0/23</a:t>
              </a:r>
              <a:endParaRPr lang="en-US" altLang="zh-CN" sz="1800">
                <a:latin typeface="Arial" panose="020B0604020202090204" pitchFamily="34" charset="0"/>
              </a:endParaRPr>
            </a:p>
          </p:txBody>
        </p:sp>
      </p:grpSp>
      <p:sp>
        <p:nvSpPr>
          <p:cNvPr id="100377" name="Text Box 35"/>
          <p:cNvSpPr txBox="1"/>
          <p:nvPr/>
        </p:nvSpPr>
        <p:spPr>
          <a:xfrm>
            <a:off x="787400" y="3450908"/>
            <a:ext cx="1336675"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Organization 2</a:t>
            </a:r>
          </a:p>
        </p:txBody>
      </p:sp>
      <p:grpSp>
        <p:nvGrpSpPr>
          <p:cNvPr id="100378" name="Group 36"/>
          <p:cNvGrpSpPr/>
          <p:nvPr/>
        </p:nvGrpSpPr>
        <p:grpSpPr>
          <a:xfrm>
            <a:off x="2155825" y="3908108"/>
            <a:ext cx="257175" cy="663575"/>
            <a:chOff x="870" y="2941"/>
            <a:chExt cx="162" cy="418"/>
          </a:xfrm>
        </p:grpSpPr>
        <p:sp>
          <p:nvSpPr>
            <p:cNvPr id="100387" name="Text Box 37"/>
            <p:cNvSpPr txBox="1"/>
            <p:nvPr/>
          </p:nvSpPr>
          <p:spPr>
            <a:xfrm>
              <a:off x="872" y="2941"/>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sp>
          <p:nvSpPr>
            <p:cNvPr id="100388" name="Text Box 38"/>
            <p:cNvSpPr txBox="1"/>
            <p:nvPr/>
          </p:nvSpPr>
          <p:spPr>
            <a:xfrm>
              <a:off x="870" y="3026"/>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sp>
          <p:nvSpPr>
            <p:cNvPr id="100389" name="Text Box 39"/>
            <p:cNvSpPr txBox="1"/>
            <p:nvPr/>
          </p:nvSpPr>
          <p:spPr>
            <a:xfrm>
              <a:off x="871" y="3109"/>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grpSp>
      <p:grpSp>
        <p:nvGrpSpPr>
          <p:cNvPr id="100379" name="Group 40"/>
          <p:cNvGrpSpPr/>
          <p:nvPr/>
        </p:nvGrpSpPr>
        <p:grpSpPr>
          <a:xfrm>
            <a:off x="3184525" y="3612833"/>
            <a:ext cx="257175" cy="663575"/>
            <a:chOff x="870" y="2941"/>
            <a:chExt cx="162" cy="418"/>
          </a:xfrm>
        </p:grpSpPr>
        <p:sp>
          <p:nvSpPr>
            <p:cNvPr id="100384" name="Text Box 41"/>
            <p:cNvSpPr txBox="1"/>
            <p:nvPr/>
          </p:nvSpPr>
          <p:spPr>
            <a:xfrm>
              <a:off x="872" y="2941"/>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sp>
          <p:nvSpPr>
            <p:cNvPr id="100385" name="Text Box 42"/>
            <p:cNvSpPr txBox="1"/>
            <p:nvPr/>
          </p:nvSpPr>
          <p:spPr>
            <a:xfrm>
              <a:off x="870" y="3026"/>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sp>
          <p:nvSpPr>
            <p:cNvPr id="100386" name="Text Box 43"/>
            <p:cNvSpPr txBox="1"/>
            <p:nvPr/>
          </p:nvSpPr>
          <p:spPr>
            <a:xfrm>
              <a:off x="871" y="3109"/>
              <a:ext cx="160" cy="2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b="1">
                  <a:latin typeface="Arial" panose="020B0604020202090204" pitchFamily="34" charset="0"/>
                </a:rPr>
                <a:t>.</a:t>
              </a:r>
              <a:endParaRPr lang="en-US" altLang="zh-CN" sz="2000">
                <a:latin typeface="Arial" panose="020B0604020202090204" pitchFamily="34" charset="0"/>
              </a:endParaRPr>
            </a:p>
          </p:txBody>
        </p:sp>
      </p:grpSp>
      <p:pic>
        <p:nvPicPr>
          <p:cNvPr id="100380" name="Picture 46" descr="underline_base"/>
          <p:cNvPicPr/>
          <p:nvPr/>
        </p:nvPicPr>
        <p:blipFill>
          <a:blip r:embed="rId2"/>
          <a:stretch>
            <a:fillRect/>
          </a:stretch>
        </p:blipFill>
        <p:spPr>
          <a:xfrm>
            <a:off x="588963" y="900113"/>
            <a:ext cx="7769225" cy="173037"/>
          </a:xfrm>
          <a:prstGeom prst="rect">
            <a:avLst/>
          </a:prstGeom>
          <a:noFill/>
          <a:ln w="9525">
            <a:noFill/>
          </a:ln>
        </p:spPr>
      </p:pic>
      <p:sp>
        <p:nvSpPr>
          <p:cNvPr id="54304" name="Rectangle 2"/>
          <p:cNvSpPr>
            <a:spLocks noGrp="1" noChangeArrowheads="1"/>
          </p:cNvSpPr>
          <p:nvPr>
            <p:ph type="title"/>
          </p:nvPr>
        </p:nvSpPr>
        <p:spPr>
          <a:xfrm>
            <a:off x="368300" y="241300"/>
            <a:ext cx="8462963" cy="931863"/>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3000" b="0" i="0" u="none" strike="noStrike" kern="0" cap="none" spc="0" normalizeH="0" baseline="0" noProof="0">
                <a:ln>
                  <a:noFill/>
                </a:ln>
                <a:solidFill>
                  <a:srgbClr val="000099"/>
                </a:solidFill>
                <a:effectLst/>
                <a:uLnTx/>
                <a:uFillTx/>
                <a:latin typeface="+mj-lt"/>
                <a:ea typeface="MS PGothic" charset="0"/>
                <a:cs typeface="+mj-cs"/>
              </a:rPr>
              <a:t>Hierarchical addressing: more specific routes</a:t>
            </a:r>
          </a:p>
        </p:txBody>
      </p:sp>
      <p:sp>
        <p:nvSpPr>
          <p:cNvPr id="100382"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111</a:t>
            </a:fld>
            <a:endParaRPr lang="en-US" altLang="zh-CN" sz="1200">
              <a:latin typeface="Tahoma" panose="020B0604030504040204" charset="0"/>
            </a:endParaRPr>
          </a:p>
        </p:txBody>
      </p:sp>
      <p:sp>
        <p:nvSpPr>
          <p:cNvPr id="10038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377" name="Picture 4" descr="underline_base"/>
          <p:cNvPicPr/>
          <p:nvPr/>
        </p:nvPicPr>
        <p:blipFill>
          <a:blip r:embed="rId2"/>
          <a:stretch>
            <a:fillRect/>
          </a:stretch>
        </p:blipFill>
        <p:spPr>
          <a:xfrm>
            <a:off x="606425" y="1000125"/>
            <a:ext cx="5484813" cy="173038"/>
          </a:xfrm>
          <a:prstGeom prst="rect">
            <a:avLst/>
          </a:prstGeom>
          <a:noFill/>
          <a:ln w="9525">
            <a:noFill/>
          </a:ln>
        </p:spPr>
      </p:pic>
      <p:sp>
        <p:nvSpPr>
          <p:cNvPr id="101378" name="Rectangle 2"/>
          <p:cNvSpPr>
            <a:spLocks noGrp="1"/>
          </p:cNvSpPr>
          <p:nvPr>
            <p:ph type="title"/>
          </p:nvPr>
        </p:nvSpPr>
        <p:spPr/>
        <p:txBody>
          <a:bodyPr vert="horz" wrap="square" lIns="91440" tIns="45720" rIns="91440" bIns="45720" anchor="ctr" anchorCtr="0"/>
          <a:lstStyle/>
          <a:p>
            <a:r>
              <a:rPr lang="en-US" altLang="zh-CN" sz="3600"/>
              <a:t>IP addressing: the last word...</a:t>
            </a:r>
            <a:endParaRPr lang="en-US" altLang="zh-CN"/>
          </a:p>
        </p:txBody>
      </p:sp>
      <p:sp>
        <p:nvSpPr>
          <p:cNvPr id="55302" name="Rectangle 3"/>
          <p:cNvSpPr>
            <a:spLocks noGrp="1" noChangeArrowheads="1"/>
          </p:cNvSpPr>
          <p:nvPr>
            <p:ph idx="1"/>
          </p:nvPr>
        </p:nvSpPr>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2800" b="0" i="1" u="none" strike="noStrike" kern="0" cap="none" spc="0" normalizeH="0" baseline="0" noProof="0">
                <a:ln>
                  <a:noFill/>
                </a:ln>
                <a:solidFill>
                  <a:srgbClr val="CC0000"/>
                </a:solidFill>
                <a:effectLst/>
                <a:uLnTx/>
                <a:uFillTx/>
                <a:latin typeface="+mn-lt"/>
                <a:ea typeface="MS PGothic" charset="0"/>
                <a:cs typeface="+mn-cs"/>
              </a:rPr>
              <a:t>Q:</a:t>
            </a:r>
            <a:r>
              <a:rPr kumimoji="0" lang="en-US" sz="2800" b="0" i="0" u="none" strike="noStrike" kern="0" cap="none" spc="0" normalizeH="0" baseline="0" noProof="0">
                <a:ln>
                  <a:noFill/>
                </a:ln>
                <a:solidFill>
                  <a:schemeClr val="tx1"/>
                </a:solidFill>
                <a:effectLst/>
                <a:uLnTx/>
                <a:uFillTx/>
                <a:latin typeface="+mn-lt"/>
                <a:ea typeface="MS PGothic" charset="0"/>
                <a:cs typeface="+mn-cs"/>
              </a:rPr>
              <a:t> how does an ISP get block of addresses?</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2800" b="0" i="1" u="none" strike="noStrike" kern="0" cap="none" spc="0" normalizeH="0" baseline="0" noProof="0">
                <a:ln>
                  <a:noFill/>
                </a:ln>
                <a:solidFill>
                  <a:srgbClr val="CC0000"/>
                </a:solidFill>
                <a:effectLst/>
                <a:uLnTx/>
                <a:uFillTx/>
                <a:latin typeface="+mn-lt"/>
                <a:ea typeface="MS PGothic" charset="0"/>
                <a:cs typeface="+mn-cs"/>
              </a:rPr>
              <a:t>A:</a:t>
            </a:r>
            <a:r>
              <a:rPr kumimoji="0" lang="en-US" sz="2800" b="0" i="0" u="none" strike="noStrike" kern="0" cap="none" spc="0" normalizeH="0" baseline="0" noProof="0">
                <a:ln>
                  <a:noFill/>
                </a:ln>
                <a:solidFill>
                  <a:srgbClr val="FF0000"/>
                </a:solidFill>
                <a:effectLst/>
                <a:uLnTx/>
                <a:uFillTx/>
                <a:latin typeface="+mn-lt"/>
                <a:ea typeface="MS PGothic" charset="0"/>
                <a:cs typeface="+mn-cs"/>
              </a:rPr>
              <a:t> </a:t>
            </a:r>
            <a:r>
              <a:rPr kumimoji="0" lang="en-US" sz="2800" b="0" i="0" u="none" strike="noStrike" kern="0" cap="none" spc="0" normalizeH="0" baseline="0" noProof="0">
                <a:ln>
                  <a:noFill/>
                </a:ln>
                <a:solidFill>
                  <a:srgbClr val="000099"/>
                </a:solidFill>
                <a:effectLst/>
                <a:uLnTx/>
                <a:uFillTx/>
                <a:latin typeface="+mn-lt"/>
                <a:ea typeface="MS PGothic" charset="0"/>
                <a:cs typeface="+mn-cs"/>
              </a:rPr>
              <a:t>ICANN</a:t>
            </a:r>
            <a:r>
              <a:rPr kumimoji="0" lang="en-US" sz="2800" b="0" i="0" u="none" strike="noStrike" kern="0" cap="none" spc="0" normalizeH="0" baseline="0" noProof="0">
                <a:ln>
                  <a:noFill/>
                </a:ln>
                <a:solidFill>
                  <a:schemeClr val="tx1"/>
                </a:solidFill>
                <a:effectLst/>
                <a:uLnTx/>
                <a:uFillTx/>
                <a:latin typeface="+mn-lt"/>
                <a:ea typeface="MS PGothic" charset="0"/>
                <a:cs typeface="+mn-cs"/>
              </a:rPr>
              <a:t>: </a:t>
            </a:r>
            <a:r>
              <a:rPr kumimoji="0" lang="en-US" sz="2800" b="0" i="0" u="none" strike="noStrike" kern="0" cap="none" spc="0" normalizeH="0" baseline="0" noProof="0">
                <a:ln>
                  <a:noFill/>
                </a:ln>
                <a:solidFill>
                  <a:srgbClr val="000099"/>
                </a:solidFill>
                <a:effectLst/>
                <a:uLnTx/>
                <a:uFillTx/>
                <a:latin typeface="+mn-lt"/>
                <a:ea typeface="MS PGothic" charset="0"/>
                <a:cs typeface="+mn-cs"/>
              </a:rPr>
              <a:t>I</a:t>
            </a:r>
            <a:r>
              <a:rPr kumimoji="0" lang="en-US" sz="2800" b="0" i="0" u="none" strike="noStrike" kern="0" cap="none" spc="0" normalizeH="0" baseline="0" noProof="0">
                <a:ln>
                  <a:noFill/>
                </a:ln>
                <a:solidFill>
                  <a:schemeClr val="tx1"/>
                </a:solidFill>
                <a:effectLst/>
                <a:uLnTx/>
                <a:uFillTx/>
                <a:latin typeface="+mn-lt"/>
                <a:ea typeface="MS PGothic" charset="0"/>
                <a:cs typeface="+mn-cs"/>
              </a:rPr>
              <a:t>nternet </a:t>
            </a:r>
            <a:r>
              <a:rPr kumimoji="0" lang="en-US" sz="2800" b="0" i="0" u="none" strike="noStrike" kern="0" cap="none" spc="0" normalizeH="0" baseline="0" noProof="0">
                <a:ln>
                  <a:noFill/>
                </a:ln>
                <a:solidFill>
                  <a:srgbClr val="000099"/>
                </a:solidFill>
                <a:effectLst/>
                <a:uLnTx/>
                <a:uFillTx/>
                <a:latin typeface="+mn-lt"/>
                <a:ea typeface="MS PGothic" charset="0"/>
                <a:cs typeface="+mn-cs"/>
              </a:rPr>
              <a:t>C</a:t>
            </a:r>
            <a:r>
              <a:rPr kumimoji="0" lang="en-US" sz="2800" b="0" i="0" u="none" strike="noStrike" kern="0" cap="none" spc="0" normalizeH="0" baseline="0" noProof="0">
                <a:ln>
                  <a:noFill/>
                </a:ln>
                <a:solidFill>
                  <a:schemeClr val="tx1"/>
                </a:solidFill>
                <a:effectLst/>
                <a:uLnTx/>
                <a:uFillTx/>
                <a:latin typeface="+mn-lt"/>
                <a:ea typeface="MS PGothic" charset="0"/>
                <a:cs typeface="+mn-cs"/>
              </a:rPr>
              <a:t>orporation for </a:t>
            </a:r>
            <a:r>
              <a:rPr kumimoji="0" lang="en-US" sz="2800" b="0" i="0" u="none" strike="noStrike" kern="0" cap="none" spc="0" normalizeH="0" baseline="0" noProof="0">
                <a:ln>
                  <a:noFill/>
                </a:ln>
                <a:solidFill>
                  <a:srgbClr val="000099"/>
                </a:solidFill>
                <a:effectLst/>
                <a:uLnTx/>
                <a:uFillTx/>
                <a:latin typeface="+mn-lt"/>
                <a:ea typeface="MS PGothic" charset="0"/>
                <a:cs typeface="+mn-cs"/>
              </a:rPr>
              <a:t>A</a:t>
            </a:r>
            <a:r>
              <a:rPr kumimoji="0" lang="en-US" sz="2800" b="0" i="0" u="none" strike="noStrike" kern="0" cap="none" spc="0" normalizeH="0" baseline="0" noProof="0">
                <a:ln>
                  <a:noFill/>
                </a:ln>
                <a:solidFill>
                  <a:schemeClr val="tx1"/>
                </a:solidFill>
                <a:effectLst/>
                <a:uLnTx/>
                <a:uFillTx/>
                <a:latin typeface="+mn-lt"/>
                <a:ea typeface="MS PGothic" charset="0"/>
                <a:cs typeface="+mn-cs"/>
              </a:rPr>
              <a:t>ssigned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anose="05000000000000000000" charset="0"/>
              <a:buNone/>
              <a:defRPr/>
            </a:pPr>
            <a:r>
              <a:rPr kumimoji="0" lang="en-US" sz="2800" b="0" i="0" u="none" strike="noStrike" kern="0" cap="none" spc="0" normalizeH="0" baseline="0" noProof="0">
                <a:ln>
                  <a:noFill/>
                </a:ln>
                <a:solidFill>
                  <a:schemeClr val="tx1"/>
                </a:solidFill>
                <a:effectLst/>
                <a:uLnTx/>
                <a:uFillTx/>
                <a:latin typeface="+mn-lt"/>
                <a:ea typeface="MS PGothic" charset="0"/>
                <a:cs typeface="+mn-cs"/>
              </a:rPr>
              <a:t>     </a:t>
            </a:r>
            <a:r>
              <a:rPr kumimoji="0" lang="en-US" sz="2800" b="0" i="0" u="none" strike="noStrike" kern="0" cap="none" spc="0" normalizeH="0" baseline="0" noProof="0">
                <a:ln>
                  <a:noFill/>
                </a:ln>
                <a:solidFill>
                  <a:srgbClr val="000099"/>
                </a:solidFill>
                <a:effectLst/>
                <a:uLnTx/>
                <a:uFillTx/>
                <a:latin typeface="+mn-lt"/>
                <a:ea typeface="MS PGothic" charset="0"/>
                <a:cs typeface="+mn-cs"/>
              </a:rPr>
              <a:t>N</a:t>
            </a:r>
            <a:r>
              <a:rPr kumimoji="0" lang="en-US" sz="2800" b="0" i="0" u="none" strike="noStrike" kern="0" cap="none" spc="0" normalizeH="0" baseline="0" noProof="0">
                <a:ln>
                  <a:noFill/>
                </a:ln>
                <a:solidFill>
                  <a:schemeClr val="tx1"/>
                </a:solidFill>
                <a:effectLst/>
                <a:uLnTx/>
                <a:uFillTx/>
                <a:latin typeface="+mn-lt"/>
                <a:ea typeface="MS PGothic" charset="0"/>
                <a:cs typeface="+mn-cs"/>
              </a:rPr>
              <a:t>ames and </a:t>
            </a:r>
            <a:r>
              <a:rPr kumimoji="0" lang="en-US" sz="2800" b="0" i="0" u="none" strike="noStrike" kern="0" cap="none" spc="0" normalizeH="0" baseline="0" noProof="0">
                <a:ln>
                  <a:noFill/>
                </a:ln>
                <a:solidFill>
                  <a:srgbClr val="000099"/>
                </a:solidFill>
                <a:effectLst/>
                <a:uLnTx/>
                <a:uFillTx/>
                <a:latin typeface="+mn-lt"/>
                <a:ea typeface="MS PGothic" charset="0"/>
                <a:cs typeface="+mn-cs"/>
              </a:rPr>
              <a:t>N</a:t>
            </a:r>
            <a:r>
              <a:rPr kumimoji="0" lang="en-US" sz="2800" b="0" i="0" u="none" strike="noStrike" kern="0" cap="none" spc="0" normalizeH="0" baseline="0" noProof="0">
                <a:ln>
                  <a:noFill/>
                </a:ln>
                <a:solidFill>
                  <a:schemeClr val="tx1"/>
                </a:solidFill>
                <a:effectLst/>
                <a:uLnTx/>
                <a:uFillTx/>
                <a:latin typeface="+mn-lt"/>
                <a:ea typeface="MS PGothic" charset="0"/>
                <a:cs typeface="+mn-cs"/>
              </a:rPr>
              <a:t>umbers http://www.icann.org/</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800" b="0" i="0" u="none" strike="noStrike" kern="0" cap="none" spc="0" normalizeH="0" baseline="0" noProof="0">
                <a:ln>
                  <a:noFill/>
                </a:ln>
                <a:solidFill>
                  <a:schemeClr val="tx1"/>
                </a:solidFill>
                <a:effectLst/>
                <a:uLnTx/>
                <a:uFillTx/>
                <a:latin typeface="Gill Sans MT"/>
                <a:ea typeface="MS PGothic" charset="0"/>
                <a:cs typeface="Gill Sans MT"/>
              </a:rPr>
              <a:t>allocates addresses</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800" b="0" i="0" u="none" strike="noStrike" kern="0" cap="none" spc="0" normalizeH="0" baseline="0" noProof="0">
                <a:ln>
                  <a:noFill/>
                </a:ln>
                <a:solidFill>
                  <a:schemeClr val="tx1"/>
                </a:solidFill>
                <a:effectLst/>
                <a:uLnTx/>
                <a:uFillTx/>
                <a:latin typeface="Gill Sans MT"/>
                <a:ea typeface="MS PGothic" charset="0"/>
                <a:cs typeface="Gill Sans MT"/>
              </a:rPr>
              <a:t>manages DNS</a:t>
            </a:r>
          </a:p>
          <a:p>
            <a:pPr marL="688975" marR="0" lvl="1" indent="-231775" algn="l" defTabSz="914400" rtl="0" eaLnBrk="0" fontAlgn="base" latinLnBrk="0" hangingPunct="0">
              <a:lnSpc>
                <a:spcPct val="85000"/>
              </a:lnSpc>
              <a:spcBef>
                <a:spcPct val="20000"/>
              </a:spcBef>
              <a:spcAft>
                <a:spcPct val="0"/>
              </a:spcAft>
              <a:buClr>
                <a:srgbClr val="000099"/>
              </a:buClr>
              <a:buSzTx/>
              <a:buFont typeface="Arial" panose="020B0604020202090204"/>
              <a:buChar char="•"/>
              <a:defRPr/>
            </a:pPr>
            <a:r>
              <a:rPr kumimoji="0" lang="en-US" sz="2800" b="0" i="0" u="none" strike="noStrike" kern="0" cap="none" spc="0" normalizeH="0" baseline="0" noProof="0">
                <a:ln>
                  <a:noFill/>
                </a:ln>
                <a:solidFill>
                  <a:schemeClr val="tx1"/>
                </a:solidFill>
                <a:effectLst/>
                <a:uLnTx/>
                <a:uFillTx/>
                <a:latin typeface="Gill Sans MT"/>
                <a:ea typeface="MS PGothic" charset="0"/>
                <a:cs typeface="Gill Sans MT"/>
              </a:rPr>
              <a:t>assigns domain names, resolves disputes</a:t>
            </a:r>
          </a:p>
        </p:txBody>
      </p:sp>
      <p:sp>
        <p:nvSpPr>
          <p:cNvPr id="10138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112</a:t>
            </a:fld>
            <a:endParaRPr lang="en-US" altLang="zh-CN" sz="1200">
              <a:latin typeface="Tahoma" panose="020B0604030504040204" charset="0"/>
            </a:endParaRPr>
          </a:p>
        </p:txBody>
      </p:sp>
      <p:sp>
        <p:nvSpPr>
          <p:cNvPr id="10138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Freeform 80"/>
          <p:cNvSpPr/>
          <p:nvPr/>
        </p:nvSpPr>
        <p:spPr>
          <a:xfrm>
            <a:off x="4152900" y="1871663"/>
            <a:ext cx="3738563" cy="2697162"/>
          </a:xfrm>
          <a:custGeom>
            <a:avLst/>
            <a:gdLst>
              <a:gd name="txL" fmla="*/ 0 w 2355"/>
              <a:gd name="txT" fmla="*/ 0 h 1699"/>
              <a:gd name="txR" fmla="*/ 2355 w 2355"/>
              <a:gd name="txB" fmla="*/ 1699 h 1699"/>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alpha val="100000"/>
            </a:srgbClr>
          </a:solidFill>
          <a:ln w="9525">
            <a:noFill/>
          </a:ln>
        </p:spPr>
        <p:txBody>
          <a:bodyPr/>
          <a:lstStyle/>
          <a:p>
            <a:endParaRPr lang="zh-CN" altLang="en-US"/>
          </a:p>
        </p:txBody>
      </p:sp>
      <p:sp>
        <p:nvSpPr>
          <p:cNvPr id="56325" name="Rectangle 2"/>
          <p:cNvSpPr>
            <a:spLocks noGrp="1" noChangeArrowheads="1"/>
          </p:cNvSpPr>
          <p:nvPr>
            <p:ph type="title"/>
          </p:nvPr>
        </p:nvSpPr>
        <p:spPr>
          <a:xfrm>
            <a:off x="533400" y="230188"/>
            <a:ext cx="8091488" cy="90805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NAT: network address translation</a:t>
            </a:r>
          </a:p>
        </p:txBody>
      </p:sp>
      <p:sp>
        <p:nvSpPr>
          <p:cNvPr id="102403" name="Freeform 4"/>
          <p:cNvSpPr/>
          <p:nvPr/>
        </p:nvSpPr>
        <p:spPr>
          <a:xfrm>
            <a:off x="0" y="2579688"/>
            <a:ext cx="3849688" cy="1425575"/>
          </a:xfrm>
          <a:custGeom>
            <a:avLst/>
            <a:gdLst>
              <a:gd name="txL" fmla="*/ 0 w 2425"/>
              <a:gd name="txT" fmla="*/ 0 h 898"/>
              <a:gd name="txR" fmla="*/ 2425 w 2425"/>
              <a:gd name="txB" fmla="*/ 898 h 898"/>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alpha val="100000"/>
                </a:srgbClr>
              </a:gs>
            </a:gsLst>
            <a:lin ang="0" scaled="1"/>
            <a:tileRect/>
          </a:gradFill>
          <a:ln w="9525">
            <a:noFill/>
          </a:ln>
        </p:spPr>
        <p:txBody>
          <a:bodyPr/>
          <a:lstStyle/>
          <a:p>
            <a:endParaRPr lang="zh-CN" altLang="en-US"/>
          </a:p>
        </p:txBody>
      </p:sp>
      <p:sp>
        <p:nvSpPr>
          <p:cNvPr id="102404" name="Line 8"/>
          <p:cNvSpPr/>
          <p:nvPr/>
        </p:nvSpPr>
        <p:spPr>
          <a:xfrm flipV="1">
            <a:off x="4267200" y="3182938"/>
            <a:ext cx="1214438" cy="11112"/>
          </a:xfrm>
          <a:prstGeom prst="line">
            <a:avLst/>
          </a:prstGeom>
          <a:ln w="19050" cap="flat" cmpd="sng">
            <a:solidFill>
              <a:schemeClr val="tx1"/>
            </a:solidFill>
            <a:prstDash val="solid"/>
            <a:headEnd type="none" w="med" len="med"/>
            <a:tailEnd type="none" w="med" len="med"/>
          </a:ln>
        </p:spPr>
      </p:sp>
      <p:sp>
        <p:nvSpPr>
          <p:cNvPr id="102405" name="Line 9"/>
          <p:cNvSpPr/>
          <p:nvPr/>
        </p:nvSpPr>
        <p:spPr>
          <a:xfrm flipH="1">
            <a:off x="7010400" y="3233738"/>
            <a:ext cx="300038" cy="0"/>
          </a:xfrm>
          <a:prstGeom prst="line">
            <a:avLst/>
          </a:prstGeom>
          <a:ln w="19050" cap="flat" cmpd="sng">
            <a:solidFill>
              <a:schemeClr val="tx1"/>
            </a:solidFill>
            <a:prstDash val="solid"/>
            <a:headEnd type="none" w="med" len="med"/>
            <a:tailEnd type="none" w="med" len="med"/>
          </a:ln>
        </p:spPr>
      </p:sp>
      <p:sp>
        <p:nvSpPr>
          <p:cNvPr id="102406" name="Line 10"/>
          <p:cNvSpPr/>
          <p:nvPr/>
        </p:nvSpPr>
        <p:spPr>
          <a:xfrm>
            <a:off x="7107238" y="2446338"/>
            <a:ext cx="133350" cy="6350"/>
          </a:xfrm>
          <a:prstGeom prst="line">
            <a:avLst/>
          </a:prstGeom>
          <a:ln w="19050" cap="flat" cmpd="sng">
            <a:solidFill>
              <a:schemeClr val="tx1"/>
            </a:solidFill>
            <a:prstDash val="solid"/>
            <a:headEnd type="none" w="med" len="med"/>
            <a:tailEnd type="none" w="med" len="med"/>
          </a:ln>
        </p:spPr>
      </p:sp>
      <p:sp>
        <p:nvSpPr>
          <p:cNvPr id="102407" name="Line 11"/>
          <p:cNvSpPr/>
          <p:nvPr/>
        </p:nvSpPr>
        <p:spPr>
          <a:xfrm flipV="1">
            <a:off x="7113588" y="3951288"/>
            <a:ext cx="171450" cy="0"/>
          </a:xfrm>
          <a:prstGeom prst="line">
            <a:avLst/>
          </a:prstGeom>
          <a:ln w="19050" cap="flat" cmpd="sng">
            <a:solidFill>
              <a:schemeClr val="tx1"/>
            </a:solidFill>
            <a:prstDash val="solid"/>
            <a:headEnd type="none" w="med" len="med"/>
            <a:tailEnd type="none" w="med" len="med"/>
          </a:ln>
        </p:spPr>
      </p:sp>
      <p:sp>
        <p:nvSpPr>
          <p:cNvPr id="102408" name="Text Box 12"/>
          <p:cNvSpPr txBox="1"/>
          <p:nvPr/>
        </p:nvSpPr>
        <p:spPr>
          <a:xfrm>
            <a:off x="7732713" y="2176463"/>
            <a:ext cx="919162"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10.0.0.1</a:t>
            </a:r>
          </a:p>
        </p:txBody>
      </p:sp>
      <p:sp>
        <p:nvSpPr>
          <p:cNvPr id="102409" name="Text Box 13"/>
          <p:cNvSpPr txBox="1"/>
          <p:nvPr/>
        </p:nvSpPr>
        <p:spPr>
          <a:xfrm>
            <a:off x="7859713" y="2944813"/>
            <a:ext cx="919162"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10.0.0.2</a:t>
            </a:r>
          </a:p>
        </p:txBody>
      </p:sp>
      <p:sp>
        <p:nvSpPr>
          <p:cNvPr id="102410" name="Text Box 14"/>
          <p:cNvSpPr txBox="1"/>
          <p:nvPr/>
        </p:nvSpPr>
        <p:spPr>
          <a:xfrm>
            <a:off x="7810500" y="3751263"/>
            <a:ext cx="919163"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10.0.0.3</a:t>
            </a:r>
          </a:p>
        </p:txBody>
      </p:sp>
      <p:sp>
        <p:nvSpPr>
          <p:cNvPr id="102411" name="Text Box 15"/>
          <p:cNvSpPr txBox="1"/>
          <p:nvPr/>
        </p:nvSpPr>
        <p:spPr>
          <a:xfrm>
            <a:off x="4217988" y="2667000"/>
            <a:ext cx="919162"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10.0.0.4</a:t>
            </a:r>
          </a:p>
        </p:txBody>
      </p:sp>
      <p:sp>
        <p:nvSpPr>
          <p:cNvPr id="102412" name="Line 16"/>
          <p:cNvSpPr/>
          <p:nvPr/>
        </p:nvSpPr>
        <p:spPr>
          <a:xfrm flipH="1">
            <a:off x="4341813" y="2944813"/>
            <a:ext cx="85725" cy="128587"/>
          </a:xfrm>
          <a:prstGeom prst="line">
            <a:avLst/>
          </a:prstGeom>
          <a:ln w="19050" cap="flat" cmpd="sng">
            <a:solidFill>
              <a:schemeClr val="tx1"/>
            </a:solidFill>
            <a:prstDash val="solid"/>
            <a:headEnd type="none" w="med" len="med"/>
            <a:tailEnd type="triangle" w="med" len="med"/>
          </a:ln>
        </p:spPr>
      </p:sp>
      <p:sp>
        <p:nvSpPr>
          <p:cNvPr id="102413" name="Text Box 17"/>
          <p:cNvSpPr txBox="1"/>
          <p:nvPr/>
        </p:nvSpPr>
        <p:spPr>
          <a:xfrm>
            <a:off x="2324100" y="3324225"/>
            <a:ext cx="125730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138.76.29.7</a:t>
            </a:r>
          </a:p>
        </p:txBody>
      </p:sp>
      <p:sp>
        <p:nvSpPr>
          <p:cNvPr id="102414" name="Line 18"/>
          <p:cNvSpPr/>
          <p:nvPr/>
        </p:nvSpPr>
        <p:spPr>
          <a:xfrm flipH="1">
            <a:off x="3502025" y="3271838"/>
            <a:ext cx="85725" cy="128587"/>
          </a:xfrm>
          <a:prstGeom prst="line">
            <a:avLst/>
          </a:prstGeom>
          <a:ln w="19050" cap="flat" cmpd="sng">
            <a:solidFill>
              <a:schemeClr val="tx1"/>
            </a:solidFill>
            <a:prstDash val="solid"/>
            <a:headEnd type="triangle" w="med" len="med"/>
            <a:tailEnd type="none" w="med" len="med"/>
          </a:ln>
        </p:spPr>
      </p:sp>
      <p:sp>
        <p:nvSpPr>
          <p:cNvPr id="102415" name="Line 79"/>
          <p:cNvSpPr/>
          <p:nvPr/>
        </p:nvSpPr>
        <p:spPr>
          <a:xfrm>
            <a:off x="706438" y="3222625"/>
            <a:ext cx="3025775" cy="6350"/>
          </a:xfrm>
          <a:prstGeom prst="line">
            <a:avLst/>
          </a:prstGeom>
          <a:ln w="19050" cap="flat" cmpd="sng">
            <a:solidFill>
              <a:schemeClr val="tx1"/>
            </a:solidFill>
            <a:prstDash val="solid"/>
            <a:headEnd type="none" w="med" len="med"/>
            <a:tailEnd type="none" w="med" len="med"/>
          </a:ln>
        </p:spPr>
      </p:sp>
      <p:sp>
        <p:nvSpPr>
          <p:cNvPr id="102416" name="Text Box 81"/>
          <p:cNvSpPr txBox="1"/>
          <p:nvPr/>
        </p:nvSpPr>
        <p:spPr>
          <a:xfrm>
            <a:off x="4716463" y="1674813"/>
            <a:ext cx="2279650" cy="9159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local network</a:t>
            </a:r>
          </a:p>
          <a:p>
            <a:pPr marL="0" lvl="0" indent="0" algn="ctr">
              <a:lnSpc>
                <a:spcPct val="100000"/>
              </a:lnSpc>
              <a:spcBef>
                <a:spcPct val="0"/>
              </a:spcBef>
              <a:buClrTx/>
              <a:buSzTx/>
              <a:buFontTx/>
              <a:buNone/>
            </a:pPr>
            <a:r>
              <a:rPr lang="en-US" altLang="zh-CN" sz="1800">
                <a:latin typeface="Arial" panose="020B0604020202090204" pitchFamily="34" charset="0"/>
              </a:rPr>
              <a:t>(e.g., home network)</a:t>
            </a:r>
          </a:p>
          <a:p>
            <a:pPr marL="0" lvl="0" indent="0" algn="ctr">
              <a:lnSpc>
                <a:spcPct val="100000"/>
              </a:lnSpc>
              <a:spcBef>
                <a:spcPct val="0"/>
              </a:spcBef>
              <a:buClrTx/>
              <a:buSzTx/>
              <a:buFontTx/>
              <a:buNone/>
            </a:pPr>
            <a:r>
              <a:rPr lang="en-US" altLang="zh-CN" sz="1800">
                <a:latin typeface="Arial" panose="020B0604020202090204" pitchFamily="34" charset="0"/>
              </a:rPr>
              <a:t>10.0.0/24</a:t>
            </a:r>
          </a:p>
        </p:txBody>
      </p:sp>
      <p:sp>
        <p:nvSpPr>
          <p:cNvPr id="102417" name="Line 82"/>
          <p:cNvSpPr/>
          <p:nvPr/>
        </p:nvSpPr>
        <p:spPr>
          <a:xfrm>
            <a:off x="6985000" y="1900238"/>
            <a:ext cx="1385888" cy="0"/>
          </a:xfrm>
          <a:prstGeom prst="line">
            <a:avLst/>
          </a:prstGeom>
          <a:ln w="9525" cap="flat" cmpd="sng">
            <a:solidFill>
              <a:schemeClr val="tx1"/>
            </a:solidFill>
            <a:prstDash val="solid"/>
            <a:headEnd type="none" w="med" len="med"/>
            <a:tailEnd type="triangle" w="med" len="med"/>
          </a:ln>
        </p:spPr>
      </p:sp>
      <p:sp>
        <p:nvSpPr>
          <p:cNvPr id="102418" name="Line 83"/>
          <p:cNvSpPr/>
          <p:nvPr/>
        </p:nvSpPr>
        <p:spPr>
          <a:xfrm>
            <a:off x="4033838" y="1760538"/>
            <a:ext cx="0" cy="1081087"/>
          </a:xfrm>
          <a:prstGeom prst="line">
            <a:avLst/>
          </a:prstGeom>
          <a:ln w="9525" cap="flat" cmpd="sng">
            <a:solidFill>
              <a:schemeClr val="tx1"/>
            </a:solidFill>
            <a:prstDash val="solid"/>
            <a:headEnd type="none" w="med" len="med"/>
            <a:tailEnd type="none" w="med" len="med"/>
          </a:ln>
        </p:spPr>
      </p:sp>
      <p:sp>
        <p:nvSpPr>
          <p:cNvPr id="102419" name="Line 84"/>
          <p:cNvSpPr/>
          <p:nvPr/>
        </p:nvSpPr>
        <p:spPr>
          <a:xfrm flipH="1" flipV="1">
            <a:off x="4173538" y="1887538"/>
            <a:ext cx="898525" cy="0"/>
          </a:xfrm>
          <a:prstGeom prst="line">
            <a:avLst/>
          </a:prstGeom>
          <a:ln w="9525" cap="flat" cmpd="sng">
            <a:solidFill>
              <a:schemeClr val="tx1"/>
            </a:solidFill>
            <a:prstDash val="solid"/>
            <a:headEnd type="none" w="med" len="med"/>
            <a:tailEnd type="triangle" w="med" len="med"/>
          </a:ln>
        </p:spPr>
      </p:sp>
      <p:sp>
        <p:nvSpPr>
          <p:cNvPr id="102420" name="Line 86"/>
          <p:cNvSpPr/>
          <p:nvPr/>
        </p:nvSpPr>
        <p:spPr>
          <a:xfrm>
            <a:off x="2578100" y="1900238"/>
            <a:ext cx="1385888" cy="0"/>
          </a:xfrm>
          <a:prstGeom prst="line">
            <a:avLst/>
          </a:prstGeom>
          <a:ln w="9525" cap="flat" cmpd="sng">
            <a:solidFill>
              <a:schemeClr val="tx1"/>
            </a:solidFill>
            <a:prstDash val="solid"/>
            <a:headEnd type="none" w="med" len="med"/>
            <a:tailEnd type="triangle" w="med" len="med"/>
          </a:ln>
        </p:spPr>
      </p:sp>
      <p:sp>
        <p:nvSpPr>
          <p:cNvPr id="102421" name="Line 87"/>
          <p:cNvSpPr/>
          <p:nvPr/>
        </p:nvSpPr>
        <p:spPr>
          <a:xfrm flipH="1" flipV="1">
            <a:off x="766763" y="1887538"/>
            <a:ext cx="898525" cy="0"/>
          </a:xfrm>
          <a:prstGeom prst="line">
            <a:avLst/>
          </a:prstGeom>
          <a:ln w="9525" cap="flat" cmpd="sng">
            <a:solidFill>
              <a:schemeClr val="tx1"/>
            </a:solidFill>
            <a:prstDash val="solid"/>
            <a:headEnd type="none" w="med" len="med"/>
            <a:tailEnd type="triangle" w="med" len="med"/>
          </a:ln>
        </p:spPr>
      </p:sp>
      <p:sp>
        <p:nvSpPr>
          <p:cNvPr id="102422" name="Text Box 88"/>
          <p:cNvSpPr txBox="1"/>
          <p:nvPr/>
        </p:nvSpPr>
        <p:spPr>
          <a:xfrm>
            <a:off x="1654175" y="1662113"/>
            <a:ext cx="958850" cy="6413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rest of</a:t>
            </a:r>
          </a:p>
          <a:p>
            <a:pPr marL="0" lvl="0" indent="0" algn="ctr">
              <a:lnSpc>
                <a:spcPct val="100000"/>
              </a:lnSpc>
              <a:spcBef>
                <a:spcPct val="0"/>
              </a:spcBef>
              <a:buClrTx/>
              <a:buSzTx/>
              <a:buFontTx/>
              <a:buNone/>
            </a:pPr>
            <a:r>
              <a:rPr lang="en-US" altLang="zh-CN" sz="1800">
                <a:latin typeface="Arial" panose="020B0604020202090204" pitchFamily="34" charset="0"/>
              </a:rPr>
              <a:t>Internet</a:t>
            </a:r>
          </a:p>
        </p:txBody>
      </p:sp>
      <p:sp>
        <p:nvSpPr>
          <p:cNvPr id="102423" name="Text Box 90"/>
          <p:cNvSpPr txBox="1"/>
          <p:nvPr/>
        </p:nvSpPr>
        <p:spPr>
          <a:xfrm>
            <a:off x="4260850" y="4741863"/>
            <a:ext cx="3652520" cy="113728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spcBef>
                <a:spcPct val="0"/>
              </a:spcBef>
              <a:buClrTx/>
              <a:buSzTx/>
              <a:buFontTx/>
              <a:buNone/>
            </a:pPr>
            <a:r>
              <a:rPr lang="en-US" altLang="zh-CN" sz="2000"/>
              <a:t>datagrams with source or </a:t>
            </a:r>
          </a:p>
          <a:p>
            <a:pPr marL="0" lvl="0" indent="0">
              <a:spcBef>
                <a:spcPct val="0"/>
              </a:spcBef>
              <a:buClrTx/>
              <a:buSzTx/>
              <a:buFontTx/>
              <a:buNone/>
            </a:pPr>
            <a:r>
              <a:rPr lang="en-US" altLang="zh-CN" sz="2000"/>
              <a:t>destination in this network</a:t>
            </a:r>
          </a:p>
          <a:p>
            <a:pPr marL="0" lvl="0" indent="0">
              <a:spcBef>
                <a:spcPct val="0"/>
              </a:spcBef>
              <a:buClrTx/>
              <a:buSzTx/>
              <a:buFontTx/>
              <a:buNone/>
            </a:pPr>
            <a:r>
              <a:rPr lang="en-US" altLang="zh-CN" sz="2000"/>
              <a:t>have 10.0.0/24 address for </a:t>
            </a:r>
          </a:p>
          <a:p>
            <a:pPr marL="0" lvl="0" indent="0">
              <a:spcBef>
                <a:spcPct val="0"/>
              </a:spcBef>
              <a:buClrTx/>
              <a:buSzTx/>
              <a:buFontTx/>
              <a:buNone/>
            </a:pPr>
            <a:r>
              <a:rPr lang="en-US" altLang="zh-CN" sz="2000"/>
              <a:t>source, destination (as usual)</a:t>
            </a:r>
          </a:p>
        </p:txBody>
      </p:sp>
      <p:sp>
        <p:nvSpPr>
          <p:cNvPr id="102424" name="Text Box 92"/>
          <p:cNvSpPr txBox="1"/>
          <p:nvPr/>
        </p:nvSpPr>
        <p:spPr>
          <a:xfrm>
            <a:off x="269875" y="4746625"/>
            <a:ext cx="3684588" cy="139890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a:spcBef>
                <a:spcPct val="0"/>
              </a:spcBef>
              <a:buClrTx/>
              <a:buSzTx/>
              <a:buFontTx/>
              <a:buNone/>
            </a:pPr>
            <a:r>
              <a:rPr lang="en-US" altLang="zh-CN" sz="2000" i="1">
                <a:solidFill>
                  <a:srgbClr val="CC0000"/>
                </a:solidFill>
              </a:rPr>
              <a:t>all</a:t>
            </a:r>
            <a:r>
              <a:rPr lang="en-US" altLang="zh-CN" sz="2000">
                <a:solidFill>
                  <a:srgbClr val="CC0000"/>
                </a:solidFill>
              </a:rPr>
              <a:t> </a:t>
            </a:r>
            <a:r>
              <a:rPr lang="en-US" altLang="zh-CN" sz="2000"/>
              <a:t>datagrams </a:t>
            </a:r>
            <a:r>
              <a:rPr lang="en-US" altLang="zh-CN" sz="2000" i="1">
                <a:solidFill>
                  <a:srgbClr val="CC0000"/>
                </a:solidFill>
              </a:rPr>
              <a:t>leaving</a:t>
            </a:r>
            <a:r>
              <a:rPr lang="en-US" altLang="zh-CN" sz="2000"/>
              <a:t> local</a:t>
            </a:r>
          </a:p>
          <a:p>
            <a:pPr marL="0" lvl="0" indent="0" algn="r">
              <a:spcBef>
                <a:spcPct val="0"/>
              </a:spcBef>
              <a:buClrTx/>
              <a:buSzTx/>
              <a:buFontTx/>
              <a:buNone/>
            </a:pPr>
            <a:r>
              <a:rPr lang="en-US" altLang="zh-CN" sz="2000"/>
              <a:t>network have </a:t>
            </a:r>
            <a:r>
              <a:rPr lang="en-US" altLang="zh-CN" sz="2000" i="1">
                <a:solidFill>
                  <a:srgbClr val="CC0000"/>
                </a:solidFill>
              </a:rPr>
              <a:t>same</a:t>
            </a:r>
            <a:r>
              <a:rPr lang="en-US" altLang="zh-CN" sz="2000"/>
              <a:t> single source NAT IP address: 138.76.29.7,different source port numbers</a:t>
            </a:r>
          </a:p>
        </p:txBody>
      </p:sp>
      <p:pic>
        <p:nvPicPr>
          <p:cNvPr id="102425" name="Picture 95" descr="underline_base"/>
          <p:cNvPicPr/>
          <p:nvPr/>
        </p:nvPicPr>
        <p:blipFill>
          <a:blip r:embed="rId3"/>
          <a:stretch>
            <a:fillRect/>
          </a:stretch>
        </p:blipFill>
        <p:spPr>
          <a:xfrm>
            <a:off x="598488" y="922338"/>
            <a:ext cx="7769225" cy="173037"/>
          </a:xfrm>
          <a:prstGeom prst="rect">
            <a:avLst/>
          </a:prstGeom>
          <a:noFill/>
          <a:ln w="9525">
            <a:noFill/>
          </a:ln>
        </p:spPr>
      </p:pic>
      <p:sp>
        <p:nvSpPr>
          <p:cNvPr id="102426" name="Line 96"/>
          <p:cNvSpPr/>
          <p:nvPr/>
        </p:nvSpPr>
        <p:spPr>
          <a:xfrm flipV="1">
            <a:off x="4818063" y="3344863"/>
            <a:ext cx="668337" cy="1427162"/>
          </a:xfrm>
          <a:prstGeom prst="line">
            <a:avLst/>
          </a:prstGeom>
          <a:ln w="9525" cap="flat" cmpd="sng">
            <a:solidFill>
              <a:srgbClr val="CC0000"/>
            </a:solidFill>
            <a:prstDash val="solid"/>
            <a:headEnd type="none" w="med" len="med"/>
            <a:tailEnd type="none" w="med" len="med"/>
          </a:ln>
        </p:spPr>
      </p:sp>
      <p:sp>
        <p:nvSpPr>
          <p:cNvPr id="102427" name="Line 97"/>
          <p:cNvSpPr/>
          <p:nvPr/>
        </p:nvSpPr>
        <p:spPr>
          <a:xfrm flipV="1">
            <a:off x="2706688" y="3308350"/>
            <a:ext cx="668337" cy="1427163"/>
          </a:xfrm>
          <a:prstGeom prst="line">
            <a:avLst/>
          </a:prstGeom>
          <a:ln w="9525" cap="flat" cmpd="sng">
            <a:solidFill>
              <a:srgbClr val="CC0000"/>
            </a:solidFill>
            <a:prstDash val="solid"/>
            <a:headEnd type="none" w="med" len="med"/>
            <a:tailEnd type="none" w="med" len="med"/>
          </a:ln>
        </p:spPr>
      </p:sp>
      <p:grpSp>
        <p:nvGrpSpPr>
          <p:cNvPr id="102428" name="Group 98"/>
          <p:cNvGrpSpPr/>
          <p:nvPr/>
        </p:nvGrpSpPr>
        <p:grpSpPr>
          <a:xfrm>
            <a:off x="3633788" y="3059113"/>
            <a:ext cx="900112" cy="347662"/>
            <a:chOff x="4396" y="1245"/>
            <a:chExt cx="672" cy="248"/>
          </a:xfrm>
        </p:grpSpPr>
        <p:sp>
          <p:nvSpPr>
            <p:cNvPr id="102440"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02441"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02442"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02443" name="Group 102"/>
            <p:cNvGrpSpPr/>
            <p:nvPr/>
          </p:nvGrpSpPr>
          <p:grpSpPr>
            <a:xfrm>
              <a:off x="4530" y="1287"/>
              <a:ext cx="377" cy="75"/>
              <a:chOff x="2468" y="1332"/>
              <a:chExt cx="310" cy="60"/>
            </a:xfrm>
          </p:grpSpPr>
          <p:sp>
            <p:nvSpPr>
              <p:cNvPr id="102446" name="Freeform 103"/>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28575" cap="flat" cmpd="sng">
                <a:solidFill>
                  <a:srgbClr val="000000">
                    <a:alpha val="100000"/>
                  </a:srgbClr>
                </a:solidFill>
                <a:prstDash val="solid"/>
                <a:round/>
                <a:headEnd type="none" w="med" len="med"/>
                <a:tailEnd type="none" w="med" len="med"/>
              </a:ln>
            </p:spPr>
            <p:txBody>
              <a:bodyPr/>
              <a:lstStyle/>
              <a:p>
                <a:endParaRPr lang="zh-CN" altLang="en-US"/>
              </a:p>
            </p:txBody>
          </p:sp>
          <p:sp>
            <p:nvSpPr>
              <p:cNvPr id="102447" name="Freeform 104"/>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28575"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02444" name="Line 105"/>
            <p:cNvSpPr/>
            <p:nvPr/>
          </p:nvSpPr>
          <p:spPr>
            <a:xfrm>
              <a:off x="4400" y="1321"/>
              <a:ext cx="0" cy="109"/>
            </a:xfrm>
            <a:prstGeom prst="line">
              <a:avLst/>
            </a:prstGeom>
            <a:ln w="19050" cap="flat" cmpd="sng">
              <a:solidFill>
                <a:srgbClr val="000000"/>
              </a:solidFill>
              <a:prstDash val="solid"/>
              <a:headEnd type="none" w="med" len="med"/>
              <a:tailEnd type="none" w="med" len="med"/>
            </a:ln>
          </p:spPr>
        </p:sp>
        <p:sp>
          <p:nvSpPr>
            <p:cNvPr id="102445" name="Line 106"/>
            <p:cNvSpPr/>
            <p:nvPr/>
          </p:nvSpPr>
          <p:spPr>
            <a:xfrm>
              <a:off x="5063" y="1327"/>
              <a:ext cx="0" cy="106"/>
            </a:xfrm>
            <a:prstGeom prst="line">
              <a:avLst/>
            </a:prstGeom>
            <a:ln w="19050" cap="flat" cmpd="sng">
              <a:solidFill>
                <a:srgbClr val="000000"/>
              </a:solidFill>
              <a:prstDash val="solid"/>
              <a:headEnd type="none" w="med" len="med"/>
              <a:tailEnd type="none" w="med" len="med"/>
            </a:ln>
          </p:spPr>
        </p:sp>
      </p:grpSp>
      <p:grpSp>
        <p:nvGrpSpPr>
          <p:cNvPr id="102429" name="Group 107"/>
          <p:cNvGrpSpPr/>
          <p:nvPr/>
        </p:nvGrpSpPr>
        <p:grpSpPr>
          <a:xfrm flipH="1">
            <a:off x="7207250" y="2239963"/>
            <a:ext cx="641350" cy="558800"/>
            <a:chOff x="-44" y="1473"/>
            <a:chExt cx="981" cy="1105"/>
          </a:xfrm>
        </p:grpSpPr>
        <p:pic>
          <p:nvPicPr>
            <p:cNvPr id="102438" name="Picture 108" descr="desktop_computer_stylized_medium"/>
            <p:cNvPicPr>
              <a:picLocks noChangeAspect="1"/>
            </p:cNvPicPr>
            <p:nvPr/>
          </p:nvPicPr>
          <p:blipFill>
            <a:blip r:embed="rId4"/>
            <a:stretch>
              <a:fillRect/>
            </a:stretch>
          </p:blipFill>
          <p:spPr>
            <a:xfrm flipH="1">
              <a:off x="-44" y="1473"/>
              <a:ext cx="981" cy="1105"/>
            </a:xfrm>
            <a:prstGeom prst="rect">
              <a:avLst/>
            </a:prstGeom>
            <a:noFill/>
            <a:ln w="9525">
              <a:noFill/>
            </a:ln>
          </p:spPr>
        </p:pic>
        <p:sp>
          <p:nvSpPr>
            <p:cNvPr id="102439" name="Freeform 109"/>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02430" name="Group 110"/>
          <p:cNvGrpSpPr/>
          <p:nvPr/>
        </p:nvGrpSpPr>
        <p:grpSpPr>
          <a:xfrm flipH="1">
            <a:off x="7246938" y="2916238"/>
            <a:ext cx="641350" cy="558800"/>
            <a:chOff x="-44" y="1473"/>
            <a:chExt cx="981" cy="1105"/>
          </a:xfrm>
        </p:grpSpPr>
        <p:pic>
          <p:nvPicPr>
            <p:cNvPr id="102436" name="Picture 111" descr="desktop_computer_stylized_medium"/>
            <p:cNvPicPr>
              <a:picLocks noChangeAspect="1"/>
            </p:cNvPicPr>
            <p:nvPr/>
          </p:nvPicPr>
          <p:blipFill>
            <a:blip r:embed="rId4"/>
            <a:stretch>
              <a:fillRect/>
            </a:stretch>
          </p:blipFill>
          <p:spPr>
            <a:xfrm flipH="1">
              <a:off x="-44" y="1473"/>
              <a:ext cx="981" cy="1105"/>
            </a:xfrm>
            <a:prstGeom prst="rect">
              <a:avLst/>
            </a:prstGeom>
            <a:noFill/>
            <a:ln w="9525">
              <a:noFill/>
            </a:ln>
          </p:spPr>
        </p:pic>
        <p:sp>
          <p:nvSpPr>
            <p:cNvPr id="102437" name="Freeform 112"/>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02431" name="Group 113"/>
          <p:cNvGrpSpPr/>
          <p:nvPr/>
        </p:nvGrpSpPr>
        <p:grpSpPr>
          <a:xfrm flipH="1">
            <a:off x="7254875" y="3670300"/>
            <a:ext cx="641350" cy="558800"/>
            <a:chOff x="-44" y="1473"/>
            <a:chExt cx="981" cy="1105"/>
          </a:xfrm>
        </p:grpSpPr>
        <p:pic>
          <p:nvPicPr>
            <p:cNvPr id="102434" name="Picture 114" descr="desktop_computer_stylized_medium"/>
            <p:cNvPicPr>
              <a:picLocks noChangeAspect="1"/>
            </p:cNvPicPr>
            <p:nvPr/>
          </p:nvPicPr>
          <p:blipFill>
            <a:blip r:embed="rId4"/>
            <a:stretch>
              <a:fillRect/>
            </a:stretch>
          </p:blipFill>
          <p:spPr>
            <a:xfrm flipH="1">
              <a:off x="-44" y="1473"/>
              <a:ext cx="981" cy="1105"/>
            </a:xfrm>
            <a:prstGeom prst="rect">
              <a:avLst/>
            </a:prstGeom>
            <a:noFill/>
            <a:ln w="9525">
              <a:noFill/>
            </a:ln>
          </p:spPr>
        </p:pic>
        <p:sp>
          <p:nvSpPr>
            <p:cNvPr id="102435" name="Freeform 115"/>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sp>
        <p:nvSpPr>
          <p:cNvPr id="102432"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113</a:t>
            </a:fld>
            <a:endParaRPr lang="en-US" altLang="zh-CN" sz="1200">
              <a:latin typeface="Tahoma" panose="020B0604030504040204" charset="0"/>
            </a:endParaRPr>
          </a:p>
        </p:txBody>
      </p:sp>
      <p:sp>
        <p:nvSpPr>
          <p:cNvPr id="10243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Rectangle 3"/>
          <p:cNvSpPr>
            <a:spLocks noGrp="1"/>
          </p:cNvSpPr>
          <p:nvPr>
            <p:ph idx="1"/>
          </p:nvPr>
        </p:nvSpPr>
        <p:spPr>
          <a:xfrm>
            <a:off x="385763" y="1600200"/>
            <a:ext cx="8418512" cy="4648200"/>
          </a:xfrm>
        </p:spPr>
        <p:txBody>
          <a:bodyPr vert="horz" wrap="square" lIns="91440" tIns="45720" rIns="91440" bIns="45720" anchor="t" anchorCtr="0"/>
          <a:lstStyle/>
          <a:p>
            <a:pPr>
              <a:buNone/>
            </a:pPr>
            <a:r>
              <a:rPr lang="en-US" altLang="zh-CN" i="1">
                <a:solidFill>
                  <a:srgbClr val="CC0000"/>
                </a:solidFill>
              </a:rPr>
              <a:t>motivation:</a:t>
            </a:r>
            <a:r>
              <a:rPr lang="en-US" altLang="zh-CN"/>
              <a:t> local network uses just one IP address as far as outside world is concerned:</a:t>
            </a:r>
          </a:p>
          <a:p>
            <a:pPr lvl="1">
              <a:buFont typeface="Wingdings" panose="05000000000000000000" pitchFamily="2" charset="2"/>
              <a:buChar char="§"/>
            </a:pPr>
            <a:r>
              <a:rPr lang="en-US" altLang="zh-CN" sz="2800"/>
              <a:t>range of addresses not needed from ISP:  </a:t>
            </a:r>
            <a:r>
              <a:rPr lang="en-US" altLang="zh-CN" sz="2800">
                <a:solidFill>
                  <a:schemeClr val="accent2"/>
                </a:solidFill>
              </a:rPr>
              <a:t>just one </a:t>
            </a:r>
            <a:r>
              <a:rPr lang="en-US" altLang="zh-CN" sz="2800"/>
              <a:t>IP address for all devices</a:t>
            </a:r>
          </a:p>
          <a:p>
            <a:pPr lvl="1">
              <a:buFont typeface="Wingdings" panose="05000000000000000000" pitchFamily="2" charset="2"/>
              <a:buChar char="§"/>
            </a:pPr>
            <a:r>
              <a:rPr lang="en-US" altLang="zh-CN" sz="2800"/>
              <a:t>can </a:t>
            </a:r>
            <a:r>
              <a:rPr lang="en-US" altLang="zh-CN" sz="2800">
                <a:solidFill>
                  <a:schemeClr val="accent2"/>
                </a:solidFill>
              </a:rPr>
              <a:t>change</a:t>
            </a:r>
            <a:r>
              <a:rPr lang="en-US" altLang="zh-CN" sz="2800"/>
              <a:t> addresses of devices in local network without notifying outside world</a:t>
            </a:r>
          </a:p>
          <a:p>
            <a:pPr lvl="1">
              <a:buFont typeface="Wingdings" panose="05000000000000000000" pitchFamily="2" charset="2"/>
              <a:buChar char="§"/>
            </a:pPr>
            <a:r>
              <a:rPr lang="en-US" altLang="zh-CN" sz="2800"/>
              <a:t>can </a:t>
            </a:r>
            <a:r>
              <a:rPr lang="en-US" altLang="zh-CN" sz="2800">
                <a:solidFill>
                  <a:schemeClr val="accent2"/>
                </a:solidFill>
              </a:rPr>
              <a:t>change</a:t>
            </a:r>
            <a:r>
              <a:rPr lang="en-US" altLang="zh-CN" sz="2800"/>
              <a:t> ISP without changing addresses of devices in local network</a:t>
            </a:r>
          </a:p>
          <a:p>
            <a:pPr lvl="1">
              <a:buFont typeface="Wingdings" panose="05000000000000000000" pitchFamily="2" charset="2"/>
              <a:buChar char="§"/>
            </a:pPr>
            <a:r>
              <a:rPr lang="en-US" altLang="zh-CN" sz="2800"/>
              <a:t>devices inside local net </a:t>
            </a:r>
            <a:r>
              <a:rPr lang="en-US" altLang="zh-CN" sz="2800">
                <a:solidFill>
                  <a:schemeClr val="accent2"/>
                </a:solidFill>
              </a:rPr>
              <a:t>not explicitly addressable</a:t>
            </a:r>
            <a:r>
              <a:rPr lang="en-US" altLang="zh-CN" sz="2800"/>
              <a:t>, visible by outside world (a security plus)</a:t>
            </a:r>
          </a:p>
          <a:p>
            <a:pPr>
              <a:buNone/>
            </a:pPr>
            <a:endParaRPr lang="en-US" altLang="zh-CN"/>
          </a:p>
        </p:txBody>
      </p:sp>
      <p:sp>
        <p:nvSpPr>
          <p:cNvPr id="57349" name="Rectangle 8"/>
          <p:cNvSpPr>
            <a:spLocks noGrp="1" noChangeArrowheads="1"/>
          </p:cNvSpPr>
          <p:nvPr>
            <p:ph type="title"/>
          </p:nvPr>
        </p:nvSpPr>
        <p:spPr>
          <a:xfrm>
            <a:off x="533400" y="230188"/>
            <a:ext cx="8091488" cy="90805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NAT: network address translation</a:t>
            </a:r>
          </a:p>
        </p:txBody>
      </p:sp>
      <p:pic>
        <p:nvPicPr>
          <p:cNvPr id="103427" name="Picture 9" descr="underline_base"/>
          <p:cNvPicPr/>
          <p:nvPr/>
        </p:nvPicPr>
        <p:blipFill>
          <a:blip r:embed="rId2"/>
          <a:stretch>
            <a:fillRect/>
          </a:stretch>
        </p:blipFill>
        <p:spPr>
          <a:xfrm>
            <a:off x="598488" y="922338"/>
            <a:ext cx="7769225" cy="173037"/>
          </a:xfrm>
          <a:prstGeom prst="rect">
            <a:avLst/>
          </a:prstGeom>
          <a:noFill/>
          <a:ln w="9525">
            <a:noFill/>
          </a:ln>
        </p:spPr>
      </p:pic>
      <p:sp>
        <p:nvSpPr>
          <p:cNvPr id="10342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114</a:t>
            </a:fld>
            <a:endParaRPr lang="en-US" altLang="zh-CN" sz="1200">
              <a:latin typeface="Tahoma" panose="020B0604030504040204" charset="0"/>
            </a:endParaRPr>
          </a:p>
        </p:txBody>
      </p:sp>
      <p:sp>
        <p:nvSpPr>
          <p:cNvPr id="10342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pic>
        <p:nvPicPr>
          <p:cNvPr id="2" name="图片 1"/>
          <p:cNvPicPr>
            <a:picLocks noChangeAspect="1"/>
          </p:cNvPicPr>
          <p:nvPr/>
        </p:nvPicPr>
        <p:blipFill>
          <a:blip r:embed="rId3"/>
          <a:stretch>
            <a:fillRect/>
          </a:stretch>
        </p:blipFill>
        <p:spPr>
          <a:xfrm>
            <a:off x="339725" y="1600200"/>
            <a:ext cx="8202613" cy="4125913"/>
          </a:xfrm>
          <a:prstGeom prst="rect">
            <a:avLst/>
          </a:prstGeom>
          <a:effectLst>
            <a:outerShdw blurRad="50800" dist="38100" dir="2700000" algn="tl" rotWithShape="0">
              <a:prstClr val="black">
                <a:alpha val="40000"/>
              </a:prstClr>
            </a:outerShdw>
          </a:effectLst>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Rectangle 3"/>
          <p:cNvSpPr>
            <a:spLocks noGrp="1"/>
          </p:cNvSpPr>
          <p:nvPr>
            <p:ph idx="1"/>
          </p:nvPr>
        </p:nvSpPr>
        <p:spPr>
          <a:xfrm>
            <a:off x="234950" y="1482725"/>
            <a:ext cx="8575675" cy="4648200"/>
          </a:xfrm>
        </p:spPr>
        <p:txBody>
          <a:bodyPr vert="horz" wrap="square" lIns="91440" tIns="45720" rIns="91440" bIns="45720" anchor="t" anchorCtr="0"/>
          <a:lstStyle/>
          <a:p>
            <a:pPr>
              <a:lnSpc>
                <a:spcPct val="80000"/>
              </a:lnSpc>
              <a:buNone/>
            </a:pPr>
            <a:r>
              <a:rPr lang="en-US" altLang="zh-CN">
                <a:solidFill>
                  <a:srgbClr val="FF0000"/>
                </a:solidFill>
              </a:rPr>
              <a:t>   </a:t>
            </a:r>
            <a:r>
              <a:rPr lang="en-US" altLang="zh-CN" i="1">
                <a:solidFill>
                  <a:srgbClr val="CC0000"/>
                </a:solidFill>
              </a:rPr>
              <a:t>implementation</a:t>
            </a:r>
            <a:r>
              <a:rPr lang="en-US" altLang="zh-CN">
                <a:solidFill>
                  <a:srgbClr val="CC0000"/>
                </a:solidFill>
              </a:rPr>
              <a:t>:</a:t>
            </a:r>
            <a:r>
              <a:rPr lang="en-US" altLang="zh-CN"/>
              <a:t> NAT router must:</a:t>
            </a:r>
            <a:br>
              <a:rPr lang="en-US" altLang="zh-CN"/>
            </a:br>
            <a:endParaRPr lang="en-US" altLang="zh-CN"/>
          </a:p>
          <a:p>
            <a:pPr lvl="1">
              <a:lnSpc>
                <a:spcPct val="80000"/>
              </a:lnSpc>
              <a:buFont typeface="Wingdings" panose="05000000000000000000" pitchFamily="2" charset="2"/>
              <a:buChar char="§"/>
            </a:pPr>
            <a:r>
              <a:rPr lang="en-US" altLang="zh-CN" i="1">
                <a:solidFill>
                  <a:srgbClr val="000099"/>
                </a:solidFill>
              </a:rPr>
              <a:t>outgoing datagrams:</a:t>
            </a:r>
            <a:r>
              <a:rPr lang="en-US" altLang="zh-CN">
                <a:solidFill>
                  <a:srgbClr val="000099"/>
                </a:solidFill>
              </a:rPr>
              <a:t> </a:t>
            </a:r>
            <a:r>
              <a:rPr lang="en-US" altLang="zh-CN" b="1" i="1">
                <a:solidFill>
                  <a:schemeClr val="accent1"/>
                </a:solidFill>
              </a:rPr>
              <a:t>replace</a:t>
            </a:r>
            <a:r>
              <a:rPr lang="en-US" altLang="zh-CN"/>
              <a:t> (source IP address, port #) of every outgoing datagram to (NAT IP address, new port #)</a:t>
            </a:r>
          </a:p>
          <a:p>
            <a:pPr marL="914400" lvl="2" indent="0">
              <a:lnSpc>
                <a:spcPct val="80000"/>
              </a:lnSpc>
              <a:buNone/>
            </a:pPr>
            <a:r>
              <a:rPr lang="en-US" altLang="zh-CN" sz="2400">
                <a:ea typeface="宋体" pitchFamily="2" charset="-122"/>
              </a:rPr>
              <a:t>. . . remote clients/servers will respond using (NAT IP address, new port #) as destination addr</a:t>
            </a:r>
            <a:br>
              <a:rPr lang="en-US" altLang="zh-CN" sz="2400">
                <a:ea typeface="宋体" pitchFamily="2" charset="-122"/>
              </a:rPr>
            </a:br>
            <a:endParaRPr lang="en-US" altLang="zh-CN" sz="2400">
              <a:ea typeface="宋体" pitchFamily="2" charset="-122"/>
            </a:endParaRPr>
          </a:p>
          <a:p>
            <a:pPr lvl="1">
              <a:lnSpc>
                <a:spcPct val="80000"/>
              </a:lnSpc>
              <a:buFont typeface="Wingdings" panose="05000000000000000000" pitchFamily="2" charset="2"/>
              <a:buChar char="§"/>
            </a:pPr>
            <a:r>
              <a:rPr lang="en-US" altLang="zh-CN" b="1" i="1">
                <a:solidFill>
                  <a:schemeClr val="accent1"/>
                </a:solidFill>
              </a:rPr>
              <a:t>remember</a:t>
            </a:r>
            <a:r>
              <a:rPr lang="en-US" altLang="zh-CN" i="1">
                <a:solidFill>
                  <a:srgbClr val="000099"/>
                </a:solidFill>
              </a:rPr>
              <a:t> (in NAT translation table)</a:t>
            </a:r>
            <a:r>
              <a:rPr lang="en-US" altLang="zh-CN" i="1">
                <a:solidFill>
                  <a:schemeClr val="accent2"/>
                </a:solidFill>
              </a:rPr>
              <a:t> </a:t>
            </a:r>
            <a:r>
              <a:rPr lang="en-US" altLang="zh-CN"/>
              <a:t>every (source IP address, port #)  to (NAT IP address, new port #) translation pair</a:t>
            </a:r>
            <a:br>
              <a:rPr lang="en-US" altLang="zh-CN"/>
            </a:br>
            <a:endParaRPr lang="en-US" altLang="zh-CN"/>
          </a:p>
          <a:p>
            <a:pPr lvl="1">
              <a:lnSpc>
                <a:spcPct val="80000"/>
              </a:lnSpc>
              <a:buFont typeface="Wingdings" panose="05000000000000000000" pitchFamily="2" charset="2"/>
              <a:buChar char="§"/>
            </a:pPr>
            <a:r>
              <a:rPr lang="en-US" altLang="zh-CN" i="1">
                <a:solidFill>
                  <a:srgbClr val="000099"/>
                </a:solidFill>
              </a:rPr>
              <a:t>incoming datagrams:</a:t>
            </a:r>
            <a:r>
              <a:rPr lang="en-US" altLang="zh-CN">
                <a:solidFill>
                  <a:srgbClr val="000099"/>
                </a:solidFill>
              </a:rPr>
              <a:t> </a:t>
            </a:r>
            <a:r>
              <a:rPr lang="en-US" altLang="zh-CN" b="1" i="1">
                <a:solidFill>
                  <a:schemeClr val="accent1"/>
                </a:solidFill>
              </a:rPr>
              <a:t>replace</a:t>
            </a:r>
            <a:r>
              <a:rPr lang="en-US" altLang="zh-CN"/>
              <a:t> (NAT IP address, new port #) in dest fields of every incoming datagram with corresponding (source IP address, port #) stored in NAT table</a:t>
            </a:r>
          </a:p>
          <a:p>
            <a:pPr lvl="1">
              <a:lnSpc>
                <a:spcPct val="80000"/>
              </a:lnSpc>
              <a:buFont typeface="Arial" panose="020B0604020202090204" pitchFamily="34" charset="0"/>
              <a:buChar char="•"/>
            </a:pPr>
            <a:endParaRPr lang="en-US" altLang="zh-CN"/>
          </a:p>
        </p:txBody>
      </p:sp>
      <p:sp>
        <p:nvSpPr>
          <p:cNvPr id="58373" name="Rectangle 5"/>
          <p:cNvSpPr>
            <a:spLocks noGrp="1" noChangeArrowheads="1"/>
          </p:cNvSpPr>
          <p:nvPr>
            <p:ph type="title"/>
          </p:nvPr>
        </p:nvSpPr>
        <p:spPr>
          <a:xfrm>
            <a:off x="533400" y="230188"/>
            <a:ext cx="8091488" cy="90805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NAT: network address translation</a:t>
            </a:r>
          </a:p>
        </p:txBody>
      </p:sp>
      <p:pic>
        <p:nvPicPr>
          <p:cNvPr id="104451" name="Picture 6" descr="underline_base"/>
          <p:cNvPicPr/>
          <p:nvPr/>
        </p:nvPicPr>
        <p:blipFill>
          <a:blip r:embed="rId2"/>
          <a:stretch>
            <a:fillRect/>
          </a:stretch>
        </p:blipFill>
        <p:spPr>
          <a:xfrm>
            <a:off x="598488" y="922338"/>
            <a:ext cx="7769225" cy="173037"/>
          </a:xfrm>
          <a:prstGeom prst="rect">
            <a:avLst/>
          </a:prstGeom>
          <a:noFill/>
          <a:ln w="9525">
            <a:noFill/>
          </a:ln>
        </p:spPr>
      </p:pic>
      <p:sp>
        <p:nvSpPr>
          <p:cNvPr id="104452"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115</a:t>
            </a:fld>
            <a:endParaRPr lang="en-US" altLang="zh-CN" sz="1200">
              <a:latin typeface="Tahoma" panose="020B0604030504040204" charset="0"/>
            </a:endParaRPr>
          </a:p>
        </p:txBody>
      </p:sp>
      <p:sp>
        <p:nvSpPr>
          <p:cNvPr id="10445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spd="slow"/>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3" name="Freeform 139"/>
          <p:cNvSpPr/>
          <p:nvPr/>
        </p:nvSpPr>
        <p:spPr>
          <a:xfrm>
            <a:off x="179388" y="3651250"/>
            <a:ext cx="4089400" cy="1355725"/>
          </a:xfrm>
          <a:custGeom>
            <a:avLst/>
            <a:gdLst>
              <a:gd name="txL" fmla="*/ 0 w 2269"/>
              <a:gd name="txT" fmla="*/ 0 h 854"/>
              <a:gd name="txR" fmla="*/ 2269 w 2269"/>
              <a:gd name="txB" fmla="*/ 854 h 854"/>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alpha val="100000"/>
                </a:srgbClr>
              </a:gs>
            </a:gsLst>
            <a:lin ang="0" scaled="1"/>
            <a:tileRect/>
          </a:gradFill>
          <a:ln w="9525">
            <a:noFill/>
          </a:ln>
        </p:spPr>
        <p:txBody>
          <a:bodyPr/>
          <a:lstStyle/>
          <a:p>
            <a:endParaRPr lang="zh-CN" altLang="en-US"/>
          </a:p>
        </p:txBody>
      </p:sp>
      <p:sp>
        <p:nvSpPr>
          <p:cNvPr id="105474" name="Freeform 29"/>
          <p:cNvSpPr/>
          <p:nvPr/>
        </p:nvSpPr>
        <p:spPr>
          <a:xfrm>
            <a:off x="4468813" y="2922588"/>
            <a:ext cx="3738562" cy="2697162"/>
          </a:xfrm>
          <a:custGeom>
            <a:avLst/>
            <a:gdLst>
              <a:gd name="txL" fmla="*/ 0 w 2355"/>
              <a:gd name="txT" fmla="*/ 0 h 1699"/>
              <a:gd name="txR" fmla="*/ 2355 w 2355"/>
              <a:gd name="txB" fmla="*/ 1699 h 1699"/>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alpha val="100000"/>
            </a:srgbClr>
          </a:solidFill>
          <a:ln w="9525">
            <a:noFill/>
          </a:ln>
        </p:spPr>
        <p:txBody>
          <a:bodyPr/>
          <a:lstStyle/>
          <a:p>
            <a:endParaRPr lang="zh-CN" altLang="en-US"/>
          </a:p>
        </p:txBody>
      </p:sp>
      <p:sp>
        <p:nvSpPr>
          <p:cNvPr id="105475" name="Line 32"/>
          <p:cNvSpPr/>
          <p:nvPr/>
        </p:nvSpPr>
        <p:spPr>
          <a:xfrm>
            <a:off x="4583113" y="4244975"/>
            <a:ext cx="604837" cy="0"/>
          </a:xfrm>
          <a:prstGeom prst="line">
            <a:avLst/>
          </a:prstGeom>
          <a:ln w="19050" cap="flat" cmpd="sng">
            <a:solidFill>
              <a:schemeClr val="tx1"/>
            </a:solidFill>
            <a:prstDash val="solid"/>
            <a:headEnd type="none" w="med" len="med"/>
            <a:tailEnd type="none" w="med" len="med"/>
          </a:ln>
        </p:spPr>
      </p:sp>
      <p:sp>
        <p:nvSpPr>
          <p:cNvPr id="105476" name="Line 34"/>
          <p:cNvSpPr/>
          <p:nvPr/>
        </p:nvSpPr>
        <p:spPr>
          <a:xfrm>
            <a:off x="7423150" y="3497263"/>
            <a:ext cx="133350" cy="6350"/>
          </a:xfrm>
          <a:prstGeom prst="line">
            <a:avLst/>
          </a:prstGeom>
          <a:ln w="19050" cap="flat" cmpd="sng">
            <a:solidFill>
              <a:schemeClr val="tx1"/>
            </a:solidFill>
            <a:prstDash val="solid"/>
            <a:headEnd type="none" w="med" len="med"/>
            <a:tailEnd type="none" w="med" len="med"/>
          </a:ln>
        </p:spPr>
      </p:sp>
      <p:sp>
        <p:nvSpPr>
          <p:cNvPr id="105477" name="Line 35"/>
          <p:cNvSpPr/>
          <p:nvPr/>
        </p:nvSpPr>
        <p:spPr>
          <a:xfrm flipV="1">
            <a:off x="7429500" y="5002213"/>
            <a:ext cx="171450" cy="0"/>
          </a:xfrm>
          <a:prstGeom prst="line">
            <a:avLst/>
          </a:prstGeom>
          <a:ln w="19050" cap="flat" cmpd="sng">
            <a:solidFill>
              <a:schemeClr val="tx1"/>
            </a:solidFill>
            <a:prstDash val="solid"/>
            <a:headEnd type="none" w="med" len="med"/>
            <a:tailEnd type="none" w="med" len="med"/>
          </a:ln>
        </p:spPr>
      </p:sp>
      <p:sp>
        <p:nvSpPr>
          <p:cNvPr id="105478" name="Text Box 36"/>
          <p:cNvSpPr txBox="1"/>
          <p:nvPr/>
        </p:nvSpPr>
        <p:spPr>
          <a:xfrm>
            <a:off x="8048625" y="3227388"/>
            <a:ext cx="919163"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10.0.0.1</a:t>
            </a:r>
          </a:p>
        </p:txBody>
      </p:sp>
      <p:sp>
        <p:nvSpPr>
          <p:cNvPr id="105479" name="Text Box 37"/>
          <p:cNvSpPr txBox="1"/>
          <p:nvPr/>
        </p:nvSpPr>
        <p:spPr>
          <a:xfrm>
            <a:off x="8175625" y="3995738"/>
            <a:ext cx="919163"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10.0.0.2</a:t>
            </a:r>
          </a:p>
        </p:txBody>
      </p:sp>
      <p:sp>
        <p:nvSpPr>
          <p:cNvPr id="105480" name="Text Box 38"/>
          <p:cNvSpPr txBox="1"/>
          <p:nvPr/>
        </p:nvSpPr>
        <p:spPr>
          <a:xfrm>
            <a:off x="8137525" y="4891088"/>
            <a:ext cx="919163"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10.0.0.3</a:t>
            </a:r>
          </a:p>
        </p:txBody>
      </p:sp>
      <p:grpSp>
        <p:nvGrpSpPr>
          <p:cNvPr id="2" name="Group 88"/>
          <p:cNvGrpSpPr/>
          <p:nvPr/>
        </p:nvGrpSpPr>
        <p:grpSpPr>
          <a:xfrm>
            <a:off x="5630863" y="2855913"/>
            <a:ext cx="1871662" cy="1033462"/>
            <a:chOff x="3550" y="2055"/>
            <a:chExt cx="1179" cy="651"/>
          </a:xfrm>
        </p:grpSpPr>
        <p:grpSp>
          <p:nvGrpSpPr>
            <p:cNvPr id="105574" name="Group 50"/>
            <p:cNvGrpSpPr/>
            <p:nvPr/>
          </p:nvGrpSpPr>
          <p:grpSpPr>
            <a:xfrm>
              <a:off x="3550" y="2055"/>
              <a:ext cx="1179" cy="357"/>
              <a:chOff x="4381" y="786"/>
              <a:chExt cx="1108" cy="357"/>
            </a:xfrm>
          </p:grpSpPr>
          <p:sp>
            <p:nvSpPr>
              <p:cNvPr id="105579" name="Rectangle 40"/>
              <p:cNvSpPr/>
              <p:nvPr/>
            </p:nvSpPr>
            <p:spPr>
              <a:xfrm>
                <a:off x="4385" y="830"/>
                <a:ext cx="1104" cy="2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580" name="Text Box 39"/>
              <p:cNvSpPr txBox="1"/>
              <p:nvPr/>
            </p:nvSpPr>
            <p:spPr>
              <a:xfrm>
                <a:off x="4381" y="813"/>
                <a:ext cx="1045" cy="2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S: 10.0.0.1, 3345</a:t>
                </a:r>
              </a:p>
              <a:p>
                <a:pPr marL="0" lvl="0" indent="0">
                  <a:lnSpc>
                    <a:spcPct val="100000"/>
                  </a:lnSpc>
                  <a:spcBef>
                    <a:spcPct val="0"/>
                  </a:spcBef>
                  <a:buClrTx/>
                  <a:buSzTx/>
                  <a:buFontTx/>
                  <a:buNone/>
                </a:pPr>
                <a:r>
                  <a:rPr lang="en-US" altLang="zh-CN" sz="1200">
                    <a:latin typeface="Arial" panose="020B0604020202090204" pitchFamily="34" charset="0"/>
                  </a:rPr>
                  <a:t>D: 128.119.40.186, 80</a:t>
                </a:r>
              </a:p>
            </p:txBody>
          </p:sp>
          <p:grpSp>
            <p:nvGrpSpPr>
              <p:cNvPr id="105581" name="Group 44"/>
              <p:cNvGrpSpPr/>
              <p:nvPr/>
            </p:nvGrpSpPr>
            <p:grpSpPr>
              <a:xfrm>
                <a:off x="5394" y="786"/>
                <a:ext cx="48" cy="99"/>
                <a:chOff x="5508" y="1599"/>
                <a:chExt cx="48" cy="99"/>
              </a:xfrm>
            </p:grpSpPr>
            <p:sp>
              <p:nvSpPr>
                <p:cNvPr id="105586" name="Freeform 43"/>
                <p:cNvSpPr/>
                <p:nvPr/>
              </p:nvSpPr>
              <p:spPr>
                <a:xfrm>
                  <a:off x="5508" y="1599"/>
                  <a:ext cx="48" cy="99"/>
                </a:xfrm>
                <a:custGeom>
                  <a:avLst/>
                  <a:gdLst>
                    <a:gd name="txL" fmla="*/ 0 w 48"/>
                    <a:gd name="txT" fmla="*/ 0 h 99"/>
                    <a:gd name="txR" fmla="*/ 48 w 48"/>
                    <a:gd name="txB" fmla="*/ 99 h 99"/>
                  </a:gdLst>
                  <a:ahLst/>
                  <a:cxnLst>
                    <a:cxn ang="0">
                      <a:pos x="21" y="0"/>
                    </a:cxn>
                    <a:cxn ang="0">
                      <a:pos x="0" y="72"/>
                    </a:cxn>
                    <a:cxn ang="0">
                      <a:pos x="27" y="99"/>
                    </a:cxn>
                    <a:cxn ang="0">
                      <a:pos x="48" y="21"/>
                    </a:cxn>
                    <a:cxn ang="0">
                      <a:pos x="21" y="0"/>
                    </a:cxn>
                  </a:cxnLst>
                  <a:rect l="txL" t="txT" r="txR" b="txB"/>
                  <a:pathLst>
                    <a:path w="48" h="99">
                      <a:moveTo>
                        <a:pt x="21" y="0"/>
                      </a:moveTo>
                      <a:lnTo>
                        <a:pt x="0" y="72"/>
                      </a:lnTo>
                      <a:lnTo>
                        <a:pt x="27" y="99"/>
                      </a:lnTo>
                      <a:lnTo>
                        <a:pt x="48" y="21"/>
                      </a:lnTo>
                      <a:lnTo>
                        <a:pt x="21" y="0"/>
                      </a:lnTo>
                      <a:close/>
                    </a:path>
                  </a:pathLst>
                </a:custGeom>
                <a:solidFill>
                  <a:schemeClr val="bg1">
                    <a:alpha val="100000"/>
                  </a:schemeClr>
                </a:solidFill>
                <a:ln w="9525">
                  <a:noFill/>
                </a:ln>
              </p:spPr>
              <p:txBody>
                <a:bodyPr/>
                <a:lstStyle/>
                <a:p>
                  <a:endParaRPr lang="zh-CN" altLang="en-US"/>
                </a:p>
              </p:txBody>
            </p:sp>
            <p:sp>
              <p:nvSpPr>
                <p:cNvPr id="105587" name="Line 41"/>
                <p:cNvSpPr/>
                <p:nvPr/>
              </p:nvSpPr>
              <p:spPr>
                <a:xfrm flipH="1">
                  <a:off x="5512" y="1608"/>
                  <a:ext cx="22" cy="68"/>
                </a:xfrm>
                <a:prstGeom prst="line">
                  <a:avLst/>
                </a:prstGeom>
                <a:ln w="9525" cap="flat" cmpd="sng">
                  <a:solidFill>
                    <a:schemeClr val="tx1"/>
                  </a:solidFill>
                  <a:prstDash val="solid"/>
                  <a:headEnd type="none" w="med" len="med"/>
                  <a:tailEnd type="none" w="med" len="med"/>
                </a:ln>
              </p:spPr>
            </p:sp>
            <p:sp>
              <p:nvSpPr>
                <p:cNvPr id="105588" name="Line 42"/>
                <p:cNvSpPr/>
                <p:nvPr/>
              </p:nvSpPr>
              <p:spPr>
                <a:xfrm flipH="1">
                  <a:off x="5536" y="1620"/>
                  <a:ext cx="20" cy="68"/>
                </a:xfrm>
                <a:prstGeom prst="line">
                  <a:avLst/>
                </a:prstGeom>
                <a:ln w="9525" cap="flat" cmpd="sng">
                  <a:solidFill>
                    <a:schemeClr val="tx1"/>
                  </a:solidFill>
                  <a:prstDash val="solid"/>
                  <a:headEnd type="none" w="med" len="med"/>
                  <a:tailEnd type="none" w="med" len="med"/>
                </a:ln>
              </p:spPr>
            </p:sp>
          </p:grpSp>
          <p:grpSp>
            <p:nvGrpSpPr>
              <p:cNvPr id="105582" name="Group 45"/>
              <p:cNvGrpSpPr/>
              <p:nvPr/>
            </p:nvGrpSpPr>
            <p:grpSpPr>
              <a:xfrm>
                <a:off x="5382" y="1044"/>
                <a:ext cx="48" cy="99"/>
                <a:chOff x="5508" y="1599"/>
                <a:chExt cx="48" cy="99"/>
              </a:xfrm>
            </p:grpSpPr>
            <p:sp>
              <p:nvSpPr>
                <p:cNvPr id="105583" name="Freeform 46"/>
                <p:cNvSpPr/>
                <p:nvPr/>
              </p:nvSpPr>
              <p:spPr>
                <a:xfrm>
                  <a:off x="5508" y="1599"/>
                  <a:ext cx="48" cy="99"/>
                </a:xfrm>
                <a:custGeom>
                  <a:avLst/>
                  <a:gdLst>
                    <a:gd name="txL" fmla="*/ 0 w 48"/>
                    <a:gd name="txT" fmla="*/ 0 h 99"/>
                    <a:gd name="txR" fmla="*/ 48 w 48"/>
                    <a:gd name="txB" fmla="*/ 99 h 99"/>
                  </a:gdLst>
                  <a:ahLst/>
                  <a:cxnLst>
                    <a:cxn ang="0">
                      <a:pos x="21" y="0"/>
                    </a:cxn>
                    <a:cxn ang="0">
                      <a:pos x="0" y="72"/>
                    </a:cxn>
                    <a:cxn ang="0">
                      <a:pos x="27" y="99"/>
                    </a:cxn>
                    <a:cxn ang="0">
                      <a:pos x="48" y="21"/>
                    </a:cxn>
                    <a:cxn ang="0">
                      <a:pos x="21" y="0"/>
                    </a:cxn>
                  </a:cxnLst>
                  <a:rect l="txL" t="txT" r="txR" b="txB"/>
                  <a:pathLst>
                    <a:path w="48" h="99">
                      <a:moveTo>
                        <a:pt x="21" y="0"/>
                      </a:moveTo>
                      <a:lnTo>
                        <a:pt x="0" y="72"/>
                      </a:lnTo>
                      <a:lnTo>
                        <a:pt x="27" y="99"/>
                      </a:lnTo>
                      <a:lnTo>
                        <a:pt x="48" y="21"/>
                      </a:lnTo>
                      <a:lnTo>
                        <a:pt x="21" y="0"/>
                      </a:lnTo>
                      <a:close/>
                    </a:path>
                  </a:pathLst>
                </a:custGeom>
                <a:solidFill>
                  <a:schemeClr val="bg1">
                    <a:alpha val="100000"/>
                  </a:schemeClr>
                </a:solidFill>
                <a:ln w="9525">
                  <a:noFill/>
                </a:ln>
              </p:spPr>
              <p:txBody>
                <a:bodyPr/>
                <a:lstStyle/>
                <a:p>
                  <a:endParaRPr lang="zh-CN" altLang="en-US"/>
                </a:p>
              </p:txBody>
            </p:sp>
            <p:sp>
              <p:nvSpPr>
                <p:cNvPr id="105584" name="Line 47"/>
                <p:cNvSpPr/>
                <p:nvPr/>
              </p:nvSpPr>
              <p:spPr>
                <a:xfrm flipH="1">
                  <a:off x="5512" y="1608"/>
                  <a:ext cx="22" cy="68"/>
                </a:xfrm>
                <a:prstGeom prst="line">
                  <a:avLst/>
                </a:prstGeom>
                <a:ln w="9525" cap="flat" cmpd="sng">
                  <a:solidFill>
                    <a:schemeClr val="tx1"/>
                  </a:solidFill>
                  <a:prstDash val="solid"/>
                  <a:headEnd type="none" w="med" len="med"/>
                  <a:tailEnd type="none" w="med" len="med"/>
                </a:ln>
              </p:spPr>
            </p:sp>
            <p:sp>
              <p:nvSpPr>
                <p:cNvPr id="105585" name="Line 48"/>
                <p:cNvSpPr/>
                <p:nvPr/>
              </p:nvSpPr>
              <p:spPr>
                <a:xfrm flipH="1">
                  <a:off x="5536" y="1620"/>
                  <a:ext cx="20" cy="68"/>
                </a:xfrm>
                <a:prstGeom prst="line">
                  <a:avLst/>
                </a:prstGeom>
                <a:ln w="9525" cap="flat" cmpd="sng">
                  <a:solidFill>
                    <a:schemeClr val="tx1"/>
                  </a:solidFill>
                  <a:prstDash val="solid"/>
                  <a:headEnd type="none" w="med" len="med"/>
                  <a:tailEnd type="none" w="med" len="med"/>
                </a:ln>
              </p:spPr>
            </p:sp>
          </p:grpSp>
        </p:grpSp>
        <p:sp>
          <p:nvSpPr>
            <p:cNvPr id="105575" name="Freeform 51"/>
            <p:cNvSpPr/>
            <p:nvPr/>
          </p:nvSpPr>
          <p:spPr>
            <a:xfrm>
              <a:off x="3573" y="2364"/>
              <a:ext cx="564" cy="342"/>
            </a:xfrm>
            <a:custGeom>
              <a:avLst/>
              <a:gdLst>
                <a:gd name="txL" fmla="*/ 0 w 417"/>
                <a:gd name="txT" fmla="*/ 0 h 264"/>
                <a:gd name="txR" fmla="*/ 417 w 417"/>
                <a:gd name="txB" fmla="*/ 264 h 264"/>
              </a:gdLst>
              <a:ahLst/>
              <a:cxnLst>
                <a:cxn ang="0">
                  <a:pos x="0" y="16622"/>
                </a:cxn>
                <a:cxn ang="0">
                  <a:pos x="52322" y="16622"/>
                </a:cxn>
                <a:cxn ang="0">
                  <a:pos x="52322" y="0"/>
                </a:cxn>
              </a:cxnLst>
              <a:rect l="txL" t="txT" r="txR" b="txB"/>
              <a:pathLst>
                <a:path w="417" h="264">
                  <a:moveTo>
                    <a:pt x="0" y="264"/>
                  </a:moveTo>
                  <a:lnTo>
                    <a:pt x="417" y="264"/>
                  </a:lnTo>
                  <a:lnTo>
                    <a:pt x="417" y="0"/>
                  </a:lnTo>
                </a:path>
              </a:pathLst>
            </a:custGeom>
            <a:noFill/>
            <a:ln w="28575" cap="flat" cmpd="sng">
              <a:solidFill>
                <a:schemeClr val="tx1">
                  <a:alpha val="100000"/>
                </a:schemeClr>
              </a:solidFill>
              <a:prstDash val="solid"/>
              <a:round/>
              <a:headEnd type="triangle" w="med" len="med"/>
              <a:tailEnd type="none" w="med" len="med"/>
            </a:ln>
          </p:spPr>
          <p:txBody>
            <a:bodyPr/>
            <a:lstStyle/>
            <a:p>
              <a:endParaRPr lang="zh-CN" altLang="en-US"/>
            </a:p>
          </p:txBody>
        </p:sp>
        <p:grpSp>
          <p:nvGrpSpPr>
            <p:cNvPr id="105576" name="Group 87"/>
            <p:cNvGrpSpPr/>
            <p:nvPr/>
          </p:nvGrpSpPr>
          <p:grpSpPr>
            <a:xfrm>
              <a:off x="4032" y="2416"/>
              <a:ext cx="218" cy="231"/>
              <a:chOff x="5140" y="400"/>
              <a:chExt cx="218" cy="231"/>
            </a:xfrm>
          </p:grpSpPr>
          <p:sp>
            <p:nvSpPr>
              <p:cNvPr id="105577" name="Oval 86"/>
              <p:cNvSpPr/>
              <p:nvPr/>
            </p:nvSpPr>
            <p:spPr>
              <a:xfrm>
                <a:off x="5140" y="410"/>
                <a:ext cx="218" cy="218"/>
              </a:xfrm>
              <a:prstGeom prst="ellipse">
                <a:avLst/>
              </a:prstGeom>
              <a:solidFill>
                <a:schemeClr val="bg1"/>
              </a:solidFill>
              <a:ln w="9525" cap="flat" cmpd="sng">
                <a:solidFill>
                  <a:srgbClr val="CC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578" name="Text Box 52"/>
              <p:cNvSpPr txBox="1"/>
              <p:nvPr/>
            </p:nvSpPr>
            <p:spPr>
              <a:xfrm>
                <a:off x="5154" y="400"/>
                <a:ext cx="196"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CC0000"/>
                    </a:solidFill>
                    <a:latin typeface="Arial" panose="020B0604020202090204" pitchFamily="34" charset="0"/>
                  </a:rPr>
                  <a:t>1</a:t>
                </a:r>
              </a:p>
            </p:txBody>
          </p:sp>
        </p:grpSp>
      </p:grpSp>
      <p:sp>
        <p:nvSpPr>
          <p:cNvPr id="105482" name="Text Box 54"/>
          <p:cNvSpPr txBox="1"/>
          <p:nvPr/>
        </p:nvSpPr>
        <p:spPr>
          <a:xfrm>
            <a:off x="4533900" y="3817938"/>
            <a:ext cx="919163"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10.0.0.4</a:t>
            </a:r>
          </a:p>
        </p:txBody>
      </p:sp>
      <p:sp>
        <p:nvSpPr>
          <p:cNvPr id="105483" name="Line 55"/>
          <p:cNvSpPr/>
          <p:nvPr/>
        </p:nvSpPr>
        <p:spPr>
          <a:xfrm flipH="1">
            <a:off x="4657725" y="4073525"/>
            <a:ext cx="85725" cy="128588"/>
          </a:xfrm>
          <a:prstGeom prst="line">
            <a:avLst/>
          </a:prstGeom>
          <a:ln w="19050" cap="flat" cmpd="sng">
            <a:solidFill>
              <a:schemeClr val="tx1"/>
            </a:solidFill>
            <a:prstDash val="solid"/>
            <a:headEnd type="none" w="med" len="med"/>
            <a:tailEnd type="triangle" w="med" len="med"/>
          </a:ln>
        </p:spPr>
      </p:sp>
      <p:sp>
        <p:nvSpPr>
          <p:cNvPr id="105484" name="Text Box 56"/>
          <p:cNvSpPr txBox="1"/>
          <p:nvPr/>
        </p:nvSpPr>
        <p:spPr>
          <a:xfrm>
            <a:off x="2695575" y="4375150"/>
            <a:ext cx="125730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138.76.29.7</a:t>
            </a:r>
          </a:p>
        </p:txBody>
      </p:sp>
      <p:sp>
        <p:nvSpPr>
          <p:cNvPr id="105485" name="Line 57"/>
          <p:cNvSpPr/>
          <p:nvPr/>
        </p:nvSpPr>
        <p:spPr>
          <a:xfrm flipH="1">
            <a:off x="3917950" y="4311650"/>
            <a:ext cx="85725" cy="128588"/>
          </a:xfrm>
          <a:prstGeom prst="line">
            <a:avLst/>
          </a:prstGeom>
          <a:ln w="19050" cap="flat" cmpd="sng">
            <a:solidFill>
              <a:schemeClr val="tx1"/>
            </a:solidFill>
            <a:prstDash val="solid"/>
            <a:headEnd type="triangle" w="med" len="med"/>
            <a:tailEnd type="none" w="med" len="med"/>
          </a:ln>
        </p:spPr>
      </p:sp>
      <p:grpSp>
        <p:nvGrpSpPr>
          <p:cNvPr id="7" name="Group 59"/>
          <p:cNvGrpSpPr/>
          <p:nvPr/>
        </p:nvGrpSpPr>
        <p:grpSpPr>
          <a:xfrm>
            <a:off x="6469063" y="1570038"/>
            <a:ext cx="2433637" cy="1389062"/>
            <a:chOff x="3944" y="989"/>
            <a:chExt cx="1533" cy="875"/>
          </a:xfrm>
        </p:grpSpPr>
        <p:sp>
          <p:nvSpPr>
            <p:cNvPr id="105572" name="Text Box 53"/>
            <p:cNvSpPr txBox="1"/>
            <p:nvPr/>
          </p:nvSpPr>
          <p:spPr>
            <a:xfrm>
              <a:off x="4121" y="989"/>
              <a:ext cx="1356" cy="49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spcBef>
                  <a:spcPct val="0"/>
                </a:spcBef>
                <a:buClrTx/>
                <a:buSzTx/>
                <a:buFontTx/>
                <a:buNone/>
              </a:pPr>
              <a:r>
                <a:rPr lang="en-US" altLang="zh-CN" sz="1800" b="1" i="1">
                  <a:solidFill>
                    <a:srgbClr val="CC0000"/>
                  </a:solidFill>
                  <a:latin typeface="Arial" panose="020B0604020202090204" pitchFamily="34" charset="0"/>
                </a:rPr>
                <a:t>1:</a:t>
              </a:r>
              <a:r>
                <a:rPr lang="en-US" altLang="zh-CN" sz="1800">
                  <a:solidFill>
                    <a:srgbClr val="FF0000"/>
                  </a:solidFill>
                  <a:latin typeface="Arial" panose="020B0604020202090204" pitchFamily="34" charset="0"/>
                </a:rPr>
                <a:t> </a:t>
              </a:r>
              <a:r>
                <a:rPr lang="en-US" altLang="zh-CN" sz="1800">
                  <a:solidFill>
                    <a:srgbClr val="000099"/>
                  </a:solidFill>
                  <a:latin typeface="Arial" panose="020B0604020202090204" pitchFamily="34" charset="0"/>
                </a:rPr>
                <a:t>host 10.0.0.1 </a:t>
              </a:r>
            </a:p>
            <a:p>
              <a:pPr marL="0" lvl="0" indent="0">
                <a:spcBef>
                  <a:spcPct val="0"/>
                </a:spcBef>
                <a:buClrTx/>
                <a:buSzTx/>
                <a:buFontTx/>
                <a:buNone/>
              </a:pPr>
              <a:r>
                <a:rPr lang="en-US" altLang="zh-CN" sz="1800">
                  <a:solidFill>
                    <a:srgbClr val="000099"/>
                  </a:solidFill>
                  <a:latin typeface="Arial" panose="020B0604020202090204" pitchFamily="34" charset="0"/>
                </a:rPr>
                <a:t>sends datagram to </a:t>
              </a:r>
            </a:p>
            <a:p>
              <a:pPr marL="0" lvl="0" indent="0">
                <a:spcBef>
                  <a:spcPct val="0"/>
                </a:spcBef>
                <a:buClrTx/>
                <a:buSzTx/>
                <a:buFontTx/>
                <a:buNone/>
              </a:pPr>
              <a:r>
                <a:rPr lang="en-US" altLang="zh-CN" sz="1800">
                  <a:solidFill>
                    <a:srgbClr val="000099"/>
                  </a:solidFill>
                  <a:latin typeface="Arial" panose="020B0604020202090204" pitchFamily="34" charset="0"/>
                </a:rPr>
                <a:t>128.119.40.186, 80</a:t>
              </a:r>
            </a:p>
          </p:txBody>
        </p:sp>
        <p:sp>
          <p:nvSpPr>
            <p:cNvPr id="105573" name="Line 58"/>
            <p:cNvSpPr/>
            <p:nvPr/>
          </p:nvSpPr>
          <p:spPr>
            <a:xfrm flipH="1">
              <a:off x="3944" y="1105"/>
              <a:ext cx="197" cy="759"/>
            </a:xfrm>
            <a:prstGeom prst="line">
              <a:avLst/>
            </a:prstGeom>
            <a:ln w="12700" cap="flat" cmpd="sng">
              <a:solidFill>
                <a:srgbClr val="CC0000"/>
              </a:solidFill>
              <a:prstDash val="solid"/>
              <a:headEnd type="none" w="med" len="med"/>
              <a:tailEnd type="none" w="med" len="med"/>
            </a:ln>
          </p:spPr>
        </p:sp>
      </p:grpSp>
      <p:sp>
        <p:nvSpPr>
          <p:cNvPr id="105487" name="Freeform 67"/>
          <p:cNvSpPr/>
          <p:nvPr/>
        </p:nvSpPr>
        <p:spPr>
          <a:xfrm>
            <a:off x="2344738" y="2627313"/>
            <a:ext cx="3862387" cy="1531937"/>
          </a:xfrm>
          <a:custGeom>
            <a:avLst/>
            <a:gdLst>
              <a:gd name="txL" fmla="*/ 0 w 2433"/>
              <a:gd name="txT" fmla="*/ 0 h 965"/>
              <a:gd name="txR" fmla="*/ 2433 w 2433"/>
              <a:gd name="txB" fmla="*/ 965 h 965"/>
            </a:gdLst>
            <a:ahLst/>
            <a:cxnLst>
              <a:cxn ang="0">
                <a:pos x="0" y="2147483646"/>
              </a:cxn>
              <a:cxn ang="0">
                <a:pos x="2147483646" y="2147483646"/>
              </a:cxn>
              <a:cxn ang="0">
                <a:pos x="2147483646" y="2147483646"/>
              </a:cxn>
              <a:cxn ang="0">
                <a:pos x="2147483646" y="2147483646"/>
              </a:cxn>
              <a:cxn ang="0">
                <a:pos x="2147483646" y="2147483646"/>
              </a:cxn>
              <a:cxn ang="0">
                <a:pos x="2147483646" y="2147483646"/>
              </a:cxn>
              <a:cxn ang="0">
                <a:pos x="0" y="2147483646"/>
              </a:cxn>
            </a:cxnLst>
            <a:rect l="txL" t="txT" r="txR" b="txB"/>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hlink">
                  <a:alpha val="100000"/>
                </a:schemeClr>
              </a:gs>
              <a:gs pos="100000">
                <a:schemeClr val="bg1">
                  <a:alpha val="100000"/>
                </a:schemeClr>
              </a:gs>
            </a:gsLst>
            <a:lin ang="5400000" scaled="1"/>
            <a:tileRect/>
          </a:gradFill>
          <a:ln w="3175" cap="flat" cmpd="sng">
            <a:solidFill>
              <a:schemeClr val="hlink">
                <a:alpha val="100000"/>
              </a:schemeClr>
            </a:solidFill>
            <a:prstDash val="solid"/>
            <a:round/>
            <a:headEnd type="none" w="med" len="med"/>
            <a:tailEnd type="none" w="med" len="med"/>
          </a:ln>
        </p:spPr>
        <p:txBody>
          <a:bodyPr/>
          <a:lstStyle/>
          <a:p>
            <a:endParaRPr lang="zh-CN" altLang="en-US"/>
          </a:p>
        </p:txBody>
      </p:sp>
      <p:sp>
        <p:nvSpPr>
          <p:cNvPr id="105488" name="Rectangle 62"/>
          <p:cNvSpPr/>
          <p:nvPr/>
        </p:nvSpPr>
        <p:spPr>
          <a:xfrm>
            <a:off x="2344738" y="1374775"/>
            <a:ext cx="3784600" cy="1354138"/>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489" name="Text Box 60"/>
          <p:cNvSpPr txBox="1"/>
          <p:nvPr/>
        </p:nvSpPr>
        <p:spPr>
          <a:xfrm>
            <a:off x="2386013" y="1419225"/>
            <a:ext cx="3676650" cy="6413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latin typeface="Arial" panose="020B0604020202090204" pitchFamily="34" charset="0"/>
              </a:rPr>
              <a:t>NAT translation table</a:t>
            </a:r>
          </a:p>
          <a:p>
            <a:pPr marL="0" lvl="0" indent="0" algn="ctr">
              <a:lnSpc>
                <a:spcPct val="100000"/>
              </a:lnSpc>
              <a:spcBef>
                <a:spcPct val="0"/>
              </a:spcBef>
              <a:buClrTx/>
              <a:buSzTx/>
              <a:buFontTx/>
              <a:buNone/>
            </a:pPr>
            <a:r>
              <a:rPr lang="en-US" altLang="zh-CN" sz="1800">
                <a:latin typeface="Arial" panose="020B0604020202090204" pitchFamily="34" charset="0"/>
              </a:rPr>
              <a:t>WAN side addr        LAN side addr</a:t>
            </a:r>
          </a:p>
        </p:txBody>
      </p:sp>
      <p:sp>
        <p:nvSpPr>
          <p:cNvPr id="105490" name="Line 63"/>
          <p:cNvSpPr/>
          <p:nvPr/>
        </p:nvSpPr>
        <p:spPr>
          <a:xfrm flipV="1">
            <a:off x="2344738" y="1747838"/>
            <a:ext cx="3790950" cy="11112"/>
          </a:xfrm>
          <a:prstGeom prst="line">
            <a:avLst/>
          </a:prstGeom>
          <a:ln w="9525" cap="flat" cmpd="sng">
            <a:solidFill>
              <a:schemeClr val="tx1"/>
            </a:solidFill>
            <a:prstDash val="solid"/>
            <a:headEnd type="none" w="med" len="med"/>
            <a:tailEnd type="none" w="med" len="med"/>
          </a:ln>
        </p:spPr>
      </p:sp>
      <p:sp>
        <p:nvSpPr>
          <p:cNvPr id="105491" name="Line 64"/>
          <p:cNvSpPr/>
          <p:nvPr/>
        </p:nvSpPr>
        <p:spPr>
          <a:xfrm flipV="1">
            <a:off x="2359025" y="2025650"/>
            <a:ext cx="3749675" cy="11113"/>
          </a:xfrm>
          <a:prstGeom prst="line">
            <a:avLst/>
          </a:prstGeom>
          <a:ln w="9525" cap="flat" cmpd="sng">
            <a:solidFill>
              <a:schemeClr val="tx1"/>
            </a:solidFill>
            <a:prstDash val="solid"/>
            <a:headEnd type="none" w="med" len="med"/>
            <a:tailEnd type="none" w="med" len="med"/>
          </a:ln>
        </p:spPr>
      </p:sp>
      <p:sp>
        <p:nvSpPr>
          <p:cNvPr id="105492" name="Line 65"/>
          <p:cNvSpPr/>
          <p:nvPr/>
        </p:nvSpPr>
        <p:spPr>
          <a:xfrm>
            <a:off x="4468813" y="1770063"/>
            <a:ext cx="3175" cy="955675"/>
          </a:xfrm>
          <a:prstGeom prst="line">
            <a:avLst/>
          </a:prstGeom>
          <a:ln w="9525" cap="flat" cmpd="sng">
            <a:solidFill>
              <a:schemeClr val="tx1"/>
            </a:solidFill>
            <a:prstDash val="solid"/>
            <a:headEnd type="none" w="med" len="med"/>
            <a:tailEnd type="none" w="med" len="med"/>
          </a:ln>
        </p:spPr>
      </p:sp>
      <p:sp>
        <p:nvSpPr>
          <p:cNvPr id="233533" name="Text Box 61"/>
          <p:cNvSpPr txBox="1"/>
          <p:nvPr/>
        </p:nvSpPr>
        <p:spPr>
          <a:xfrm>
            <a:off x="2401888" y="2044700"/>
            <a:ext cx="3702050" cy="6413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800">
                <a:solidFill>
                  <a:srgbClr val="CC0000"/>
                </a:solidFill>
                <a:latin typeface="Arial" panose="020B0604020202090204" pitchFamily="34" charset="0"/>
              </a:rPr>
              <a:t>138.76.29.7, 5001   10.0.0.1, 3345</a:t>
            </a:r>
          </a:p>
          <a:p>
            <a:pPr marL="0" lvl="0" indent="0" algn="ctr">
              <a:lnSpc>
                <a:spcPct val="100000"/>
              </a:lnSpc>
              <a:spcBef>
                <a:spcPct val="0"/>
              </a:spcBef>
              <a:buClrTx/>
              <a:buSzTx/>
              <a:buFontTx/>
              <a:buNone/>
            </a:pPr>
            <a:r>
              <a:rPr lang="en-US" altLang="zh-CN" sz="1800">
                <a:latin typeface="Arial" panose="020B0604020202090204" pitchFamily="34" charset="0"/>
              </a:rPr>
              <a:t>……                                         ……</a:t>
            </a:r>
          </a:p>
        </p:txBody>
      </p:sp>
      <p:grpSp>
        <p:nvGrpSpPr>
          <p:cNvPr id="8" name="Group 135"/>
          <p:cNvGrpSpPr/>
          <p:nvPr/>
        </p:nvGrpSpPr>
        <p:grpSpPr>
          <a:xfrm>
            <a:off x="4765675" y="3435350"/>
            <a:ext cx="2784475" cy="1631950"/>
            <a:chOff x="3002" y="2417"/>
            <a:chExt cx="1754" cy="1028"/>
          </a:xfrm>
        </p:grpSpPr>
        <p:sp>
          <p:nvSpPr>
            <p:cNvPr id="105558" name="Rectangle 91"/>
            <p:cNvSpPr/>
            <p:nvPr/>
          </p:nvSpPr>
          <p:spPr>
            <a:xfrm>
              <a:off x="3002" y="3051"/>
              <a:ext cx="1175" cy="2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559" name="Text Box 92"/>
            <p:cNvSpPr txBox="1"/>
            <p:nvPr/>
          </p:nvSpPr>
          <p:spPr>
            <a:xfrm>
              <a:off x="3104" y="3042"/>
              <a:ext cx="1112" cy="403"/>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S: 128.119.40.186, 80 </a:t>
              </a:r>
            </a:p>
            <a:p>
              <a:pPr marL="0" lvl="0" indent="0">
                <a:lnSpc>
                  <a:spcPct val="100000"/>
                </a:lnSpc>
                <a:spcBef>
                  <a:spcPct val="0"/>
                </a:spcBef>
                <a:buClrTx/>
                <a:buSzTx/>
                <a:buFontTx/>
                <a:buNone/>
              </a:pPr>
              <a:r>
                <a:rPr lang="en-US" altLang="zh-CN" sz="1200">
                  <a:latin typeface="Arial" panose="020B0604020202090204" pitchFamily="34" charset="0"/>
                </a:rPr>
                <a:t>D: 10.0.0.1, 3345</a:t>
              </a:r>
            </a:p>
            <a:p>
              <a:pPr marL="0" lvl="0" indent="0">
                <a:lnSpc>
                  <a:spcPct val="100000"/>
                </a:lnSpc>
                <a:spcBef>
                  <a:spcPct val="0"/>
                </a:spcBef>
                <a:buClrTx/>
                <a:buSzTx/>
                <a:buFontTx/>
                <a:buNone/>
              </a:pPr>
              <a:endParaRPr lang="en-US" altLang="zh-CN" sz="1200">
                <a:latin typeface="Arial" panose="020B0604020202090204" pitchFamily="34" charset="0"/>
              </a:endParaRPr>
            </a:p>
          </p:txBody>
        </p:sp>
        <p:grpSp>
          <p:nvGrpSpPr>
            <p:cNvPr id="105560" name="Group 93"/>
            <p:cNvGrpSpPr/>
            <p:nvPr/>
          </p:nvGrpSpPr>
          <p:grpSpPr>
            <a:xfrm>
              <a:off x="3054" y="3007"/>
              <a:ext cx="51" cy="99"/>
              <a:chOff x="5508" y="1599"/>
              <a:chExt cx="48" cy="99"/>
            </a:xfrm>
          </p:grpSpPr>
          <p:sp>
            <p:nvSpPr>
              <p:cNvPr id="105569" name="Freeform 94"/>
              <p:cNvSpPr/>
              <p:nvPr/>
            </p:nvSpPr>
            <p:spPr>
              <a:xfrm>
                <a:off x="5508" y="1599"/>
                <a:ext cx="48" cy="99"/>
              </a:xfrm>
              <a:custGeom>
                <a:avLst/>
                <a:gdLst>
                  <a:gd name="txL" fmla="*/ 0 w 48"/>
                  <a:gd name="txT" fmla="*/ 0 h 99"/>
                  <a:gd name="txR" fmla="*/ 48 w 48"/>
                  <a:gd name="txB" fmla="*/ 99 h 99"/>
                </a:gdLst>
                <a:ahLst/>
                <a:cxnLst>
                  <a:cxn ang="0">
                    <a:pos x="21" y="0"/>
                  </a:cxn>
                  <a:cxn ang="0">
                    <a:pos x="0" y="72"/>
                  </a:cxn>
                  <a:cxn ang="0">
                    <a:pos x="27" y="99"/>
                  </a:cxn>
                  <a:cxn ang="0">
                    <a:pos x="48" y="21"/>
                  </a:cxn>
                  <a:cxn ang="0">
                    <a:pos x="21" y="0"/>
                  </a:cxn>
                </a:cxnLst>
                <a:rect l="txL" t="txT" r="txR" b="txB"/>
                <a:pathLst>
                  <a:path w="48" h="99">
                    <a:moveTo>
                      <a:pt x="21" y="0"/>
                    </a:moveTo>
                    <a:lnTo>
                      <a:pt x="0" y="72"/>
                    </a:lnTo>
                    <a:lnTo>
                      <a:pt x="27" y="99"/>
                    </a:lnTo>
                    <a:lnTo>
                      <a:pt x="48" y="21"/>
                    </a:lnTo>
                    <a:lnTo>
                      <a:pt x="21" y="0"/>
                    </a:lnTo>
                    <a:close/>
                  </a:path>
                </a:pathLst>
              </a:custGeom>
              <a:solidFill>
                <a:schemeClr val="bg1">
                  <a:alpha val="100000"/>
                </a:schemeClr>
              </a:solidFill>
              <a:ln w="9525">
                <a:noFill/>
              </a:ln>
            </p:spPr>
            <p:txBody>
              <a:bodyPr/>
              <a:lstStyle/>
              <a:p>
                <a:endParaRPr lang="zh-CN" altLang="en-US"/>
              </a:p>
            </p:txBody>
          </p:sp>
          <p:sp>
            <p:nvSpPr>
              <p:cNvPr id="105570" name="Line 95"/>
              <p:cNvSpPr/>
              <p:nvPr/>
            </p:nvSpPr>
            <p:spPr>
              <a:xfrm flipH="1">
                <a:off x="5512" y="1608"/>
                <a:ext cx="22" cy="68"/>
              </a:xfrm>
              <a:prstGeom prst="line">
                <a:avLst/>
              </a:prstGeom>
              <a:ln w="9525" cap="flat" cmpd="sng">
                <a:solidFill>
                  <a:schemeClr val="tx1"/>
                </a:solidFill>
                <a:prstDash val="solid"/>
                <a:headEnd type="none" w="med" len="med"/>
                <a:tailEnd type="none" w="med" len="med"/>
              </a:ln>
            </p:spPr>
          </p:sp>
          <p:sp>
            <p:nvSpPr>
              <p:cNvPr id="105571" name="Line 96"/>
              <p:cNvSpPr/>
              <p:nvPr/>
            </p:nvSpPr>
            <p:spPr>
              <a:xfrm flipH="1">
                <a:off x="5536" y="1620"/>
                <a:ext cx="20" cy="68"/>
              </a:xfrm>
              <a:prstGeom prst="line">
                <a:avLst/>
              </a:prstGeom>
              <a:ln w="9525" cap="flat" cmpd="sng">
                <a:solidFill>
                  <a:schemeClr val="tx1"/>
                </a:solidFill>
                <a:prstDash val="solid"/>
                <a:headEnd type="none" w="med" len="med"/>
                <a:tailEnd type="none" w="med" len="med"/>
              </a:ln>
            </p:spPr>
          </p:sp>
        </p:grpSp>
        <p:grpSp>
          <p:nvGrpSpPr>
            <p:cNvPr id="105561" name="Group 97"/>
            <p:cNvGrpSpPr/>
            <p:nvPr/>
          </p:nvGrpSpPr>
          <p:grpSpPr>
            <a:xfrm>
              <a:off x="3059" y="3248"/>
              <a:ext cx="51" cy="99"/>
              <a:chOff x="5508" y="1599"/>
              <a:chExt cx="48" cy="99"/>
            </a:xfrm>
          </p:grpSpPr>
          <p:sp>
            <p:nvSpPr>
              <p:cNvPr id="105566" name="Freeform 98"/>
              <p:cNvSpPr/>
              <p:nvPr/>
            </p:nvSpPr>
            <p:spPr>
              <a:xfrm>
                <a:off x="5508" y="1599"/>
                <a:ext cx="48" cy="99"/>
              </a:xfrm>
              <a:custGeom>
                <a:avLst/>
                <a:gdLst>
                  <a:gd name="txL" fmla="*/ 0 w 48"/>
                  <a:gd name="txT" fmla="*/ 0 h 99"/>
                  <a:gd name="txR" fmla="*/ 48 w 48"/>
                  <a:gd name="txB" fmla="*/ 99 h 99"/>
                </a:gdLst>
                <a:ahLst/>
                <a:cxnLst>
                  <a:cxn ang="0">
                    <a:pos x="21" y="0"/>
                  </a:cxn>
                  <a:cxn ang="0">
                    <a:pos x="0" y="72"/>
                  </a:cxn>
                  <a:cxn ang="0">
                    <a:pos x="27" y="99"/>
                  </a:cxn>
                  <a:cxn ang="0">
                    <a:pos x="48" y="21"/>
                  </a:cxn>
                  <a:cxn ang="0">
                    <a:pos x="21" y="0"/>
                  </a:cxn>
                </a:cxnLst>
                <a:rect l="txL" t="txT" r="txR" b="txB"/>
                <a:pathLst>
                  <a:path w="48" h="99">
                    <a:moveTo>
                      <a:pt x="21" y="0"/>
                    </a:moveTo>
                    <a:lnTo>
                      <a:pt x="0" y="72"/>
                    </a:lnTo>
                    <a:lnTo>
                      <a:pt x="27" y="99"/>
                    </a:lnTo>
                    <a:lnTo>
                      <a:pt x="48" y="21"/>
                    </a:lnTo>
                    <a:lnTo>
                      <a:pt x="21" y="0"/>
                    </a:lnTo>
                    <a:close/>
                  </a:path>
                </a:pathLst>
              </a:custGeom>
              <a:solidFill>
                <a:schemeClr val="bg1">
                  <a:alpha val="100000"/>
                </a:schemeClr>
              </a:solidFill>
              <a:ln w="9525">
                <a:noFill/>
              </a:ln>
            </p:spPr>
            <p:txBody>
              <a:bodyPr/>
              <a:lstStyle/>
              <a:p>
                <a:endParaRPr lang="zh-CN" altLang="en-US"/>
              </a:p>
            </p:txBody>
          </p:sp>
          <p:sp>
            <p:nvSpPr>
              <p:cNvPr id="105567" name="Line 99"/>
              <p:cNvSpPr/>
              <p:nvPr/>
            </p:nvSpPr>
            <p:spPr>
              <a:xfrm flipH="1">
                <a:off x="5512" y="1608"/>
                <a:ext cx="22" cy="68"/>
              </a:xfrm>
              <a:prstGeom prst="line">
                <a:avLst/>
              </a:prstGeom>
              <a:ln w="9525" cap="flat" cmpd="sng">
                <a:solidFill>
                  <a:schemeClr val="tx1"/>
                </a:solidFill>
                <a:prstDash val="solid"/>
                <a:headEnd type="none" w="med" len="med"/>
                <a:tailEnd type="none" w="med" len="med"/>
              </a:ln>
            </p:spPr>
          </p:sp>
          <p:sp>
            <p:nvSpPr>
              <p:cNvPr id="105568" name="Line 100"/>
              <p:cNvSpPr/>
              <p:nvPr/>
            </p:nvSpPr>
            <p:spPr>
              <a:xfrm flipH="1">
                <a:off x="5536" y="1620"/>
                <a:ext cx="20" cy="68"/>
              </a:xfrm>
              <a:prstGeom prst="line">
                <a:avLst/>
              </a:prstGeom>
              <a:ln w="9525" cap="flat" cmpd="sng">
                <a:solidFill>
                  <a:schemeClr val="tx1"/>
                </a:solidFill>
                <a:prstDash val="solid"/>
                <a:headEnd type="none" w="med" len="med"/>
                <a:tailEnd type="none" w="med" len="med"/>
              </a:ln>
            </p:spPr>
          </p:sp>
        </p:grpSp>
        <p:sp>
          <p:nvSpPr>
            <p:cNvPr id="105562" name="Freeform 101"/>
            <p:cNvSpPr/>
            <p:nvPr/>
          </p:nvSpPr>
          <p:spPr>
            <a:xfrm>
              <a:off x="4179" y="2417"/>
              <a:ext cx="577" cy="768"/>
            </a:xfrm>
            <a:custGeom>
              <a:avLst/>
              <a:gdLst>
                <a:gd name="txL" fmla="*/ 0 w 577"/>
                <a:gd name="txT" fmla="*/ 0 h 768"/>
                <a:gd name="txR" fmla="*/ 577 w 577"/>
                <a:gd name="txB" fmla="*/ 768 h 768"/>
              </a:gdLst>
              <a:ahLst/>
              <a:cxnLst>
                <a:cxn ang="0">
                  <a:pos x="577" y="0"/>
                </a:cxn>
                <a:cxn ang="0">
                  <a:pos x="342" y="0"/>
                </a:cxn>
                <a:cxn ang="0">
                  <a:pos x="342" y="768"/>
                </a:cxn>
                <a:cxn ang="0">
                  <a:pos x="0" y="760"/>
                </a:cxn>
              </a:cxnLst>
              <a:rect l="txL" t="txT" r="txR" b="txB"/>
              <a:pathLst>
                <a:path w="577" h="768">
                  <a:moveTo>
                    <a:pt x="577" y="0"/>
                  </a:moveTo>
                  <a:lnTo>
                    <a:pt x="342" y="0"/>
                  </a:lnTo>
                  <a:lnTo>
                    <a:pt x="342" y="768"/>
                  </a:lnTo>
                  <a:lnTo>
                    <a:pt x="0" y="760"/>
                  </a:lnTo>
                </a:path>
              </a:pathLst>
            </a:custGeom>
            <a:noFill/>
            <a:ln w="28575" cap="flat" cmpd="sng">
              <a:solidFill>
                <a:schemeClr val="tx1">
                  <a:alpha val="100000"/>
                </a:schemeClr>
              </a:solidFill>
              <a:prstDash val="solid"/>
              <a:round/>
              <a:headEnd type="triangle" w="med" len="med"/>
              <a:tailEnd type="none" w="med" len="med"/>
            </a:ln>
          </p:spPr>
          <p:txBody>
            <a:bodyPr/>
            <a:lstStyle/>
            <a:p>
              <a:endParaRPr lang="zh-CN" altLang="en-US"/>
            </a:p>
          </p:txBody>
        </p:sp>
        <p:grpSp>
          <p:nvGrpSpPr>
            <p:cNvPr id="105563" name="Group 102"/>
            <p:cNvGrpSpPr/>
            <p:nvPr/>
          </p:nvGrpSpPr>
          <p:grpSpPr>
            <a:xfrm>
              <a:off x="4240" y="3061"/>
              <a:ext cx="218" cy="231"/>
              <a:chOff x="5140" y="400"/>
              <a:chExt cx="218" cy="231"/>
            </a:xfrm>
          </p:grpSpPr>
          <p:sp>
            <p:nvSpPr>
              <p:cNvPr id="105564" name="Oval 103"/>
              <p:cNvSpPr/>
              <p:nvPr/>
            </p:nvSpPr>
            <p:spPr>
              <a:xfrm>
                <a:off x="5140" y="410"/>
                <a:ext cx="218" cy="218"/>
              </a:xfrm>
              <a:prstGeom prst="ellipse">
                <a:avLst/>
              </a:prstGeom>
              <a:solidFill>
                <a:schemeClr val="bg1"/>
              </a:solidFill>
              <a:ln w="9525" cap="flat" cmpd="sng">
                <a:solidFill>
                  <a:srgbClr val="CC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565" name="Text Box 104"/>
              <p:cNvSpPr txBox="1"/>
              <p:nvPr/>
            </p:nvSpPr>
            <p:spPr>
              <a:xfrm>
                <a:off x="5154" y="400"/>
                <a:ext cx="196"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CC0000"/>
                    </a:solidFill>
                    <a:latin typeface="Arial" panose="020B0604020202090204" pitchFamily="34" charset="0"/>
                  </a:rPr>
                  <a:t>4</a:t>
                </a:r>
              </a:p>
            </p:txBody>
          </p:sp>
        </p:grpSp>
      </p:grpSp>
      <p:grpSp>
        <p:nvGrpSpPr>
          <p:cNvPr id="12" name="Group 108"/>
          <p:cNvGrpSpPr/>
          <p:nvPr/>
        </p:nvGrpSpPr>
        <p:grpSpPr>
          <a:xfrm>
            <a:off x="1531938" y="3652838"/>
            <a:ext cx="2497137" cy="566737"/>
            <a:chOff x="1026" y="3559"/>
            <a:chExt cx="1573" cy="357"/>
          </a:xfrm>
        </p:grpSpPr>
        <p:grpSp>
          <p:nvGrpSpPr>
            <p:cNvPr id="105543" name="Group 68"/>
            <p:cNvGrpSpPr/>
            <p:nvPr/>
          </p:nvGrpSpPr>
          <p:grpSpPr>
            <a:xfrm>
              <a:off x="1412" y="3559"/>
              <a:ext cx="1187" cy="357"/>
              <a:chOff x="4381" y="786"/>
              <a:chExt cx="1108" cy="357"/>
            </a:xfrm>
          </p:grpSpPr>
          <p:sp>
            <p:nvSpPr>
              <p:cNvPr id="105548" name="Rectangle 69"/>
              <p:cNvSpPr/>
              <p:nvPr/>
            </p:nvSpPr>
            <p:spPr>
              <a:xfrm>
                <a:off x="4385" y="830"/>
                <a:ext cx="1104" cy="2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549" name="Text Box 70"/>
              <p:cNvSpPr txBox="1"/>
              <p:nvPr/>
            </p:nvSpPr>
            <p:spPr>
              <a:xfrm>
                <a:off x="4381" y="813"/>
                <a:ext cx="1045" cy="2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S: 138.76.29.7, 5001</a:t>
                </a:r>
              </a:p>
              <a:p>
                <a:pPr marL="0" lvl="0" indent="0">
                  <a:lnSpc>
                    <a:spcPct val="100000"/>
                  </a:lnSpc>
                  <a:spcBef>
                    <a:spcPct val="0"/>
                  </a:spcBef>
                  <a:buClrTx/>
                  <a:buSzTx/>
                  <a:buFontTx/>
                  <a:buNone/>
                </a:pPr>
                <a:r>
                  <a:rPr lang="en-US" altLang="zh-CN" sz="1200">
                    <a:latin typeface="Arial" panose="020B0604020202090204" pitchFamily="34" charset="0"/>
                  </a:rPr>
                  <a:t>D: 128.119.40.186, 80</a:t>
                </a:r>
              </a:p>
            </p:txBody>
          </p:sp>
          <p:grpSp>
            <p:nvGrpSpPr>
              <p:cNvPr id="105550" name="Group 71"/>
              <p:cNvGrpSpPr/>
              <p:nvPr/>
            </p:nvGrpSpPr>
            <p:grpSpPr>
              <a:xfrm>
                <a:off x="5394" y="786"/>
                <a:ext cx="48" cy="99"/>
                <a:chOff x="5508" y="1599"/>
                <a:chExt cx="48" cy="99"/>
              </a:xfrm>
            </p:grpSpPr>
            <p:sp>
              <p:nvSpPr>
                <p:cNvPr id="105555" name="Freeform 72"/>
                <p:cNvSpPr/>
                <p:nvPr/>
              </p:nvSpPr>
              <p:spPr>
                <a:xfrm>
                  <a:off x="5508" y="1599"/>
                  <a:ext cx="48" cy="99"/>
                </a:xfrm>
                <a:custGeom>
                  <a:avLst/>
                  <a:gdLst>
                    <a:gd name="txL" fmla="*/ 0 w 48"/>
                    <a:gd name="txT" fmla="*/ 0 h 99"/>
                    <a:gd name="txR" fmla="*/ 48 w 48"/>
                    <a:gd name="txB" fmla="*/ 99 h 99"/>
                  </a:gdLst>
                  <a:ahLst/>
                  <a:cxnLst>
                    <a:cxn ang="0">
                      <a:pos x="21" y="0"/>
                    </a:cxn>
                    <a:cxn ang="0">
                      <a:pos x="0" y="72"/>
                    </a:cxn>
                    <a:cxn ang="0">
                      <a:pos x="27" y="99"/>
                    </a:cxn>
                    <a:cxn ang="0">
                      <a:pos x="48" y="21"/>
                    </a:cxn>
                    <a:cxn ang="0">
                      <a:pos x="21" y="0"/>
                    </a:cxn>
                  </a:cxnLst>
                  <a:rect l="txL" t="txT" r="txR" b="txB"/>
                  <a:pathLst>
                    <a:path w="48" h="99">
                      <a:moveTo>
                        <a:pt x="21" y="0"/>
                      </a:moveTo>
                      <a:lnTo>
                        <a:pt x="0" y="72"/>
                      </a:lnTo>
                      <a:lnTo>
                        <a:pt x="27" y="99"/>
                      </a:lnTo>
                      <a:lnTo>
                        <a:pt x="48" y="21"/>
                      </a:lnTo>
                      <a:lnTo>
                        <a:pt x="21" y="0"/>
                      </a:lnTo>
                      <a:close/>
                    </a:path>
                  </a:pathLst>
                </a:custGeom>
                <a:solidFill>
                  <a:schemeClr val="bg1">
                    <a:alpha val="100000"/>
                  </a:schemeClr>
                </a:solidFill>
                <a:ln w="9525">
                  <a:noFill/>
                </a:ln>
              </p:spPr>
              <p:txBody>
                <a:bodyPr/>
                <a:lstStyle/>
                <a:p>
                  <a:endParaRPr lang="zh-CN" altLang="en-US"/>
                </a:p>
              </p:txBody>
            </p:sp>
            <p:sp>
              <p:nvSpPr>
                <p:cNvPr id="105556" name="Line 73"/>
                <p:cNvSpPr/>
                <p:nvPr/>
              </p:nvSpPr>
              <p:spPr>
                <a:xfrm flipH="1">
                  <a:off x="5512" y="1608"/>
                  <a:ext cx="21" cy="68"/>
                </a:xfrm>
                <a:prstGeom prst="line">
                  <a:avLst/>
                </a:prstGeom>
                <a:ln w="9525" cap="flat" cmpd="sng">
                  <a:solidFill>
                    <a:schemeClr val="tx1"/>
                  </a:solidFill>
                  <a:prstDash val="solid"/>
                  <a:headEnd type="none" w="med" len="med"/>
                  <a:tailEnd type="none" w="med" len="med"/>
                </a:ln>
              </p:spPr>
            </p:sp>
            <p:sp>
              <p:nvSpPr>
                <p:cNvPr id="105557" name="Line 74"/>
                <p:cNvSpPr/>
                <p:nvPr/>
              </p:nvSpPr>
              <p:spPr>
                <a:xfrm flipH="1">
                  <a:off x="5536" y="1620"/>
                  <a:ext cx="21" cy="68"/>
                </a:xfrm>
                <a:prstGeom prst="line">
                  <a:avLst/>
                </a:prstGeom>
                <a:ln w="9525" cap="flat" cmpd="sng">
                  <a:solidFill>
                    <a:schemeClr val="tx1"/>
                  </a:solidFill>
                  <a:prstDash val="solid"/>
                  <a:headEnd type="none" w="med" len="med"/>
                  <a:tailEnd type="none" w="med" len="med"/>
                </a:ln>
              </p:spPr>
            </p:sp>
          </p:grpSp>
          <p:grpSp>
            <p:nvGrpSpPr>
              <p:cNvPr id="105551" name="Group 75"/>
              <p:cNvGrpSpPr/>
              <p:nvPr/>
            </p:nvGrpSpPr>
            <p:grpSpPr>
              <a:xfrm>
                <a:off x="5382" y="1044"/>
                <a:ext cx="48" cy="99"/>
                <a:chOff x="5508" y="1599"/>
                <a:chExt cx="48" cy="99"/>
              </a:xfrm>
            </p:grpSpPr>
            <p:sp>
              <p:nvSpPr>
                <p:cNvPr id="105552" name="Freeform 76"/>
                <p:cNvSpPr/>
                <p:nvPr/>
              </p:nvSpPr>
              <p:spPr>
                <a:xfrm>
                  <a:off x="5508" y="1599"/>
                  <a:ext cx="48" cy="99"/>
                </a:xfrm>
                <a:custGeom>
                  <a:avLst/>
                  <a:gdLst>
                    <a:gd name="txL" fmla="*/ 0 w 48"/>
                    <a:gd name="txT" fmla="*/ 0 h 99"/>
                    <a:gd name="txR" fmla="*/ 48 w 48"/>
                    <a:gd name="txB" fmla="*/ 99 h 99"/>
                  </a:gdLst>
                  <a:ahLst/>
                  <a:cxnLst>
                    <a:cxn ang="0">
                      <a:pos x="21" y="0"/>
                    </a:cxn>
                    <a:cxn ang="0">
                      <a:pos x="0" y="72"/>
                    </a:cxn>
                    <a:cxn ang="0">
                      <a:pos x="27" y="99"/>
                    </a:cxn>
                    <a:cxn ang="0">
                      <a:pos x="48" y="21"/>
                    </a:cxn>
                    <a:cxn ang="0">
                      <a:pos x="21" y="0"/>
                    </a:cxn>
                  </a:cxnLst>
                  <a:rect l="txL" t="txT" r="txR" b="txB"/>
                  <a:pathLst>
                    <a:path w="48" h="99">
                      <a:moveTo>
                        <a:pt x="21" y="0"/>
                      </a:moveTo>
                      <a:lnTo>
                        <a:pt x="0" y="72"/>
                      </a:lnTo>
                      <a:lnTo>
                        <a:pt x="27" y="99"/>
                      </a:lnTo>
                      <a:lnTo>
                        <a:pt x="48" y="21"/>
                      </a:lnTo>
                      <a:lnTo>
                        <a:pt x="21" y="0"/>
                      </a:lnTo>
                      <a:close/>
                    </a:path>
                  </a:pathLst>
                </a:custGeom>
                <a:solidFill>
                  <a:schemeClr val="bg1">
                    <a:alpha val="100000"/>
                  </a:schemeClr>
                </a:solidFill>
                <a:ln w="9525">
                  <a:noFill/>
                </a:ln>
              </p:spPr>
              <p:txBody>
                <a:bodyPr/>
                <a:lstStyle/>
                <a:p>
                  <a:endParaRPr lang="zh-CN" altLang="en-US"/>
                </a:p>
              </p:txBody>
            </p:sp>
            <p:sp>
              <p:nvSpPr>
                <p:cNvPr id="105553" name="Line 77"/>
                <p:cNvSpPr/>
                <p:nvPr/>
              </p:nvSpPr>
              <p:spPr>
                <a:xfrm flipH="1">
                  <a:off x="5510" y="1608"/>
                  <a:ext cx="21" cy="68"/>
                </a:xfrm>
                <a:prstGeom prst="line">
                  <a:avLst/>
                </a:prstGeom>
                <a:ln w="9525" cap="flat" cmpd="sng">
                  <a:solidFill>
                    <a:schemeClr val="tx1"/>
                  </a:solidFill>
                  <a:prstDash val="solid"/>
                  <a:headEnd type="none" w="med" len="med"/>
                  <a:tailEnd type="none" w="med" len="med"/>
                </a:ln>
              </p:spPr>
            </p:sp>
            <p:sp>
              <p:nvSpPr>
                <p:cNvPr id="105554" name="Line 78"/>
                <p:cNvSpPr/>
                <p:nvPr/>
              </p:nvSpPr>
              <p:spPr>
                <a:xfrm flipH="1">
                  <a:off x="5536" y="1620"/>
                  <a:ext cx="21" cy="68"/>
                </a:xfrm>
                <a:prstGeom prst="line">
                  <a:avLst/>
                </a:prstGeom>
                <a:ln w="9525" cap="flat" cmpd="sng">
                  <a:solidFill>
                    <a:schemeClr val="tx1"/>
                  </a:solidFill>
                  <a:prstDash val="solid"/>
                  <a:headEnd type="none" w="med" len="med"/>
                  <a:tailEnd type="none" w="med" len="med"/>
                </a:ln>
              </p:spPr>
            </p:sp>
          </p:grpSp>
        </p:grpSp>
        <p:sp>
          <p:nvSpPr>
            <p:cNvPr id="105544" name="Line 79"/>
            <p:cNvSpPr/>
            <p:nvPr/>
          </p:nvSpPr>
          <p:spPr>
            <a:xfrm flipH="1">
              <a:off x="1026" y="3729"/>
              <a:ext cx="376" cy="0"/>
            </a:xfrm>
            <a:prstGeom prst="line">
              <a:avLst/>
            </a:prstGeom>
            <a:ln w="19050" cap="flat" cmpd="sng">
              <a:solidFill>
                <a:schemeClr val="tx1"/>
              </a:solidFill>
              <a:prstDash val="solid"/>
              <a:headEnd type="none" w="med" len="med"/>
              <a:tailEnd type="triangle" w="med" len="med"/>
            </a:ln>
          </p:spPr>
        </p:sp>
        <p:grpSp>
          <p:nvGrpSpPr>
            <p:cNvPr id="105545" name="Group 105"/>
            <p:cNvGrpSpPr/>
            <p:nvPr/>
          </p:nvGrpSpPr>
          <p:grpSpPr>
            <a:xfrm>
              <a:off x="1143" y="3613"/>
              <a:ext cx="218" cy="231"/>
              <a:chOff x="5140" y="400"/>
              <a:chExt cx="218" cy="231"/>
            </a:xfrm>
          </p:grpSpPr>
          <p:sp>
            <p:nvSpPr>
              <p:cNvPr id="105546" name="Oval 106"/>
              <p:cNvSpPr/>
              <p:nvPr/>
            </p:nvSpPr>
            <p:spPr>
              <a:xfrm>
                <a:off x="5140" y="410"/>
                <a:ext cx="218" cy="218"/>
              </a:xfrm>
              <a:prstGeom prst="ellipse">
                <a:avLst/>
              </a:prstGeom>
              <a:solidFill>
                <a:schemeClr val="bg1"/>
              </a:solidFill>
              <a:ln w="9525" cap="flat" cmpd="sng">
                <a:solidFill>
                  <a:srgbClr val="FF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547" name="Text Box 107"/>
              <p:cNvSpPr txBox="1"/>
              <p:nvPr/>
            </p:nvSpPr>
            <p:spPr>
              <a:xfrm>
                <a:off x="5154" y="400"/>
                <a:ext cx="196"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CC0000"/>
                    </a:solidFill>
                    <a:latin typeface="Arial" panose="020B0604020202090204" pitchFamily="34" charset="0"/>
                  </a:rPr>
                  <a:t>2</a:t>
                </a:r>
              </a:p>
            </p:txBody>
          </p:sp>
        </p:grpSp>
      </p:grpSp>
      <p:grpSp>
        <p:nvGrpSpPr>
          <p:cNvPr id="17" name="Group 112"/>
          <p:cNvGrpSpPr/>
          <p:nvPr/>
        </p:nvGrpSpPr>
        <p:grpSpPr>
          <a:xfrm>
            <a:off x="0" y="1671638"/>
            <a:ext cx="5154613" cy="2052637"/>
            <a:chOff x="0" y="1306"/>
            <a:chExt cx="3247" cy="1293"/>
          </a:xfrm>
        </p:grpSpPr>
        <p:sp>
          <p:nvSpPr>
            <p:cNvPr id="105539" name="Text Box 82"/>
            <p:cNvSpPr txBox="1"/>
            <p:nvPr/>
          </p:nvSpPr>
          <p:spPr>
            <a:xfrm>
              <a:off x="0" y="1306"/>
              <a:ext cx="1316" cy="94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spcBef>
                  <a:spcPct val="0"/>
                </a:spcBef>
                <a:buClrTx/>
                <a:buSzTx/>
                <a:buFontTx/>
                <a:buNone/>
              </a:pPr>
              <a:r>
                <a:rPr lang="en-US" altLang="zh-CN" sz="1800" b="1" i="1">
                  <a:solidFill>
                    <a:srgbClr val="CC0000"/>
                  </a:solidFill>
                  <a:latin typeface="Arial" panose="020B0604020202090204" pitchFamily="34" charset="0"/>
                </a:rPr>
                <a:t>2:</a:t>
              </a:r>
              <a:r>
                <a:rPr lang="en-US" altLang="zh-CN" sz="1800">
                  <a:solidFill>
                    <a:srgbClr val="FF0000"/>
                  </a:solidFill>
                  <a:latin typeface="Arial" panose="020B0604020202090204" pitchFamily="34" charset="0"/>
                </a:rPr>
                <a:t> </a:t>
              </a:r>
              <a:r>
                <a:rPr lang="en-US" altLang="zh-CN" sz="1800">
                  <a:solidFill>
                    <a:srgbClr val="000099"/>
                  </a:solidFill>
                  <a:latin typeface="Arial" panose="020B0604020202090204" pitchFamily="34" charset="0"/>
                </a:rPr>
                <a:t>NAT router</a:t>
              </a:r>
            </a:p>
            <a:p>
              <a:pPr marL="0" lvl="0" indent="0">
                <a:spcBef>
                  <a:spcPct val="0"/>
                </a:spcBef>
                <a:buClrTx/>
                <a:buSzTx/>
                <a:buFontTx/>
                <a:buNone/>
              </a:pPr>
              <a:r>
                <a:rPr lang="en-US" altLang="zh-CN" sz="1800">
                  <a:solidFill>
                    <a:srgbClr val="000099"/>
                  </a:solidFill>
                  <a:latin typeface="Arial" panose="020B0604020202090204" pitchFamily="34" charset="0"/>
                </a:rPr>
                <a:t>changes datagram</a:t>
              </a:r>
            </a:p>
            <a:p>
              <a:pPr marL="0" lvl="0" indent="0">
                <a:spcBef>
                  <a:spcPct val="0"/>
                </a:spcBef>
                <a:buClrTx/>
                <a:buSzTx/>
                <a:buFontTx/>
                <a:buNone/>
              </a:pPr>
              <a:r>
                <a:rPr lang="en-US" altLang="zh-CN" sz="1800">
                  <a:solidFill>
                    <a:srgbClr val="000099"/>
                  </a:solidFill>
                  <a:latin typeface="Arial" panose="020B0604020202090204" pitchFamily="34" charset="0"/>
                </a:rPr>
                <a:t>source addr from</a:t>
              </a:r>
            </a:p>
            <a:p>
              <a:pPr marL="0" lvl="0" indent="0">
                <a:spcBef>
                  <a:spcPct val="0"/>
                </a:spcBef>
                <a:buClrTx/>
                <a:buSzTx/>
                <a:buFontTx/>
                <a:buNone/>
              </a:pPr>
              <a:r>
                <a:rPr lang="en-US" altLang="zh-CN" sz="1800">
                  <a:solidFill>
                    <a:srgbClr val="000099"/>
                  </a:solidFill>
                  <a:latin typeface="Arial" panose="020B0604020202090204" pitchFamily="34" charset="0"/>
                </a:rPr>
                <a:t>10.0.0.1, 3345 to</a:t>
              </a:r>
            </a:p>
            <a:p>
              <a:pPr marL="0" lvl="0" indent="0">
                <a:spcBef>
                  <a:spcPct val="0"/>
                </a:spcBef>
                <a:buClrTx/>
                <a:buSzTx/>
                <a:buFontTx/>
                <a:buNone/>
              </a:pPr>
              <a:r>
                <a:rPr lang="en-US" altLang="zh-CN" sz="1800">
                  <a:solidFill>
                    <a:srgbClr val="000099"/>
                  </a:solidFill>
                  <a:latin typeface="Arial" panose="020B0604020202090204" pitchFamily="34" charset="0"/>
                </a:rPr>
                <a:t>138.76.29.7, 5001,</a:t>
              </a:r>
            </a:p>
            <a:p>
              <a:pPr marL="0" lvl="0" indent="0">
                <a:spcBef>
                  <a:spcPct val="0"/>
                </a:spcBef>
                <a:buClrTx/>
                <a:buSzTx/>
                <a:buFontTx/>
                <a:buNone/>
              </a:pPr>
              <a:r>
                <a:rPr lang="en-US" altLang="zh-CN" sz="1800">
                  <a:solidFill>
                    <a:srgbClr val="000099"/>
                  </a:solidFill>
                  <a:latin typeface="Arial" panose="020B0604020202090204" pitchFamily="34" charset="0"/>
                </a:rPr>
                <a:t>updates table</a:t>
              </a:r>
            </a:p>
          </p:txBody>
        </p:sp>
        <p:sp>
          <p:nvSpPr>
            <p:cNvPr id="105540" name="Line 83"/>
            <p:cNvSpPr/>
            <p:nvPr/>
          </p:nvSpPr>
          <p:spPr>
            <a:xfrm>
              <a:off x="1285" y="2243"/>
              <a:ext cx="147" cy="356"/>
            </a:xfrm>
            <a:prstGeom prst="line">
              <a:avLst/>
            </a:prstGeom>
            <a:ln w="12700" cap="flat" cmpd="sng">
              <a:solidFill>
                <a:srgbClr val="CC0000"/>
              </a:solidFill>
              <a:prstDash val="solid"/>
              <a:headEnd type="none" w="med" len="med"/>
              <a:tailEnd type="none" w="med" len="med"/>
            </a:ln>
          </p:spPr>
        </p:sp>
        <p:sp>
          <p:nvSpPr>
            <p:cNvPr id="105541" name="Line 110"/>
            <p:cNvSpPr/>
            <p:nvPr/>
          </p:nvSpPr>
          <p:spPr>
            <a:xfrm flipV="1">
              <a:off x="1275" y="1788"/>
              <a:ext cx="663" cy="455"/>
            </a:xfrm>
            <a:prstGeom prst="line">
              <a:avLst/>
            </a:prstGeom>
            <a:ln w="12700" cap="flat" cmpd="sng">
              <a:solidFill>
                <a:srgbClr val="CC0000"/>
              </a:solidFill>
              <a:prstDash val="solid"/>
              <a:headEnd type="none" w="med" len="med"/>
              <a:tailEnd type="none" w="med" len="med"/>
            </a:ln>
          </p:spPr>
        </p:sp>
        <p:sp>
          <p:nvSpPr>
            <p:cNvPr id="105542" name="Line 111"/>
            <p:cNvSpPr/>
            <p:nvPr/>
          </p:nvSpPr>
          <p:spPr>
            <a:xfrm flipV="1">
              <a:off x="1275" y="1751"/>
              <a:ext cx="1972" cy="491"/>
            </a:xfrm>
            <a:prstGeom prst="line">
              <a:avLst/>
            </a:prstGeom>
            <a:ln w="12700" cap="flat" cmpd="sng">
              <a:solidFill>
                <a:srgbClr val="CC0000"/>
              </a:solidFill>
              <a:prstDash val="solid"/>
              <a:headEnd type="none" w="med" len="med"/>
              <a:tailEnd type="none" w="med" len="med"/>
            </a:ln>
          </p:spPr>
        </p:sp>
      </p:grpSp>
      <p:grpSp>
        <p:nvGrpSpPr>
          <p:cNvPr id="18" name="Group 129"/>
          <p:cNvGrpSpPr/>
          <p:nvPr/>
        </p:nvGrpSpPr>
        <p:grpSpPr>
          <a:xfrm>
            <a:off x="1360488" y="4681538"/>
            <a:ext cx="2471737" cy="696912"/>
            <a:chOff x="1163" y="3752"/>
            <a:chExt cx="1557" cy="439"/>
          </a:xfrm>
        </p:grpSpPr>
        <p:sp>
          <p:nvSpPr>
            <p:cNvPr id="105525" name="Rectangle 115"/>
            <p:cNvSpPr/>
            <p:nvPr/>
          </p:nvSpPr>
          <p:spPr>
            <a:xfrm>
              <a:off x="1163" y="3796"/>
              <a:ext cx="1183" cy="256"/>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526" name="Text Box 116"/>
            <p:cNvSpPr txBox="1"/>
            <p:nvPr/>
          </p:nvSpPr>
          <p:spPr>
            <a:xfrm>
              <a:off x="1281" y="3788"/>
              <a:ext cx="1120" cy="403"/>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S: 128.119.40.186, 80 </a:t>
              </a:r>
            </a:p>
            <a:p>
              <a:pPr marL="0" lvl="0" indent="0">
                <a:lnSpc>
                  <a:spcPct val="100000"/>
                </a:lnSpc>
                <a:spcBef>
                  <a:spcPct val="0"/>
                </a:spcBef>
                <a:buClrTx/>
                <a:buSzTx/>
                <a:buFontTx/>
                <a:buNone/>
              </a:pPr>
              <a:r>
                <a:rPr lang="en-US" altLang="zh-CN" sz="1200">
                  <a:latin typeface="Arial" panose="020B0604020202090204" pitchFamily="34" charset="0"/>
                </a:rPr>
                <a:t>D: 138.76.29.7, 5001</a:t>
              </a:r>
            </a:p>
            <a:p>
              <a:pPr marL="0" lvl="0" indent="0">
                <a:lnSpc>
                  <a:spcPct val="100000"/>
                </a:lnSpc>
                <a:spcBef>
                  <a:spcPct val="0"/>
                </a:spcBef>
                <a:buClrTx/>
                <a:buSzTx/>
                <a:buFontTx/>
                <a:buNone/>
              </a:pPr>
              <a:endParaRPr lang="en-US" altLang="zh-CN" sz="1200">
                <a:latin typeface="Arial" panose="020B0604020202090204" pitchFamily="34" charset="0"/>
              </a:endParaRPr>
            </a:p>
          </p:txBody>
        </p:sp>
        <p:grpSp>
          <p:nvGrpSpPr>
            <p:cNvPr id="105527" name="Group 117"/>
            <p:cNvGrpSpPr/>
            <p:nvPr/>
          </p:nvGrpSpPr>
          <p:grpSpPr>
            <a:xfrm>
              <a:off x="1214" y="3752"/>
              <a:ext cx="52" cy="99"/>
              <a:chOff x="5508" y="1599"/>
              <a:chExt cx="48" cy="99"/>
            </a:xfrm>
          </p:grpSpPr>
          <p:sp>
            <p:nvSpPr>
              <p:cNvPr id="105536" name="Freeform 118"/>
              <p:cNvSpPr/>
              <p:nvPr/>
            </p:nvSpPr>
            <p:spPr>
              <a:xfrm>
                <a:off x="5508" y="1599"/>
                <a:ext cx="48" cy="99"/>
              </a:xfrm>
              <a:custGeom>
                <a:avLst/>
                <a:gdLst>
                  <a:gd name="txL" fmla="*/ 0 w 48"/>
                  <a:gd name="txT" fmla="*/ 0 h 99"/>
                  <a:gd name="txR" fmla="*/ 48 w 48"/>
                  <a:gd name="txB" fmla="*/ 99 h 99"/>
                </a:gdLst>
                <a:ahLst/>
                <a:cxnLst>
                  <a:cxn ang="0">
                    <a:pos x="21" y="0"/>
                  </a:cxn>
                  <a:cxn ang="0">
                    <a:pos x="0" y="72"/>
                  </a:cxn>
                  <a:cxn ang="0">
                    <a:pos x="27" y="99"/>
                  </a:cxn>
                  <a:cxn ang="0">
                    <a:pos x="48" y="21"/>
                  </a:cxn>
                  <a:cxn ang="0">
                    <a:pos x="21" y="0"/>
                  </a:cxn>
                </a:cxnLst>
                <a:rect l="txL" t="txT" r="txR" b="txB"/>
                <a:pathLst>
                  <a:path w="48" h="99">
                    <a:moveTo>
                      <a:pt x="21" y="0"/>
                    </a:moveTo>
                    <a:lnTo>
                      <a:pt x="0" y="72"/>
                    </a:lnTo>
                    <a:lnTo>
                      <a:pt x="27" y="99"/>
                    </a:lnTo>
                    <a:lnTo>
                      <a:pt x="48" y="21"/>
                    </a:lnTo>
                    <a:lnTo>
                      <a:pt x="21" y="0"/>
                    </a:lnTo>
                    <a:close/>
                  </a:path>
                </a:pathLst>
              </a:custGeom>
              <a:solidFill>
                <a:schemeClr val="bg1">
                  <a:alpha val="100000"/>
                </a:schemeClr>
              </a:solidFill>
              <a:ln w="9525">
                <a:noFill/>
              </a:ln>
            </p:spPr>
            <p:txBody>
              <a:bodyPr/>
              <a:lstStyle/>
              <a:p>
                <a:endParaRPr lang="zh-CN" altLang="en-US"/>
              </a:p>
            </p:txBody>
          </p:sp>
          <p:sp>
            <p:nvSpPr>
              <p:cNvPr id="105537" name="Line 119"/>
              <p:cNvSpPr/>
              <p:nvPr/>
            </p:nvSpPr>
            <p:spPr>
              <a:xfrm flipH="1">
                <a:off x="5512" y="1608"/>
                <a:ext cx="20" cy="68"/>
              </a:xfrm>
              <a:prstGeom prst="line">
                <a:avLst/>
              </a:prstGeom>
              <a:ln w="9525" cap="flat" cmpd="sng">
                <a:solidFill>
                  <a:schemeClr val="tx1"/>
                </a:solidFill>
                <a:prstDash val="solid"/>
                <a:headEnd type="none" w="med" len="med"/>
                <a:tailEnd type="none" w="med" len="med"/>
              </a:ln>
            </p:spPr>
          </p:sp>
          <p:sp>
            <p:nvSpPr>
              <p:cNvPr id="105538" name="Line 120"/>
              <p:cNvSpPr/>
              <p:nvPr/>
            </p:nvSpPr>
            <p:spPr>
              <a:xfrm flipH="1">
                <a:off x="5536" y="1620"/>
                <a:ext cx="20" cy="68"/>
              </a:xfrm>
              <a:prstGeom prst="line">
                <a:avLst/>
              </a:prstGeom>
              <a:ln w="9525" cap="flat" cmpd="sng">
                <a:solidFill>
                  <a:schemeClr val="tx1"/>
                </a:solidFill>
                <a:prstDash val="solid"/>
                <a:headEnd type="none" w="med" len="med"/>
                <a:tailEnd type="none" w="med" len="med"/>
              </a:ln>
            </p:spPr>
          </p:sp>
        </p:grpSp>
        <p:grpSp>
          <p:nvGrpSpPr>
            <p:cNvPr id="105528" name="Group 121"/>
            <p:cNvGrpSpPr/>
            <p:nvPr/>
          </p:nvGrpSpPr>
          <p:grpSpPr>
            <a:xfrm>
              <a:off x="1193" y="3984"/>
              <a:ext cx="52" cy="99"/>
              <a:chOff x="5508" y="1599"/>
              <a:chExt cx="48" cy="99"/>
            </a:xfrm>
          </p:grpSpPr>
          <p:sp>
            <p:nvSpPr>
              <p:cNvPr id="105533" name="Freeform 122"/>
              <p:cNvSpPr/>
              <p:nvPr/>
            </p:nvSpPr>
            <p:spPr>
              <a:xfrm>
                <a:off x="5508" y="1599"/>
                <a:ext cx="48" cy="99"/>
              </a:xfrm>
              <a:custGeom>
                <a:avLst/>
                <a:gdLst>
                  <a:gd name="txL" fmla="*/ 0 w 48"/>
                  <a:gd name="txT" fmla="*/ 0 h 99"/>
                  <a:gd name="txR" fmla="*/ 48 w 48"/>
                  <a:gd name="txB" fmla="*/ 99 h 99"/>
                </a:gdLst>
                <a:ahLst/>
                <a:cxnLst>
                  <a:cxn ang="0">
                    <a:pos x="21" y="0"/>
                  </a:cxn>
                  <a:cxn ang="0">
                    <a:pos x="0" y="72"/>
                  </a:cxn>
                  <a:cxn ang="0">
                    <a:pos x="27" y="99"/>
                  </a:cxn>
                  <a:cxn ang="0">
                    <a:pos x="48" y="21"/>
                  </a:cxn>
                  <a:cxn ang="0">
                    <a:pos x="21" y="0"/>
                  </a:cxn>
                </a:cxnLst>
                <a:rect l="txL" t="txT" r="txR" b="txB"/>
                <a:pathLst>
                  <a:path w="48" h="99">
                    <a:moveTo>
                      <a:pt x="21" y="0"/>
                    </a:moveTo>
                    <a:lnTo>
                      <a:pt x="0" y="72"/>
                    </a:lnTo>
                    <a:lnTo>
                      <a:pt x="27" y="99"/>
                    </a:lnTo>
                    <a:lnTo>
                      <a:pt x="48" y="21"/>
                    </a:lnTo>
                    <a:lnTo>
                      <a:pt x="21" y="0"/>
                    </a:lnTo>
                    <a:close/>
                  </a:path>
                </a:pathLst>
              </a:custGeom>
              <a:solidFill>
                <a:schemeClr val="bg1">
                  <a:alpha val="100000"/>
                </a:schemeClr>
              </a:solidFill>
              <a:ln w="9525">
                <a:noFill/>
              </a:ln>
            </p:spPr>
            <p:txBody>
              <a:bodyPr/>
              <a:lstStyle/>
              <a:p>
                <a:endParaRPr lang="zh-CN" altLang="en-US"/>
              </a:p>
            </p:txBody>
          </p:sp>
          <p:sp>
            <p:nvSpPr>
              <p:cNvPr id="105534" name="Line 123"/>
              <p:cNvSpPr/>
              <p:nvPr/>
            </p:nvSpPr>
            <p:spPr>
              <a:xfrm flipH="1">
                <a:off x="5512" y="1608"/>
                <a:ext cx="20" cy="68"/>
              </a:xfrm>
              <a:prstGeom prst="line">
                <a:avLst/>
              </a:prstGeom>
              <a:ln w="9525" cap="flat" cmpd="sng">
                <a:solidFill>
                  <a:schemeClr val="tx1"/>
                </a:solidFill>
                <a:prstDash val="solid"/>
                <a:headEnd type="none" w="med" len="med"/>
                <a:tailEnd type="none" w="med" len="med"/>
              </a:ln>
            </p:spPr>
          </p:sp>
          <p:sp>
            <p:nvSpPr>
              <p:cNvPr id="105535" name="Line 124"/>
              <p:cNvSpPr/>
              <p:nvPr/>
            </p:nvSpPr>
            <p:spPr>
              <a:xfrm flipH="1">
                <a:off x="5536" y="1620"/>
                <a:ext cx="20" cy="68"/>
              </a:xfrm>
              <a:prstGeom prst="line">
                <a:avLst/>
              </a:prstGeom>
              <a:ln w="9525" cap="flat" cmpd="sng">
                <a:solidFill>
                  <a:schemeClr val="tx1"/>
                </a:solidFill>
                <a:prstDash val="solid"/>
                <a:headEnd type="none" w="med" len="med"/>
                <a:tailEnd type="none" w="med" len="med"/>
              </a:ln>
            </p:spPr>
          </p:sp>
        </p:grpSp>
        <p:sp>
          <p:nvSpPr>
            <p:cNvPr id="105529" name="Line 125"/>
            <p:cNvSpPr/>
            <p:nvPr/>
          </p:nvSpPr>
          <p:spPr>
            <a:xfrm flipH="1">
              <a:off x="2344" y="3931"/>
              <a:ext cx="376" cy="0"/>
            </a:xfrm>
            <a:prstGeom prst="line">
              <a:avLst/>
            </a:prstGeom>
            <a:ln w="19050" cap="flat" cmpd="sng">
              <a:solidFill>
                <a:schemeClr val="tx1"/>
              </a:solidFill>
              <a:prstDash val="solid"/>
              <a:headEnd type="triangle" w="med" len="med"/>
              <a:tailEnd type="none" w="med" len="med"/>
            </a:ln>
          </p:spPr>
        </p:sp>
        <p:grpSp>
          <p:nvGrpSpPr>
            <p:cNvPr id="105530" name="Group 126"/>
            <p:cNvGrpSpPr/>
            <p:nvPr/>
          </p:nvGrpSpPr>
          <p:grpSpPr>
            <a:xfrm>
              <a:off x="2409" y="3815"/>
              <a:ext cx="218" cy="231"/>
              <a:chOff x="5140" y="400"/>
              <a:chExt cx="218" cy="231"/>
            </a:xfrm>
          </p:grpSpPr>
          <p:sp>
            <p:nvSpPr>
              <p:cNvPr id="105531" name="Oval 127"/>
              <p:cNvSpPr/>
              <p:nvPr/>
            </p:nvSpPr>
            <p:spPr>
              <a:xfrm>
                <a:off x="5140" y="410"/>
                <a:ext cx="218" cy="218"/>
              </a:xfrm>
              <a:prstGeom prst="ellipse">
                <a:avLst/>
              </a:prstGeom>
              <a:solidFill>
                <a:schemeClr val="bg1"/>
              </a:solidFill>
              <a:ln w="9525" cap="flat" cmpd="sng">
                <a:solidFill>
                  <a:srgbClr val="CC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5532" name="Text Box 128"/>
              <p:cNvSpPr txBox="1"/>
              <p:nvPr/>
            </p:nvSpPr>
            <p:spPr>
              <a:xfrm>
                <a:off x="5154" y="400"/>
                <a:ext cx="196"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CC0000"/>
                    </a:solidFill>
                    <a:latin typeface="Arial" panose="020B0604020202090204" pitchFamily="34" charset="0"/>
                  </a:rPr>
                  <a:t>3</a:t>
                </a:r>
              </a:p>
            </p:txBody>
          </p:sp>
        </p:grpSp>
      </p:grpSp>
      <p:sp>
        <p:nvSpPr>
          <p:cNvPr id="233603" name="Text Box 131"/>
          <p:cNvSpPr txBox="1"/>
          <p:nvPr/>
        </p:nvSpPr>
        <p:spPr>
          <a:xfrm>
            <a:off x="1317625" y="5170488"/>
            <a:ext cx="2089150" cy="7921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spcBef>
                <a:spcPct val="0"/>
              </a:spcBef>
              <a:buClrTx/>
              <a:buSzTx/>
              <a:buFontTx/>
              <a:buNone/>
            </a:pPr>
            <a:r>
              <a:rPr lang="en-US" altLang="zh-CN" sz="1800" b="1" i="1">
                <a:solidFill>
                  <a:srgbClr val="CC0000"/>
                </a:solidFill>
                <a:latin typeface="Arial" panose="020B0604020202090204" pitchFamily="34" charset="0"/>
              </a:rPr>
              <a:t>3:</a:t>
            </a:r>
            <a:r>
              <a:rPr lang="en-US" altLang="zh-CN" sz="1800">
                <a:solidFill>
                  <a:srgbClr val="FF0000"/>
                </a:solidFill>
                <a:latin typeface="Arial" panose="020B0604020202090204" pitchFamily="34" charset="0"/>
              </a:rPr>
              <a:t> </a:t>
            </a:r>
            <a:r>
              <a:rPr lang="en-US" altLang="zh-CN" sz="1800">
                <a:solidFill>
                  <a:srgbClr val="000099"/>
                </a:solidFill>
                <a:latin typeface="Arial" panose="020B0604020202090204" pitchFamily="34" charset="0"/>
              </a:rPr>
              <a:t>reply arrives</a:t>
            </a:r>
          </a:p>
          <a:p>
            <a:pPr marL="0" lvl="0" indent="0">
              <a:spcBef>
                <a:spcPct val="0"/>
              </a:spcBef>
              <a:buClrTx/>
              <a:buSzTx/>
              <a:buFontTx/>
              <a:buNone/>
            </a:pPr>
            <a:r>
              <a:rPr lang="en-US" altLang="zh-CN" sz="1800">
                <a:solidFill>
                  <a:srgbClr val="000099"/>
                </a:solidFill>
                <a:latin typeface="Arial" panose="020B0604020202090204" pitchFamily="34" charset="0"/>
              </a:rPr>
              <a:t> dest. address:</a:t>
            </a:r>
          </a:p>
          <a:p>
            <a:pPr marL="0" lvl="0" indent="0">
              <a:spcBef>
                <a:spcPct val="0"/>
              </a:spcBef>
              <a:buClrTx/>
              <a:buSzTx/>
              <a:buFontTx/>
              <a:buNone/>
            </a:pPr>
            <a:r>
              <a:rPr lang="en-US" altLang="zh-CN" sz="1800">
                <a:solidFill>
                  <a:srgbClr val="000099"/>
                </a:solidFill>
                <a:latin typeface="Arial" panose="020B0604020202090204" pitchFamily="34" charset="0"/>
              </a:rPr>
              <a:t> 138.76.29.7, 5001</a:t>
            </a:r>
          </a:p>
        </p:txBody>
      </p:sp>
      <p:sp>
        <p:nvSpPr>
          <p:cNvPr id="233608" name="Text Box 136"/>
          <p:cNvSpPr txBox="1"/>
          <p:nvPr/>
        </p:nvSpPr>
        <p:spPr>
          <a:xfrm>
            <a:off x="4741863" y="5005388"/>
            <a:ext cx="3867150" cy="13001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spcBef>
                <a:spcPct val="0"/>
              </a:spcBef>
              <a:buClrTx/>
              <a:buSzTx/>
              <a:buFontTx/>
              <a:buNone/>
            </a:pPr>
            <a:r>
              <a:rPr lang="en-US" altLang="zh-CN" sz="1800" b="1" i="1">
                <a:solidFill>
                  <a:srgbClr val="CC0000"/>
                </a:solidFill>
                <a:latin typeface="Arial" panose="020B0604020202090204" pitchFamily="34" charset="0"/>
              </a:rPr>
              <a:t>4:</a:t>
            </a:r>
            <a:r>
              <a:rPr lang="en-US" altLang="zh-CN" sz="1800">
                <a:solidFill>
                  <a:srgbClr val="FF0000"/>
                </a:solidFill>
                <a:latin typeface="Arial" panose="020B0604020202090204" pitchFamily="34" charset="0"/>
              </a:rPr>
              <a:t> </a:t>
            </a:r>
            <a:r>
              <a:rPr lang="en-US" altLang="zh-CN" sz="1800">
                <a:solidFill>
                  <a:srgbClr val="000099"/>
                </a:solidFill>
                <a:latin typeface="Arial" panose="020B0604020202090204" pitchFamily="34" charset="0"/>
              </a:rPr>
              <a:t>NAT router</a:t>
            </a:r>
          </a:p>
          <a:p>
            <a:pPr marL="0" lvl="0" indent="0">
              <a:spcBef>
                <a:spcPct val="0"/>
              </a:spcBef>
              <a:buClrTx/>
              <a:buSzTx/>
              <a:buFontTx/>
              <a:buNone/>
            </a:pPr>
            <a:r>
              <a:rPr lang="en-US" altLang="zh-CN" sz="1800">
                <a:solidFill>
                  <a:srgbClr val="000099"/>
                </a:solidFill>
                <a:latin typeface="Arial" panose="020B0604020202090204" pitchFamily="34" charset="0"/>
              </a:rPr>
              <a:t>changes datagram</a:t>
            </a:r>
          </a:p>
          <a:p>
            <a:pPr marL="0" lvl="0" indent="0">
              <a:spcBef>
                <a:spcPct val="0"/>
              </a:spcBef>
              <a:buClrTx/>
              <a:buSzTx/>
              <a:buFontTx/>
              <a:buNone/>
            </a:pPr>
            <a:r>
              <a:rPr lang="en-US" altLang="zh-CN" sz="1800">
                <a:solidFill>
                  <a:srgbClr val="000099"/>
                </a:solidFill>
                <a:latin typeface="Arial" panose="020B0604020202090204" pitchFamily="34" charset="0"/>
              </a:rPr>
              <a:t>dest addr from</a:t>
            </a:r>
          </a:p>
          <a:p>
            <a:pPr marL="0" lvl="0" indent="0">
              <a:spcBef>
                <a:spcPct val="0"/>
              </a:spcBef>
              <a:buClrTx/>
              <a:buSzTx/>
              <a:buFontTx/>
              <a:buNone/>
            </a:pPr>
            <a:r>
              <a:rPr lang="en-US" altLang="zh-CN" sz="1800">
                <a:solidFill>
                  <a:srgbClr val="000099"/>
                </a:solidFill>
                <a:latin typeface="Arial" panose="020B0604020202090204" pitchFamily="34" charset="0"/>
              </a:rPr>
              <a:t>138.76.29.7, 5001 to 10.0.0.1, 3345 </a:t>
            </a:r>
          </a:p>
          <a:p>
            <a:pPr marL="0" lvl="0" indent="0">
              <a:lnSpc>
                <a:spcPct val="100000"/>
              </a:lnSpc>
              <a:spcBef>
                <a:spcPct val="0"/>
              </a:spcBef>
              <a:buClrTx/>
              <a:buSzTx/>
              <a:buFontTx/>
              <a:buNone/>
            </a:pPr>
            <a:endParaRPr lang="en-US" altLang="zh-CN" sz="1800">
              <a:solidFill>
                <a:srgbClr val="000099"/>
              </a:solidFill>
              <a:latin typeface="Arial" panose="020B0604020202090204" pitchFamily="34" charset="0"/>
            </a:endParaRPr>
          </a:p>
        </p:txBody>
      </p:sp>
      <p:sp>
        <p:nvSpPr>
          <p:cNvPr id="105500" name="Line 138"/>
          <p:cNvSpPr/>
          <p:nvPr/>
        </p:nvSpPr>
        <p:spPr>
          <a:xfrm>
            <a:off x="1022350" y="4273550"/>
            <a:ext cx="3025775" cy="6350"/>
          </a:xfrm>
          <a:prstGeom prst="line">
            <a:avLst/>
          </a:prstGeom>
          <a:ln w="19050" cap="flat" cmpd="sng">
            <a:solidFill>
              <a:schemeClr val="tx1"/>
            </a:solidFill>
            <a:prstDash val="solid"/>
            <a:headEnd type="none" w="med" len="med"/>
            <a:tailEnd type="none" w="med" len="med"/>
          </a:ln>
        </p:spPr>
      </p:sp>
      <p:sp>
        <p:nvSpPr>
          <p:cNvPr id="59425" name="Rectangle 141"/>
          <p:cNvSpPr>
            <a:spLocks noGrp="1" noChangeArrowheads="1"/>
          </p:cNvSpPr>
          <p:nvPr>
            <p:ph type="title"/>
          </p:nvPr>
        </p:nvSpPr>
        <p:spPr>
          <a:xfrm>
            <a:off x="533400" y="230188"/>
            <a:ext cx="8091488" cy="90805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NAT: network address translation</a:t>
            </a:r>
          </a:p>
        </p:txBody>
      </p:sp>
      <p:pic>
        <p:nvPicPr>
          <p:cNvPr id="105502" name="Picture 142" descr="underline_base"/>
          <p:cNvPicPr/>
          <p:nvPr/>
        </p:nvPicPr>
        <p:blipFill>
          <a:blip r:embed="rId2"/>
          <a:stretch>
            <a:fillRect/>
          </a:stretch>
        </p:blipFill>
        <p:spPr>
          <a:xfrm>
            <a:off x="598488" y="922338"/>
            <a:ext cx="7769225" cy="173037"/>
          </a:xfrm>
          <a:prstGeom prst="rect">
            <a:avLst/>
          </a:prstGeom>
          <a:noFill/>
          <a:ln w="9525">
            <a:noFill/>
          </a:ln>
        </p:spPr>
      </p:pic>
      <p:grpSp>
        <p:nvGrpSpPr>
          <p:cNvPr id="105503" name="Group 143"/>
          <p:cNvGrpSpPr/>
          <p:nvPr/>
        </p:nvGrpSpPr>
        <p:grpSpPr>
          <a:xfrm>
            <a:off x="4035425" y="4095750"/>
            <a:ext cx="587375" cy="323850"/>
            <a:chOff x="4396" y="1245"/>
            <a:chExt cx="672" cy="248"/>
          </a:xfrm>
        </p:grpSpPr>
        <p:sp>
          <p:nvSpPr>
            <p:cNvPr id="105517" name="Oval 407"/>
            <p:cNvSpPr/>
            <p:nvPr/>
          </p:nvSpPr>
          <p:spPr>
            <a:xfrm>
              <a:off x="4399" y="1355"/>
              <a:ext cx="666" cy="138"/>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05518"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05519" name="Oval 411"/>
            <p:cNvSpPr/>
            <p:nvPr/>
          </p:nvSpPr>
          <p:spPr>
            <a:xfrm>
              <a:off x="4396" y="1245"/>
              <a:ext cx="667" cy="162"/>
            </a:xfrm>
            <a:prstGeom prst="ellipse">
              <a:avLst/>
            </a:prstGeom>
            <a:gradFill rotWithShape="1">
              <a:gsLst>
                <a:gs pos="0">
                  <a:srgbClr val="CCCCFF"/>
                </a:gs>
                <a:gs pos="100000">
                  <a:srgbClr val="FFFFFF"/>
                </a:gs>
              </a:gsLst>
              <a:lin ang="0" scaled="1"/>
              <a:tileRect/>
            </a:gra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05520" name="Group 147"/>
            <p:cNvGrpSpPr/>
            <p:nvPr/>
          </p:nvGrpSpPr>
          <p:grpSpPr>
            <a:xfrm>
              <a:off x="4530" y="1287"/>
              <a:ext cx="377" cy="75"/>
              <a:chOff x="2468" y="1332"/>
              <a:chExt cx="310" cy="60"/>
            </a:xfrm>
          </p:grpSpPr>
          <p:sp>
            <p:nvSpPr>
              <p:cNvPr id="105523" name="Freeform 148"/>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05524" name="Freeform 149"/>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05521" name="Line 150"/>
            <p:cNvSpPr/>
            <p:nvPr/>
          </p:nvSpPr>
          <p:spPr>
            <a:xfrm>
              <a:off x="4400" y="1322"/>
              <a:ext cx="0" cy="108"/>
            </a:xfrm>
            <a:prstGeom prst="line">
              <a:avLst/>
            </a:prstGeom>
            <a:ln w="19050" cap="flat" cmpd="sng">
              <a:solidFill>
                <a:srgbClr val="000000"/>
              </a:solidFill>
              <a:prstDash val="solid"/>
              <a:headEnd type="none" w="med" len="med"/>
              <a:tailEnd type="none" w="med" len="med"/>
            </a:ln>
          </p:spPr>
        </p:sp>
        <p:sp>
          <p:nvSpPr>
            <p:cNvPr id="105522" name="Line 151"/>
            <p:cNvSpPr/>
            <p:nvPr/>
          </p:nvSpPr>
          <p:spPr>
            <a:xfrm>
              <a:off x="5063" y="1326"/>
              <a:ext cx="0" cy="107"/>
            </a:xfrm>
            <a:prstGeom prst="line">
              <a:avLst/>
            </a:prstGeom>
            <a:ln w="19050" cap="flat" cmpd="sng">
              <a:solidFill>
                <a:srgbClr val="000000"/>
              </a:solidFill>
              <a:prstDash val="solid"/>
              <a:headEnd type="none" w="med" len="med"/>
              <a:tailEnd type="none" w="med" len="med"/>
            </a:ln>
          </p:spPr>
        </p:sp>
      </p:grpSp>
      <p:grpSp>
        <p:nvGrpSpPr>
          <p:cNvPr id="105504" name="Group 156"/>
          <p:cNvGrpSpPr/>
          <p:nvPr/>
        </p:nvGrpSpPr>
        <p:grpSpPr>
          <a:xfrm flipH="1">
            <a:off x="7529513" y="3311525"/>
            <a:ext cx="641350" cy="558800"/>
            <a:chOff x="-44" y="1473"/>
            <a:chExt cx="981" cy="1105"/>
          </a:xfrm>
        </p:grpSpPr>
        <p:pic>
          <p:nvPicPr>
            <p:cNvPr id="105515" name="Picture 157"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105516" name="Freeform 158"/>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05505" name="Group 159"/>
          <p:cNvGrpSpPr/>
          <p:nvPr/>
        </p:nvGrpSpPr>
        <p:grpSpPr>
          <a:xfrm flipH="1">
            <a:off x="7540625" y="4054475"/>
            <a:ext cx="641350" cy="558800"/>
            <a:chOff x="-44" y="1473"/>
            <a:chExt cx="981" cy="1105"/>
          </a:xfrm>
        </p:grpSpPr>
        <p:pic>
          <p:nvPicPr>
            <p:cNvPr id="105513" name="Picture 160"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105514" name="Freeform 161"/>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05506" name="Group 162"/>
          <p:cNvGrpSpPr/>
          <p:nvPr/>
        </p:nvGrpSpPr>
        <p:grpSpPr>
          <a:xfrm flipH="1">
            <a:off x="7548563" y="4808538"/>
            <a:ext cx="641350" cy="558800"/>
            <a:chOff x="-44" y="1473"/>
            <a:chExt cx="981" cy="1105"/>
          </a:xfrm>
        </p:grpSpPr>
        <p:pic>
          <p:nvPicPr>
            <p:cNvPr id="105511" name="Picture 163" descr="desktop_computer_stylized_medium"/>
            <p:cNvPicPr>
              <a:picLocks noChangeAspect="1"/>
            </p:cNvPicPr>
            <p:nvPr/>
          </p:nvPicPr>
          <p:blipFill>
            <a:blip r:embed="rId3"/>
            <a:stretch>
              <a:fillRect/>
            </a:stretch>
          </p:blipFill>
          <p:spPr>
            <a:xfrm flipH="1">
              <a:off x="-44" y="1473"/>
              <a:ext cx="981" cy="1105"/>
            </a:xfrm>
            <a:prstGeom prst="rect">
              <a:avLst/>
            </a:prstGeom>
            <a:noFill/>
            <a:ln w="9525">
              <a:noFill/>
            </a:ln>
          </p:spPr>
        </p:pic>
        <p:sp>
          <p:nvSpPr>
            <p:cNvPr id="105512" name="Freeform 164"/>
            <p:cNvSpPr/>
            <p:nvPr/>
          </p:nvSpPr>
          <p:spPr>
            <a:xfrm flipH="1">
              <a:off x="374" y="1579"/>
              <a:ext cx="477" cy="506"/>
            </a:xfrm>
            <a:custGeom>
              <a:avLst/>
              <a:gdLst>
                <a:gd name="txL" fmla="*/ 0 w 356"/>
                <a:gd name="txT" fmla="*/ 0 h 368"/>
                <a:gd name="txR" fmla="*/ 356 w 356"/>
                <a:gd name="txB" fmla="*/ 368 h 368"/>
              </a:gdLst>
              <a:ahLst/>
              <a:cxnLst>
                <a:cxn ang="0">
                  <a:pos x="0" y="0"/>
                </a:cxn>
                <a:cxn ang="0">
                  <a:pos x="32377" y="2307"/>
                </a:cxn>
                <a:cxn ang="0">
                  <a:pos x="38409" y="48069"/>
                </a:cxn>
                <a:cxn ang="0">
                  <a:pos x="8465" y="60116"/>
                </a:cxn>
                <a:cxn ang="0">
                  <a:pos x="0" y="0"/>
                </a:cxn>
              </a:cxnLst>
              <a:rect l="txL" t="txT" r="txR" b="txB"/>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sp>
        <p:nvSpPr>
          <p:cNvPr id="105507" name="Line 32"/>
          <p:cNvSpPr/>
          <p:nvPr/>
        </p:nvSpPr>
        <p:spPr>
          <a:xfrm>
            <a:off x="7386638" y="4238625"/>
            <a:ext cx="219075" cy="0"/>
          </a:xfrm>
          <a:prstGeom prst="line">
            <a:avLst/>
          </a:prstGeom>
          <a:ln w="19050" cap="flat" cmpd="sng">
            <a:solidFill>
              <a:schemeClr val="tx1"/>
            </a:solidFill>
            <a:prstDash val="solid"/>
            <a:headEnd type="none" w="med" len="med"/>
            <a:tailEnd type="none" w="med" len="med"/>
          </a:ln>
        </p:spPr>
      </p:sp>
      <p:sp>
        <p:nvSpPr>
          <p:cNvPr id="10550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116</a:t>
            </a:fld>
            <a:endParaRPr lang="en-US" altLang="zh-CN" sz="1200">
              <a:latin typeface="Tahoma" panose="020B0604030504040204" charset="0"/>
            </a:endParaRPr>
          </a:p>
        </p:txBody>
      </p:sp>
      <p:sp>
        <p:nvSpPr>
          <p:cNvPr id="10550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105510" name="TextBox 1"/>
          <p:cNvSpPr txBox="1"/>
          <p:nvPr/>
        </p:nvSpPr>
        <p:spPr>
          <a:xfrm>
            <a:off x="339725" y="6199188"/>
            <a:ext cx="4506913" cy="522287"/>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 Check out the online interactive exercises for more examples: h</a:t>
            </a:r>
            <a:r>
              <a:rPr lang="en-US" altLang="zh-CN" sz="1200">
                <a:latin typeface="Arial" panose="020B0604020202090204" pitchFamily="34" charset="0"/>
              </a:rPr>
              <a:t>ttp://gaia.cs.umass.edu/kurose_ross/interactive/</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1000"/>
                                        <p:tgtEl>
                                          <p:spTgt spid="2"/>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childTnLst>
                                  <p:subTnLst>
                                    <p:set>
                                      <p:cBhvr override="childStyle">
                                        <p:cTn dur="1" fill="hold" display="0" masterRel="nextClick" afterEffect="1"/>
                                        <p:tgtEl>
                                          <p:spTgt spid="7"/>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right)">
                                      <p:cBhvr>
                                        <p:cTn id="15" dur="1000"/>
                                        <p:tgtEl>
                                          <p:spTgt spid="12"/>
                                        </p:tgtEl>
                                      </p:cBhvr>
                                    </p:animEffect>
                                  </p:childTnLst>
                                </p:cTn>
                              </p:par>
                            </p:childTnLst>
                          </p:cTn>
                        </p:par>
                        <p:par>
                          <p:cTn id="16" fill="hold">
                            <p:stCondLst>
                              <p:cond delay="1000"/>
                            </p:stCondLst>
                            <p:childTnLst>
                              <p:par>
                                <p:cTn id="17" presetID="1" presetClass="entr" presetSubtype="0" fill="hold" nodeType="afterEffect">
                                  <p:stCondLst>
                                    <p:cond delay="0"/>
                                  </p:stCondLst>
                                  <p:childTnLst>
                                    <p:set>
                                      <p:cBhvr>
                                        <p:cTn id="18" dur="1" fill="hold">
                                          <p:stCondLst>
                                            <p:cond delay="0"/>
                                          </p:stCondLst>
                                        </p:cTn>
                                        <p:tgtEl>
                                          <p:spTgt spid="233533"/>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7"/>
                                        </p:tgtEl>
                                        <p:attrNameLst>
                                          <p:attrName>style.visibility</p:attrName>
                                        </p:attrNameLst>
                                      </p:cBhvr>
                                      <p:to>
                                        <p:strVal val="visible"/>
                                      </p:to>
                                    </p:set>
                                  </p:childTnLst>
                                  <p:subTnLst>
                                    <p:set>
                                      <p:cBhvr override="childStyle">
                                        <p:cTn dur="1" fill="hold" display="0" masterRel="nextClick" afterEffect="1"/>
                                        <p:tgtEl>
                                          <p:spTgt spid="17"/>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wipe(left)">
                                      <p:cBhvr>
                                        <p:cTn id="26" dur="1000"/>
                                        <p:tgtEl>
                                          <p:spTgt spid="18"/>
                                        </p:tgtEl>
                                      </p:cBhvr>
                                    </p:animEffect>
                                  </p:childTnLst>
                                </p:cTn>
                              </p:par>
                            </p:childTnLst>
                          </p:cTn>
                        </p:par>
                        <p:par>
                          <p:cTn id="27" fill="hold">
                            <p:stCondLst>
                              <p:cond delay="1000"/>
                            </p:stCondLst>
                            <p:childTnLst>
                              <p:par>
                                <p:cTn id="28" presetID="1" presetClass="entr" presetSubtype="0" fill="hold" nodeType="afterEffect">
                                  <p:stCondLst>
                                    <p:cond delay="0"/>
                                  </p:stCondLst>
                                  <p:childTnLst>
                                    <p:set>
                                      <p:cBhvr>
                                        <p:cTn id="29" dur="1" fill="hold">
                                          <p:stCondLst>
                                            <p:cond delay="0"/>
                                          </p:stCondLst>
                                        </p:cTn>
                                        <p:tgtEl>
                                          <p:spTgt spid="233603"/>
                                        </p:tgtEl>
                                        <p:attrNameLst>
                                          <p:attrName>style.visibility</p:attrName>
                                        </p:attrNameLst>
                                      </p:cBhvr>
                                      <p:to>
                                        <p:strVal val="visible"/>
                                      </p:to>
                                    </p:set>
                                  </p:childTnLst>
                                  <p:subTnLst>
                                    <p:set>
                                      <p:cBhvr override="childStyle">
                                        <p:cTn dur="1" fill="hold" display="0" masterRel="nextClick" afterEffect="1"/>
                                        <p:tgtEl>
                                          <p:spTgt spid="233603"/>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wipe(left)">
                                      <p:cBhvr>
                                        <p:cTn id="34" dur="1000"/>
                                        <p:tgtEl>
                                          <p:spTgt spid="8"/>
                                        </p:tgtEl>
                                      </p:cBhvr>
                                    </p:animEffect>
                                  </p:childTnLst>
                                </p:cTn>
                              </p:par>
                            </p:childTnLst>
                          </p:cTn>
                        </p:par>
                        <p:par>
                          <p:cTn id="35" fill="hold">
                            <p:stCondLst>
                              <p:cond delay="1000"/>
                            </p:stCondLst>
                            <p:childTnLst>
                              <p:par>
                                <p:cTn id="36" presetID="1" presetClass="entr" presetSubtype="0" fill="hold" nodeType="afterEffect">
                                  <p:stCondLst>
                                    <p:cond delay="0"/>
                                  </p:stCondLst>
                                  <p:childTnLst>
                                    <p:set>
                                      <p:cBhvr>
                                        <p:cTn id="37" dur="1" fill="hold">
                                          <p:stCondLst>
                                            <p:cond delay="0"/>
                                          </p:stCondLst>
                                        </p:cTn>
                                        <p:tgtEl>
                                          <p:spTgt spid="2336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533" grpId="0"/>
      <p:bldP spid="233603" grpId="0"/>
      <p:bldP spid="233608"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7" name="Rectangle 3"/>
          <p:cNvSpPr>
            <a:spLocks noGrp="1"/>
          </p:cNvSpPr>
          <p:nvPr>
            <p:ph idx="1"/>
          </p:nvPr>
        </p:nvSpPr>
        <p:spPr>
          <a:xfrm>
            <a:off x="533400" y="1473200"/>
            <a:ext cx="7772400" cy="4648200"/>
          </a:xfrm>
        </p:spPr>
        <p:txBody>
          <a:bodyPr vert="horz" wrap="square" lIns="91440" tIns="45720" rIns="91440" bIns="45720" anchor="t" anchorCtr="0"/>
          <a:lstStyle/>
          <a:p>
            <a:r>
              <a:rPr lang="en-US" altLang="zh-CN" sz="2400"/>
              <a:t>16-bit port-number field: </a:t>
            </a:r>
          </a:p>
          <a:p>
            <a:pPr lvl="1"/>
            <a:r>
              <a:rPr lang="en-US" altLang="zh-CN"/>
              <a:t>60,000 simultaneous connections with a single LAN-side address!</a:t>
            </a:r>
          </a:p>
          <a:p>
            <a:r>
              <a:rPr lang="en-US" altLang="zh-CN" sz="2400"/>
              <a:t>NAT is controversial:</a:t>
            </a:r>
            <a:r>
              <a:rPr lang="zh-CN" altLang="en-US" sz="2400"/>
              <a:t> </a:t>
            </a:r>
            <a:r>
              <a:rPr lang="zh-CN" altLang="en-US" sz="1800" b="1">
                <a:solidFill>
                  <a:schemeClr val="accent1"/>
                </a:solidFill>
                <a:latin typeface="FZKai-Z03" panose="03000509000000000000" pitchFamily="66" charset="-122"/>
                <a:ea typeface="FZKai-Z03" panose="03000509000000000000" pitchFamily="66" charset="-122"/>
              </a:rPr>
              <a:t>有争议的</a:t>
            </a:r>
            <a:endParaRPr lang="en-US" altLang="zh-CN" sz="1800" b="1">
              <a:solidFill>
                <a:schemeClr val="accent1"/>
              </a:solidFill>
              <a:latin typeface="FZKai-Z03" panose="03000509000000000000" pitchFamily="66" charset="-122"/>
              <a:ea typeface="FZKai-Z03" panose="03000509000000000000" pitchFamily="66" charset="-122"/>
            </a:endParaRPr>
          </a:p>
          <a:p>
            <a:pPr lvl="1"/>
            <a:r>
              <a:rPr lang="en-US" altLang="zh-CN"/>
              <a:t>routers should only process up to layer 3</a:t>
            </a:r>
          </a:p>
          <a:p>
            <a:pPr lvl="1"/>
            <a:r>
              <a:rPr lang="en-US" altLang="zh-CN"/>
              <a:t>address shortage should be solved by IPv6</a:t>
            </a:r>
          </a:p>
          <a:p>
            <a:pPr lvl="1"/>
            <a:r>
              <a:rPr lang="en-US" altLang="zh-CN"/>
              <a:t>violates end-to-end argument</a:t>
            </a:r>
          </a:p>
          <a:p>
            <a:pPr lvl="2"/>
            <a:r>
              <a:rPr lang="en-US" altLang="zh-CN">
                <a:ea typeface="宋体" pitchFamily="2" charset="-122"/>
              </a:rPr>
              <a:t>NAT possibility must be taken into account by app designers, e.g., P2P applications</a:t>
            </a:r>
          </a:p>
          <a:p>
            <a:pPr lvl="1"/>
            <a:r>
              <a:rPr lang="en-US" altLang="zh-CN"/>
              <a:t>NAT traversal: what if client wants to connect to server behind NAT?</a:t>
            </a:r>
          </a:p>
          <a:p>
            <a:endParaRPr lang="en-US" altLang="zh-CN"/>
          </a:p>
        </p:txBody>
      </p:sp>
      <p:sp>
        <p:nvSpPr>
          <p:cNvPr id="60421" name="Rectangle 5"/>
          <p:cNvSpPr>
            <a:spLocks noGrp="1" noChangeArrowheads="1"/>
          </p:cNvSpPr>
          <p:nvPr>
            <p:ph type="title"/>
          </p:nvPr>
        </p:nvSpPr>
        <p:spPr>
          <a:xfrm>
            <a:off x="533400" y="230188"/>
            <a:ext cx="8091488" cy="90805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000" b="0" i="0" u="none" strike="noStrike" kern="0" cap="none" spc="0" normalizeH="0" baseline="0" noProof="0">
                <a:ln>
                  <a:noFill/>
                </a:ln>
                <a:solidFill>
                  <a:srgbClr val="000099"/>
                </a:solidFill>
                <a:effectLst/>
                <a:uLnTx/>
                <a:uFillTx/>
                <a:latin typeface="+mj-lt"/>
                <a:ea typeface="MS PGothic" charset="0"/>
                <a:cs typeface="+mj-cs"/>
              </a:rPr>
              <a:t>NAT: network address translation</a:t>
            </a:r>
          </a:p>
        </p:txBody>
      </p:sp>
      <p:pic>
        <p:nvPicPr>
          <p:cNvPr id="106499" name="Picture 6" descr="underline_base"/>
          <p:cNvPicPr/>
          <p:nvPr/>
        </p:nvPicPr>
        <p:blipFill>
          <a:blip r:embed="rId2"/>
          <a:stretch>
            <a:fillRect/>
          </a:stretch>
        </p:blipFill>
        <p:spPr>
          <a:xfrm>
            <a:off x="598488" y="922338"/>
            <a:ext cx="7769225" cy="173037"/>
          </a:xfrm>
          <a:prstGeom prst="rect">
            <a:avLst/>
          </a:prstGeom>
          <a:noFill/>
          <a:ln w="9525">
            <a:noFill/>
          </a:ln>
        </p:spPr>
      </p:pic>
      <p:sp>
        <p:nvSpPr>
          <p:cNvPr id="10650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117</a:t>
            </a:fld>
            <a:endParaRPr lang="en-US" altLang="zh-CN" sz="1200">
              <a:latin typeface="Tahoma" panose="020B0604030504040204" charset="0"/>
            </a:endParaRPr>
          </a:p>
        </p:txBody>
      </p:sp>
      <p:sp>
        <p:nvSpPr>
          <p:cNvPr id="10650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4" name="文本框 3"/>
          <p:cNvSpPr txBox="1"/>
          <p:nvPr/>
        </p:nvSpPr>
        <p:spPr>
          <a:xfrm>
            <a:off x="4479925" y="5935980"/>
            <a:ext cx="4329430" cy="460375"/>
          </a:xfrm>
          <a:prstGeom prst="rect">
            <a:avLst/>
          </a:prstGeom>
          <a:noFill/>
          <a:ln w="28575">
            <a:solidFill>
              <a:schemeClr val="accent1"/>
            </a:solidFill>
          </a:ln>
        </p:spPr>
        <p:txBody>
          <a:bodyPr wrap="square">
            <a:spAutoFit/>
          </a:bodyPr>
          <a:lstStyle/>
          <a:p>
            <a:pPr marR="0" defTabSz="914400">
              <a:buClrTx/>
              <a:buSzTx/>
              <a:buFontTx/>
              <a:buNone/>
              <a:defRPr/>
            </a:pPr>
            <a:r>
              <a:rPr kumimoji="0" lang="en-US" altLang="zh-CN" sz="2400" kern="1200" cap="none" spc="0" normalizeH="0" baseline="0" noProof="0" dirty="0">
                <a:latin typeface="Gill Sans MT" charset="0"/>
                <a:ea typeface="MS PGothic" charset="-128"/>
                <a:cs typeface="+mn-cs"/>
              </a:rPr>
              <a:t>NAT</a:t>
            </a:r>
            <a:r>
              <a:rPr kumimoji="0" lang="zh-CN" altLang="en-US" sz="2400" kern="1200" cap="none" spc="0" normalizeH="0" baseline="0" noProof="0" dirty="0">
                <a:latin typeface="Gill Sans MT" charset="0"/>
                <a:ea typeface="MS PGothic" charset="-128"/>
                <a:cs typeface="+mn-cs"/>
              </a:rPr>
              <a:t>穿透：</a:t>
            </a:r>
            <a:r>
              <a:rPr kumimoji="0" lang="en-US" altLang="zh-CN" sz="2400" kern="1200" cap="none" spc="0" normalizeH="0" baseline="0" noProof="0" dirty="0">
                <a:latin typeface="Gill Sans MT" charset="0"/>
                <a:ea typeface="MS PGothic" charset="-128"/>
                <a:cs typeface="+mn-cs"/>
              </a:rPr>
              <a:t>MOOC</a:t>
            </a:r>
            <a:r>
              <a:rPr kumimoji="0" lang="zh-CN" altLang="en-US" sz="2400" kern="1200" cap="none" spc="0" normalizeH="0" baseline="0" noProof="0" dirty="0">
                <a:latin typeface="Gill Sans MT" charset="0"/>
                <a:ea typeface="MS PGothic" charset="-128"/>
                <a:cs typeface="+mn-cs"/>
              </a:rPr>
              <a:t> </a:t>
            </a:r>
            <a:r>
              <a:rPr kumimoji="0" lang="en-US" altLang="zh-CN" sz="2400" kern="1200" cap="none" spc="0" normalizeH="0" baseline="0" noProof="0" dirty="0">
                <a:latin typeface="Gill Sans MT" charset="0"/>
                <a:ea typeface="MS PGothic" charset="-128"/>
                <a:cs typeface="+mn-cs"/>
              </a:rPr>
              <a:t>4.6 </a:t>
            </a:r>
            <a:r>
              <a:rPr kumimoji="0" lang="en-US" altLang="zh-CN" sz="2400" kern="1200" cap="none" spc="0" normalizeH="0" baseline="0" noProof="0" dirty="0">
                <a:solidFill>
                  <a:schemeClr val="accent1">
                    <a:lumMod val="75000"/>
                  </a:schemeClr>
                </a:solidFill>
                <a:latin typeface="Gill Sans MT" charset="0"/>
                <a:ea typeface="MS PGothic" charset="-128"/>
                <a:cs typeface="+mn-cs"/>
              </a:rPr>
              <a:t>16’20”</a:t>
            </a:r>
            <a:endParaRPr kumimoji="0" lang="zh-CN" altLang="en-US" sz="2400" kern="1200" cap="none" spc="0" normalizeH="0" baseline="0" noProof="0" dirty="0">
              <a:solidFill>
                <a:schemeClr val="accent1">
                  <a:lumMod val="75000"/>
                </a:schemeClr>
              </a:solidFill>
              <a:latin typeface="Gill Sans MT" charset="0"/>
              <a:ea typeface="MS PGothic" charset="-128"/>
              <a:cs typeface="+mn-cs"/>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ldLvl="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7521" name="Picture 2" descr="underline_base"/>
          <p:cNvPicPr/>
          <p:nvPr/>
        </p:nvPicPr>
        <p:blipFill>
          <a:blip r:embed="rId2"/>
          <a:stretch>
            <a:fillRect/>
          </a:stretch>
        </p:blipFill>
        <p:spPr>
          <a:xfrm>
            <a:off x="601663" y="1025525"/>
            <a:ext cx="4113212" cy="173038"/>
          </a:xfrm>
          <a:prstGeom prst="rect">
            <a:avLst/>
          </a:prstGeom>
          <a:noFill/>
          <a:ln w="9525">
            <a:noFill/>
          </a:ln>
        </p:spPr>
      </p:pic>
      <p:sp>
        <p:nvSpPr>
          <p:cNvPr id="107522" name="Rectangle 3"/>
          <p:cNvSpPr>
            <a:spLocks noGrp="1"/>
          </p:cNvSpPr>
          <p:nvPr>
            <p:ph sz="half" idx="1"/>
          </p:nvPr>
        </p:nvSpPr>
        <p:spPr>
          <a:xfrm>
            <a:off x="533400" y="1600200"/>
            <a:ext cx="3879850"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4.1 Overview of Network layer</a:t>
            </a:r>
          </a:p>
          <a:p>
            <a:pPr lvl="1">
              <a:buClr>
                <a:srgbClr val="000099"/>
              </a:buClr>
              <a:buSzTx/>
            </a:pPr>
            <a:r>
              <a:rPr lang="en-US" altLang="zh-CN">
                <a:latin typeface="Gill Sans MT"/>
                <a:ea typeface="MS PGothic" charset="0"/>
                <a:cs typeface="Gill Sans MT"/>
              </a:rPr>
              <a:t>data plane</a:t>
            </a:r>
          </a:p>
          <a:p>
            <a:pPr lvl="1">
              <a:buClr>
                <a:srgbClr val="000099"/>
              </a:buClr>
              <a:buSzTx/>
            </a:pPr>
            <a:r>
              <a:rPr lang="en-US" altLang="zh-CN">
                <a:latin typeface="Gill Sans MT"/>
                <a:ea typeface="MS PGothic" charset="0"/>
                <a:cs typeface="Gill Sans MT"/>
              </a:rPr>
              <a:t>control plane</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4.2 What</a:t>
            </a:r>
            <a:r>
              <a:rPr lang="ja-JP" altLang="en-US" sz="2400">
                <a:latin typeface="+mn-lt"/>
                <a:ea typeface="MS PGothic" charset="0"/>
                <a:cs typeface="MS PGothic" charset="0"/>
              </a:rPr>
              <a:t>’</a:t>
            </a:r>
            <a:r>
              <a:rPr lang="en-US" altLang="ja-JP" sz="2400">
                <a:latin typeface="+mn-lt"/>
                <a:ea typeface="MS PGothic" charset="0"/>
                <a:cs typeface="MS PGothic" charset="0"/>
              </a:rPr>
              <a:t>s inside a router</a:t>
            </a:r>
          </a:p>
          <a:p>
            <a:pPr>
              <a:buClr>
                <a:srgbClr val="000099"/>
              </a:buClr>
              <a:buSzPct val="100000"/>
              <a:buFont typeface="Wingdings" panose="05000000000000000000" pitchFamily="2" charset="2"/>
              <a:buNone/>
            </a:pPr>
            <a:r>
              <a:rPr lang="en-US" altLang="zh-CN" sz="2400">
                <a:solidFill>
                  <a:srgbClr val="CC0000"/>
                </a:solidFill>
                <a:latin typeface="+mn-lt"/>
                <a:ea typeface="MS PGothic" charset="0"/>
                <a:cs typeface="MS PGothic" charset="0"/>
              </a:rPr>
              <a:t>4.3 IP: Internet Protocol</a:t>
            </a:r>
          </a:p>
          <a:p>
            <a:pPr lvl="1">
              <a:buClr>
                <a:srgbClr val="000099"/>
              </a:buClr>
              <a:buSzTx/>
            </a:pPr>
            <a:r>
              <a:rPr lang="en-US" altLang="zh-CN">
                <a:latin typeface="Gill Sans MT"/>
                <a:ea typeface="MS PGothic" charset="0"/>
                <a:cs typeface="Gill Sans MT"/>
              </a:rPr>
              <a:t>datagram format</a:t>
            </a:r>
          </a:p>
          <a:p>
            <a:pPr lvl="1">
              <a:buClr>
                <a:srgbClr val="000099"/>
              </a:buClr>
              <a:buSzTx/>
            </a:pPr>
            <a:r>
              <a:rPr lang="en-US" altLang="zh-CN">
                <a:latin typeface="Gill Sans MT"/>
                <a:ea typeface="MS PGothic" charset="0"/>
                <a:cs typeface="Gill Sans MT"/>
              </a:rPr>
              <a:t>fragmentation</a:t>
            </a:r>
          </a:p>
          <a:p>
            <a:pPr lvl="1">
              <a:buClr>
                <a:srgbClr val="000099"/>
              </a:buClr>
              <a:buSzTx/>
            </a:pPr>
            <a:r>
              <a:rPr lang="en-US" altLang="zh-CN">
                <a:latin typeface="Gill Sans MT"/>
                <a:ea typeface="MS PGothic" charset="0"/>
                <a:cs typeface="Gill Sans MT"/>
              </a:rPr>
              <a:t>IPv4 addressing</a:t>
            </a:r>
          </a:p>
          <a:p>
            <a:pPr lvl="1">
              <a:buClr>
                <a:srgbClr val="000099"/>
              </a:buClr>
              <a:buSzTx/>
            </a:pPr>
            <a:r>
              <a:rPr lang="en-US" altLang="zh-CN">
                <a:solidFill>
                  <a:srgbClr val="000000"/>
                </a:solidFill>
                <a:latin typeface="Gill Sans MT"/>
                <a:ea typeface="MS PGothic" charset="0"/>
                <a:cs typeface="Gill Sans MT"/>
              </a:rPr>
              <a:t>network address translation</a:t>
            </a:r>
          </a:p>
          <a:p>
            <a:pPr lvl="1">
              <a:buClr>
                <a:srgbClr val="000099"/>
              </a:buClr>
              <a:buSzTx/>
            </a:pPr>
            <a:r>
              <a:rPr lang="en-US" altLang="zh-CN">
                <a:solidFill>
                  <a:srgbClr val="CC0000"/>
                </a:solidFill>
                <a:latin typeface="Gill Sans MT"/>
                <a:ea typeface="MS PGothic" charset="0"/>
                <a:cs typeface="Gill Sans MT"/>
              </a:rPr>
              <a:t>IPv6</a:t>
            </a:r>
          </a:p>
        </p:txBody>
      </p:sp>
      <p:sp>
        <p:nvSpPr>
          <p:cNvPr id="107523" name="Rectangle 4"/>
          <p:cNvSpPr>
            <a:spLocks noGrp="1"/>
          </p:cNvSpPr>
          <p:nvPr>
            <p:ph sz="half" idx="2"/>
          </p:nvPr>
        </p:nvSpPr>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4.4 Generalized Forward and SDN</a:t>
            </a:r>
          </a:p>
          <a:p>
            <a:pPr lvl="1">
              <a:buClr>
                <a:srgbClr val="000099"/>
              </a:buClr>
              <a:buSzTx/>
            </a:pPr>
            <a:r>
              <a:rPr lang="en-US" altLang="zh-CN">
                <a:latin typeface="Gill Sans MT"/>
                <a:ea typeface="MS PGothic" charset="0"/>
                <a:cs typeface="Gill Sans MT"/>
              </a:rPr>
              <a:t>match</a:t>
            </a:r>
          </a:p>
          <a:p>
            <a:pPr lvl="1">
              <a:buClr>
                <a:srgbClr val="000099"/>
              </a:buClr>
              <a:buSzTx/>
            </a:pPr>
            <a:r>
              <a:rPr lang="en-US" altLang="zh-CN">
                <a:latin typeface="Gill Sans MT"/>
                <a:ea typeface="MS PGothic" charset="0"/>
                <a:cs typeface="Gill Sans MT"/>
              </a:rPr>
              <a:t>action</a:t>
            </a:r>
          </a:p>
          <a:p>
            <a:pPr lvl="1">
              <a:buClr>
                <a:srgbClr val="000099"/>
              </a:buClr>
              <a:buSzTx/>
            </a:pPr>
            <a:r>
              <a:rPr lang="en-US" altLang="zh-CN">
                <a:latin typeface="Gill Sans MT"/>
                <a:ea typeface="MS PGothic" charset="0"/>
                <a:cs typeface="Gill Sans MT"/>
              </a:rPr>
              <a:t>OpenFlow  examples of match-plus-action in action</a:t>
            </a:r>
          </a:p>
          <a:p>
            <a:pPr>
              <a:buClr>
                <a:srgbClr val="000099"/>
              </a:buClr>
              <a:buSzPct val="100000"/>
            </a:pPr>
            <a:endParaRPr lang="en-US" altLang="zh-CN" sz="2400">
              <a:latin typeface="+mn-lt"/>
              <a:ea typeface="MS PGothic" charset="0"/>
              <a:cs typeface="MS PGothic" charset="0"/>
            </a:endParaRPr>
          </a:p>
        </p:txBody>
      </p:sp>
      <p:sp>
        <p:nvSpPr>
          <p:cNvPr id="107524" name="Rectangle 2"/>
          <p:cNvSpPr/>
          <p:nvPr/>
        </p:nvSpPr>
        <p:spPr>
          <a:xfrm>
            <a:off x="533400" y="228600"/>
            <a:ext cx="7772400"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Chapter 4: outline</a:t>
            </a:r>
          </a:p>
        </p:txBody>
      </p:sp>
      <p:sp>
        <p:nvSpPr>
          <p:cNvPr id="107525"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118</a:t>
            </a:fld>
            <a:endParaRPr lang="en-US" altLang="zh-CN" sz="1200">
              <a:latin typeface="Tahoma" panose="020B0604030504040204" charset="0"/>
            </a:endParaRPr>
          </a:p>
        </p:txBody>
      </p:sp>
      <p:sp>
        <p:nvSpPr>
          <p:cNvPr id="107526"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8" name="Rectangle 2"/>
          <p:cNvSpPr>
            <a:spLocks noGrp="1" noChangeArrowheads="1"/>
          </p:cNvSpPr>
          <p:nvPr>
            <p:ph type="title"/>
          </p:nvPr>
        </p:nvSpPr>
        <p:spPr>
          <a:xfrm>
            <a:off x="685800" y="422275"/>
            <a:ext cx="7772400" cy="8382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IPv6: motivation</a:t>
            </a:r>
          </a:p>
        </p:txBody>
      </p:sp>
      <p:sp>
        <p:nvSpPr>
          <p:cNvPr id="108546" name="Rectangle 3"/>
          <p:cNvSpPr>
            <a:spLocks noGrp="1" noChangeArrowheads="1"/>
          </p:cNvSpPr>
          <p:nvPr>
            <p:ph idx="1"/>
          </p:nvPr>
        </p:nvSpPr>
        <p:spPr>
          <a:xfrm>
            <a:off x="511175" y="1401763"/>
            <a:ext cx="8205788" cy="4027488"/>
          </a:xfrm>
        </p:spPr>
        <p:txBody>
          <a:bodyPr vert="horz" wrap="square" lIns="91440" tIns="45720" rIns="91440" bIns="45720" numCol="1" anchor="t" anchorCtr="0" compatLnSpc="1"/>
          <a:lstStyle/>
          <a:p>
            <a:r>
              <a:rPr lang="en-US" altLang="zh-CN" i="1">
                <a:solidFill>
                  <a:srgbClr val="CC0000"/>
                </a:solidFill>
              </a:rPr>
              <a:t>initial motivation:</a:t>
            </a:r>
            <a:r>
              <a:rPr lang="en-US" altLang="zh-CN" i="1"/>
              <a:t> </a:t>
            </a:r>
            <a:r>
              <a:rPr lang="en-US" altLang="zh-CN"/>
              <a:t>32-bit address space soon to be completely allocated.  </a:t>
            </a:r>
          </a:p>
          <a:p>
            <a:r>
              <a:rPr lang="en-US" altLang="zh-CN"/>
              <a:t>additional motivation:</a:t>
            </a:r>
          </a:p>
          <a:p>
            <a:pPr lvl="1"/>
            <a:r>
              <a:rPr lang="en-US" altLang="zh-CN"/>
              <a:t>header format helps </a:t>
            </a:r>
            <a:r>
              <a:rPr lang="en-US" altLang="zh-CN">
                <a:solidFill>
                  <a:srgbClr val="009973"/>
                </a:solidFill>
              </a:rPr>
              <a:t>speed</a:t>
            </a:r>
            <a:r>
              <a:rPr lang="en-US" altLang="zh-CN"/>
              <a:t> processing/forwarding</a:t>
            </a:r>
          </a:p>
          <a:p>
            <a:pPr lvl="1"/>
            <a:r>
              <a:rPr lang="en-US" altLang="zh-CN"/>
              <a:t>header changes to </a:t>
            </a:r>
            <a:r>
              <a:rPr lang="en-US" altLang="zh-CN">
                <a:solidFill>
                  <a:srgbClr val="009973"/>
                </a:solidFill>
              </a:rPr>
              <a:t>facilitate</a:t>
            </a:r>
            <a:r>
              <a:rPr lang="en-US" altLang="zh-CN"/>
              <a:t> QoS </a:t>
            </a:r>
          </a:p>
          <a:p>
            <a:pPr lvl="1"/>
            <a:endParaRPr lang="en-US" altLang="zh-CN"/>
          </a:p>
          <a:p>
            <a:pPr>
              <a:buNone/>
            </a:pPr>
            <a:r>
              <a:rPr lang="en-US" altLang="zh-CN" i="1">
                <a:solidFill>
                  <a:srgbClr val="CC0000"/>
                </a:solidFill>
              </a:rPr>
              <a:t>IPv6 datagram format: </a:t>
            </a:r>
          </a:p>
          <a:p>
            <a:pPr lvl="1"/>
            <a:r>
              <a:rPr lang="en-US" altLang="zh-CN">
                <a:solidFill>
                  <a:srgbClr val="009973"/>
                </a:solidFill>
              </a:rPr>
              <a:t>fixed</a:t>
            </a:r>
            <a:r>
              <a:rPr lang="en-US" altLang="zh-CN"/>
              <a:t>-length 40 byte header</a:t>
            </a:r>
          </a:p>
          <a:p>
            <a:pPr lvl="1"/>
            <a:r>
              <a:rPr lang="en-US" altLang="zh-CN">
                <a:solidFill>
                  <a:srgbClr val="009973"/>
                </a:solidFill>
              </a:rPr>
              <a:t>no fragmentation</a:t>
            </a:r>
            <a:r>
              <a:rPr lang="en-US" altLang="zh-CN"/>
              <a:t> allowed</a:t>
            </a:r>
            <a:endParaRPr lang="en-US" altLang="zh-CN" i="1"/>
          </a:p>
        </p:txBody>
      </p:sp>
      <p:pic>
        <p:nvPicPr>
          <p:cNvPr id="108547" name="Picture 4" descr="underline_base"/>
          <p:cNvPicPr/>
          <p:nvPr/>
        </p:nvPicPr>
        <p:blipFill>
          <a:blip r:embed="rId2"/>
          <a:stretch>
            <a:fillRect/>
          </a:stretch>
        </p:blipFill>
        <p:spPr>
          <a:xfrm>
            <a:off x="811213" y="1055688"/>
            <a:ext cx="3656012" cy="173037"/>
          </a:xfrm>
          <a:prstGeom prst="rect">
            <a:avLst/>
          </a:prstGeom>
          <a:noFill/>
          <a:ln w="9525">
            <a:noFill/>
          </a:ln>
        </p:spPr>
      </p:pic>
      <p:sp>
        <p:nvSpPr>
          <p:cNvPr id="10854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119</a:t>
            </a:fld>
            <a:endParaRPr lang="en-US" altLang="zh-CN" sz="1200">
              <a:latin typeface="Tahoma" panose="020B0604030504040204" charset="0"/>
            </a:endParaRPr>
          </a:p>
        </p:txBody>
      </p:sp>
      <p:sp>
        <p:nvSpPr>
          <p:cNvPr id="10854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9569" name="Picture 82" descr="underline_base"/>
          <p:cNvPicPr/>
          <p:nvPr/>
        </p:nvPicPr>
        <p:blipFill>
          <a:blip r:embed="rId2"/>
          <a:stretch>
            <a:fillRect/>
          </a:stretch>
        </p:blipFill>
        <p:spPr>
          <a:xfrm>
            <a:off x="608013" y="871538"/>
            <a:ext cx="5027612" cy="173037"/>
          </a:xfrm>
          <a:prstGeom prst="rect">
            <a:avLst/>
          </a:prstGeom>
          <a:noFill/>
          <a:ln w="9525">
            <a:noFill/>
          </a:ln>
        </p:spPr>
      </p:pic>
      <p:sp>
        <p:nvSpPr>
          <p:cNvPr id="109570" name="Rectangle 80"/>
          <p:cNvSpPr/>
          <p:nvPr/>
        </p:nvSpPr>
        <p:spPr>
          <a:xfrm>
            <a:off x="2216150" y="3263900"/>
            <a:ext cx="4748213" cy="2817813"/>
          </a:xfrm>
          <a:prstGeom prst="rect">
            <a:avLst/>
          </a:prstGeom>
          <a:solidFill>
            <a:srgbClr val="000099"/>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68614" name="Rectangle 2"/>
          <p:cNvSpPr>
            <a:spLocks noGrp="1" noChangeArrowheads="1"/>
          </p:cNvSpPr>
          <p:nvPr>
            <p:ph type="title"/>
          </p:nvPr>
        </p:nvSpPr>
        <p:spPr>
          <a:xfrm>
            <a:off x="533400" y="185738"/>
            <a:ext cx="7772400" cy="90805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IPv6 datagram format</a:t>
            </a:r>
          </a:p>
        </p:txBody>
      </p:sp>
      <p:sp>
        <p:nvSpPr>
          <p:cNvPr id="109572" name="Rectangle 4"/>
          <p:cNvSpPr/>
          <p:nvPr/>
        </p:nvSpPr>
        <p:spPr>
          <a:xfrm>
            <a:off x="479425" y="1306513"/>
            <a:ext cx="7413625" cy="1800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i="1">
                <a:solidFill>
                  <a:srgbClr val="CC0000"/>
                </a:solidFill>
              </a:rPr>
              <a:t>priority:</a:t>
            </a:r>
            <a:r>
              <a:rPr lang="en-US" altLang="zh-CN"/>
              <a:t>  identify priority among datagrams in flow</a:t>
            </a:r>
          </a:p>
          <a:p>
            <a:pPr marL="0" lvl="0" indent="0">
              <a:lnSpc>
                <a:spcPct val="100000"/>
              </a:lnSpc>
              <a:spcBef>
                <a:spcPct val="0"/>
              </a:spcBef>
              <a:buClrTx/>
              <a:buSzTx/>
              <a:buFontTx/>
              <a:buNone/>
            </a:pPr>
            <a:r>
              <a:rPr lang="en-US" altLang="zh-CN" i="1">
                <a:solidFill>
                  <a:srgbClr val="CC0000"/>
                </a:solidFill>
              </a:rPr>
              <a:t>flow Label:</a:t>
            </a:r>
            <a:r>
              <a:rPr lang="en-US" altLang="zh-CN"/>
              <a:t> identify datagrams in same </a:t>
            </a:r>
            <a:r>
              <a:rPr lang="ja-JP" altLang="en-US"/>
              <a:t>“</a:t>
            </a:r>
            <a:r>
              <a:rPr lang="en-US" altLang="ja-JP"/>
              <a:t>flow.</a:t>
            </a:r>
            <a:r>
              <a:rPr lang="ja-JP" altLang="en-US"/>
              <a:t>”</a:t>
            </a:r>
            <a:r>
              <a:rPr lang="en-US" altLang="ja-JP"/>
              <a:t> </a:t>
            </a:r>
          </a:p>
          <a:p>
            <a:pPr marL="0" lvl="0" indent="0">
              <a:lnSpc>
                <a:spcPct val="100000"/>
              </a:lnSpc>
              <a:spcBef>
                <a:spcPct val="0"/>
              </a:spcBef>
              <a:buClrTx/>
              <a:buSzTx/>
              <a:buFontTx/>
              <a:buNone/>
            </a:pPr>
            <a:r>
              <a:rPr lang="en-US" altLang="zh-CN"/>
              <a:t>                    (concept of</a:t>
            </a:r>
            <a:r>
              <a:rPr lang="ja-JP" altLang="en-US"/>
              <a:t>“</a:t>
            </a:r>
            <a:r>
              <a:rPr lang="en-US" altLang="ja-JP"/>
              <a:t>flow</a:t>
            </a:r>
            <a:r>
              <a:rPr lang="ja-JP" altLang="en-US"/>
              <a:t>”</a:t>
            </a:r>
            <a:r>
              <a:rPr lang="en-US" altLang="ja-JP"/>
              <a:t> not well defined).</a:t>
            </a:r>
          </a:p>
          <a:p>
            <a:pPr marL="0" lvl="0" indent="0">
              <a:lnSpc>
                <a:spcPct val="100000"/>
              </a:lnSpc>
              <a:spcBef>
                <a:spcPct val="0"/>
              </a:spcBef>
              <a:buClrTx/>
              <a:buSzTx/>
              <a:buFontTx/>
              <a:buNone/>
            </a:pPr>
            <a:r>
              <a:rPr lang="en-US" altLang="zh-CN" i="1">
                <a:solidFill>
                  <a:srgbClr val="CC0000"/>
                </a:solidFill>
              </a:rPr>
              <a:t>next header:</a:t>
            </a:r>
            <a:r>
              <a:rPr lang="en-US" altLang="zh-CN"/>
              <a:t> identify upper layer protocol for data</a:t>
            </a:r>
            <a:r>
              <a:rPr lang="en-US" altLang="zh-CN" sz="2400">
                <a:latin typeface="Comic Sans MS" panose="030F0902030302020204" charset="0"/>
              </a:rPr>
              <a:t> </a:t>
            </a:r>
          </a:p>
        </p:txBody>
      </p:sp>
      <p:sp>
        <p:nvSpPr>
          <p:cNvPr id="109573" name="Rectangle 56"/>
          <p:cNvSpPr/>
          <p:nvPr/>
        </p:nvSpPr>
        <p:spPr>
          <a:xfrm>
            <a:off x="2141538" y="3344863"/>
            <a:ext cx="4748212" cy="2817812"/>
          </a:xfrm>
          <a:prstGeom prst="rect">
            <a:avLst/>
          </a:prstGeom>
          <a:solidFill>
            <a:schemeClr val="bg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09574" name="Line 60"/>
          <p:cNvSpPr/>
          <p:nvPr/>
        </p:nvSpPr>
        <p:spPr>
          <a:xfrm>
            <a:off x="2143125" y="3654425"/>
            <a:ext cx="4727575" cy="0"/>
          </a:xfrm>
          <a:prstGeom prst="line">
            <a:avLst/>
          </a:prstGeom>
          <a:ln w="19050" cap="flat" cmpd="sng">
            <a:solidFill>
              <a:schemeClr val="tx1"/>
            </a:solidFill>
            <a:prstDash val="solid"/>
            <a:headEnd type="none" w="med" len="med"/>
            <a:tailEnd type="none" w="med" len="med"/>
          </a:ln>
        </p:spPr>
      </p:sp>
      <p:sp>
        <p:nvSpPr>
          <p:cNvPr id="109575" name="Line 61"/>
          <p:cNvSpPr/>
          <p:nvPr/>
        </p:nvSpPr>
        <p:spPr>
          <a:xfrm>
            <a:off x="2794000" y="3354388"/>
            <a:ext cx="0" cy="293687"/>
          </a:xfrm>
          <a:prstGeom prst="line">
            <a:avLst/>
          </a:prstGeom>
          <a:ln w="19050" cap="flat" cmpd="sng">
            <a:solidFill>
              <a:schemeClr val="tx1"/>
            </a:solidFill>
            <a:prstDash val="solid"/>
            <a:headEnd type="none" w="med" len="med"/>
            <a:tailEnd type="none" w="med" len="med"/>
          </a:ln>
        </p:spPr>
      </p:sp>
      <p:sp>
        <p:nvSpPr>
          <p:cNvPr id="109576" name="Line 63"/>
          <p:cNvSpPr/>
          <p:nvPr/>
        </p:nvSpPr>
        <p:spPr>
          <a:xfrm>
            <a:off x="3482975" y="3351213"/>
            <a:ext cx="0" cy="293687"/>
          </a:xfrm>
          <a:prstGeom prst="line">
            <a:avLst/>
          </a:prstGeom>
          <a:ln w="19050" cap="flat" cmpd="sng">
            <a:solidFill>
              <a:schemeClr val="tx1"/>
            </a:solidFill>
            <a:prstDash val="solid"/>
            <a:headEnd type="none" w="med" len="med"/>
            <a:tailEnd type="none" w="med" len="med"/>
          </a:ln>
        </p:spPr>
      </p:sp>
      <p:sp>
        <p:nvSpPr>
          <p:cNvPr id="109577" name="Line 64"/>
          <p:cNvSpPr/>
          <p:nvPr/>
        </p:nvSpPr>
        <p:spPr>
          <a:xfrm>
            <a:off x="4410075" y="3649663"/>
            <a:ext cx="0" cy="293687"/>
          </a:xfrm>
          <a:prstGeom prst="line">
            <a:avLst/>
          </a:prstGeom>
          <a:ln w="19050" cap="flat" cmpd="sng">
            <a:solidFill>
              <a:schemeClr val="tx1"/>
            </a:solidFill>
            <a:prstDash val="solid"/>
            <a:headEnd type="none" w="med" len="med"/>
            <a:tailEnd type="none" w="med" len="med"/>
          </a:ln>
        </p:spPr>
      </p:sp>
      <p:sp>
        <p:nvSpPr>
          <p:cNvPr id="109578" name="Line 65"/>
          <p:cNvSpPr/>
          <p:nvPr/>
        </p:nvSpPr>
        <p:spPr>
          <a:xfrm>
            <a:off x="5556250" y="3652838"/>
            <a:ext cx="0" cy="293687"/>
          </a:xfrm>
          <a:prstGeom prst="line">
            <a:avLst/>
          </a:prstGeom>
          <a:ln w="19050" cap="flat" cmpd="sng">
            <a:solidFill>
              <a:schemeClr val="tx1"/>
            </a:solidFill>
            <a:prstDash val="solid"/>
            <a:headEnd type="none" w="med" len="med"/>
            <a:tailEnd type="none" w="med" len="med"/>
          </a:ln>
        </p:spPr>
      </p:sp>
      <p:sp>
        <p:nvSpPr>
          <p:cNvPr id="109579" name="Line 66"/>
          <p:cNvSpPr/>
          <p:nvPr/>
        </p:nvSpPr>
        <p:spPr>
          <a:xfrm>
            <a:off x="2130425" y="5175250"/>
            <a:ext cx="4760913" cy="0"/>
          </a:xfrm>
          <a:prstGeom prst="line">
            <a:avLst/>
          </a:prstGeom>
          <a:ln w="19050" cap="flat" cmpd="sng">
            <a:solidFill>
              <a:schemeClr val="tx1"/>
            </a:solidFill>
            <a:prstDash val="solid"/>
            <a:headEnd type="none" w="med" len="med"/>
            <a:tailEnd type="none" w="med" len="med"/>
          </a:ln>
        </p:spPr>
      </p:sp>
      <p:sp>
        <p:nvSpPr>
          <p:cNvPr id="109580" name="Line 67"/>
          <p:cNvSpPr/>
          <p:nvPr/>
        </p:nvSpPr>
        <p:spPr>
          <a:xfrm>
            <a:off x="2147888" y="4535488"/>
            <a:ext cx="4760912" cy="0"/>
          </a:xfrm>
          <a:prstGeom prst="line">
            <a:avLst/>
          </a:prstGeom>
          <a:ln w="19050" cap="flat" cmpd="sng">
            <a:solidFill>
              <a:schemeClr val="tx1"/>
            </a:solidFill>
            <a:prstDash val="solid"/>
            <a:headEnd type="none" w="med" len="med"/>
            <a:tailEnd type="none" w="med" len="med"/>
          </a:ln>
        </p:spPr>
      </p:sp>
      <p:sp>
        <p:nvSpPr>
          <p:cNvPr id="109581" name="Line 68"/>
          <p:cNvSpPr/>
          <p:nvPr/>
        </p:nvSpPr>
        <p:spPr>
          <a:xfrm>
            <a:off x="2133600" y="3952875"/>
            <a:ext cx="4760913" cy="0"/>
          </a:xfrm>
          <a:prstGeom prst="line">
            <a:avLst/>
          </a:prstGeom>
          <a:ln w="19050" cap="flat" cmpd="sng">
            <a:solidFill>
              <a:schemeClr val="tx1"/>
            </a:solidFill>
            <a:prstDash val="solid"/>
            <a:headEnd type="none" w="med" len="med"/>
            <a:tailEnd type="none" w="med" len="med"/>
          </a:ln>
        </p:spPr>
      </p:sp>
      <p:sp>
        <p:nvSpPr>
          <p:cNvPr id="109582" name="Text Box 69"/>
          <p:cNvSpPr txBox="1"/>
          <p:nvPr/>
        </p:nvSpPr>
        <p:spPr>
          <a:xfrm>
            <a:off x="4046538" y="5440363"/>
            <a:ext cx="6286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data</a:t>
            </a:r>
          </a:p>
        </p:txBody>
      </p:sp>
      <p:sp>
        <p:nvSpPr>
          <p:cNvPr id="109583" name="Text Box 70"/>
          <p:cNvSpPr txBox="1"/>
          <p:nvPr/>
        </p:nvSpPr>
        <p:spPr>
          <a:xfrm>
            <a:off x="3378200" y="4578350"/>
            <a:ext cx="2165350" cy="558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800">
                <a:latin typeface="Arial" panose="020B0604020202090204" pitchFamily="34" charset="0"/>
              </a:rPr>
              <a:t>destination address</a:t>
            </a:r>
          </a:p>
          <a:p>
            <a:pPr marL="0" lvl="0" indent="0" algn="ctr">
              <a:spcBef>
                <a:spcPct val="0"/>
              </a:spcBef>
              <a:buClrTx/>
              <a:buSzTx/>
              <a:buFontTx/>
              <a:buNone/>
            </a:pPr>
            <a:r>
              <a:rPr lang="en-US" altLang="zh-CN" sz="1800">
                <a:latin typeface="Arial" panose="020B0604020202090204" pitchFamily="34" charset="0"/>
              </a:rPr>
              <a:t>(128 bits)</a:t>
            </a:r>
          </a:p>
        </p:txBody>
      </p:sp>
      <p:sp>
        <p:nvSpPr>
          <p:cNvPr id="109584" name="Text Box 71"/>
          <p:cNvSpPr txBox="1"/>
          <p:nvPr/>
        </p:nvSpPr>
        <p:spPr>
          <a:xfrm>
            <a:off x="3543300" y="3971925"/>
            <a:ext cx="1746250" cy="558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800">
                <a:latin typeface="Arial" panose="020B0604020202090204" pitchFamily="34" charset="0"/>
              </a:rPr>
              <a:t>source address</a:t>
            </a:r>
          </a:p>
          <a:p>
            <a:pPr marL="0" lvl="0" indent="0" algn="ctr">
              <a:spcBef>
                <a:spcPct val="0"/>
              </a:spcBef>
              <a:buClrTx/>
              <a:buSzTx/>
              <a:buFontTx/>
              <a:buNone/>
            </a:pPr>
            <a:r>
              <a:rPr lang="en-US" altLang="zh-CN" sz="1800">
                <a:latin typeface="Arial" panose="020B0604020202090204" pitchFamily="34" charset="0"/>
              </a:rPr>
              <a:t>(128 bits)</a:t>
            </a:r>
          </a:p>
        </p:txBody>
      </p:sp>
      <p:sp>
        <p:nvSpPr>
          <p:cNvPr id="109585" name="Text Box 72"/>
          <p:cNvSpPr txBox="1"/>
          <p:nvPr/>
        </p:nvSpPr>
        <p:spPr>
          <a:xfrm>
            <a:off x="2627313" y="3619500"/>
            <a:ext cx="13525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payload len</a:t>
            </a:r>
          </a:p>
        </p:txBody>
      </p:sp>
      <p:sp>
        <p:nvSpPr>
          <p:cNvPr id="109586" name="Text Box 73"/>
          <p:cNvSpPr txBox="1"/>
          <p:nvPr/>
        </p:nvSpPr>
        <p:spPr>
          <a:xfrm>
            <a:off x="4408488" y="3627438"/>
            <a:ext cx="10096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next hdr</a:t>
            </a:r>
          </a:p>
        </p:txBody>
      </p:sp>
      <p:sp>
        <p:nvSpPr>
          <p:cNvPr id="109587" name="Text Box 74"/>
          <p:cNvSpPr txBox="1"/>
          <p:nvPr/>
        </p:nvSpPr>
        <p:spPr>
          <a:xfrm>
            <a:off x="5664200" y="3613150"/>
            <a:ext cx="10350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hop limit</a:t>
            </a:r>
          </a:p>
        </p:txBody>
      </p:sp>
      <p:sp>
        <p:nvSpPr>
          <p:cNvPr id="109588" name="Text Box 75"/>
          <p:cNvSpPr txBox="1"/>
          <p:nvPr/>
        </p:nvSpPr>
        <p:spPr>
          <a:xfrm>
            <a:off x="4533900" y="3319463"/>
            <a:ext cx="11366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flow label</a:t>
            </a:r>
          </a:p>
        </p:txBody>
      </p:sp>
      <p:sp>
        <p:nvSpPr>
          <p:cNvPr id="109589" name="Text Box 76"/>
          <p:cNvSpPr txBox="1"/>
          <p:nvPr/>
        </p:nvSpPr>
        <p:spPr>
          <a:xfrm>
            <a:off x="2913063" y="3305175"/>
            <a:ext cx="4381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pri</a:t>
            </a:r>
          </a:p>
        </p:txBody>
      </p:sp>
      <p:sp>
        <p:nvSpPr>
          <p:cNvPr id="109590" name="Text Box 77"/>
          <p:cNvSpPr txBox="1"/>
          <p:nvPr/>
        </p:nvSpPr>
        <p:spPr>
          <a:xfrm>
            <a:off x="2206625" y="3313113"/>
            <a:ext cx="5016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ver</a:t>
            </a:r>
          </a:p>
        </p:txBody>
      </p:sp>
      <p:sp>
        <p:nvSpPr>
          <p:cNvPr id="109591" name="Line 79"/>
          <p:cNvSpPr/>
          <p:nvPr/>
        </p:nvSpPr>
        <p:spPr>
          <a:xfrm>
            <a:off x="2119313" y="6400800"/>
            <a:ext cx="4816475" cy="0"/>
          </a:xfrm>
          <a:prstGeom prst="line">
            <a:avLst/>
          </a:prstGeom>
          <a:ln w="9525" cap="flat" cmpd="sng">
            <a:solidFill>
              <a:schemeClr val="tx1"/>
            </a:solidFill>
            <a:prstDash val="solid"/>
            <a:headEnd type="triangle" w="med" len="med"/>
            <a:tailEnd type="triangle" w="med" len="med"/>
          </a:ln>
        </p:spPr>
      </p:sp>
      <p:sp>
        <p:nvSpPr>
          <p:cNvPr id="109592" name="Text Box 78"/>
          <p:cNvSpPr txBox="1"/>
          <p:nvPr/>
        </p:nvSpPr>
        <p:spPr>
          <a:xfrm>
            <a:off x="3978275" y="6210300"/>
            <a:ext cx="857250" cy="366713"/>
          </a:xfrm>
          <a:prstGeom prst="rect">
            <a:avLst/>
          </a:prstGeom>
          <a:solidFill>
            <a:schemeClr val="bg1"/>
          </a:solid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32 bits</a:t>
            </a:r>
          </a:p>
        </p:txBody>
      </p:sp>
      <p:sp>
        <p:nvSpPr>
          <p:cNvPr id="109593"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120</a:t>
            </a:fld>
            <a:endParaRPr lang="en-US" altLang="zh-CN" sz="1200">
              <a:latin typeface="Tahoma" panose="020B0604030504040204" charset="0"/>
            </a:endParaRPr>
          </a:p>
        </p:txBody>
      </p:sp>
      <p:sp>
        <p:nvSpPr>
          <p:cNvPr id="109594"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3" name="Picture 4" descr="underline_base"/>
          <p:cNvPicPr/>
          <p:nvPr/>
        </p:nvPicPr>
        <p:blipFill>
          <a:blip r:embed="rId2"/>
          <a:stretch>
            <a:fillRect/>
          </a:stretch>
        </p:blipFill>
        <p:spPr>
          <a:xfrm>
            <a:off x="636588" y="1042988"/>
            <a:ext cx="6399212" cy="173037"/>
          </a:xfrm>
          <a:prstGeom prst="rect">
            <a:avLst/>
          </a:prstGeom>
          <a:noFill/>
          <a:ln w="9525">
            <a:noFill/>
          </a:ln>
        </p:spPr>
      </p:pic>
      <p:sp>
        <p:nvSpPr>
          <p:cNvPr id="69637" name="Rectangle 2"/>
          <p:cNvSpPr>
            <a:spLocks noGrp="1" noChangeArrowheads="1"/>
          </p:cNvSpPr>
          <p:nvPr>
            <p:ph type="title"/>
          </p:nvPr>
        </p:nvSpPr>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Other changes from IPv4</a:t>
            </a:r>
          </a:p>
        </p:txBody>
      </p:sp>
      <p:sp>
        <p:nvSpPr>
          <p:cNvPr id="110595" name="Rectangle 3"/>
          <p:cNvSpPr>
            <a:spLocks noGrp="1" noChangeArrowheads="1"/>
          </p:cNvSpPr>
          <p:nvPr>
            <p:ph idx="1"/>
          </p:nvPr>
        </p:nvSpPr>
        <p:spPr>
          <a:xfrm>
            <a:off x="533400" y="1600200"/>
            <a:ext cx="8145145" cy="4648200"/>
          </a:xfrm>
        </p:spPr>
        <p:txBody>
          <a:bodyPr vert="horz" wrap="square" lIns="91440" tIns="45720" rIns="91440" bIns="45720" numCol="1" anchor="t" anchorCtr="0" compatLnSpc="1"/>
          <a:lstStyle/>
          <a:p>
            <a:pPr>
              <a:spcBef>
                <a:spcPts val="1575"/>
              </a:spcBef>
            </a:pPr>
            <a:r>
              <a:rPr lang="en-US" altLang="zh-CN" i="1">
                <a:solidFill>
                  <a:srgbClr val="CC0000"/>
                </a:solidFill>
              </a:rPr>
              <a:t>checksum</a:t>
            </a:r>
            <a:r>
              <a:rPr lang="en-US" altLang="zh-CN">
                <a:solidFill>
                  <a:srgbClr val="CC0000"/>
                </a:solidFill>
              </a:rPr>
              <a:t>:</a:t>
            </a:r>
            <a:r>
              <a:rPr lang="en-US" altLang="zh-CN" i="1"/>
              <a:t> </a:t>
            </a:r>
            <a:r>
              <a:rPr lang="en-US" altLang="zh-CN"/>
              <a:t>removed entirely to </a:t>
            </a:r>
            <a:r>
              <a:rPr lang="en-US" altLang="zh-CN">
                <a:solidFill>
                  <a:srgbClr val="009973"/>
                </a:solidFill>
              </a:rPr>
              <a:t>reduce processing time </a:t>
            </a:r>
            <a:r>
              <a:rPr lang="en-US" altLang="zh-CN"/>
              <a:t>at each hop</a:t>
            </a:r>
          </a:p>
          <a:p>
            <a:pPr>
              <a:spcBef>
                <a:spcPts val="1575"/>
              </a:spcBef>
            </a:pPr>
            <a:r>
              <a:rPr lang="en-US" altLang="zh-CN" i="1">
                <a:solidFill>
                  <a:srgbClr val="CC0000"/>
                </a:solidFill>
              </a:rPr>
              <a:t>options:</a:t>
            </a:r>
            <a:r>
              <a:rPr lang="en-US" altLang="zh-CN"/>
              <a:t> allowed, but outside of header, indicated by </a:t>
            </a:r>
            <a:r>
              <a:rPr lang="ja-JP" altLang="en-US"/>
              <a:t>“</a:t>
            </a:r>
            <a:r>
              <a:rPr lang="en-US" altLang="ja-JP"/>
              <a:t>Next Header</a:t>
            </a:r>
            <a:r>
              <a:rPr lang="ja-JP" altLang="en-US"/>
              <a:t>”</a:t>
            </a:r>
            <a:r>
              <a:rPr lang="en-US" altLang="ja-JP"/>
              <a:t> field</a:t>
            </a:r>
          </a:p>
          <a:p>
            <a:pPr>
              <a:spcBef>
                <a:spcPts val="1575"/>
              </a:spcBef>
            </a:pPr>
            <a:r>
              <a:rPr lang="en-US" altLang="zh-CN" i="1">
                <a:solidFill>
                  <a:srgbClr val="CC0000"/>
                </a:solidFill>
              </a:rPr>
              <a:t>ICMPv6:</a:t>
            </a:r>
            <a:r>
              <a:rPr lang="en-US" altLang="zh-CN"/>
              <a:t> new version of ICMP</a:t>
            </a:r>
          </a:p>
          <a:p>
            <a:pPr lvl="1"/>
            <a:r>
              <a:rPr lang="en-US" altLang="zh-CN"/>
              <a:t>additional message types, e.g. </a:t>
            </a:r>
            <a:r>
              <a:rPr lang="ja-JP" altLang="en-US"/>
              <a:t>“</a:t>
            </a:r>
            <a:r>
              <a:rPr lang="en-US" altLang="ja-JP"/>
              <a:t>Packet Too Big</a:t>
            </a:r>
            <a:r>
              <a:rPr lang="ja-JP" altLang="en-US"/>
              <a:t>”</a:t>
            </a:r>
            <a:endParaRPr lang="en-US" altLang="ja-JP"/>
          </a:p>
          <a:p>
            <a:pPr lvl="1"/>
            <a:r>
              <a:rPr lang="en-US" altLang="zh-CN"/>
              <a:t>multicast group management functions</a:t>
            </a:r>
          </a:p>
        </p:txBody>
      </p:sp>
      <p:sp>
        <p:nvSpPr>
          <p:cNvPr id="110596"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121</a:t>
            </a:fld>
            <a:endParaRPr lang="en-US" altLang="zh-CN" sz="1200">
              <a:latin typeface="Tahoma" panose="020B0604030504040204" charset="0"/>
            </a:endParaRPr>
          </a:p>
        </p:txBody>
      </p:sp>
      <p:sp>
        <p:nvSpPr>
          <p:cNvPr id="110597"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5" name="文本框 4"/>
          <p:cNvSpPr txBox="1"/>
          <p:nvPr/>
        </p:nvSpPr>
        <p:spPr>
          <a:xfrm>
            <a:off x="1240155" y="5257800"/>
            <a:ext cx="6652895" cy="460375"/>
          </a:xfrm>
          <a:prstGeom prst="rect">
            <a:avLst/>
          </a:prstGeom>
          <a:noFill/>
        </p:spPr>
        <p:txBody>
          <a:bodyPr wrap="square">
            <a:spAutoFit/>
          </a:bodyPr>
          <a:lstStyle/>
          <a:p>
            <a:pPr>
              <a:buNone/>
            </a:pPr>
            <a:r>
              <a:rPr lang="en-US" altLang="zh-CN" sz="2400">
                <a:latin typeface="Gill Sans MT" charset="0"/>
              </a:rPr>
              <a:t>IPv6</a:t>
            </a:r>
            <a:r>
              <a:rPr lang="zh-CN" altLang="en-US" sz="2400">
                <a:latin typeface="Gill Sans MT" charset="0"/>
              </a:rPr>
              <a:t>地址表达形式：</a:t>
            </a:r>
            <a:r>
              <a:rPr lang="en-US" altLang="zh-CN" sz="2400">
                <a:latin typeface="Gill Sans MT" charset="0"/>
              </a:rPr>
              <a:t>MOOC</a:t>
            </a:r>
            <a:r>
              <a:rPr lang="zh-CN" altLang="en-US" sz="2400">
                <a:latin typeface="Gill Sans MT" charset="0"/>
              </a:rPr>
              <a:t> </a:t>
            </a:r>
            <a:r>
              <a:rPr lang="en-US" altLang="zh-CN" sz="2400">
                <a:latin typeface="Gill Sans MT" charset="0"/>
              </a:rPr>
              <a:t>4.8</a:t>
            </a:r>
            <a:r>
              <a:rPr lang="zh-CN" altLang="en-US" sz="2400">
                <a:latin typeface="Gill Sans MT" charset="0"/>
              </a:rPr>
              <a:t> </a:t>
            </a:r>
            <a:r>
              <a:rPr lang="en-US" altLang="zh-CN" sz="2400">
                <a:solidFill>
                  <a:srgbClr val="009973"/>
                </a:solidFill>
                <a:latin typeface="Gill Sans MT" charset="0"/>
              </a:rPr>
              <a:t>11’48”-19’12”</a:t>
            </a:r>
            <a:endParaRPr lang="zh-CN" altLang="en-US" sz="2400">
              <a:solidFill>
                <a:srgbClr val="009973"/>
              </a:solidFill>
              <a:latin typeface="Gill Sans MT"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60" name="Rectangle 2"/>
          <p:cNvSpPr>
            <a:spLocks noGrp="1" noChangeArrowheads="1"/>
          </p:cNvSpPr>
          <p:nvPr>
            <p:ph type="title"/>
          </p:nvPr>
        </p:nvSpPr>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dirty="0">
                <a:ln>
                  <a:noFill/>
                </a:ln>
                <a:solidFill>
                  <a:srgbClr val="000099"/>
                </a:solidFill>
                <a:effectLst/>
                <a:uLnTx/>
                <a:uFillTx/>
                <a:latin typeface="+mj-lt"/>
                <a:ea typeface="MS PGothic" charset="0"/>
                <a:cs typeface="+mj-cs"/>
              </a:rPr>
              <a:t>Transition from IPv4 to IPv6</a:t>
            </a:r>
          </a:p>
        </p:txBody>
      </p:sp>
      <p:sp>
        <p:nvSpPr>
          <p:cNvPr id="111618" name="Rectangle 3"/>
          <p:cNvSpPr>
            <a:spLocks noGrp="1" noChangeArrowheads="1"/>
          </p:cNvSpPr>
          <p:nvPr>
            <p:ph idx="1"/>
          </p:nvPr>
        </p:nvSpPr>
        <p:spPr>
          <a:xfrm>
            <a:off x="611188" y="1500188"/>
            <a:ext cx="8256588" cy="2487613"/>
          </a:xfrm>
        </p:spPr>
        <p:txBody>
          <a:bodyPr vert="horz" wrap="square" lIns="91440" tIns="45720" rIns="91440" bIns="45720" numCol="1" anchor="t" anchorCtr="0" compatLnSpc="1"/>
          <a:lstStyle/>
          <a:p>
            <a:pPr>
              <a:lnSpc>
                <a:spcPct val="75000"/>
              </a:lnSpc>
            </a:pPr>
            <a:r>
              <a:rPr lang="en-US" altLang="zh-CN"/>
              <a:t>not all routers can be upgraded simultaneously</a:t>
            </a:r>
          </a:p>
          <a:p>
            <a:pPr lvl="1">
              <a:lnSpc>
                <a:spcPct val="75000"/>
              </a:lnSpc>
            </a:pPr>
            <a:r>
              <a:rPr lang="en-US" altLang="zh-CN" sz="2800"/>
              <a:t>no </a:t>
            </a:r>
            <a:r>
              <a:rPr lang="ja-JP" altLang="en-US" sz="2800"/>
              <a:t>“</a:t>
            </a:r>
            <a:r>
              <a:rPr lang="en-US" altLang="ja-JP" sz="2800"/>
              <a:t>flag days</a:t>
            </a:r>
            <a:r>
              <a:rPr lang="ja-JP" altLang="en-US" sz="2800"/>
              <a:t>”</a:t>
            </a:r>
            <a:endParaRPr lang="en-US" altLang="ja-JP" sz="2800"/>
          </a:p>
          <a:p>
            <a:pPr lvl="1">
              <a:lnSpc>
                <a:spcPct val="75000"/>
              </a:lnSpc>
            </a:pPr>
            <a:r>
              <a:rPr lang="en-US" altLang="zh-CN" sz="2800"/>
              <a:t>how will network operate with mixed IPv4 and IPv6 routers? </a:t>
            </a:r>
          </a:p>
          <a:p>
            <a:pPr>
              <a:spcBef>
                <a:spcPts val="1275"/>
              </a:spcBef>
            </a:pPr>
            <a:r>
              <a:rPr lang="en-US" altLang="zh-CN" i="1">
                <a:solidFill>
                  <a:srgbClr val="CC0000"/>
                </a:solidFill>
              </a:rPr>
              <a:t>tunneling:</a:t>
            </a:r>
            <a:r>
              <a:rPr lang="en-US" altLang="zh-CN"/>
              <a:t> IPv6 datagram carried as </a:t>
            </a:r>
            <a:r>
              <a:rPr lang="en-US" altLang="zh-CN" b="1" i="1">
                <a:solidFill>
                  <a:srgbClr val="009973"/>
                </a:solidFill>
              </a:rPr>
              <a:t>payload</a:t>
            </a:r>
            <a:r>
              <a:rPr lang="en-US" altLang="zh-CN"/>
              <a:t> in IPv4 datagram among IPv4 routers</a:t>
            </a:r>
          </a:p>
        </p:txBody>
      </p:sp>
      <p:pic>
        <p:nvPicPr>
          <p:cNvPr id="111619" name="Picture 4" descr="underline_base"/>
          <p:cNvPicPr/>
          <p:nvPr/>
        </p:nvPicPr>
        <p:blipFill>
          <a:blip r:embed="rId2"/>
          <a:stretch>
            <a:fillRect/>
          </a:stretch>
        </p:blipFill>
        <p:spPr>
          <a:xfrm>
            <a:off x="647700" y="1025525"/>
            <a:ext cx="6856413" cy="173038"/>
          </a:xfrm>
          <a:prstGeom prst="rect">
            <a:avLst/>
          </a:prstGeom>
          <a:noFill/>
          <a:ln w="9525">
            <a:noFill/>
          </a:ln>
        </p:spPr>
      </p:pic>
      <p:grpSp>
        <p:nvGrpSpPr>
          <p:cNvPr id="111620" name="Group 47"/>
          <p:cNvGrpSpPr/>
          <p:nvPr/>
        </p:nvGrpSpPr>
        <p:grpSpPr>
          <a:xfrm>
            <a:off x="2101850" y="5176838"/>
            <a:ext cx="4854575" cy="473075"/>
            <a:chOff x="1163" y="3504"/>
            <a:chExt cx="3058" cy="298"/>
          </a:xfrm>
        </p:grpSpPr>
        <p:sp>
          <p:nvSpPr>
            <p:cNvPr id="111655" name="Rectangle 26"/>
            <p:cNvSpPr/>
            <p:nvPr/>
          </p:nvSpPr>
          <p:spPr>
            <a:xfrm>
              <a:off x="1163" y="3505"/>
              <a:ext cx="3058" cy="295"/>
            </a:xfrm>
            <a:prstGeom prst="rect">
              <a:avLst/>
            </a:prstGeom>
            <a:gradFill rotWithShape="1">
              <a:gsLst>
                <a:gs pos="0">
                  <a:srgbClr val="CC0000">
                    <a:alpha val="40999"/>
                  </a:srgbClr>
                </a:gs>
                <a:gs pos="100000">
                  <a:srgbClr val="CC0000">
                    <a:alpha val="37999"/>
                  </a:srgbClr>
                </a:gs>
              </a:gsLst>
              <a:lin ang="5400000" scaled="1"/>
              <a:tileRect/>
            </a:gradFill>
            <a:ln w="9525" cap="flat" cmpd="sng">
              <a:solidFill>
                <a:srgbClr val="CC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1656" name="Line 27"/>
            <p:cNvSpPr/>
            <p:nvPr/>
          </p:nvSpPr>
          <p:spPr>
            <a:xfrm>
              <a:off x="2022" y="3504"/>
              <a:ext cx="0" cy="295"/>
            </a:xfrm>
            <a:prstGeom prst="line">
              <a:avLst/>
            </a:prstGeom>
            <a:ln w="9525" cap="flat" cmpd="sng">
              <a:solidFill>
                <a:srgbClr val="CC0000"/>
              </a:solidFill>
              <a:prstDash val="solid"/>
              <a:headEnd type="none" w="med" len="med"/>
              <a:tailEnd type="none" w="med" len="med"/>
            </a:ln>
          </p:spPr>
        </p:sp>
        <p:sp>
          <p:nvSpPr>
            <p:cNvPr id="111657" name="Line 28"/>
            <p:cNvSpPr/>
            <p:nvPr/>
          </p:nvSpPr>
          <p:spPr>
            <a:xfrm>
              <a:off x="1781" y="3507"/>
              <a:ext cx="0" cy="295"/>
            </a:xfrm>
            <a:prstGeom prst="line">
              <a:avLst/>
            </a:prstGeom>
            <a:ln w="9525" cap="flat" cmpd="sng">
              <a:solidFill>
                <a:srgbClr val="CC0000"/>
              </a:solidFill>
              <a:prstDash val="solid"/>
              <a:headEnd type="none" w="med" len="med"/>
              <a:tailEnd type="none" w="med" len="med"/>
            </a:ln>
          </p:spPr>
        </p:sp>
        <p:sp>
          <p:nvSpPr>
            <p:cNvPr id="111658" name="Line 29"/>
            <p:cNvSpPr/>
            <p:nvPr/>
          </p:nvSpPr>
          <p:spPr>
            <a:xfrm>
              <a:off x="1532" y="3504"/>
              <a:ext cx="0" cy="295"/>
            </a:xfrm>
            <a:prstGeom prst="line">
              <a:avLst/>
            </a:prstGeom>
            <a:ln w="9525" cap="flat" cmpd="sng">
              <a:solidFill>
                <a:srgbClr val="CC0000"/>
              </a:solidFill>
              <a:prstDash val="solid"/>
              <a:headEnd type="none" w="med" len="med"/>
              <a:tailEnd type="none" w="med" len="med"/>
            </a:ln>
          </p:spPr>
        </p:sp>
        <p:sp>
          <p:nvSpPr>
            <p:cNvPr id="111659" name="Line 31"/>
            <p:cNvSpPr/>
            <p:nvPr/>
          </p:nvSpPr>
          <p:spPr>
            <a:xfrm>
              <a:off x="1187" y="3504"/>
              <a:ext cx="0" cy="56"/>
            </a:xfrm>
            <a:prstGeom prst="line">
              <a:avLst/>
            </a:prstGeom>
            <a:ln w="9525" cap="flat" cmpd="sng">
              <a:solidFill>
                <a:srgbClr val="CC0000"/>
              </a:solidFill>
              <a:prstDash val="solid"/>
              <a:headEnd type="none" w="med" len="med"/>
              <a:tailEnd type="none" w="med" len="med"/>
            </a:ln>
          </p:spPr>
        </p:sp>
        <p:sp>
          <p:nvSpPr>
            <p:cNvPr id="111660" name="Line 32"/>
            <p:cNvSpPr/>
            <p:nvPr/>
          </p:nvSpPr>
          <p:spPr>
            <a:xfrm>
              <a:off x="1187" y="3742"/>
              <a:ext cx="0" cy="56"/>
            </a:xfrm>
            <a:prstGeom prst="line">
              <a:avLst/>
            </a:prstGeom>
            <a:ln w="9525" cap="flat" cmpd="sng">
              <a:solidFill>
                <a:srgbClr val="CC0000"/>
              </a:solidFill>
              <a:prstDash val="solid"/>
              <a:headEnd type="none" w="med" len="med"/>
              <a:tailEnd type="none" w="med" len="med"/>
            </a:ln>
          </p:spPr>
        </p:sp>
        <p:sp>
          <p:nvSpPr>
            <p:cNvPr id="111661" name="Line 33"/>
            <p:cNvSpPr/>
            <p:nvPr/>
          </p:nvSpPr>
          <p:spPr>
            <a:xfrm>
              <a:off x="1283" y="3504"/>
              <a:ext cx="0" cy="56"/>
            </a:xfrm>
            <a:prstGeom prst="line">
              <a:avLst/>
            </a:prstGeom>
            <a:ln w="9525" cap="flat" cmpd="sng">
              <a:solidFill>
                <a:srgbClr val="CC0000"/>
              </a:solidFill>
              <a:prstDash val="solid"/>
              <a:headEnd type="none" w="med" len="med"/>
              <a:tailEnd type="none" w="med" len="med"/>
            </a:ln>
          </p:spPr>
        </p:sp>
        <p:sp>
          <p:nvSpPr>
            <p:cNvPr id="111662" name="Line 34"/>
            <p:cNvSpPr/>
            <p:nvPr/>
          </p:nvSpPr>
          <p:spPr>
            <a:xfrm>
              <a:off x="1283" y="3742"/>
              <a:ext cx="0" cy="56"/>
            </a:xfrm>
            <a:prstGeom prst="line">
              <a:avLst/>
            </a:prstGeom>
            <a:ln w="9525" cap="flat" cmpd="sng">
              <a:solidFill>
                <a:srgbClr val="CC0000"/>
              </a:solidFill>
              <a:prstDash val="solid"/>
              <a:headEnd type="none" w="med" len="med"/>
              <a:tailEnd type="none" w="med" len="med"/>
            </a:ln>
          </p:spPr>
        </p:sp>
        <p:sp>
          <p:nvSpPr>
            <p:cNvPr id="111663" name="Line 35"/>
            <p:cNvSpPr/>
            <p:nvPr/>
          </p:nvSpPr>
          <p:spPr>
            <a:xfrm>
              <a:off x="1379" y="3504"/>
              <a:ext cx="0" cy="56"/>
            </a:xfrm>
            <a:prstGeom prst="line">
              <a:avLst/>
            </a:prstGeom>
            <a:ln w="9525" cap="flat" cmpd="sng">
              <a:solidFill>
                <a:srgbClr val="CC0000"/>
              </a:solidFill>
              <a:prstDash val="solid"/>
              <a:headEnd type="none" w="med" len="med"/>
              <a:tailEnd type="none" w="med" len="med"/>
            </a:ln>
          </p:spPr>
        </p:sp>
        <p:sp>
          <p:nvSpPr>
            <p:cNvPr id="111664" name="Line 36"/>
            <p:cNvSpPr/>
            <p:nvPr/>
          </p:nvSpPr>
          <p:spPr>
            <a:xfrm>
              <a:off x="1379" y="3742"/>
              <a:ext cx="0" cy="56"/>
            </a:xfrm>
            <a:prstGeom prst="line">
              <a:avLst/>
            </a:prstGeom>
            <a:ln w="9525" cap="flat" cmpd="sng">
              <a:solidFill>
                <a:srgbClr val="CC0000"/>
              </a:solidFill>
              <a:prstDash val="solid"/>
              <a:headEnd type="none" w="med" len="med"/>
              <a:tailEnd type="none" w="med" len="med"/>
            </a:ln>
          </p:spPr>
        </p:sp>
        <p:sp>
          <p:nvSpPr>
            <p:cNvPr id="111665" name="Line 37"/>
            <p:cNvSpPr/>
            <p:nvPr/>
          </p:nvSpPr>
          <p:spPr>
            <a:xfrm>
              <a:off x="1475" y="3504"/>
              <a:ext cx="0" cy="56"/>
            </a:xfrm>
            <a:prstGeom prst="line">
              <a:avLst/>
            </a:prstGeom>
            <a:ln w="9525" cap="flat" cmpd="sng">
              <a:solidFill>
                <a:srgbClr val="CC0000"/>
              </a:solidFill>
              <a:prstDash val="solid"/>
              <a:headEnd type="none" w="med" len="med"/>
              <a:tailEnd type="none" w="med" len="med"/>
            </a:ln>
          </p:spPr>
        </p:sp>
        <p:sp>
          <p:nvSpPr>
            <p:cNvPr id="111666" name="Line 38"/>
            <p:cNvSpPr/>
            <p:nvPr/>
          </p:nvSpPr>
          <p:spPr>
            <a:xfrm>
              <a:off x="1475" y="3742"/>
              <a:ext cx="0" cy="56"/>
            </a:xfrm>
            <a:prstGeom prst="line">
              <a:avLst/>
            </a:prstGeom>
            <a:ln w="9525" cap="flat" cmpd="sng">
              <a:solidFill>
                <a:srgbClr val="CC0000"/>
              </a:solidFill>
              <a:prstDash val="solid"/>
              <a:headEnd type="none" w="med" len="med"/>
              <a:tailEnd type="none" w="med" len="med"/>
            </a:ln>
          </p:spPr>
        </p:sp>
        <p:sp>
          <p:nvSpPr>
            <p:cNvPr id="111667" name="Line 39"/>
            <p:cNvSpPr/>
            <p:nvPr/>
          </p:nvSpPr>
          <p:spPr>
            <a:xfrm>
              <a:off x="1327" y="3506"/>
              <a:ext cx="0" cy="56"/>
            </a:xfrm>
            <a:prstGeom prst="line">
              <a:avLst/>
            </a:prstGeom>
            <a:ln w="9525" cap="flat" cmpd="sng">
              <a:solidFill>
                <a:srgbClr val="CC0000"/>
              </a:solidFill>
              <a:prstDash val="solid"/>
              <a:headEnd type="none" w="med" len="med"/>
              <a:tailEnd type="none" w="med" len="med"/>
            </a:ln>
          </p:spPr>
        </p:sp>
        <p:sp>
          <p:nvSpPr>
            <p:cNvPr id="111668" name="Line 40"/>
            <p:cNvSpPr/>
            <p:nvPr/>
          </p:nvSpPr>
          <p:spPr>
            <a:xfrm>
              <a:off x="1327" y="3744"/>
              <a:ext cx="0" cy="56"/>
            </a:xfrm>
            <a:prstGeom prst="line">
              <a:avLst/>
            </a:prstGeom>
            <a:ln w="9525" cap="flat" cmpd="sng">
              <a:solidFill>
                <a:srgbClr val="CC0000"/>
              </a:solidFill>
              <a:prstDash val="solid"/>
              <a:headEnd type="none" w="med" len="med"/>
              <a:tailEnd type="none" w="med" len="med"/>
            </a:ln>
          </p:spPr>
        </p:sp>
        <p:sp>
          <p:nvSpPr>
            <p:cNvPr id="111669" name="Line 41"/>
            <p:cNvSpPr/>
            <p:nvPr/>
          </p:nvSpPr>
          <p:spPr>
            <a:xfrm>
              <a:off x="1213" y="3508"/>
              <a:ext cx="0" cy="56"/>
            </a:xfrm>
            <a:prstGeom prst="line">
              <a:avLst/>
            </a:prstGeom>
            <a:ln w="9525" cap="flat" cmpd="sng">
              <a:solidFill>
                <a:srgbClr val="CC0000"/>
              </a:solidFill>
              <a:prstDash val="solid"/>
              <a:headEnd type="none" w="med" len="med"/>
              <a:tailEnd type="none" w="med" len="med"/>
            </a:ln>
          </p:spPr>
        </p:sp>
        <p:sp>
          <p:nvSpPr>
            <p:cNvPr id="111670" name="Line 42"/>
            <p:cNvSpPr/>
            <p:nvPr/>
          </p:nvSpPr>
          <p:spPr>
            <a:xfrm>
              <a:off x="1213" y="3746"/>
              <a:ext cx="0" cy="56"/>
            </a:xfrm>
            <a:prstGeom prst="line">
              <a:avLst/>
            </a:prstGeom>
            <a:ln w="9525" cap="flat" cmpd="sng">
              <a:solidFill>
                <a:srgbClr val="CC0000"/>
              </a:solidFill>
              <a:prstDash val="solid"/>
              <a:headEnd type="none" w="med" len="med"/>
              <a:tailEnd type="none" w="med" len="med"/>
            </a:ln>
          </p:spPr>
        </p:sp>
      </p:grpSp>
      <p:sp>
        <p:nvSpPr>
          <p:cNvPr id="111621" name="Text Box 48"/>
          <p:cNvSpPr txBox="1"/>
          <p:nvPr/>
        </p:nvSpPr>
        <p:spPr>
          <a:xfrm>
            <a:off x="1597025" y="4375150"/>
            <a:ext cx="2006600"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IPv4 source, dest addr </a:t>
            </a:r>
          </a:p>
        </p:txBody>
      </p:sp>
      <p:sp>
        <p:nvSpPr>
          <p:cNvPr id="111622" name="Text Box 50"/>
          <p:cNvSpPr txBox="1"/>
          <p:nvPr/>
        </p:nvSpPr>
        <p:spPr>
          <a:xfrm>
            <a:off x="1303338" y="4143375"/>
            <a:ext cx="1652587" cy="3048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IPv4 header fields </a:t>
            </a:r>
          </a:p>
        </p:txBody>
      </p:sp>
      <p:sp>
        <p:nvSpPr>
          <p:cNvPr id="111623" name="Line 55"/>
          <p:cNvSpPr/>
          <p:nvPr/>
        </p:nvSpPr>
        <p:spPr>
          <a:xfrm>
            <a:off x="2855913" y="4633913"/>
            <a:ext cx="0" cy="738187"/>
          </a:xfrm>
          <a:prstGeom prst="line">
            <a:avLst/>
          </a:prstGeom>
          <a:ln w="9525" cap="flat" cmpd="sng">
            <a:solidFill>
              <a:srgbClr val="CC0000"/>
            </a:solidFill>
            <a:prstDash val="solid"/>
            <a:headEnd type="none" w="med" len="med"/>
            <a:tailEnd type="none" w="med" len="med"/>
          </a:ln>
        </p:spPr>
      </p:sp>
      <p:sp>
        <p:nvSpPr>
          <p:cNvPr id="111624" name="Line 56"/>
          <p:cNvSpPr/>
          <p:nvPr/>
        </p:nvSpPr>
        <p:spPr>
          <a:xfrm>
            <a:off x="2860675" y="4629150"/>
            <a:ext cx="381000" cy="738188"/>
          </a:xfrm>
          <a:prstGeom prst="line">
            <a:avLst/>
          </a:prstGeom>
          <a:ln w="9525" cap="flat" cmpd="sng">
            <a:solidFill>
              <a:srgbClr val="CC0000"/>
            </a:solidFill>
            <a:prstDash val="solid"/>
            <a:headEnd type="none" w="med" len="med"/>
            <a:tailEnd type="none" w="med" len="med"/>
          </a:ln>
        </p:spPr>
      </p:sp>
      <p:sp>
        <p:nvSpPr>
          <p:cNvPr id="111625" name="Line 57"/>
          <p:cNvSpPr/>
          <p:nvPr/>
        </p:nvSpPr>
        <p:spPr>
          <a:xfrm>
            <a:off x="2260600" y="4386263"/>
            <a:ext cx="0" cy="976312"/>
          </a:xfrm>
          <a:prstGeom prst="line">
            <a:avLst/>
          </a:prstGeom>
          <a:ln w="9525" cap="flat" cmpd="sng">
            <a:solidFill>
              <a:srgbClr val="CC0000"/>
            </a:solidFill>
            <a:prstDash val="solid"/>
            <a:headEnd type="none" w="med" len="med"/>
            <a:tailEnd type="none" w="med" len="med"/>
          </a:ln>
        </p:spPr>
      </p:sp>
      <p:sp>
        <p:nvSpPr>
          <p:cNvPr id="111626" name="Text Box 23"/>
          <p:cNvSpPr txBox="1"/>
          <p:nvPr/>
        </p:nvSpPr>
        <p:spPr>
          <a:xfrm>
            <a:off x="3663950" y="6003925"/>
            <a:ext cx="16700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IPv4 datagram</a:t>
            </a:r>
          </a:p>
        </p:txBody>
      </p:sp>
      <p:sp>
        <p:nvSpPr>
          <p:cNvPr id="111627" name="Line 24"/>
          <p:cNvSpPr/>
          <p:nvPr/>
        </p:nvSpPr>
        <p:spPr>
          <a:xfrm>
            <a:off x="5284788" y="6192838"/>
            <a:ext cx="1695450" cy="0"/>
          </a:xfrm>
          <a:prstGeom prst="line">
            <a:avLst/>
          </a:prstGeom>
          <a:ln w="9525" cap="flat" cmpd="sng">
            <a:solidFill>
              <a:schemeClr val="tx1"/>
            </a:solidFill>
            <a:prstDash val="solid"/>
            <a:headEnd type="none" w="med" len="med"/>
            <a:tailEnd type="triangle" w="med" len="med"/>
          </a:ln>
        </p:spPr>
      </p:sp>
      <p:sp>
        <p:nvSpPr>
          <p:cNvPr id="111628" name="Line 25"/>
          <p:cNvSpPr/>
          <p:nvPr/>
        </p:nvSpPr>
        <p:spPr>
          <a:xfrm flipH="1">
            <a:off x="2095500" y="6192838"/>
            <a:ext cx="1606550" cy="0"/>
          </a:xfrm>
          <a:prstGeom prst="line">
            <a:avLst/>
          </a:prstGeom>
          <a:ln w="9525" cap="flat" cmpd="sng">
            <a:solidFill>
              <a:schemeClr val="tx1"/>
            </a:solidFill>
            <a:prstDash val="solid"/>
            <a:headEnd type="none" w="med" len="med"/>
            <a:tailEnd type="triangle" w="med" len="med"/>
          </a:ln>
        </p:spPr>
      </p:sp>
      <p:sp>
        <p:nvSpPr>
          <p:cNvPr id="418880" name="Text Box 64"/>
          <p:cNvSpPr txBox="1"/>
          <p:nvPr/>
        </p:nvSpPr>
        <p:spPr>
          <a:xfrm>
            <a:off x="4384675" y="5654675"/>
            <a:ext cx="16700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IPv6 datagram</a:t>
            </a:r>
          </a:p>
        </p:txBody>
      </p:sp>
      <p:sp>
        <p:nvSpPr>
          <p:cNvPr id="418881" name="Line 65"/>
          <p:cNvSpPr/>
          <p:nvPr/>
        </p:nvSpPr>
        <p:spPr>
          <a:xfrm>
            <a:off x="6021388" y="5824538"/>
            <a:ext cx="857250" cy="0"/>
          </a:xfrm>
          <a:prstGeom prst="line">
            <a:avLst/>
          </a:prstGeom>
          <a:ln w="9525" cap="flat" cmpd="sng">
            <a:solidFill>
              <a:schemeClr val="tx1"/>
            </a:solidFill>
            <a:prstDash val="solid"/>
            <a:headEnd type="none" w="med" len="med"/>
            <a:tailEnd type="triangle" w="med" len="med"/>
          </a:ln>
        </p:spPr>
      </p:sp>
      <p:sp>
        <p:nvSpPr>
          <p:cNvPr id="418882" name="Line 66"/>
          <p:cNvSpPr/>
          <p:nvPr/>
        </p:nvSpPr>
        <p:spPr>
          <a:xfrm flipH="1">
            <a:off x="3522663" y="5824538"/>
            <a:ext cx="925512" cy="0"/>
          </a:xfrm>
          <a:prstGeom prst="line">
            <a:avLst/>
          </a:prstGeom>
          <a:ln w="9525" cap="flat" cmpd="sng">
            <a:solidFill>
              <a:schemeClr val="tx1"/>
            </a:solidFill>
            <a:prstDash val="solid"/>
            <a:headEnd type="none" w="med" len="med"/>
            <a:tailEnd type="triangle" w="med" len="med"/>
          </a:ln>
        </p:spPr>
      </p:sp>
      <p:sp>
        <p:nvSpPr>
          <p:cNvPr id="111632" name="Rectangle 69"/>
          <p:cNvSpPr/>
          <p:nvPr/>
        </p:nvSpPr>
        <p:spPr>
          <a:xfrm>
            <a:off x="3490913" y="5211763"/>
            <a:ext cx="3422650" cy="401637"/>
          </a:xfrm>
          <a:prstGeom prst="rect">
            <a:avLst/>
          </a:prstGeom>
          <a:solidFill>
            <a:srgbClr val="66CCFF"/>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3" name="Group 70"/>
          <p:cNvGrpSpPr/>
          <p:nvPr/>
        </p:nvGrpSpPr>
        <p:grpSpPr>
          <a:xfrm>
            <a:off x="4552950" y="4241800"/>
            <a:ext cx="3379788" cy="1109663"/>
            <a:chOff x="2868" y="2782"/>
            <a:chExt cx="2129" cy="699"/>
          </a:xfrm>
        </p:grpSpPr>
        <p:sp>
          <p:nvSpPr>
            <p:cNvPr id="111653" name="Text Box 51"/>
            <p:cNvSpPr txBox="1"/>
            <p:nvPr/>
          </p:nvSpPr>
          <p:spPr>
            <a:xfrm>
              <a:off x="4204" y="2782"/>
              <a:ext cx="793" cy="19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IPv4 payload </a:t>
              </a:r>
            </a:p>
          </p:txBody>
        </p:sp>
        <p:sp>
          <p:nvSpPr>
            <p:cNvPr id="111654" name="Line 54"/>
            <p:cNvSpPr/>
            <p:nvPr/>
          </p:nvSpPr>
          <p:spPr>
            <a:xfrm flipH="1">
              <a:off x="2868" y="2979"/>
              <a:ext cx="1532" cy="502"/>
            </a:xfrm>
            <a:prstGeom prst="line">
              <a:avLst/>
            </a:prstGeom>
            <a:ln w="9525" cap="flat" cmpd="sng">
              <a:solidFill>
                <a:srgbClr val="CC0000"/>
              </a:solidFill>
              <a:prstDash val="solid"/>
              <a:headEnd type="none" w="med" len="med"/>
              <a:tailEnd type="none" w="med" len="med"/>
            </a:ln>
          </p:spPr>
        </p:sp>
      </p:grpSp>
      <p:grpSp>
        <p:nvGrpSpPr>
          <p:cNvPr id="4" name="Group 71"/>
          <p:cNvGrpSpPr/>
          <p:nvPr/>
        </p:nvGrpSpPr>
        <p:grpSpPr>
          <a:xfrm>
            <a:off x="3506788" y="4146550"/>
            <a:ext cx="3402012" cy="1476375"/>
            <a:chOff x="2280" y="1247"/>
            <a:chExt cx="2143" cy="930"/>
          </a:xfrm>
        </p:grpSpPr>
        <p:sp>
          <p:nvSpPr>
            <p:cNvPr id="111637" name="Rectangle 5"/>
            <p:cNvSpPr/>
            <p:nvPr/>
          </p:nvSpPr>
          <p:spPr>
            <a:xfrm>
              <a:off x="2280" y="1918"/>
              <a:ext cx="2143" cy="253"/>
            </a:xfrm>
            <a:prstGeom prst="rect">
              <a:avLst/>
            </a:prstGeom>
            <a:solidFill>
              <a:srgbClr val="66CCFF"/>
            </a:solidFill>
            <a:ln w="1270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1638" name="Line 8"/>
            <p:cNvSpPr/>
            <p:nvPr/>
          </p:nvSpPr>
          <p:spPr>
            <a:xfrm>
              <a:off x="2333" y="1918"/>
              <a:ext cx="0" cy="254"/>
            </a:xfrm>
            <a:prstGeom prst="line">
              <a:avLst/>
            </a:prstGeom>
            <a:ln w="9525" cap="flat" cmpd="sng">
              <a:solidFill>
                <a:schemeClr val="tx1"/>
              </a:solidFill>
              <a:prstDash val="solid"/>
              <a:headEnd type="none" w="med" len="med"/>
              <a:tailEnd type="none" w="med" len="med"/>
            </a:ln>
          </p:spPr>
        </p:sp>
        <p:sp>
          <p:nvSpPr>
            <p:cNvPr id="111639" name="Line 9"/>
            <p:cNvSpPr/>
            <p:nvPr/>
          </p:nvSpPr>
          <p:spPr>
            <a:xfrm>
              <a:off x="2307" y="1917"/>
              <a:ext cx="0" cy="254"/>
            </a:xfrm>
            <a:prstGeom prst="line">
              <a:avLst/>
            </a:prstGeom>
            <a:ln w="9525" cap="flat" cmpd="sng">
              <a:solidFill>
                <a:schemeClr val="tx1"/>
              </a:solidFill>
              <a:prstDash val="solid"/>
              <a:headEnd type="none" w="med" len="med"/>
              <a:tailEnd type="none" w="med" len="med"/>
            </a:ln>
          </p:spPr>
        </p:sp>
        <p:sp>
          <p:nvSpPr>
            <p:cNvPr id="111640" name="Line 10"/>
            <p:cNvSpPr/>
            <p:nvPr/>
          </p:nvSpPr>
          <p:spPr>
            <a:xfrm>
              <a:off x="2381" y="1918"/>
              <a:ext cx="0" cy="254"/>
            </a:xfrm>
            <a:prstGeom prst="line">
              <a:avLst/>
            </a:prstGeom>
            <a:ln w="9525" cap="flat" cmpd="sng">
              <a:solidFill>
                <a:schemeClr val="tx1"/>
              </a:solidFill>
              <a:prstDash val="solid"/>
              <a:headEnd type="none" w="med" len="med"/>
              <a:tailEnd type="none" w="med" len="med"/>
            </a:ln>
          </p:spPr>
        </p:sp>
        <p:sp>
          <p:nvSpPr>
            <p:cNvPr id="111641" name="Line 11"/>
            <p:cNvSpPr/>
            <p:nvPr/>
          </p:nvSpPr>
          <p:spPr>
            <a:xfrm>
              <a:off x="2407" y="1916"/>
              <a:ext cx="0" cy="254"/>
            </a:xfrm>
            <a:prstGeom prst="line">
              <a:avLst/>
            </a:prstGeom>
            <a:ln w="9525" cap="flat" cmpd="sng">
              <a:solidFill>
                <a:schemeClr val="tx1"/>
              </a:solidFill>
              <a:prstDash val="solid"/>
              <a:headEnd type="none" w="med" len="med"/>
              <a:tailEnd type="none" w="med" len="med"/>
            </a:ln>
          </p:spPr>
        </p:sp>
        <p:sp>
          <p:nvSpPr>
            <p:cNvPr id="111642" name="Line 12"/>
            <p:cNvSpPr/>
            <p:nvPr/>
          </p:nvSpPr>
          <p:spPr>
            <a:xfrm>
              <a:off x="2441" y="1916"/>
              <a:ext cx="0" cy="254"/>
            </a:xfrm>
            <a:prstGeom prst="line">
              <a:avLst/>
            </a:prstGeom>
            <a:ln w="9525" cap="flat" cmpd="sng">
              <a:solidFill>
                <a:schemeClr val="tx1"/>
              </a:solidFill>
              <a:prstDash val="solid"/>
              <a:headEnd type="none" w="med" len="med"/>
              <a:tailEnd type="none" w="med" len="med"/>
            </a:ln>
          </p:spPr>
        </p:sp>
        <p:sp>
          <p:nvSpPr>
            <p:cNvPr id="111643" name="Line 13"/>
            <p:cNvSpPr/>
            <p:nvPr/>
          </p:nvSpPr>
          <p:spPr>
            <a:xfrm>
              <a:off x="2483" y="1916"/>
              <a:ext cx="0" cy="254"/>
            </a:xfrm>
            <a:prstGeom prst="line">
              <a:avLst/>
            </a:prstGeom>
            <a:ln w="9525" cap="flat" cmpd="sng">
              <a:solidFill>
                <a:schemeClr val="tx1"/>
              </a:solidFill>
              <a:prstDash val="solid"/>
              <a:headEnd type="none" w="med" len="med"/>
              <a:tailEnd type="none" w="med" len="med"/>
            </a:ln>
          </p:spPr>
        </p:sp>
        <p:sp>
          <p:nvSpPr>
            <p:cNvPr id="111644" name="Line 14"/>
            <p:cNvSpPr/>
            <p:nvPr/>
          </p:nvSpPr>
          <p:spPr>
            <a:xfrm>
              <a:off x="2679" y="1923"/>
              <a:ext cx="0" cy="254"/>
            </a:xfrm>
            <a:prstGeom prst="line">
              <a:avLst/>
            </a:prstGeom>
            <a:ln w="9525" cap="flat" cmpd="sng">
              <a:solidFill>
                <a:schemeClr val="tx1"/>
              </a:solidFill>
              <a:prstDash val="solid"/>
              <a:headEnd type="none" w="med" len="med"/>
              <a:tailEnd type="none" w="med" len="med"/>
            </a:ln>
          </p:spPr>
        </p:sp>
        <p:sp>
          <p:nvSpPr>
            <p:cNvPr id="111645" name="Line 15"/>
            <p:cNvSpPr/>
            <p:nvPr/>
          </p:nvSpPr>
          <p:spPr>
            <a:xfrm>
              <a:off x="2915" y="1923"/>
              <a:ext cx="0" cy="254"/>
            </a:xfrm>
            <a:prstGeom prst="line">
              <a:avLst/>
            </a:prstGeom>
            <a:ln w="9525" cap="flat" cmpd="sng">
              <a:solidFill>
                <a:schemeClr val="tx1"/>
              </a:solidFill>
              <a:prstDash val="solid"/>
              <a:headEnd type="none" w="med" len="med"/>
              <a:tailEnd type="none" w="med" len="med"/>
            </a:ln>
          </p:spPr>
        </p:sp>
        <p:sp>
          <p:nvSpPr>
            <p:cNvPr id="111646" name="Text Box 16"/>
            <p:cNvSpPr txBox="1"/>
            <p:nvPr/>
          </p:nvSpPr>
          <p:spPr>
            <a:xfrm>
              <a:off x="2672" y="1557"/>
              <a:ext cx="1030" cy="19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UDP/TCP payload</a:t>
              </a:r>
            </a:p>
          </p:txBody>
        </p:sp>
        <p:sp>
          <p:nvSpPr>
            <p:cNvPr id="111647" name="Text Box 17"/>
            <p:cNvSpPr txBox="1"/>
            <p:nvPr/>
          </p:nvSpPr>
          <p:spPr>
            <a:xfrm>
              <a:off x="2500" y="1396"/>
              <a:ext cx="1202" cy="17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400">
                  <a:latin typeface="Arial" panose="020B0604020202090204" pitchFamily="34" charset="0"/>
                </a:rPr>
                <a:t>IPv6 source dest addr</a:t>
              </a:r>
            </a:p>
          </p:txBody>
        </p:sp>
        <p:sp>
          <p:nvSpPr>
            <p:cNvPr id="111648" name="Text Box 18"/>
            <p:cNvSpPr txBox="1"/>
            <p:nvPr/>
          </p:nvSpPr>
          <p:spPr>
            <a:xfrm>
              <a:off x="2314" y="1247"/>
              <a:ext cx="1010" cy="17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400">
                  <a:latin typeface="Arial" panose="020B0604020202090204" pitchFamily="34" charset="0"/>
                </a:rPr>
                <a:t>IPv6 header fields</a:t>
              </a:r>
            </a:p>
          </p:txBody>
        </p:sp>
        <p:sp>
          <p:nvSpPr>
            <p:cNvPr id="111649" name="Line 19"/>
            <p:cNvSpPr/>
            <p:nvPr/>
          </p:nvSpPr>
          <p:spPr>
            <a:xfrm>
              <a:off x="2602" y="1543"/>
              <a:ext cx="3" cy="442"/>
            </a:xfrm>
            <a:prstGeom prst="line">
              <a:avLst/>
            </a:prstGeom>
            <a:ln w="9525" cap="flat" cmpd="sng">
              <a:solidFill>
                <a:srgbClr val="CC0000"/>
              </a:solidFill>
              <a:prstDash val="solid"/>
              <a:headEnd type="none" w="med" len="med"/>
              <a:tailEnd type="none" w="med" len="med"/>
            </a:ln>
          </p:spPr>
        </p:sp>
        <p:sp>
          <p:nvSpPr>
            <p:cNvPr id="111650" name="Line 20"/>
            <p:cNvSpPr/>
            <p:nvPr/>
          </p:nvSpPr>
          <p:spPr>
            <a:xfrm>
              <a:off x="2594" y="1546"/>
              <a:ext cx="174" cy="440"/>
            </a:xfrm>
            <a:prstGeom prst="line">
              <a:avLst/>
            </a:prstGeom>
            <a:ln w="9525" cap="flat" cmpd="sng">
              <a:solidFill>
                <a:srgbClr val="CC0000"/>
              </a:solidFill>
              <a:prstDash val="solid"/>
              <a:headEnd type="none" w="med" len="med"/>
              <a:tailEnd type="none" w="med" len="med"/>
            </a:ln>
          </p:spPr>
        </p:sp>
        <p:sp>
          <p:nvSpPr>
            <p:cNvPr id="111651" name="Line 58"/>
            <p:cNvSpPr/>
            <p:nvPr/>
          </p:nvSpPr>
          <p:spPr>
            <a:xfrm>
              <a:off x="2386" y="1399"/>
              <a:ext cx="0" cy="549"/>
            </a:xfrm>
            <a:prstGeom prst="line">
              <a:avLst/>
            </a:prstGeom>
            <a:ln w="9525" cap="flat" cmpd="sng">
              <a:solidFill>
                <a:srgbClr val="CC0000"/>
              </a:solidFill>
              <a:prstDash val="solid"/>
              <a:headEnd type="none" w="med" len="med"/>
              <a:tailEnd type="none" w="med" len="med"/>
            </a:ln>
          </p:spPr>
        </p:sp>
        <p:sp>
          <p:nvSpPr>
            <p:cNvPr id="111652" name="Line 59"/>
            <p:cNvSpPr/>
            <p:nvPr/>
          </p:nvSpPr>
          <p:spPr>
            <a:xfrm>
              <a:off x="3334" y="1720"/>
              <a:ext cx="0" cy="252"/>
            </a:xfrm>
            <a:prstGeom prst="line">
              <a:avLst/>
            </a:prstGeom>
            <a:ln w="9525" cap="flat" cmpd="sng">
              <a:solidFill>
                <a:srgbClr val="CC0000"/>
              </a:solidFill>
              <a:prstDash val="solid"/>
              <a:headEnd type="none" w="med" len="med"/>
              <a:tailEnd type="none" w="med" len="med"/>
            </a:ln>
          </p:spPr>
        </p:sp>
      </p:grpSp>
      <p:sp>
        <p:nvSpPr>
          <p:cNvPr id="111635"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122</a:t>
            </a:fld>
            <a:endParaRPr lang="en-US" altLang="zh-CN" sz="1200">
              <a:latin typeface="Tahoma" panose="020B0604030504040204" charset="0"/>
            </a:endParaRPr>
          </a:p>
        </p:txBody>
      </p:sp>
      <p:sp>
        <p:nvSpPr>
          <p:cNvPr id="111636"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418880"/>
                                        </p:tgtEl>
                                        <p:attrNameLst>
                                          <p:attrName>style.visibility</p:attrName>
                                        </p:attrNameLst>
                                      </p:cBhvr>
                                      <p:to>
                                        <p:strVal val="visible"/>
                                      </p:to>
                                    </p:set>
                                    <p:animEffect transition="in" filter="dissolve">
                                      <p:cBhvr>
                                        <p:cTn id="10" dur="500"/>
                                        <p:tgtEl>
                                          <p:spTgt spid="418880"/>
                                        </p:tgtEl>
                                      </p:cBhvr>
                                    </p:animEffect>
                                  </p:childTnLst>
                                </p:cTn>
                              </p:par>
                              <p:par>
                                <p:cTn id="11" presetID="9" presetClass="entr" presetSubtype="0" fill="hold" nodeType="withEffect">
                                  <p:stCondLst>
                                    <p:cond delay="0"/>
                                  </p:stCondLst>
                                  <p:childTnLst>
                                    <p:set>
                                      <p:cBhvr>
                                        <p:cTn id="12" dur="1" fill="hold">
                                          <p:stCondLst>
                                            <p:cond delay="0"/>
                                          </p:stCondLst>
                                        </p:cTn>
                                        <p:tgtEl>
                                          <p:spTgt spid="418881"/>
                                        </p:tgtEl>
                                        <p:attrNameLst>
                                          <p:attrName>style.visibility</p:attrName>
                                        </p:attrNameLst>
                                      </p:cBhvr>
                                      <p:to>
                                        <p:strVal val="visible"/>
                                      </p:to>
                                    </p:set>
                                    <p:animEffect transition="in" filter="dissolve">
                                      <p:cBhvr>
                                        <p:cTn id="13" dur="500"/>
                                        <p:tgtEl>
                                          <p:spTgt spid="418881"/>
                                        </p:tgtEl>
                                      </p:cBhvr>
                                    </p:animEffect>
                                  </p:childTnLst>
                                </p:cTn>
                              </p:par>
                              <p:par>
                                <p:cTn id="14" presetID="9" presetClass="entr" presetSubtype="0" fill="hold" nodeType="withEffect">
                                  <p:stCondLst>
                                    <p:cond delay="0"/>
                                  </p:stCondLst>
                                  <p:childTnLst>
                                    <p:set>
                                      <p:cBhvr>
                                        <p:cTn id="15" dur="1" fill="hold">
                                          <p:stCondLst>
                                            <p:cond delay="0"/>
                                          </p:stCondLst>
                                        </p:cTn>
                                        <p:tgtEl>
                                          <p:spTgt spid="418882"/>
                                        </p:tgtEl>
                                        <p:attrNameLst>
                                          <p:attrName>style.visibility</p:attrName>
                                        </p:attrNameLst>
                                      </p:cBhvr>
                                      <p:to>
                                        <p:strVal val="visible"/>
                                      </p:to>
                                    </p:set>
                                    <p:animEffect transition="in" filter="dissolve">
                                      <p:cBhvr>
                                        <p:cTn id="16" dur="500"/>
                                        <p:tgtEl>
                                          <p:spTgt spid="418882"/>
                                        </p:tgtEl>
                                      </p:cBhvr>
                                    </p:animEffect>
                                  </p:childTnLst>
                                </p:cTn>
                              </p:par>
                              <p:par>
                                <p:cTn id="17" presetID="9" presetClass="entr" presetSubtype="0"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8880"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41" name="Picture 353" descr="underline_base"/>
          <p:cNvPicPr/>
          <p:nvPr/>
        </p:nvPicPr>
        <p:blipFill>
          <a:blip r:embed="rId2"/>
          <a:stretch>
            <a:fillRect/>
          </a:stretch>
        </p:blipFill>
        <p:spPr>
          <a:xfrm>
            <a:off x="411163" y="966788"/>
            <a:ext cx="2741612" cy="173037"/>
          </a:xfrm>
          <a:prstGeom prst="rect">
            <a:avLst/>
          </a:prstGeom>
          <a:noFill/>
          <a:ln w="9525">
            <a:noFill/>
          </a:ln>
        </p:spPr>
      </p:pic>
      <p:sp>
        <p:nvSpPr>
          <p:cNvPr id="71685" name="Rectangle 2"/>
          <p:cNvSpPr>
            <a:spLocks noGrp="1" noChangeArrowheads="1"/>
          </p:cNvSpPr>
          <p:nvPr>
            <p:ph type="title"/>
          </p:nvPr>
        </p:nvSpPr>
        <p:spPr>
          <a:xfrm>
            <a:off x="307975" y="214313"/>
            <a:ext cx="7772400" cy="9906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Tunneling</a:t>
            </a:r>
          </a:p>
        </p:txBody>
      </p:sp>
      <p:sp>
        <p:nvSpPr>
          <p:cNvPr id="112643" name="Text Box 76"/>
          <p:cNvSpPr txBox="1"/>
          <p:nvPr/>
        </p:nvSpPr>
        <p:spPr>
          <a:xfrm>
            <a:off x="309563" y="2597150"/>
            <a:ext cx="15938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physical view:</a:t>
            </a:r>
          </a:p>
        </p:txBody>
      </p:sp>
      <p:sp>
        <p:nvSpPr>
          <p:cNvPr id="112644" name="Line 147"/>
          <p:cNvSpPr/>
          <p:nvPr/>
        </p:nvSpPr>
        <p:spPr>
          <a:xfrm flipV="1">
            <a:off x="3895725" y="2868613"/>
            <a:ext cx="2325688" cy="0"/>
          </a:xfrm>
          <a:prstGeom prst="line">
            <a:avLst/>
          </a:prstGeom>
          <a:ln w="19050" cap="flat" cmpd="sng">
            <a:solidFill>
              <a:schemeClr val="tx1"/>
            </a:solidFill>
            <a:prstDash val="solid"/>
            <a:headEnd type="none" w="med" len="med"/>
            <a:tailEnd type="none" w="med" len="med"/>
          </a:ln>
        </p:spPr>
      </p:sp>
      <p:sp>
        <p:nvSpPr>
          <p:cNvPr id="112645" name="Text Box 180"/>
          <p:cNvSpPr txBox="1"/>
          <p:nvPr/>
        </p:nvSpPr>
        <p:spPr>
          <a:xfrm>
            <a:off x="4227513" y="2992438"/>
            <a:ext cx="59055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solidFill>
                  <a:srgbClr val="CC0000"/>
                </a:solidFill>
                <a:latin typeface="Arial" panose="020B0604020202090204" pitchFamily="34" charset="0"/>
              </a:rPr>
              <a:t>IPv4</a:t>
            </a:r>
          </a:p>
        </p:txBody>
      </p:sp>
      <p:sp>
        <p:nvSpPr>
          <p:cNvPr id="112646" name="Text Box 181"/>
          <p:cNvSpPr txBox="1"/>
          <p:nvPr/>
        </p:nvSpPr>
        <p:spPr>
          <a:xfrm>
            <a:off x="5221288" y="2994025"/>
            <a:ext cx="59055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solidFill>
                  <a:srgbClr val="CC0000"/>
                </a:solidFill>
                <a:latin typeface="Arial" panose="020B0604020202090204" pitchFamily="34" charset="0"/>
              </a:rPr>
              <a:t>IPv4</a:t>
            </a:r>
          </a:p>
        </p:txBody>
      </p:sp>
      <p:grpSp>
        <p:nvGrpSpPr>
          <p:cNvPr id="112647" name="Group 254"/>
          <p:cNvGrpSpPr/>
          <p:nvPr/>
        </p:nvGrpSpPr>
        <p:grpSpPr>
          <a:xfrm>
            <a:off x="4230688" y="2703513"/>
            <a:ext cx="693737" cy="338137"/>
            <a:chOff x="4396" y="1245"/>
            <a:chExt cx="672" cy="248"/>
          </a:xfrm>
        </p:grpSpPr>
        <p:sp>
          <p:nvSpPr>
            <p:cNvPr id="112761" name="Oval 407"/>
            <p:cNvSpPr/>
            <p:nvPr/>
          </p:nvSpPr>
          <p:spPr>
            <a:xfrm>
              <a:off x="4399" y="1355"/>
              <a:ext cx="666" cy="138"/>
            </a:xfrm>
            <a:prstGeom prst="ellipse">
              <a:avLst/>
            </a:prstGeom>
            <a:gradFill rotWithShape="1">
              <a:gsLst>
                <a:gs pos="0">
                  <a:srgbClr val="CC0000"/>
                </a:gs>
                <a:gs pos="100000">
                  <a:schemeClr val="bg1"/>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62" name="Rectangle 410"/>
            <p:cNvSpPr/>
            <p:nvPr/>
          </p:nvSpPr>
          <p:spPr>
            <a:xfrm>
              <a:off x="4399" y="1339"/>
              <a:ext cx="669" cy="86"/>
            </a:xfrm>
            <a:prstGeom prst="rect">
              <a:avLst/>
            </a:prstGeom>
            <a:gradFill rotWithShape="1">
              <a:gsLst>
                <a:gs pos="0">
                  <a:srgbClr val="CC0000"/>
                </a:gs>
                <a:gs pos="100000">
                  <a:schemeClr val="bg1"/>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63" name="Oval 411"/>
            <p:cNvSpPr/>
            <p:nvPr/>
          </p:nvSpPr>
          <p:spPr>
            <a:xfrm>
              <a:off x="4396" y="1245"/>
              <a:ext cx="667" cy="162"/>
            </a:xfrm>
            <a:prstGeom prst="ellipse">
              <a:avLst/>
            </a:prstGeom>
            <a:gradFill rotWithShape="1">
              <a:gsLst>
                <a:gs pos="0">
                  <a:srgbClr val="CC0000"/>
                </a:gs>
                <a:gs pos="100000">
                  <a:schemeClr val="bg1"/>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764" name="Group 258"/>
            <p:cNvGrpSpPr/>
            <p:nvPr/>
          </p:nvGrpSpPr>
          <p:grpSpPr>
            <a:xfrm>
              <a:off x="4530" y="1287"/>
              <a:ext cx="377" cy="75"/>
              <a:chOff x="2468" y="1332"/>
              <a:chExt cx="310" cy="60"/>
            </a:xfrm>
          </p:grpSpPr>
          <p:sp>
            <p:nvSpPr>
              <p:cNvPr id="112767" name="Freeform 259"/>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rgbClr val="CC0000">
                      <a:alpha val="100000"/>
                    </a:srgbClr>
                  </a:gs>
                  <a:gs pos="100000">
                    <a:schemeClr val="bg1">
                      <a:alpha val="100000"/>
                    </a:schemeClr>
                  </a:gs>
                </a:gsLst>
                <a:lin ang="0" scaled="1"/>
                <a:tileRect/>
              </a:grad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768" name="Freeform 260"/>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rgbClr val="CC0000">
                      <a:alpha val="100000"/>
                    </a:srgbClr>
                  </a:gs>
                  <a:gs pos="100000">
                    <a:schemeClr val="bg1">
                      <a:alpha val="100000"/>
                    </a:schemeClr>
                  </a:gs>
                </a:gsLst>
                <a:lin ang="0" scaled="1"/>
                <a:tileRect/>
              </a:grad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765" name="Line 261"/>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766" name="Line 262"/>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2648" name="Group 328"/>
          <p:cNvGrpSpPr/>
          <p:nvPr/>
        </p:nvGrpSpPr>
        <p:grpSpPr>
          <a:xfrm>
            <a:off x="2163763" y="2360613"/>
            <a:ext cx="1728787" cy="965200"/>
            <a:chOff x="1363" y="1403"/>
            <a:chExt cx="1089" cy="608"/>
          </a:xfrm>
        </p:grpSpPr>
        <p:sp>
          <p:nvSpPr>
            <p:cNvPr id="112738" name="Text Box 92"/>
            <p:cNvSpPr txBox="1"/>
            <p:nvPr/>
          </p:nvSpPr>
          <p:spPr>
            <a:xfrm>
              <a:off x="1462" y="1403"/>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A</a:t>
              </a:r>
            </a:p>
          </p:txBody>
        </p:sp>
        <p:sp>
          <p:nvSpPr>
            <p:cNvPr id="112739" name="Text Box 108"/>
            <p:cNvSpPr txBox="1"/>
            <p:nvPr/>
          </p:nvSpPr>
          <p:spPr>
            <a:xfrm>
              <a:off x="2121" y="1406"/>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B</a:t>
              </a:r>
            </a:p>
          </p:txBody>
        </p:sp>
        <p:sp>
          <p:nvSpPr>
            <p:cNvPr id="112740" name="Line 141"/>
            <p:cNvSpPr/>
            <p:nvPr/>
          </p:nvSpPr>
          <p:spPr>
            <a:xfrm flipV="1">
              <a:off x="1803" y="1729"/>
              <a:ext cx="204" cy="0"/>
            </a:xfrm>
            <a:prstGeom prst="line">
              <a:avLst/>
            </a:prstGeom>
            <a:ln w="19050" cap="flat" cmpd="sng">
              <a:solidFill>
                <a:schemeClr val="tx1"/>
              </a:solidFill>
              <a:prstDash val="solid"/>
              <a:headEnd type="none" w="med" len="med"/>
              <a:tailEnd type="none" w="med" len="med"/>
            </a:ln>
          </p:spPr>
        </p:sp>
        <p:sp>
          <p:nvSpPr>
            <p:cNvPr id="112741" name="Text Box 143"/>
            <p:cNvSpPr txBox="1"/>
            <p:nvPr/>
          </p:nvSpPr>
          <p:spPr>
            <a:xfrm>
              <a:off x="1386" y="1798"/>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sp>
          <p:nvSpPr>
            <p:cNvPr id="112742" name="Text Box 144"/>
            <p:cNvSpPr txBox="1"/>
            <p:nvPr/>
          </p:nvSpPr>
          <p:spPr>
            <a:xfrm>
              <a:off x="2045" y="1799"/>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grpSp>
          <p:nvGrpSpPr>
            <p:cNvPr id="112743" name="Group 245"/>
            <p:cNvGrpSpPr/>
            <p:nvPr/>
          </p:nvGrpSpPr>
          <p:grpSpPr>
            <a:xfrm>
              <a:off x="1363" y="1621"/>
              <a:ext cx="437" cy="213"/>
              <a:chOff x="4396" y="1245"/>
              <a:chExt cx="672" cy="248"/>
            </a:xfrm>
          </p:grpSpPr>
          <p:sp>
            <p:nvSpPr>
              <p:cNvPr id="112753"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54"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55"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756" name="Group 249"/>
              <p:cNvGrpSpPr/>
              <p:nvPr/>
            </p:nvGrpSpPr>
            <p:grpSpPr>
              <a:xfrm>
                <a:off x="4530" y="1287"/>
                <a:ext cx="377" cy="75"/>
                <a:chOff x="2468" y="1332"/>
                <a:chExt cx="310" cy="60"/>
              </a:xfrm>
            </p:grpSpPr>
            <p:sp>
              <p:nvSpPr>
                <p:cNvPr id="112759" name="Freeform 250"/>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760" name="Freeform 251"/>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757" name="Line 252"/>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758" name="Line 253"/>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2744" name="Group 263"/>
            <p:cNvGrpSpPr/>
            <p:nvPr/>
          </p:nvGrpSpPr>
          <p:grpSpPr>
            <a:xfrm>
              <a:off x="2015" y="1617"/>
              <a:ext cx="437" cy="213"/>
              <a:chOff x="4396" y="1245"/>
              <a:chExt cx="672" cy="248"/>
            </a:xfrm>
          </p:grpSpPr>
          <p:sp>
            <p:nvSpPr>
              <p:cNvPr id="112745"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46"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47"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748" name="Group 267"/>
              <p:cNvGrpSpPr/>
              <p:nvPr/>
            </p:nvGrpSpPr>
            <p:grpSpPr>
              <a:xfrm>
                <a:off x="4530" y="1287"/>
                <a:ext cx="377" cy="75"/>
                <a:chOff x="2468" y="1332"/>
                <a:chExt cx="310" cy="60"/>
              </a:xfrm>
            </p:grpSpPr>
            <p:sp>
              <p:nvSpPr>
                <p:cNvPr id="112751" name="Freeform 268"/>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752" name="Freeform 269"/>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749" name="Line 270"/>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750" name="Line 271"/>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grpSp>
        <p:nvGrpSpPr>
          <p:cNvPr id="112649" name="Group 272"/>
          <p:cNvGrpSpPr/>
          <p:nvPr/>
        </p:nvGrpSpPr>
        <p:grpSpPr>
          <a:xfrm>
            <a:off x="5195888" y="2706688"/>
            <a:ext cx="693737" cy="338137"/>
            <a:chOff x="4396" y="1245"/>
            <a:chExt cx="672" cy="248"/>
          </a:xfrm>
        </p:grpSpPr>
        <p:sp>
          <p:nvSpPr>
            <p:cNvPr id="112730" name="Oval 407"/>
            <p:cNvSpPr/>
            <p:nvPr/>
          </p:nvSpPr>
          <p:spPr>
            <a:xfrm>
              <a:off x="4399" y="1355"/>
              <a:ext cx="666" cy="138"/>
            </a:xfrm>
            <a:prstGeom prst="ellipse">
              <a:avLst/>
            </a:prstGeom>
            <a:gradFill rotWithShape="1">
              <a:gsLst>
                <a:gs pos="0">
                  <a:srgbClr val="CC0000"/>
                </a:gs>
                <a:gs pos="100000">
                  <a:schemeClr val="bg1"/>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31" name="Rectangle 410"/>
            <p:cNvSpPr/>
            <p:nvPr/>
          </p:nvSpPr>
          <p:spPr>
            <a:xfrm>
              <a:off x="4399" y="1339"/>
              <a:ext cx="669" cy="86"/>
            </a:xfrm>
            <a:prstGeom prst="rect">
              <a:avLst/>
            </a:prstGeom>
            <a:gradFill rotWithShape="1">
              <a:gsLst>
                <a:gs pos="0">
                  <a:srgbClr val="CC0000"/>
                </a:gs>
                <a:gs pos="100000">
                  <a:schemeClr val="bg1"/>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32" name="Oval 411"/>
            <p:cNvSpPr/>
            <p:nvPr/>
          </p:nvSpPr>
          <p:spPr>
            <a:xfrm>
              <a:off x="4396" y="1245"/>
              <a:ext cx="667" cy="162"/>
            </a:xfrm>
            <a:prstGeom prst="ellipse">
              <a:avLst/>
            </a:prstGeom>
            <a:gradFill rotWithShape="1">
              <a:gsLst>
                <a:gs pos="0">
                  <a:srgbClr val="CC0000"/>
                </a:gs>
                <a:gs pos="100000">
                  <a:schemeClr val="bg1"/>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733" name="Group 276"/>
            <p:cNvGrpSpPr/>
            <p:nvPr/>
          </p:nvGrpSpPr>
          <p:grpSpPr>
            <a:xfrm>
              <a:off x="4530" y="1287"/>
              <a:ext cx="377" cy="75"/>
              <a:chOff x="2468" y="1332"/>
              <a:chExt cx="310" cy="60"/>
            </a:xfrm>
          </p:grpSpPr>
          <p:sp>
            <p:nvSpPr>
              <p:cNvPr id="112736" name="Freeform 277"/>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rgbClr val="CC0000">
                      <a:alpha val="100000"/>
                    </a:srgbClr>
                  </a:gs>
                  <a:gs pos="100000">
                    <a:schemeClr val="bg1">
                      <a:alpha val="100000"/>
                    </a:schemeClr>
                  </a:gs>
                </a:gsLst>
                <a:lin ang="0" scaled="1"/>
                <a:tileRect/>
              </a:grad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737" name="Freeform 278"/>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rgbClr val="CC0000">
                      <a:alpha val="100000"/>
                    </a:srgbClr>
                  </a:gs>
                  <a:gs pos="100000">
                    <a:schemeClr val="bg1">
                      <a:alpha val="100000"/>
                    </a:schemeClr>
                  </a:gs>
                </a:gsLst>
                <a:lin ang="0" scaled="1"/>
                <a:tileRect/>
              </a:grad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734" name="Line 279"/>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735" name="Line 280"/>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2650" name="Group 303"/>
          <p:cNvGrpSpPr/>
          <p:nvPr/>
        </p:nvGrpSpPr>
        <p:grpSpPr>
          <a:xfrm>
            <a:off x="6202363" y="2362200"/>
            <a:ext cx="1668462" cy="958850"/>
            <a:chOff x="3907" y="1404"/>
            <a:chExt cx="1051" cy="604"/>
          </a:xfrm>
        </p:grpSpPr>
        <p:sp>
          <p:nvSpPr>
            <p:cNvPr id="112707" name="Text Box 50"/>
            <p:cNvSpPr txBox="1"/>
            <p:nvPr/>
          </p:nvSpPr>
          <p:spPr>
            <a:xfrm>
              <a:off x="4012" y="1404"/>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E</a:t>
              </a:r>
            </a:p>
          </p:txBody>
        </p:sp>
        <p:sp>
          <p:nvSpPr>
            <p:cNvPr id="112708" name="Line 142"/>
            <p:cNvSpPr/>
            <p:nvPr/>
          </p:nvSpPr>
          <p:spPr>
            <a:xfrm flipV="1">
              <a:off x="4352" y="1717"/>
              <a:ext cx="204" cy="0"/>
            </a:xfrm>
            <a:prstGeom prst="line">
              <a:avLst/>
            </a:prstGeom>
            <a:ln w="19050" cap="flat" cmpd="sng">
              <a:solidFill>
                <a:schemeClr val="tx1"/>
              </a:solidFill>
              <a:prstDash val="solid"/>
              <a:headEnd type="none" w="med" len="med"/>
              <a:tailEnd type="none" w="med" len="med"/>
            </a:ln>
          </p:spPr>
        </p:sp>
        <p:sp>
          <p:nvSpPr>
            <p:cNvPr id="112709" name="Text Box 145"/>
            <p:cNvSpPr txBox="1"/>
            <p:nvPr/>
          </p:nvSpPr>
          <p:spPr>
            <a:xfrm>
              <a:off x="3951" y="1794"/>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sp>
          <p:nvSpPr>
            <p:cNvPr id="112710" name="Text Box 146"/>
            <p:cNvSpPr txBox="1"/>
            <p:nvPr/>
          </p:nvSpPr>
          <p:spPr>
            <a:xfrm>
              <a:off x="4569" y="1796"/>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grpSp>
          <p:nvGrpSpPr>
            <p:cNvPr id="112711" name="Group 281"/>
            <p:cNvGrpSpPr/>
            <p:nvPr/>
          </p:nvGrpSpPr>
          <p:grpSpPr>
            <a:xfrm>
              <a:off x="3907" y="1621"/>
              <a:ext cx="437" cy="213"/>
              <a:chOff x="4396" y="1245"/>
              <a:chExt cx="672" cy="248"/>
            </a:xfrm>
          </p:grpSpPr>
          <p:sp>
            <p:nvSpPr>
              <p:cNvPr id="112722"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23"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24"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725" name="Group 285"/>
              <p:cNvGrpSpPr/>
              <p:nvPr/>
            </p:nvGrpSpPr>
            <p:grpSpPr>
              <a:xfrm>
                <a:off x="4530" y="1287"/>
                <a:ext cx="377" cy="75"/>
                <a:chOff x="2468" y="1332"/>
                <a:chExt cx="310" cy="60"/>
              </a:xfrm>
            </p:grpSpPr>
            <p:sp>
              <p:nvSpPr>
                <p:cNvPr id="112728" name="Freeform 286"/>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729" name="Freeform 287"/>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726" name="Line 288"/>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727" name="Line 289"/>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2712" name="Group 290"/>
            <p:cNvGrpSpPr/>
            <p:nvPr/>
          </p:nvGrpSpPr>
          <p:grpSpPr>
            <a:xfrm>
              <a:off x="4521" y="1619"/>
              <a:ext cx="437" cy="213"/>
              <a:chOff x="4396" y="1245"/>
              <a:chExt cx="672" cy="248"/>
            </a:xfrm>
          </p:grpSpPr>
          <p:sp>
            <p:nvSpPr>
              <p:cNvPr id="112714"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15"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16"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717" name="Group 294"/>
              <p:cNvGrpSpPr/>
              <p:nvPr/>
            </p:nvGrpSpPr>
            <p:grpSpPr>
              <a:xfrm>
                <a:off x="4530" y="1287"/>
                <a:ext cx="377" cy="75"/>
                <a:chOff x="2468" y="1332"/>
                <a:chExt cx="310" cy="60"/>
              </a:xfrm>
            </p:grpSpPr>
            <p:sp>
              <p:nvSpPr>
                <p:cNvPr id="112720" name="Freeform 29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721" name="Freeform 29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718" name="Line 297"/>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719" name="Line 298"/>
              <p:cNvSpPr/>
              <p:nvPr/>
            </p:nvSpPr>
            <p:spPr>
              <a:xfrm>
                <a:off x="5063" y="1327"/>
                <a:ext cx="0" cy="106"/>
              </a:xfrm>
              <a:prstGeom prst="line">
                <a:avLst/>
              </a:prstGeom>
              <a:ln w="12700" cap="flat" cmpd="sng">
                <a:solidFill>
                  <a:srgbClr val="000000"/>
                </a:solidFill>
                <a:prstDash val="solid"/>
                <a:headEnd type="none" w="med" len="med"/>
                <a:tailEnd type="none" w="med" len="med"/>
              </a:ln>
            </p:spPr>
          </p:sp>
        </p:grpSp>
        <p:sp>
          <p:nvSpPr>
            <p:cNvPr id="112713" name="Text Box 299"/>
            <p:cNvSpPr txBox="1"/>
            <p:nvPr/>
          </p:nvSpPr>
          <p:spPr>
            <a:xfrm>
              <a:off x="4635" y="1408"/>
              <a:ext cx="204"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F</a:t>
              </a:r>
            </a:p>
          </p:txBody>
        </p:sp>
      </p:grpSp>
      <p:sp>
        <p:nvSpPr>
          <p:cNvPr id="112651" name="Text Box 300"/>
          <p:cNvSpPr txBox="1"/>
          <p:nvPr/>
        </p:nvSpPr>
        <p:spPr>
          <a:xfrm>
            <a:off x="4386263" y="2355850"/>
            <a:ext cx="3492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C</a:t>
            </a:r>
          </a:p>
        </p:txBody>
      </p:sp>
      <p:sp>
        <p:nvSpPr>
          <p:cNvPr id="112652" name="Text Box 301"/>
          <p:cNvSpPr txBox="1"/>
          <p:nvPr/>
        </p:nvSpPr>
        <p:spPr>
          <a:xfrm>
            <a:off x="5362575" y="2359025"/>
            <a:ext cx="3492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D</a:t>
            </a:r>
          </a:p>
        </p:txBody>
      </p:sp>
      <p:grpSp>
        <p:nvGrpSpPr>
          <p:cNvPr id="16" name="Group 354"/>
          <p:cNvGrpSpPr/>
          <p:nvPr/>
        </p:nvGrpSpPr>
        <p:grpSpPr>
          <a:xfrm>
            <a:off x="458788" y="1216025"/>
            <a:ext cx="7418387" cy="979488"/>
            <a:chOff x="289" y="766"/>
            <a:chExt cx="4673" cy="617"/>
          </a:xfrm>
        </p:grpSpPr>
        <p:sp>
          <p:nvSpPr>
            <p:cNvPr id="112656" name="Rectangle 67"/>
            <p:cNvSpPr/>
            <p:nvPr/>
          </p:nvSpPr>
          <p:spPr>
            <a:xfrm>
              <a:off x="2424" y="1085"/>
              <a:ext cx="1515" cy="42"/>
            </a:xfrm>
            <a:prstGeom prst="rect">
              <a:avLst/>
            </a:prstGeom>
            <a:solidFill>
              <a:srgbClr val="CC0000"/>
            </a:solidFill>
            <a:ln w="9525" cap="flat" cmpd="sng">
              <a:solidFill>
                <a:srgbClr val="CC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2657" name="Text Box 75"/>
            <p:cNvSpPr txBox="1"/>
            <p:nvPr/>
          </p:nvSpPr>
          <p:spPr>
            <a:xfrm>
              <a:off x="289" y="979"/>
              <a:ext cx="89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logical view:</a:t>
              </a:r>
            </a:p>
          </p:txBody>
        </p:sp>
        <p:sp>
          <p:nvSpPr>
            <p:cNvPr id="112658" name="Text Box 244"/>
            <p:cNvSpPr txBox="1"/>
            <p:nvPr/>
          </p:nvSpPr>
          <p:spPr>
            <a:xfrm>
              <a:off x="2494" y="766"/>
              <a:ext cx="1461" cy="32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600" i="1">
                  <a:solidFill>
                    <a:srgbClr val="CC0000"/>
                  </a:solidFill>
                  <a:latin typeface="Arial" panose="020B0604020202090204" pitchFamily="34" charset="0"/>
                </a:rPr>
                <a:t>IPv4 tunnel </a:t>
              </a:r>
            </a:p>
            <a:p>
              <a:pPr marL="0" lvl="0" indent="0" algn="ctr">
                <a:spcBef>
                  <a:spcPct val="0"/>
                </a:spcBef>
                <a:buClrTx/>
                <a:buSzTx/>
                <a:buFontTx/>
                <a:buNone/>
              </a:pPr>
              <a:r>
                <a:rPr lang="en-US" altLang="zh-CN" sz="1600" i="1">
                  <a:solidFill>
                    <a:srgbClr val="CC0000"/>
                  </a:solidFill>
                  <a:latin typeface="Arial" panose="020B0604020202090204" pitchFamily="34" charset="0"/>
                </a:rPr>
                <a:t>connecting IPv6 routers</a:t>
              </a:r>
            </a:p>
          </p:txBody>
        </p:sp>
        <p:grpSp>
          <p:nvGrpSpPr>
            <p:cNvPr id="112659" name="Group 304"/>
            <p:cNvGrpSpPr/>
            <p:nvPr/>
          </p:nvGrpSpPr>
          <p:grpSpPr>
            <a:xfrm>
              <a:off x="3911" y="779"/>
              <a:ext cx="1051" cy="604"/>
              <a:chOff x="3907" y="1404"/>
              <a:chExt cx="1051" cy="604"/>
            </a:xfrm>
          </p:grpSpPr>
          <p:sp>
            <p:nvSpPr>
              <p:cNvPr id="112684" name="Text Box 305"/>
              <p:cNvSpPr txBox="1"/>
              <p:nvPr/>
            </p:nvSpPr>
            <p:spPr>
              <a:xfrm>
                <a:off x="4012" y="1404"/>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E</a:t>
                </a:r>
              </a:p>
            </p:txBody>
          </p:sp>
          <p:sp>
            <p:nvSpPr>
              <p:cNvPr id="112685" name="Line 306"/>
              <p:cNvSpPr/>
              <p:nvPr/>
            </p:nvSpPr>
            <p:spPr>
              <a:xfrm flipV="1">
                <a:off x="4352" y="1717"/>
                <a:ext cx="204" cy="0"/>
              </a:xfrm>
              <a:prstGeom prst="line">
                <a:avLst/>
              </a:prstGeom>
              <a:ln w="19050" cap="flat" cmpd="sng">
                <a:solidFill>
                  <a:schemeClr val="tx1"/>
                </a:solidFill>
                <a:prstDash val="solid"/>
                <a:headEnd type="none" w="med" len="med"/>
                <a:tailEnd type="none" w="med" len="med"/>
              </a:ln>
            </p:spPr>
          </p:sp>
          <p:sp>
            <p:nvSpPr>
              <p:cNvPr id="112686" name="Text Box 307"/>
              <p:cNvSpPr txBox="1"/>
              <p:nvPr/>
            </p:nvSpPr>
            <p:spPr>
              <a:xfrm>
                <a:off x="3951" y="1794"/>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sp>
            <p:nvSpPr>
              <p:cNvPr id="112687" name="Text Box 308"/>
              <p:cNvSpPr txBox="1"/>
              <p:nvPr/>
            </p:nvSpPr>
            <p:spPr>
              <a:xfrm>
                <a:off x="4569" y="1796"/>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grpSp>
            <p:nvGrpSpPr>
              <p:cNvPr id="112688" name="Group 309"/>
              <p:cNvGrpSpPr/>
              <p:nvPr/>
            </p:nvGrpSpPr>
            <p:grpSpPr>
              <a:xfrm>
                <a:off x="3907" y="1621"/>
                <a:ext cx="437" cy="213"/>
                <a:chOff x="4396" y="1245"/>
                <a:chExt cx="672" cy="248"/>
              </a:xfrm>
            </p:grpSpPr>
            <p:sp>
              <p:nvSpPr>
                <p:cNvPr id="112699"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00"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701"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702" name="Group 313"/>
                <p:cNvGrpSpPr/>
                <p:nvPr/>
              </p:nvGrpSpPr>
              <p:grpSpPr>
                <a:xfrm>
                  <a:off x="4530" y="1287"/>
                  <a:ext cx="377" cy="75"/>
                  <a:chOff x="2468" y="1332"/>
                  <a:chExt cx="310" cy="60"/>
                </a:xfrm>
              </p:grpSpPr>
              <p:sp>
                <p:nvSpPr>
                  <p:cNvPr id="112705" name="Freeform 314"/>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706" name="Freeform 315"/>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703" name="Line 316"/>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704" name="Line 317"/>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2689" name="Group 318"/>
              <p:cNvGrpSpPr/>
              <p:nvPr/>
            </p:nvGrpSpPr>
            <p:grpSpPr>
              <a:xfrm>
                <a:off x="4521" y="1619"/>
                <a:ext cx="437" cy="213"/>
                <a:chOff x="4396" y="1245"/>
                <a:chExt cx="672" cy="248"/>
              </a:xfrm>
            </p:grpSpPr>
            <p:sp>
              <p:nvSpPr>
                <p:cNvPr id="112691"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692"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693"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694" name="Group 322"/>
                <p:cNvGrpSpPr/>
                <p:nvPr/>
              </p:nvGrpSpPr>
              <p:grpSpPr>
                <a:xfrm>
                  <a:off x="4530" y="1287"/>
                  <a:ext cx="377" cy="75"/>
                  <a:chOff x="2468" y="1332"/>
                  <a:chExt cx="310" cy="60"/>
                </a:xfrm>
              </p:grpSpPr>
              <p:sp>
                <p:nvSpPr>
                  <p:cNvPr id="112697" name="Freeform 323"/>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698" name="Freeform 324"/>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695" name="Line 325"/>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696" name="Line 326"/>
                <p:cNvSpPr/>
                <p:nvPr/>
              </p:nvSpPr>
              <p:spPr>
                <a:xfrm>
                  <a:off x="5063" y="1327"/>
                  <a:ext cx="0" cy="106"/>
                </a:xfrm>
                <a:prstGeom prst="line">
                  <a:avLst/>
                </a:prstGeom>
                <a:ln w="12700" cap="flat" cmpd="sng">
                  <a:solidFill>
                    <a:srgbClr val="000000"/>
                  </a:solidFill>
                  <a:prstDash val="solid"/>
                  <a:headEnd type="none" w="med" len="med"/>
                  <a:tailEnd type="none" w="med" len="med"/>
                </a:ln>
              </p:spPr>
            </p:sp>
          </p:grpSp>
          <p:sp>
            <p:nvSpPr>
              <p:cNvPr id="112690" name="Text Box 327"/>
              <p:cNvSpPr txBox="1"/>
              <p:nvPr/>
            </p:nvSpPr>
            <p:spPr>
              <a:xfrm>
                <a:off x="4635" y="1408"/>
                <a:ext cx="204"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F</a:t>
                </a:r>
              </a:p>
            </p:txBody>
          </p:sp>
        </p:grpSp>
        <p:grpSp>
          <p:nvGrpSpPr>
            <p:cNvPr id="112660" name="Group 329"/>
            <p:cNvGrpSpPr/>
            <p:nvPr/>
          </p:nvGrpSpPr>
          <p:grpSpPr>
            <a:xfrm>
              <a:off x="1361" y="771"/>
              <a:ext cx="1089" cy="608"/>
              <a:chOff x="1363" y="1403"/>
              <a:chExt cx="1089" cy="608"/>
            </a:xfrm>
          </p:grpSpPr>
          <p:sp>
            <p:nvSpPr>
              <p:cNvPr id="112661" name="Text Box 330"/>
              <p:cNvSpPr txBox="1"/>
              <p:nvPr/>
            </p:nvSpPr>
            <p:spPr>
              <a:xfrm>
                <a:off x="1462" y="1403"/>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A</a:t>
                </a:r>
              </a:p>
            </p:txBody>
          </p:sp>
          <p:sp>
            <p:nvSpPr>
              <p:cNvPr id="112662" name="Text Box 331"/>
              <p:cNvSpPr txBox="1"/>
              <p:nvPr/>
            </p:nvSpPr>
            <p:spPr>
              <a:xfrm>
                <a:off x="2121" y="1406"/>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B</a:t>
                </a:r>
              </a:p>
            </p:txBody>
          </p:sp>
          <p:sp>
            <p:nvSpPr>
              <p:cNvPr id="112663" name="Line 332"/>
              <p:cNvSpPr/>
              <p:nvPr/>
            </p:nvSpPr>
            <p:spPr>
              <a:xfrm flipV="1">
                <a:off x="1803" y="1729"/>
                <a:ext cx="204" cy="0"/>
              </a:xfrm>
              <a:prstGeom prst="line">
                <a:avLst/>
              </a:prstGeom>
              <a:ln w="19050" cap="flat" cmpd="sng">
                <a:solidFill>
                  <a:schemeClr val="tx1"/>
                </a:solidFill>
                <a:prstDash val="solid"/>
                <a:headEnd type="none" w="med" len="med"/>
                <a:tailEnd type="none" w="med" len="med"/>
              </a:ln>
            </p:spPr>
          </p:sp>
          <p:sp>
            <p:nvSpPr>
              <p:cNvPr id="112664" name="Text Box 333"/>
              <p:cNvSpPr txBox="1"/>
              <p:nvPr/>
            </p:nvSpPr>
            <p:spPr>
              <a:xfrm>
                <a:off x="1386" y="1798"/>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sp>
            <p:nvSpPr>
              <p:cNvPr id="112665" name="Text Box 334"/>
              <p:cNvSpPr txBox="1"/>
              <p:nvPr/>
            </p:nvSpPr>
            <p:spPr>
              <a:xfrm>
                <a:off x="2045" y="1799"/>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grpSp>
            <p:nvGrpSpPr>
              <p:cNvPr id="112666" name="Group 335"/>
              <p:cNvGrpSpPr/>
              <p:nvPr/>
            </p:nvGrpSpPr>
            <p:grpSpPr>
              <a:xfrm>
                <a:off x="1363" y="1621"/>
                <a:ext cx="437" cy="213"/>
                <a:chOff x="4396" y="1245"/>
                <a:chExt cx="672" cy="248"/>
              </a:xfrm>
            </p:grpSpPr>
            <p:sp>
              <p:nvSpPr>
                <p:cNvPr id="112676"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677"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678"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679" name="Group 339"/>
                <p:cNvGrpSpPr/>
                <p:nvPr/>
              </p:nvGrpSpPr>
              <p:grpSpPr>
                <a:xfrm>
                  <a:off x="4530" y="1287"/>
                  <a:ext cx="377" cy="75"/>
                  <a:chOff x="2468" y="1332"/>
                  <a:chExt cx="310" cy="60"/>
                </a:xfrm>
              </p:grpSpPr>
              <p:sp>
                <p:nvSpPr>
                  <p:cNvPr id="112682" name="Freeform 340"/>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683" name="Freeform 341"/>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680" name="Line 342"/>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681" name="Line 343"/>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2667" name="Group 344"/>
              <p:cNvGrpSpPr/>
              <p:nvPr/>
            </p:nvGrpSpPr>
            <p:grpSpPr>
              <a:xfrm>
                <a:off x="2015" y="1617"/>
                <a:ext cx="437" cy="213"/>
                <a:chOff x="4396" y="1245"/>
                <a:chExt cx="672" cy="248"/>
              </a:xfrm>
            </p:grpSpPr>
            <p:sp>
              <p:nvSpPr>
                <p:cNvPr id="112668"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669"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2670"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2671" name="Group 348"/>
                <p:cNvGrpSpPr/>
                <p:nvPr/>
              </p:nvGrpSpPr>
              <p:grpSpPr>
                <a:xfrm>
                  <a:off x="4530" y="1287"/>
                  <a:ext cx="377" cy="75"/>
                  <a:chOff x="2468" y="1332"/>
                  <a:chExt cx="310" cy="60"/>
                </a:xfrm>
              </p:grpSpPr>
              <p:sp>
                <p:nvSpPr>
                  <p:cNvPr id="112674" name="Freeform 349"/>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2675" name="Freeform 350"/>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2672" name="Line 351"/>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2673" name="Line 352"/>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grpSp>
      <p:sp>
        <p:nvSpPr>
          <p:cNvPr id="112654"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123</a:t>
            </a:fld>
            <a:endParaRPr lang="en-US" altLang="zh-CN" sz="1200">
              <a:latin typeface="Tahoma" panose="020B0604030504040204" charset="0"/>
            </a:endParaRPr>
          </a:p>
        </p:txBody>
      </p:sp>
      <p:sp>
        <p:nvSpPr>
          <p:cNvPr id="112655"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52"/>
          <p:cNvGrpSpPr/>
          <p:nvPr/>
        </p:nvGrpSpPr>
        <p:grpSpPr>
          <a:xfrm>
            <a:off x="2557463" y="3384550"/>
            <a:ext cx="817562" cy="2981325"/>
            <a:chOff x="1611" y="2132"/>
            <a:chExt cx="515" cy="1878"/>
          </a:xfrm>
        </p:grpSpPr>
        <p:grpSp>
          <p:nvGrpSpPr>
            <p:cNvPr id="113821" name="Group 212"/>
            <p:cNvGrpSpPr/>
            <p:nvPr/>
          </p:nvGrpSpPr>
          <p:grpSpPr>
            <a:xfrm>
              <a:off x="1625" y="2200"/>
              <a:ext cx="471" cy="908"/>
              <a:chOff x="643" y="2144"/>
              <a:chExt cx="471" cy="908"/>
            </a:xfrm>
          </p:grpSpPr>
          <p:sp>
            <p:nvSpPr>
              <p:cNvPr id="113825" name="Rectangle 183"/>
              <p:cNvSpPr/>
              <p:nvPr/>
            </p:nvSpPr>
            <p:spPr>
              <a:xfrm>
                <a:off x="652" y="2144"/>
                <a:ext cx="462" cy="908"/>
              </a:xfrm>
              <a:prstGeom prst="rect">
                <a:avLst/>
              </a:prstGeom>
              <a:solidFill>
                <a:srgbClr val="66CCFF"/>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3826" name="Text Box 184"/>
              <p:cNvSpPr txBox="1"/>
              <p:nvPr/>
            </p:nvSpPr>
            <p:spPr>
              <a:xfrm>
                <a:off x="643" y="2169"/>
                <a:ext cx="457" cy="8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flow: X</a:t>
                </a:r>
              </a:p>
              <a:p>
                <a:pPr marL="0" lvl="0" indent="0">
                  <a:lnSpc>
                    <a:spcPct val="100000"/>
                  </a:lnSpc>
                  <a:spcBef>
                    <a:spcPct val="0"/>
                  </a:spcBef>
                  <a:buClrTx/>
                  <a:buSzTx/>
                  <a:buFontTx/>
                  <a:buNone/>
                </a:pPr>
                <a:r>
                  <a:rPr lang="en-US" altLang="zh-CN" sz="1400">
                    <a:latin typeface="Arial" panose="020B0604020202090204" pitchFamily="34" charset="0"/>
                  </a:rPr>
                  <a:t>src: A</a:t>
                </a:r>
              </a:p>
              <a:p>
                <a:pPr marL="0" lvl="0" indent="0">
                  <a:lnSpc>
                    <a:spcPct val="100000"/>
                  </a:lnSpc>
                  <a:spcBef>
                    <a:spcPct val="0"/>
                  </a:spcBef>
                  <a:buClrTx/>
                  <a:buSzTx/>
                  <a:buFontTx/>
                  <a:buNone/>
                </a:pPr>
                <a:r>
                  <a:rPr lang="en-US" altLang="zh-CN" sz="1400">
                    <a:latin typeface="Arial" panose="020B0604020202090204" pitchFamily="34" charset="0"/>
                  </a:rPr>
                  <a:t>dest: F</a:t>
                </a:r>
              </a:p>
              <a:p>
                <a:pPr marL="0" lvl="0" indent="0">
                  <a:lnSpc>
                    <a:spcPct val="100000"/>
                  </a:lnSpc>
                  <a:spcBef>
                    <a:spcPct val="0"/>
                  </a:spcBef>
                  <a:buClrTx/>
                  <a:buSzTx/>
                  <a:buFontTx/>
                  <a:buNone/>
                </a:pPr>
                <a:endParaRPr lang="en-US" altLang="zh-CN" sz="1400">
                  <a:latin typeface="Arial" panose="020B0604020202090204" pitchFamily="34" charset="0"/>
                </a:endParaRPr>
              </a:p>
              <a:p>
                <a:pPr marL="0" lvl="0" indent="0">
                  <a:lnSpc>
                    <a:spcPct val="100000"/>
                  </a:lnSpc>
                  <a:spcBef>
                    <a:spcPct val="0"/>
                  </a:spcBef>
                  <a:buClrTx/>
                  <a:buSzTx/>
                  <a:buFontTx/>
                  <a:buNone/>
                </a:pPr>
                <a:endParaRPr lang="en-US" altLang="zh-CN" sz="1400">
                  <a:latin typeface="Arial" panose="020B0604020202090204" pitchFamily="34" charset="0"/>
                </a:endParaRPr>
              </a:p>
              <a:p>
                <a:pPr marL="0" lvl="0" indent="0">
                  <a:lnSpc>
                    <a:spcPct val="100000"/>
                  </a:lnSpc>
                  <a:spcBef>
                    <a:spcPct val="0"/>
                  </a:spcBef>
                  <a:buClrTx/>
                  <a:buSzTx/>
                  <a:buFontTx/>
                  <a:buNone/>
                </a:pPr>
                <a:r>
                  <a:rPr lang="en-US" altLang="zh-CN" sz="1400">
                    <a:latin typeface="Arial" panose="020B0604020202090204" pitchFamily="34" charset="0"/>
                  </a:rPr>
                  <a:t>data</a:t>
                </a:r>
              </a:p>
            </p:txBody>
          </p:sp>
        </p:grpSp>
        <p:sp>
          <p:nvSpPr>
            <p:cNvPr id="113822" name="Line 194"/>
            <p:cNvSpPr/>
            <p:nvPr/>
          </p:nvSpPr>
          <p:spPr>
            <a:xfrm>
              <a:off x="1661" y="2132"/>
              <a:ext cx="434" cy="0"/>
            </a:xfrm>
            <a:prstGeom prst="line">
              <a:avLst/>
            </a:prstGeom>
            <a:ln w="19050" cap="flat" cmpd="sng">
              <a:solidFill>
                <a:schemeClr val="tx1"/>
              </a:solidFill>
              <a:prstDash val="solid"/>
              <a:headEnd type="none" w="med" len="med"/>
              <a:tailEnd type="triangle" w="med" len="med"/>
            </a:ln>
          </p:spPr>
        </p:sp>
        <p:sp>
          <p:nvSpPr>
            <p:cNvPr id="113823" name="Text Box 204"/>
            <p:cNvSpPr txBox="1"/>
            <p:nvPr/>
          </p:nvSpPr>
          <p:spPr>
            <a:xfrm>
              <a:off x="1611" y="3690"/>
              <a:ext cx="515" cy="32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600">
                  <a:latin typeface="Arial" panose="020B0604020202090204" pitchFamily="34" charset="0"/>
                </a:rPr>
                <a:t>A-to-B:</a:t>
              </a:r>
            </a:p>
            <a:p>
              <a:pPr marL="0" lvl="0" indent="0" algn="ctr">
                <a:spcBef>
                  <a:spcPct val="0"/>
                </a:spcBef>
                <a:buClrTx/>
                <a:buSzTx/>
                <a:buFontTx/>
                <a:buNone/>
              </a:pPr>
              <a:r>
                <a:rPr lang="en-US" altLang="zh-CN" sz="1600">
                  <a:latin typeface="Arial" panose="020B0604020202090204" pitchFamily="34" charset="0"/>
                </a:rPr>
                <a:t>IPv6</a:t>
              </a:r>
            </a:p>
          </p:txBody>
        </p:sp>
        <p:sp>
          <p:nvSpPr>
            <p:cNvPr id="113824" name="Line 205"/>
            <p:cNvSpPr/>
            <p:nvPr/>
          </p:nvSpPr>
          <p:spPr>
            <a:xfrm>
              <a:off x="1856" y="3230"/>
              <a:ext cx="0" cy="495"/>
            </a:xfrm>
            <a:prstGeom prst="line">
              <a:avLst/>
            </a:prstGeom>
            <a:ln w="9525" cap="flat" cmpd="sng">
              <a:solidFill>
                <a:schemeClr val="tx1"/>
              </a:solidFill>
              <a:prstDash val="solid"/>
              <a:headEnd type="triangle" w="med" len="med"/>
              <a:tailEnd type="none" w="med" len="med"/>
            </a:ln>
          </p:spPr>
        </p:sp>
      </p:grpSp>
      <p:grpSp>
        <p:nvGrpSpPr>
          <p:cNvPr id="4" name="Group 353"/>
          <p:cNvGrpSpPr/>
          <p:nvPr/>
        </p:nvGrpSpPr>
        <p:grpSpPr>
          <a:xfrm>
            <a:off x="3532188" y="3376613"/>
            <a:ext cx="1185862" cy="3319462"/>
            <a:chOff x="2225" y="2127"/>
            <a:chExt cx="747" cy="2091"/>
          </a:xfrm>
        </p:grpSpPr>
        <p:grpSp>
          <p:nvGrpSpPr>
            <p:cNvPr id="113812" name="Group 216"/>
            <p:cNvGrpSpPr/>
            <p:nvPr/>
          </p:nvGrpSpPr>
          <p:grpSpPr>
            <a:xfrm>
              <a:off x="2225" y="2194"/>
              <a:ext cx="620" cy="1388"/>
              <a:chOff x="441" y="2082"/>
              <a:chExt cx="620" cy="1388"/>
            </a:xfrm>
          </p:grpSpPr>
          <p:sp>
            <p:nvSpPr>
              <p:cNvPr id="113816" name="Rectangle 189"/>
              <p:cNvSpPr/>
              <p:nvPr/>
            </p:nvSpPr>
            <p:spPr>
              <a:xfrm>
                <a:off x="478" y="2088"/>
                <a:ext cx="583" cy="1382"/>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113817" name="Group 190"/>
              <p:cNvGrpSpPr/>
              <p:nvPr/>
            </p:nvGrpSpPr>
            <p:grpSpPr>
              <a:xfrm>
                <a:off x="499" y="2471"/>
                <a:ext cx="489" cy="908"/>
                <a:chOff x="4869" y="143"/>
                <a:chExt cx="489" cy="908"/>
              </a:xfrm>
            </p:grpSpPr>
            <p:sp>
              <p:nvSpPr>
                <p:cNvPr id="113819" name="Rectangle 191"/>
                <p:cNvSpPr/>
                <p:nvPr/>
              </p:nvSpPr>
              <p:spPr>
                <a:xfrm>
                  <a:off x="4893" y="143"/>
                  <a:ext cx="462" cy="908"/>
                </a:xfrm>
                <a:prstGeom prst="rect">
                  <a:avLst/>
                </a:prstGeom>
                <a:solidFill>
                  <a:srgbClr val="66CCFF"/>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3820" name="Text Box 192"/>
                <p:cNvSpPr txBox="1"/>
                <p:nvPr/>
              </p:nvSpPr>
              <p:spPr>
                <a:xfrm>
                  <a:off x="4869" y="161"/>
                  <a:ext cx="489" cy="8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Flow: X</a:t>
                  </a:r>
                </a:p>
                <a:p>
                  <a:pPr marL="0" lvl="0" indent="0">
                    <a:lnSpc>
                      <a:spcPct val="100000"/>
                    </a:lnSpc>
                    <a:spcBef>
                      <a:spcPct val="0"/>
                    </a:spcBef>
                    <a:buClrTx/>
                    <a:buSzTx/>
                    <a:buFontTx/>
                    <a:buNone/>
                  </a:pPr>
                  <a:r>
                    <a:rPr lang="en-US" altLang="zh-CN" sz="1400">
                      <a:latin typeface="Arial" panose="020B0604020202090204" pitchFamily="34" charset="0"/>
                    </a:rPr>
                    <a:t>Src: A</a:t>
                  </a:r>
                </a:p>
                <a:p>
                  <a:pPr marL="0" lvl="0" indent="0">
                    <a:lnSpc>
                      <a:spcPct val="100000"/>
                    </a:lnSpc>
                    <a:spcBef>
                      <a:spcPct val="0"/>
                    </a:spcBef>
                    <a:buClrTx/>
                    <a:buSzTx/>
                    <a:buFontTx/>
                    <a:buNone/>
                  </a:pPr>
                  <a:r>
                    <a:rPr lang="en-US" altLang="zh-CN" sz="1400">
                      <a:latin typeface="Arial" panose="020B0604020202090204" pitchFamily="34" charset="0"/>
                    </a:rPr>
                    <a:t>Dest: F</a:t>
                  </a:r>
                </a:p>
                <a:p>
                  <a:pPr marL="0" lvl="0" indent="0">
                    <a:lnSpc>
                      <a:spcPct val="100000"/>
                    </a:lnSpc>
                    <a:spcBef>
                      <a:spcPct val="0"/>
                    </a:spcBef>
                    <a:buClrTx/>
                    <a:buSzTx/>
                    <a:buFontTx/>
                    <a:buNone/>
                  </a:pPr>
                  <a:endParaRPr lang="en-US" altLang="zh-CN" sz="1400">
                    <a:latin typeface="Arial" panose="020B0604020202090204" pitchFamily="34" charset="0"/>
                  </a:endParaRPr>
                </a:p>
                <a:p>
                  <a:pPr marL="0" lvl="0" indent="0">
                    <a:lnSpc>
                      <a:spcPct val="100000"/>
                    </a:lnSpc>
                    <a:spcBef>
                      <a:spcPct val="0"/>
                    </a:spcBef>
                    <a:buClrTx/>
                    <a:buSzTx/>
                    <a:buFontTx/>
                    <a:buNone/>
                  </a:pPr>
                  <a:endParaRPr lang="en-US" altLang="zh-CN" sz="1400">
                    <a:latin typeface="Arial" panose="020B0604020202090204" pitchFamily="34" charset="0"/>
                  </a:endParaRPr>
                </a:p>
                <a:p>
                  <a:pPr marL="0" lvl="0" indent="0">
                    <a:lnSpc>
                      <a:spcPct val="100000"/>
                    </a:lnSpc>
                    <a:spcBef>
                      <a:spcPct val="0"/>
                    </a:spcBef>
                    <a:buClrTx/>
                    <a:buSzTx/>
                    <a:buFontTx/>
                    <a:buNone/>
                  </a:pPr>
                  <a:r>
                    <a:rPr lang="en-US" altLang="zh-CN" sz="1400">
                      <a:latin typeface="Arial" panose="020B0604020202090204" pitchFamily="34" charset="0"/>
                    </a:rPr>
                    <a:t>data</a:t>
                  </a:r>
                </a:p>
              </p:txBody>
            </p:sp>
          </p:grpSp>
          <p:sp>
            <p:nvSpPr>
              <p:cNvPr id="113818" name="Text Box 193"/>
              <p:cNvSpPr txBox="1"/>
              <p:nvPr/>
            </p:nvSpPr>
            <p:spPr>
              <a:xfrm>
                <a:off x="441" y="2082"/>
                <a:ext cx="564"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chemeClr val="bg1"/>
                    </a:solidFill>
                    <a:latin typeface="Arial" panose="020B0604020202090204" pitchFamily="34" charset="0"/>
                  </a:rPr>
                  <a:t>src:B</a:t>
                </a:r>
              </a:p>
              <a:p>
                <a:pPr marL="0" lvl="0" indent="0">
                  <a:lnSpc>
                    <a:spcPct val="100000"/>
                  </a:lnSpc>
                  <a:spcBef>
                    <a:spcPct val="0"/>
                  </a:spcBef>
                  <a:buClrTx/>
                  <a:buSzTx/>
                  <a:buFontTx/>
                  <a:buNone/>
                </a:pPr>
                <a:r>
                  <a:rPr lang="en-US" altLang="zh-CN" sz="1800">
                    <a:solidFill>
                      <a:schemeClr val="bg1"/>
                    </a:solidFill>
                    <a:latin typeface="Arial" panose="020B0604020202090204" pitchFamily="34" charset="0"/>
                  </a:rPr>
                  <a:t>dest: E</a:t>
                </a:r>
              </a:p>
            </p:txBody>
          </p:sp>
        </p:grpSp>
        <p:sp>
          <p:nvSpPr>
            <p:cNvPr id="113813" name="Line 195"/>
            <p:cNvSpPr/>
            <p:nvPr/>
          </p:nvSpPr>
          <p:spPr>
            <a:xfrm>
              <a:off x="2345" y="2127"/>
              <a:ext cx="434" cy="0"/>
            </a:xfrm>
            <a:prstGeom prst="line">
              <a:avLst/>
            </a:prstGeom>
            <a:ln w="19050" cap="flat" cmpd="sng">
              <a:solidFill>
                <a:schemeClr val="tx1"/>
              </a:solidFill>
              <a:prstDash val="solid"/>
              <a:headEnd type="none" w="med" len="med"/>
              <a:tailEnd type="triangle" w="med" len="med"/>
            </a:ln>
          </p:spPr>
        </p:sp>
        <p:sp>
          <p:nvSpPr>
            <p:cNvPr id="113814" name="Text Box 208"/>
            <p:cNvSpPr txBox="1"/>
            <p:nvPr/>
          </p:nvSpPr>
          <p:spPr>
            <a:xfrm>
              <a:off x="2231" y="3767"/>
              <a:ext cx="741" cy="45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600">
                  <a:latin typeface="Arial" panose="020B0604020202090204" pitchFamily="34" charset="0"/>
                </a:rPr>
                <a:t>B-to-C:</a:t>
              </a:r>
            </a:p>
            <a:p>
              <a:pPr marL="0" lvl="0" indent="0" algn="ctr">
                <a:spcBef>
                  <a:spcPct val="0"/>
                </a:spcBef>
                <a:buClrTx/>
                <a:buSzTx/>
                <a:buFontTx/>
                <a:buNone/>
              </a:pPr>
              <a:r>
                <a:rPr lang="en-US" altLang="zh-CN" sz="1600">
                  <a:latin typeface="Arial" panose="020B0604020202090204" pitchFamily="34" charset="0"/>
                </a:rPr>
                <a:t>IPv6 inside</a:t>
              </a:r>
            </a:p>
            <a:p>
              <a:pPr marL="0" lvl="0" indent="0" algn="ctr">
                <a:spcBef>
                  <a:spcPct val="0"/>
                </a:spcBef>
                <a:buClrTx/>
                <a:buSzTx/>
                <a:buFontTx/>
                <a:buNone/>
              </a:pPr>
              <a:r>
                <a:rPr lang="en-US" altLang="zh-CN" sz="1600">
                  <a:latin typeface="Arial" panose="020B0604020202090204" pitchFamily="34" charset="0"/>
                </a:rPr>
                <a:t>IPv4</a:t>
              </a:r>
            </a:p>
          </p:txBody>
        </p:sp>
        <p:sp>
          <p:nvSpPr>
            <p:cNvPr id="113815" name="Line 209"/>
            <p:cNvSpPr/>
            <p:nvPr/>
          </p:nvSpPr>
          <p:spPr>
            <a:xfrm>
              <a:off x="2588" y="3604"/>
              <a:ext cx="0" cy="116"/>
            </a:xfrm>
            <a:prstGeom prst="line">
              <a:avLst/>
            </a:prstGeom>
            <a:ln w="9525" cap="flat" cmpd="sng">
              <a:solidFill>
                <a:schemeClr val="tx1"/>
              </a:solidFill>
              <a:prstDash val="solid"/>
              <a:headEnd type="triangle" w="med" len="med"/>
              <a:tailEnd type="none" w="med" len="med"/>
            </a:ln>
          </p:spPr>
        </p:sp>
      </p:grpSp>
      <p:grpSp>
        <p:nvGrpSpPr>
          <p:cNvPr id="7" name="Group 355"/>
          <p:cNvGrpSpPr/>
          <p:nvPr/>
        </p:nvGrpSpPr>
        <p:grpSpPr>
          <a:xfrm>
            <a:off x="6748463" y="3379788"/>
            <a:ext cx="881062" cy="2998787"/>
            <a:chOff x="4251" y="2129"/>
            <a:chExt cx="555" cy="1889"/>
          </a:xfrm>
        </p:grpSpPr>
        <p:sp>
          <p:nvSpPr>
            <p:cNvPr id="113806" name="Line 197"/>
            <p:cNvSpPr/>
            <p:nvPr/>
          </p:nvSpPr>
          <p:spPr>
            <a:xfrm>
              <a:off x="4292" y="2129"/>
              <a:ext cx="434" cy="0"/>
            </a:xfrm>
            <a:prstGeom prst="line">
              <a:avLst/>
            </a:prstGeom>
            <a:ln w="19050" cap="flat" cmpd="sng">
              <a:solidFill>
                <a:schemeClr val="tx1"/>
              </a:solidFill>
              <a:prstDash val="solid"/>
              <a:headEnd type="none" w="med" len="med"/>
              <a:tailEnd type="triangle" w="med" len="med"/>
            </a:ln>
          </p:spPr>
        </p:sp>
        <p:sp>
          <p:nvSpPr>
            <p:cNvPr id="113807" name="Text Box 206"/>
            <p:cNvSpPr txBox="1"/>
            <p:nvPr/>
          </p:nvSpPr>
          <p:spPr>
            <a:xfrm>
              <a:off x="4298" y="3698"/>
              <a:ext cx="508" cy="32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600">
                  <a:latin typeface="Arial" panose="020B0604020202090204" pitchFamily="34" charset="0"/>
                </a:rPr>
                <a:t>E-to-F:</a:t>
              </a:r>
            </a:p>
            <a:p>
              <a:pPr marL="0" lvl="0" indent="0" algn="ctr">
                <a:spcBef>
                  <a:spcPct val="0"/>
                </a:spcBef>
                <a:buClrTx/>
                <a:buSzTx/>
                <a:buFontTx/>
                <a:buNone/>
              </a:pPr>
              <a:r>
                <a:rPr lang="en-US" altLang="zh-CN" sz="1600">
                  <a:latin typeface="Arial" panose="020B0604020202090204" pitchFamily="34" charset="0"/>
                </a:rPr>
                <a:t>IPv6</a:t>
              </a:r>
            </a:p>
          </p:txBody>
        </p:sp>
        <p:sp>
          <p:nvSpPr>
            <p:cNvPr id="113808" name="Line 207"/>
            <p:cNvSpPr/>
            <p:nvPr/>
          </p:nvSpPr>
          <p:spPr>
            <a:xfrm>
              <a:off x="4540" y="3238"/>
              <a:ext cx="0" cy="495"/>
            </a:xfrm>
            <a:prstGeom prst="line">
              <a:avLst/>
            </a:prstGeom>
            <a:ln w="9525" cap="flat" cmpd="sng">
              <a:solidFill>
                <a:schemeClr val="tx1"/>
              </a:solidFill>
              <a:prstDash val="solid"/>
              <a:headEnd type="triangle" w="med" len="med"/>
              <a:tailEnd type="none" w="med" len="med"/>
            </a:ln>
          </p:spPr>
        </p:sp>
        <p:grpSp>
          <p:nvGrpSpPr>
            <p:cNvPr id="113809" name="Group 213"/>
            <p:cNvGrpSpPr/>
            <p:nvPr/>
          </p:nvGrpSpPr>
          <p:grpSpPr>
            <a:xfrm>
              <a:off x="4251" y="2205"/>
              <a:ext cx="471" cy="908"/>
              <a:chOff x="643" y="2144"/>
              <a:chExt cx="471" cy="908"/>
            </a:xfrm>
          </p:grpSpPr>
          <p:sp>
            <p:nvSpPr>
              <p:cNvPr id="113810" name="Rectangle 214"/>
              <p:cNvSpPr/>
              <p:nvPr/>
            </p:nvSpPr>
            <p:spPr>
              <a:xfrm>
                <a:off x="652" y="2144"/>
                <a:ext cx="462" cy="908"/>
              </a:xfrm>
              <a:prstGeom prst="rect">
                <a:avLst/>
              </a:prstGeom>
              <a:solidFill>
                <a:srgbClr val="66CCFF"/>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3811" name="Text Box 215"/>
              <p:cNvSpPr txBox="1"/>
              <p:nvPr/>
            </p:nvSpPr>
            <p:spPr>
              <a:xfrm>
                <a:off x="643" y="2169"/>
                <a:ext cx="457" cy="8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flow: X</a:t>
                </a:r>
              </a:p>
              <a:p>
                <a:pPr marL="0" lvl="0" indent="0">
                  <a:lnSpc>
                    <a:spcPct val="100000"/>
                  </a:lnSpc>
                  <a:spcBef>
                    <a:spcPct val="0"/>
                  </a:spcBef>
                  <a:buClrTx/>
                  <a:buSzTx/>
                  <a:buFontTx/>
                  <a:buNone/>
                </a:pPr>
                <a:r>
                  <a:rPr lang="en-US" altLang="zh-CN" sz="1400">
                    <a:latin typeface="Arial" panose="020B0604020202090204" pitchFamily="34" charset="0"/>
                  </a:rPr>
                  <a:t>src: A</a:t>
                </a:r>
              </a:p>
              <a:p>
                <a:pPr marL="0" lvl="0" indent="0">
                  <a:lnSpc>
                    <a:spcPct val="100000"/>
                  </a:lnSpc>
                  <a:spcBef>
                    <a:spcPct val="0"/>
                  </a:spcBef>
                  <a:buClrTx/>
                  <a:buSzTx/>
                  <a:buFontTx/>
                  <a:buNone/>
                </a:pPr>
                <a:r>
                  <a:rPr lang="en-US" altLang="zh-CN" sz="1400">
                    <a:latin typeface="Arial" panose="020B0604020202090204" pitchFamily="34" charset="0"/>
                  </a:rPr>
                  <a:t>dest: F</a:t>
                </a:r>
              </a:p>
              <a:p>
                <a:pPr marL="0" lvl="0" indent="0">
                  <a:lnSpc>
                    <a:spcPct val="100000"/>
                  </a:lnSpc>
                  <a:spcBef>
                    <a:spcPct val="0"/>
                  </a:spcBef>
                  <a:buClrTx/>
                  <a:buSzTx/>
                  <a:buFontTx/>
                  <a:buNone/>
                </a:pPr>
                <a:endParaRPr lang="en-US" altLang="zh-CN" sz="1400">
                  <a:latin typeface="Arial" panose="020B0604020202090204" pitchFamily="34" charset="0"/>
                </a:endParaRPr>
              </a:p>
              <a:p>
                <a:pPr marL="0" lvl="0" indent="0">
                  <a:lnSpc>
                    <a:spcPct val="100000"/>
                  </a:lnSpc>
                  <a:spcBef>
                    <a:spcPct val="0"/>
                  </a:spcBef>
                  <a:buClrTx/>
                  <a:buSzTx/>
                  <a:buFontTx/>
                  <a:buNone/>
                </a:pPr>
                <a:endParaRPr lang="en-US" altLang="zh-CN" sz="1400">
                  <a:latin typeface="Arial" panose="020B0604020202090204" pitchFamily="34" charset="0"/>
                </a:endParaRPr>
              </a:p>
              <a:p>
                <a:pPr marL="0" lvl="0" indent="0">
                  <a:lnSpc>
                    <a:spcPct val="100000"/>
                  </a:lnSpc>
                  <a:spcBef>
                    <a:spcPct val="0"/>
                  </a:spcBef>
                  <a:buClrTx/>
                  <a:buSzTx/>
                  <a:buFontTx/>
                  <a:buNone/>
                </a:pPr>
                <a:r>
                  <a:rPr lang="en-US" altLang="zh-CN" sz="1400">
                    <a:latin typeface="Arial" panose="020B0604020202090204" pitchFamily="34" charset="0"/>
                  </a:rPr>
                  <a:t>data</a:t>
                </a:r>
              </a:p>
            </p:txBody>
          </p:sp>
        </p:grpSp>
      </p:grpSp>
      <p:grpSp>
        <p:nvGrpSpPr>
          <p:cNvPr id="9" name="Group 354"/>
          <p:cNvGrpSpPr/>
          <p:nvPr/>
        </p:nvGrpSpPr>
        <p:grpSpPr>
          <a:xfrm>
            <a:off x="5567363" y="3378200"/>
            <a:ext cx="1176337" cy="3330575"/>
            <a:chOff x="3507" y="2128"/>
            <a:chExt cx="741" cy="2098"/>
          </a:xfrm>
        </p:grpSpPr>
        <p:sp>
          <p:nvSpPr>
            <p:cNvPr id="113797" name="Line 196"/>
            <p:cNvSpPr/>
            <p:nvPr/>
          </p:nvSpPr>
          <p:spPr>
            <a:xfrm>
              <a:off x="3627" y="2128"/>
              <a:ext cx="434" cy="0"/>
            </a:xfrm>
            <a:prstGeom prst="line">
              <a:avLst/>
            </a:prstGeom>
            <a:ln w="19050" cap="flat" cmpd="sng">
              <a:solidFill>
                <a:schemeClr val="tx1"/>
              </a:solidFill>
              <a:prstDash val="solid"/>
              <a:headEnd type="none" w="med" len="med"/>
              <a:tailEnd type="triangle" w="med" len="med"/>
            </a:ln>
          </p:spPr>
        </p:sp>
        <p:sp>
          <p:nvSpPr>
            <p:cNvPr id="113798" name="Text Box 210"/>
            <p:cNvSpPr txBox="1"/>
            <p:nvPr/>
          </p:nvSpPr>
          <p:spPr>
            <a:xfrm>
              <a:off x="3507" y="3775"/>
              <a:ext cx="741" cy="45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600">
                  <a:latin typeface="Arial" panose="020B0604020202090204" pitchFamily="34" charset="0"/>
                </a:rPr>
                <a:t>B-to-C:</a:t>
              </a:r>
            </a:p>
            <a:p>
              <a:pPr marL="0" lvl="0" indent="0" algn="ctr">
                <a:spcBef>
                  <a:spcPct val="0"/>
                </a:spcBef>
                <a:buClrTx/>
                <a:buSzTx/>
                <a:buFontTx/>
                <a:buNone/>
              </a:pPr>
              <a:r>
                <a:rPr lang="en-US" altLang="zh-CN" sz="1600">
                  <a:latin typeface="Arial" panose="020B0604020202090204" pitchFamily="34" charset="0"/>
                </a:rPr>
                <a:t>IPv6 inside</a:t>
              </a:r>
            </a:p>
            <a:p>
              <a:pPr marL="0" lvl="0" indent="0" algn="ctr">
                <a:spcBef>
                  <a:spcPct val="0"/>
                </a:spcBef>
                <a:buClrTx/>
                <a:buSzTx/>
                <a:buFontTx/>
                <a:buNone/>
              </a:pPr>
              <a:r>
                <a:rPr lang="en-US" altLang="zh-CN" sz="1600">
                  <a:latin typeface="Arial" panose="020B0604020202090204" pitchFamily="34" charset="0"/>
                </a:rPr>
                <a:t>IPv4</a:t>
              </a:r>
            </a:p>
          </p:txBody>
        </p:sp>
        <p:sp>
          <p:nvSpPr>
            <p:cNvPr id="113799" name="Line 211"/>
            <p:cNvSpPr/>
            <p:nvPr/>
          </p:nvSpPr>
          <p:spPr>
            <a:xfrm>
              <a:off x="3883" y="3640"/>
              <a:ext cx="0" cy="116"/>
            </a:xfrm>
            <a:prstGeom prst="line">
              <a:avLst/>
            </a:prstGeom>
            <a:ln w="9525" cap="flat" cmpd="sng">
              <a:solidFill>
                <a:schemeClr val="tx1"/>
              </a:solidFill>
              <a:prstDash val="solid"/>
              <a:headEnd type="triangle" w="med" len="med"/>
              <a:tailEnd type="none" w="med" len="med"/>
            </a:ln>
          </p:spPr>
        </p:sp>
        <p:grpSp>
          <p:nvGrpSpPr>
            <p:cNvPr id="113800" name="Group 217"/>
            <p:cNvGrpSpPr/>
            <p:nvPr/>
          </p:nvGrpSpPr>
          <p:grpSpPr>
            <a:xfrm>
              <a:off x="3521" y="2220"/>
              <a:ext cx="620" cy="1388"/>
              <a:chOff x="441" y="2082"/>
              <a:chExt cx="620" cy="1388"/>
            </a:xfrm>
          </p:grpSpPr>
          <p:sp>
            <p:nvSpPr>
              <p:cNvPr id="113801" name="Rectangle 218"/>
              <p:cNvSpPr/>
              <p:nvPr/>
            </p:nvSpPr>
            <p:spPr>
              <a:xfrm>
                <a:off x="478" y="2088"/>
                <a:ext cx="583" cy="1382"/>
              </a:xfrm>
              <a:prstGeom prst="rect">
                <a:avLst/>
              </a:prstGeom>
              <a:solidFill>
                <a:srgbClr val="CC0000"/>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113802" name="Group 219"/>
              <p:cNvGrpSpPr/>
              <p:nvPr/>
            </p:nvGrpSpPr>
            <p:grpSpPr>
              <a:xfrm>
                <a:off x="499" y="2471"/>
                <a:ext cx="489" cy="908"/>
                <a:chOff x="4869" y="143"/>
                <a:chExt cx="489" cy="908"/>
              </a:xfrm>
            </p:grpSpPr>
            <p:sp>
              <p:nvSpPr>
                <p:cNvPr id="113804" name="Rectangle 220"/>
                <p:cNvSpPr/>
                <p:nvPr/>
              </p:nvSpPr>
              <p:spPr>
                <a:xfrm>
                  <a:off x="4893" y="143"/>
                  <a:ext cx="462" cy="908"/>
                </a:xfrm>
                <a:prstGeom prst="rect">
                  <a:avLst/>
                </a:prstGeom>
                <a:solidFill>
                  <a:srgbClr val="66CCFF"/>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3805" name="Text Box 221"/>
                <p:cNvSpPr txBox="1"/>
                <p:nvPr/>
              </p:nvSpPr>
              <p:spPr>
                <a:xfrm>
                  <a:off x="4869" y="161"/>
                  <a:ext cx="489" cy="86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Flow: X</a:t>
                  </a:r>
                </a:p>
                <a:p>
                  <a:pPr marL="0" lvl="0" indent="0">
                    <a:lnSpc>
                      <a:spcPct val="100000"/>
                    </a:lnSpc>
                    <a:spcBef>
                      <a:spcPct val="0"/>
                    </a:spcBef>
                    <a:buClrTx/>
                    <a:buSzTx/>
                    <a:buFontTx/>
                    <a:buNone/>
                  </a:pPr>
                  <a:r>
                    <a:rPr lang="en-US" altLang="zh-CN" sz="1400">
                      <a:latin typeface="Arial" panose="020B0604020202090204" pitchFamily="34" charset="0"/>
                    </a:rPr>
                    <a:t>Src: A</a:t>
                  </a:r>
                </a:p>
                <a:p>
                  <a:pPr marL="0" lvl="0" indent="0">
                    <a:lnSpc>
                      <a:spcPct val="100000"/>
                    </a:lnSpc>
                    <a:spcBef>
                      <a:spcPct val="0"/>
                    </a:spcBef>
                    <a:buClrTx/>
                    <a:buSzTx/>
                    <a:buFontTx/>
                    <a:buNone/>
                  </a:pPr>
                  <a:r>
                    <a:rPr lang="en-US" altLang="zh-CN" sz="1400">
                      <a:latin typeface="Arial" panose="020B0604020202090204" pitchFamily="34" charset="0"/>
                    </a:rPr>
                    <a:t>Dest: F</a:t>
                  </a:r>
                </a:p>
                <a:p>
                  <a:pPr marL="0" lvl="0" indent="0">
                    <a:lnSpc>
                      <a:spcPct val="100000"/>
                    </a:lnSpc>
                    <a:spcBef>
                      <a:spcPct val="0"/>
                    </a:spcBef>
                    <a:buClrTx/>
                    <a:buSzTx/>
                    <a:buFontTx/>
                    <a:buNone/>
                  </a:pPr>
                  <a:endParaRPr lang="en-US" altLang="zh-CN" sz="1400">
                    <a:latin typeface="Arial" panose="020B0604020202090204" pitchFamily="34" charset="0"/>
                  </a:endParaRPr>
                </a:p>
                <a:p>
                  <a:pPr marL="0" lvl="0" indent="0">
                    <a:lnSpc>
                      <a:spcPct val="100000"/>
                    </a:lnSpc>
                    <a:spcBef>
                      <a:spcPct val="0"/>
                    </a:spcBef>
                    <a:buClrTx/>
                    <a:buSzTx/>
                    <a:buFontTx/>
                    <a:buNone/>
                  </a:pPr>
                  <a:endParaRPr lang="en-US" altLang="zh-CN" sz="1400">
                    <a:latin typeface="Arial" panose="020B0604020202090204" pitchFamily="34" charset="0"/>
                  </a:endParaRPr>
                </a:p>
                <a:p>
                  <a:pPr marL="0" lvl="0" indent="0">
                    <a:lnSpc>
                      <a:spcPct val="100000"/>
                    </a:lnSpc>
                    <a:spcBef>
                      <a:spcPct val="0"/>
                    </a:spcBef>
                    <a:buClrTx/>
                    <a:buSzTx/>
                    <a:buFontTx/>
                    <a:buNone/>
                  </a:pPr>
                  <a:r>
                    <a:rPr lang="en-US" altLang="zh-CN" sz="1400">
                      <a:latin typeface="Arial" panose="020B0604020202090204" pitchFamily="34" charset="0"/>
                    </a:rPr>
                    <a:t>data</a:t>
                  </a:r>
                </a:p>
              </p:txBody>
            </p:sp>
          </p:grpSp>
          <p:sp>
            <p:nvSpPr>
              <p:cNvPr id="113803" name="Text Box 222"/>
              <p:cNvSpPr txBox="1"/>
              <p:nvPr/>
            </p:nvSpPr>
            <p:spPr>
              <a:xfrm>
                <a:off x="441" y="2082"/>
                <a:ext cx="564" cy="40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chemeClr val="bg1"/>
                    </a:solidFill>
                    <a:latin typeface="Arial" panose="020B0604020202090204" pitchFamily="34" charset="0"/>
                  </a:rPr>
                  <a:t>src:B</a:t>
                </a:r>
              </a:p>
              <a:p>
                <a:pPr marL="0" lvl="0" indent="0">
                  <a:lnSpc>
                    <a:spcPct val="100000"/>
                  </a:lnSpc>
                  <a:spcBef>
                    <a:spcPct val="0"/>
                  </a:spcBef>
                  <a:buClrTx/>
                  <a:buSzTx/>
                  <a:buFontTx/>
                  <a:buNone/>
                </a:pPr>
                <a:r>
                  <a:rPr lang="en-US" altLang="zh-CN" sz="1800">
                    <a:solidFill>
                      <a:schemeClr val="bg1"/>
                    </a:solidFill>
                    <a:latin typeface="Arial" panose="020B0604020202090204" pitchFamily="34" charset="0"/>
                  </a:rPr>
                  <a:t>dest: E</a:t>
                </a:r>
              </a:p>
            </p:txBody>
          </p:sp>
        </p:grpSp>
      </p:grpSp>
      <p:sp>
        <p:nvSpPr>
          <p:cNvPr id="113669" name="Text Box 224"/>
          <p:cNvSpPr txBox="1"/>
          <p:nvPr/>
        </p:nvSpPr>
        <p:spPr>
          <a:xfrm>
            <a:off x="309563" y="2597150"/>
            <a:ext cx="15938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physical view:</a:t>
            </a:r>
          </a:p>
        </p:txBody>
      </p:sp>
      <p:sp>
        <p:nvSpPr>
          <p:cNvPr id="113670" name="Line 225"/>
          <p:cNvSpPr/>
          <p:nvPr/>
        </p:nvSpPr>
        <p:spPr>
          <a:xfrm flipV="1">
            <a:off x="3895725" y="2868613"/>
            <a:ext cx="2325688" cy="0"/>
          </a:xfrm>
          <a:prstGeom prst="line">
            <a:avLst/>
          </a:prstGeom>
          <a:ln w="19050" cap="flat" cmpd="sng">
            <a:solidFill>
              <a:schemeClr val="tx1"/>
            </a:solidFill>
            <a:prstDash val="solid"/>
            <a:headEnd type="none" w="med" len="med"/>
            <a:tailEnd type="none" w="med" len="med"/>
          </a:ln>
        </p:spPr>
      </p:sp>
      <p:grpSp>
        <p:nvGrpSpPr>
          <p:cNvPr id="113671" name="Group 228"/>
          <p:cNvGrpSpPr/>
          <p:nvPr/>
        </p:nvGrpSpPr>
        <p:grpSpPr>
          <a:xfrm>
            <a:off x="4230688" y="2703513"/>
            <a:ext cx="693737" cy="338137"/>
            <a:chOff x="4396" y="1245"/>
            <a:chExt cx="672" cy="248"/>
          </a:xfrm>
        </p:grpSpPr>
        <p:sp>
          <p:nvSpPr>
            <p:cNvPr id="113789" name="Oval 407"/>
            <p:cNvSpPr/>
            <p:nvPr/>
          </p:nvSpPr>
          <p:spPr>
            <a:xfrm>
              <a:off x="4399" y="1355"/>
              <a:ext cx="666" cy="138"/>
            </a:xfrm>
            <a:prstGeom prst="ellipse">
              <a:avLst/>
            </a:prstGeom>
            <a:gradFill rotWithShape="1">
              <a:gsLst>
                <a:gs pos="0">
                  <a:srgbClr val="CC0000"/>
                </a:gs>
                <a:gs pos="100000">
                  <a:schemeClr val="bg1"/>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90" name="Rectangle 410"/>
            <p:cNvSpPr/>
            <p:nvPr/>
          </p:nvSpPr>
          <p:spPr>
            <a:xfrm>
              <a:off x="4399" y="1339"/>
              <a:ext cx="669" cy="86"/>
            </a:xfrm>
            <a:prstGeom prst="rect">
              <a:avLst/>
            </a:prstGeom>
            <a:gradFill rotWithShape="1">
              <a:gsLst>
                <a:gs pos="0">
                  <a:srgbClr val="CC0000"/>
                </a:gs>
                <a:gs pos="100000">
                  <a:schemeClr val="bg1"/>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91" name="Oval 411"/>
            <p:cNvSpPr/>
            <p:nvPr/>
          </p:nvSpPr>
          <p:spPr>
            <a:xfrm>
              <a:off x="4396" y="1245"/>
              <a:ext cx="667" cy="162"/>
            </a:xfrm>
            <a:prstGeom prst="ellipse">
              <a:avLst/>
            </a:prstGeom>
            <a:gradFill rotWithShape="1">
              <a:gsLst>
                <a:gs pos="0">
                  <a:srgbClr val="CC0000"/>
                </a:gs>
                <a:gs pos="100000">
                  <a:schemeClr val="bg1"/>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92" name="Group 232"/>
            <p:cNvGrpSpPr/>
            <p:nvPr/>
          </p:nvGrpSpPr>
          <p:grpSpPr>
            <a:xfrm>
              <a:off x="4530" y="1287"/>
              <a:ext cx="377" cy="75"/>
              <a:chOff x="2468" y="1332"/>
              <a:chExt cx="310" cy="60"/>
            </a:xfrm>
          </p:grpSpPr>
          <p:sp>
            <p:nvSpPr>
              <p:cNvPr id="113795" name="Freeform 233"/>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rgbClr val="CC0000">
                      <a:alpha val="100000"/>
                    </a:srgbClr>
                  </a:gs>
                  <a:gs pos="100000">
                    <a:schemeClr val="bg1">
                      <a:alpha val="100000"/>
                    </a:schemeClr>
                  </a:gs>
                </a:gsLst>
                <a:lin ang="0" scaled="1"/>
                <a:tileRect/>
              </a:grad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96" name="Freeform 234"/>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rgbClr val="CC0000">
                      <a:alpha val="100000"/>
                    </a:srgbClr>
                  </a:gs>
                  <a:gs pos="100000">
                    <a:schemeClr val="bg1">
                      <a:alpha val="100000"/>
                    </a:schemeClr>
                  </a:gs>
                </a:gsLst>
                <a:lin ang="0" scaled="1"/>
                <a:tileRect/>
              </a:grad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93" name="Line 235"/>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94" name="Line 236"/>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3672" name="Group 237"/>
          <p:cNvGrpSpPr/>
          <p:nvPr/>
        </p:nvGrpSpPr>
        <p:grpSpPr>
          <a:xfrm>
            <a:off x="2163763" y="2360613"/>
            <a:ext cx="1728787" cy="965200"/>
            <a:chOff x="1363" y="1403"/>
            <a:chExt cx="1089" cy="608"/>
          </a:xfrm>
        </p:grpSpPr>
        <p:sp>
          <p:nvSpPr>
            <p:cNvPr id="113766" name="Text Box 238"/>
            <p:cNvSpPr txBox="1"/>
            <p:nvPr/>
          </p:nvSpPr>
          <p:spPr>
            <a:xfrm>
              <a:off x="1462" y="1403"/>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A</a:t>
              </a:r>
            </a:p>
          </p:txBody>
        </p:sp>
        <p:sp>
          <p:nvSpPr>
            <p:cNvPr id="113767" name="Text Box 239"/>
            <p:cNvSpPr txBox="1"/>
            <p:nvPr/>
          </p:nvSpPr>
          <p:spPr>
            <a:xfrm>
              <a:off x="2121" y="1406"/>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B</a:t>
              </a:r>
            </a:p>
          </p:txBody>
        </p:sp>
        <p:sp>
          <p:nvSpPr>
            <p:cNvPr id="113768" name="Line 240"/>
            <p:cNvSpPr/>
            <p:nvPr/>
          </p:nvSpPr>
          <p:spPr>
            <a:xfrm flipV="1">
              <a:off x="1803" y="1729"/>
              <a:ext cx="204" cy="0"/>
            </a:xfrm>
            <a:prstGeom prst="line">
              <a:avLst/>
            </a:prstGeom>
            <a:ln w="19050" cap="flat" cmpd="sng">
              <a:solidFill>
                <a:schemeClr val="tx1"/>
              </a:solidFill>
              <a:prstDash val="solid"/>
              <a:headEnd type="none" w="med" len="med"/>
              <a:tailEnd type="none" w="med" len="med"/>
            </a:ln>
          </p:spPr>
        </p:sp>
        <p:sp>
          <p:nvSpPr>
            <p:cNvPr id="113769" name="Text Box 241"/>
            <p:cNvSpPr txBox="1"/>
            <p:nvPr/>
          </p:nvSpPr>
          <p:spPr>
            <a:xfrm>
              <a:off x="1386" y="1798"/>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sp>
          <p:nvSpPr>
            <p:cNvPr id="113770" name="Text Box 242"/>
            <p:cNvSpPr txBox="1"/>
            <p:nvPr/>
          </p:nvSpPr>
          <p:spPr>
            <a:xfrm>
              <a:off x="2045" y="1799"/>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grpSp>
          <p:nvGrpSpPr>
            <p:cNvPr id="113771" name="Group 243"/>
            <p:cNvGrpSpPr/>
            <p:nvPr/>
          </p:nvGrpSpPr>
          <p:grpSpPr>
            <a:xfrm>
              <a:off x="1363" y="1621"/>
              <a:ext cx="437" cy="213"/>
              <a:chOff x="4396" y="1245"/>
              <a:chExt cx="672" cy="248"/>
            </a:xfrm>
          </p:grpSpPr>
          <p:sp>
            <p:nvSpPr>
              <p:cNvPr id="113781"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82"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83"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84" name="Group 247"/>
              <p:cNvGrpSpPr/>
              <p:nvPr/>
            </p:nvGrpSpPr>
            <p:grpSpPr>
              <a:xfrm>
                <a:off x="4530" y="1287"/>
                <a:ext cx="377" cy="75"/>
                <a:chOff x="2468" y="1332"/>
                <a:chExt cx="310" cy="60"/>
              </a:xfrm>
            </p:grpSpPr>
            <p:sp>
              <p:nvSpPr>
                <p:cNvPr id="113787" name="Freeform 248"/>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88" name="Freeform 249"/>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85" name="Line 250"/>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86" name="Line 251"/>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3772" name="Group 252"/>
            <p:cNvGrpSpPr/>
            <p:nvPr/>
          </p:nvGrpSpPr>
          <p:grpSpPr>
            <a:xfrm>
              <a:off x="2015" y="1617"/>
              <a:ext cx="437" cy="213"/>
              <a:chOff x="4396" y="1245"/>
              <a:chExt cx="672" cy="248"/>
            </a:xfrm>
          </p:grpSpPr>
          <p:sp>
            <p:nvSpPr>
              <p:cNvPr id="113773"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74"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75"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76" name="Group 256"/>
              <p:cNvGrpSpPr/>
              <p:nvPr/>
            </p:nvGrpSpPr>
            <p:grpSpPr>
              <a:xfrm>
                <a:off x="4530" y="1287"/>
                <a:ext cx="377" cy="75"/>
                <a:chOff x="2468" y="1332"/>
                <a:chExt cx="310" cy="60"/>
              </a:xfrm>
            </p:grpSpPr>
            <p:sp>
              <p:nvSpPr>
                <p:cNvPr id="113779" name="Freeform 257"/>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80" name="Freeform 258"/>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77" name="Line 259"/>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78" name="Line 260"/>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grpSp>
        <p:nvGrpSpPr>
          <p:cNvPr id="113673" name="Group 261"/>
          <p:cNvGrpSpPr/>
          <p:nvPr/>
        </p:nvGrpSpPr>
        <p:grpSpPr>
          <a:xfrm>
            <a:off x="5195888" y="2706688"/>
            <a:ext cx="693737" cy="338137"/>
            <a:chOff x="4396" y="1245"/>
            <a:chExt cx="672" cy="248"/>
          </a:xfrm>
        </p:grpSpPr>
        <p:sp>
          <p:nvSpPr>
            <p:cNvPr id="113758" name="Oval 407"/>
            <p:cNvSpPr/>
            <p:nvPr/>
          </p:nvSpPr>
          <p:spPr>
            <a:xfrm>
              <a:off x="4399" y="1355"/>
              <a:ext cx="666" cy="138"/>
            </a:xfrm>
            <a:prstGeom prst="ellipse">
              <a:avLst/>
            </a:prstGeom>
            <a:gradFill rotWithShape="1">
              <a:gsLst>
                <a:gs pos="0">
                  <a:srgbClr val="CC0000"/>
                </a:gs>
                <a:gs pos="100000">
                  <a:schemeClr val="bg1"/>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59" name="Rectangle 410"/>
            <p:cNvSpPr/>
            <p:nvPr/>
          </p:nvSpPr>
          <p:spPr>
            <a:xfrm>
              <a:off x="4399" y="1339"/>
              <a:ext cx="669" cy="86"/>
            </a:xfrm>
            <a:prstGeom prst="rect">
              <a:avLst/>
            </a:prstGeom>
            <a:gradFill rotWithShape="1">
              <a:gsLst>
                <a:gs pos="0">
                  <a:srgbClr val="CC0000"/>
                </a:gs>
                <a:gs pos="100000">
                  <a:schemeClr val="bg1"/>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60" name="Oval 411"/>
            <p:cNvSpPr/>
            <p:nvPr/>
          </p:nvSpPr>
          <p:spPr>
            <a:xfrm>
              <a:off x="4396" y="1245"/>
              <a:ext cx="667" cy="162"/>
            </a:xfrm>
            <a:prstGeom prst="ellipse">
              <a:avLst/>
            </a:prstGeom>
            <a:gradFill rotWithShape="1">
              <a:gsLst>
                <a:gs pos="0">
                  <a:srgbClr val="CC0000"/>
                </a:gs>
                <a:gs pos="100000">
                  <a:schemeClr val="bg1"/>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61" name="Group 265"/>
            <p:cNvGrpSpPr/>
            <p:nvPr/>
          </p:nvGrpSpPr>
          <p:grpSpPr>
            <a:xfrm>
              <a:off x="4530" y="1287"/>
              <a:ext cx="377" cy="75"/>
              <a:chOff x="2468" y="1332"/>
              <a:chExt cx="310" cy="60"/>
            </a:xfrm>
          </p:grpSpPr>
          <p:sp>
            <p:nvSpPr>
              <p:cNvPr id="113764" name="Freeform 266"/>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gradFill rotWithShape="1">
                <a:gsLst>
                  <a:gs pos="0">
                    <a:srgbClr val="CC0000">
                      <a:alpha val="100000"/>
                    </a:srgbClr>
                  </a:gs>
                  <a:gs pos="100000">
                    <a:schemeClr val="bg1">
                      <a:alpha val="100000"/>
                    </a:schemeClr>
                  </a:gs>
                </a:gsLst>
                <a:lin ang="0" scaled="1"/>
                <a:tileRect/>
              </a:grad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65" name="Freeform 267"/>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gradFill rotWithShape="1">
                <a:gsLst>
                  <a:gs pos="0">
                    <a:srgbClr val="CC0000">
                      <a:alpha val="100000"/>
                    </a:srgbClr>
                  </a:gs>
                  <a:gs pos="100000">
                    <a:schemeClr val="bg1">
                      <a:alpha val="100000"/>
                    </a:schemeClr>
                  </a:gs>
                </a:gsLst>
                <a:lin ang="0" scaled="1"/>
                <a:tileRect/>
              </a:grad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62" name="Line 268"/>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63" name="Line 269"/>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3674" name="Group 270"/>
          <p:cNvGrpSpPr/>
          <p:nvPr/>
        </p:nvGrpSpPr>
        <p:grpSpPr>
          <a:xfrm>
            <a:off x="6202363" y="2362200"/>
            <a:ext cx="1668462" cy="958850"/>
            <a:chOff x="3907" y="1404"/>
            <a:chExt cx="1051" cy="604"/>
          </a:xfrm>
        </p:grpSpPr>
        <p:sp>
          <p:nvSpPr>
            <p:cNvPr id="113735" name="Text Box 271"/>
            <p:cNvSpPr txBox="1"/>
            <p:nvPr/>
          </p:nvSpPr>
          <p:spPr>
            <a:xfrm>
              <a:off x="4012" y="1404"/>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E</a:t>
              </a:r>
            </a:p>
          </p:txBody>
        </p:sp>
        <p:sp>
          <p:nvSpPr>
            <p:cNvPr id="113736" name="Line 272"/>
            <p:cNvSpPr/>
            <p:nvPr/>
          </p:nvSpPr>
          <p:spPr>
            <a:xfrm flipV="1">
              <a:off x="4352" y="1717"/>
              <a:ext cx="204" cy="0"/>
            </a:xfrm>
            <a:prstGeom prst="line">
              <a:avLst/>
            </a:prstGeom>
            <a:ln w="19050" cap="flat" cmpd="sng">
              <a:solidFill>
                <a:schemeClr val="tx1"/>
              </a:solidFill>
              <a:prstDash val="solid"/>
              <a:headEnd type="none" w="med" len="med"/>
              <a:tailEnd type="none" w="med" len="med"/>
            </a:ln>
          </p:spPr>
        </p:sp>
        <p:sp>
          <p:nvSpPr>
            <p:cNvPr id="113737" name="Text Box 273"/>
            <p:cNvSpPr txBox="1"/>
            <p:nvPr/>
          </p:nvSpPr>
          <p:spPr>
            <a:xfrm>
              <a:off x="3951" y="1794"/>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sp>
          <p:nvSpPr>
            <p:cNvPr id="113738" name="Text Box 274"/>
            <p:cNvSpPr txBox="1"/>
            <p:nvPr/>
          </p:nvSpPr>
          <p:spPr>
            <a:xfrm>
              <a:off x="4569" y="1796"/>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grpSp>
          <p:nvGrpSpPr>
            <p:cNvPr id="113739" name="Group 275"/>
            <p:cNvGrpSpPr/>
            <p:nvPr/>
          </p:nvGrpSpPr>
          <p:grpSpPr>
            <a:xfrm>
              <a:off x="3907" y="1621"/>
              <a:ext cx="437" cy="213"/>
              <a:chOff x="4396" y="1245"/>
              <a:chExt cx="672" cy="248"/>
            </a:xfrm>
          </p:grpSpPr>
          <p:sp>
            <p:nvSpPr>
              <p:cNvPr id="113750"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51"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52"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53" name="Group 279"/>
              <p:cNvGrpSpPr/>
              <p:nvPr/>
            </p:nvGrpSpPr>
            <p:grpSpPr>
              <a:xfrm>
                <a:off x="4530" y="1287"/>
                <a:ext cx="377" cy="75"/>
                <a:chOff x="2468" y="1332"/>
                <a:chExt cx="310" cy="60"/>
              </a:xfrm>
            </p:grpSpPr>
            <p:sp>
              <p:nvSpPr>
                <p:cNvPr id="113756" name="Freeform 280"/>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57" name="Freeform 281"/>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54" name="Line 282"/>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55" name="Line 283"/>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3740" name="Group 284"/>
            <p:cNvGrpSpPr/>
            <p:nvPr/>
          </p:nvGrpSpPr>
          <p:grpSpPr>
            <a:xfrm>
              <a:off x="4521" y="1619"/>
              <a:ext cx="437" cy="213"/>
              <a:chOff x="4396" y="1245"/>
              <a:chExt cx="672" cy="248"/>
            </a:xfrm>
          </p:grpSpPr>
          <p:sp>
            <p:nvSpPr>
              <p:cNvPr id="113742"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43"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44"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45" name="Group 288"/>
              <p:cNvGrpSpPr/>
              <p:nvPr/>
            </p:nvGrpSpPr>
            <p:grpSpPr>
              <a:xfrm>
                <a:off x="4530" y="1287"/>
                <a:ext cx="377" cy="75"/>
                <a:chOff x="2468" y="1332"/>
                <a:chExt cx="310" cy="60"/>
              </a:xfrm>
            </p:grpSpPr>
            <p:sp>
              <p:nvSpPr>
                <p:cNvPr id="113748" name="Freeform 289"/>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49" name="Freeform 290"/>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46" name="Line 291"/>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47" name="Line 292"/>
              <p:cNvSpPr/>
              <p:nvPr/>
            </p:nvSpPr>
            <p:spPr>
              <a:xfrm>
                <a:off x="5063" y="1327"/>
                <a:ext cx="0" cy="106"/>
              </a:xfrm>
              <a:prstGeom prst="line">
                <a:avLst/>
              </a:prstGeom>
              <a:ln w="12700" cap="flat" cmpd="sng">
                <a:solidFill>
                  <a:srgbClr val="000000"/>
                </a:solidFill>
                <a:prstDash val="solid"/>
                <a:headEnd type="none" w="med" len="med"/>
                <a:tailEnd type="none" w="med" len="med"/>
              </a:ln>
            </p:spPr>
          </p:sp>
        </p:grpSp>
        <p:sp>
          <p:nvSpPr>
            <p:cNvPr id="113741" name="Text Box 293"/>
            <p:cNvSpPr txBox="1"/>
            <p:nvPr/>
          </p:nvSpPr>
          <p:spPr>
            <a:xfrm>
              <a:off x="4635" y="1408"/>
              <a:ext cx="204"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F</a:t>
              </a:r>
            </a:p>
          </p:txBody>
        </p:sp>
      </p:grpSp>
      <p:sp>
        <p:nvSpPr>
          <p:cNvPr id="113675" name="Text Box 294"/>
          <p:cNvSpPr txBox="1"/>
          <p:nvPr/>
        </p:nvSpPr>
        <p:spPr>
          <a:xfrm>
            <a:off x="4386263" y="2355850"/>
            <a:ext cx="3492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C</a:t>
            </a:r>
          </a:p>
        </p:txBody>
      </p:sp>
      <p:sp>
        <p:nvSpPr>
          <p:cNvPr id="113676" name="Text Box 295"/>
          <p:cNvSpPr txBox="1"/>
          <p:nvPr/>
        </p:nvSpPr>
        <p:spPr>
          <a:xfrm>
            <a:off x="5362575" y="2359025"/>
            <a:ext cx="349250" cy="3667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D</a:t>
            </a:r>
          </a:p>
        </p:txBody>
      </p:sp>
      <p:grpSp>
        <p:nvGrpSpPr>
          <p:cNvPr id="113677" name="Group 296"/>
          <p:cNvGrpSpPr/>
          <p:nvPr/>
        </p:nvGrpSpPr>
        <p:grpSpPr>
          <a:xfrm>
            <a:off x="458788" y="1216025"/>
            <a:ext cx="7418387" cy="979488"/>
            <a:chOff x="289" y="766"/>
            <a:chExt cx="4673" cy="617"/>
          </a:xfrm>
        </p:grpSpPr>
        <p:sp>
          <p:nvSpPr>
            <p:cNvPr id="113684" name="Rectangle 297"/>
            <p:cNvSpPr/>
            <p:nvPr/>
          </p:nvSpPr>
          <p:spPr>
            <a:xfrm>
              <a:off x="2424" y="1085"/>
              <a:ext cx="1515" cy="42"/>
            </a:xfrm>
            <a:prstGeom prst="rect">
              <a:avLst/>
            </a:prstGeom>
            <a:solidFill>
              <a:srgbClr val="CC0000"/>
            </a:solidFill>
            <a:ln w="9525" cap="flat" cmpd="sng">
              <a:solidFill>
                <a:srgbClr val="CC0000"/>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3685" name="Text Box 298"/>
            <p:cNvSpPr txBox="1"/>
            <p:nvPr/>
          </p:nvSpPr>
          <p:spPr>
            <a:xfrm>
              <a:off x="289" y="979"/>
              <a:ext cx="89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logical view:</a:t>
              </a:r>
            </a:p>
          </p:txBody>
        </p:sp>
        <p:sp>
          <p:nvSpPr>
            <p:cNvPr id="113686" name="Text Box 299"/>
            <p:cNvSpPr txBox="1"/>
            <p:nvPr/>
          </p:nvSpPr>
          <p:spPr>
            <a:xfrm>
              <a:off x="2494" y="766"/>
              <a:ext cx="1461" cy="32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spcBef>
                  <a:spcPct val="0"/>
                </a:spcBef>
                <a:buClrTx/>
                <a:buSzTx/>
                <a:buFontTx/>
                <a:buNone/>
              </a:pPr>
              <a:r>
                <a:rPr lang="en-US" altLang="zh-CN" sz="1600" i="1">
                  <a:solidFill>
                    <a:srgbClr val="CC0000"/>
                  </a:solidFill>
                  <a:latin typeface="Arial" panose="020B0604020202090204" pitchFamily="34" charset="0"/>
                </a:rPr>
                <a:t>IPv4 tunnel </a:t>
              </a:r>
            </a:p>
            <a:p>
              <a:pPr marL="0" lvl="0" indent="0" algn="ctr">
                <a:spcBef>
                  <a:spcPct val="0"/>
                </a:spcBef>
                <a:buClrTx/>
                <a:buSzTx/>
                <a:buFontTx/>
                <a:buNone/>
              </a:pPr>
              <a:r>
                <a:rPr lang="en-US" altLang="zh-CN" sz="1600" i="1">
                  <a:solidFill>
                    <a:srgbClr val="CC0000"/>
                  </a:solidFill>
                  <a:latin typeface="Arial" panose="020B0604020202090204" pitchFamily="34" charset="0"/>
                </a:rPr>
                <a:t>connecting IPv6 routers</a:t>
              </a:r>
            </a:p>
          </p:txBody>
        </p:sp>
        <p:grpSp>
          <p:nvGrpSpPr>
            <p:cNvPr id="113687" name="Group 300"/>
            <p:cNvGrpSpPr/>
            <p:nvPr/>
          </p:nvGrpSpPr>
          <p:grpSpPr>
            <a:xfrm>
              <a:off x="3911" y="779"/>
              <a:ext cx="1051" cy="604"/>
              <a:chOff x="3907" y="1404"/>
              <a:chExt cx="1051" cy="604"/>
            </a:xfrm>
          </p:grpSpPr>
          <p:sp>
            <p:nvSpPr>
              <p:cNvPr id="113712" name="Text Box 301"/>
              <p:cNvSpPr txBox="1"/>
              <p:nvPr/>
            </p:nvSpPr>
            <p:spPr>
              <a:xfrm>
                <a:off x="4012" y="1404"/>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E</a:t>
                </a:r>
              </a:p>
            </p:txBody>
          </p:sp>
          <p:sp>
            <p:nvSpPr>
              <p:cNvPr id="113713" name="Line 302"/>
              <p:cNvSpPr/>
              <p:nvPr/>
            </p:nvSpPr>
            <p:spPr>
              <a:xfrm flipV="1">
                <a:off x="4352" y="1717"/>
                <a:ext cx="204" cy="0"/>
              </a:xfrm>
              <a:prstGeom prst="line">
                <a:avLst/>
              </a:prstGeom>
              <a:ln w="19050" cap="flat" cmpd="sng">
                <a:solidFill>
                  <a:schemeClr val="tx1"/>
                </a:solidFill>
                <a:prstDash val="solid"/>
                <a:headEnd type="none" w="med" len="med"/>
                <a:tailEnd type="none" w="med" len="med"/>
              </a:ln>
            </p:spPr>
          </p:sp>
          <p:sp>
            <p:nvSpPr>
              <p:cNvPr id="113714" name="Text Box 303"/>
              <p:cNvSpPr txBox="1"/>
              <p:nvPr/>
            </p:nvSpPr>
            <p:spPr>
              <a:xfrm>
                <a:off x="3951" y="1794"/>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sp>
            <p:nvSpPr>
              <p:cNvPr id="113715" name="Text Box 304"/>
              <p:cNvSpPr txBox="1"/>
              <p:nvPr/>
            </p:nvSpPr>
            <p:spPr>
              <a:xfrm>
                <a:off x="4569" y="1796"/>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grpSp>
            <p:nvGrpSpPr>
              <p:cNvPr id="113716" name="Group 305"/>
              <p:cNvGrpSpPr/>
              <p:nvPr/>
            </p:nvGrpSpPr>
            <p:grpSpPr>
              <a:xfrm>
                <a:off x="3907" y="1621"/>
                <a:ext cx="437" cy="213"/>
                <a:chOff x="4396" y="1245"/>
                <a:chExt cx="672" cy="248"/>
              </a:xfrm>
            </p:grpSpPr>
            <p:sp>
              <p:nvSpPr>
                <p:cNvPr id="113727"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28"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29"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30" name="Group 309"/>
                <p:cNvGrpSpPr/>
                <p:nvPr/>
              </p:nvGrpSpPr>
              <p:grpSpPr>
                <a:xfrm>
                  <a:off x="4530" y="1287"/>
                  <a:ext cx="377" cy="75"/>
                  <a:chOff x="2468" y="1332"/>
                  <a:chExt cx="310" cy="60"/>
                </a:xfrm>
              </p:grpSpPr>
              <p:sp>
                <p:nvSpPr>
                  <p:cNvPr id="113733" name="Freeform 310"/>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34" name="Freeform 311"/>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31" name="Line 312"/>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32" name="Line 313"/>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3717" name="Group 314"/>
              <p:cNvGrpSpPr/>
              <p:nvPr/>
            </p:nvGrpSpPr>
            <p:grpSpPr>
              <a:xfrm>
                <a:off x="4521" y="1619"/>
                <a:ext cx="437" cy="213"/>
                <a:chOff x="4396" y="1245"/>
                <a:chExt cx="672" cy="248"/>
              </a:xfrm>
            </p:grpSpPr>
            <p:sp>
              <p:nvSpPr>
                <p:cNvPr id="113719"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20"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21"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22" name="Group 318"/>
                <p:cNvGrpSpPr/>
                <p:nvPr/>
              </p:nvGrpSpPr>
              <p:grpSpPr>
                <a:xfrm>
                  <a:off x="4530" y="1287"/>
                  <a:ext cx="377" cy="75"/>
                  <a:chOff x="2468" y="1332"/>
                  <a:chExt cx="310" cy="60"/>
                </a:xfrm>
              </p:grpSpPr>
              <p:sp>
                <p:nvSpPr>
                  <p:cNvPr id="113725" name="Freeform 319"/>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26" name="Freeform 320"/>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23" name="Line 321"/>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24" name="Line 322"/>
                <p:cNvSpPr/>
                <p:nvPr/>
              </p:nvSpPr>
              <p:spPr>
                <a:xfrm>
                  <a:off x="5063" y="1327"/>
                  <a:ext cx="0" cy="106"/>
                </a:xfrm>
                <a:prstGeom prst="line">
                  <a:avLst/>
                </a:prstGeom>
                <a:ln w="12700" cap="flat" cmpd="sng">
                  <a:solidFill>
                    <a:srgbClr val="000000"/>
                  </a:solidFill>
                  <a:prstDash val="solid"/>
                  <a:headEnd type="none" w="med" len="med"/>
                  <a:tailEnd type="none" w="med" len="med"/>
                </a:ln>
              </p:spPr>
            </p:sp>
          </p:grpSp>
          <p:sp>
            <p:nvSpPr>
              <p:cNvPr id="113718" name="Text Box 323"/>
              <p:cNvSpPr txBox="1"/>
              <p:nvPr/>
            </p:nvSpPr>
            <p:spPr>
              <a:xfrm>
                <a:off x="4635" y="1408"/>
                <a:ext cx="204"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F</a:t>
                </a:r>
              </a:p>
            </p:txBody>
          </p:sp>
        </p:grpSp>
        <p:grpSp>
          <p:nvGrpSpPr>
            <p:cNvPr id="113688" name="Group 324"/>
            <p:cNvGrpSpPr/>
            <p:nvPr/>
          </p:nvGrpSpPr>
          <p:grpSpPr>
            <a:xfrm>
              <a:off x="1361" y="771"/>
              <a:ext cx="1089" cy="608"/>
              <a:chOff x="1363" y="1403"/>
              <a:chExt cx="1089" cy="608"/>
            </a:xfrm>
          </p:grpSpPr>
          <p:sp>
            <p:nvSpPr>
              <p:cNvPr id="113689" name="Text Box 325"/>
              <p:cNvSpPr txBox="1"/>
              <p:nvPr/>
            </p:nvSpPr>
            <p:spPr>
              <a:xfrm>
                <a:off x="1462" y="1403"/>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A</a:t>
                </a:r>
              </a:p>
            </p:txBody>
          </p:sp>
          <p:sp>
            <p:nvSpPr>
              <p:cNvPr id="113690" name="Text Box 326"/>
              <p:cNvSpPr txBox="1"/>
              <p:nvPr/>
            </p:nvSpPr>
            <p:spPr>
              <a:xfrm>
                <a:off x="2121" y="1406"/>
                <a:ext cx="212" cy="231"/>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B</a:t>
                </a:r>
              </a:p>
            </p:txBody>
          </p:sp>
          <p:sp>
            <p:nvSpPr>
              <p:cNvPr id="113691" name="Line 327"/>
              <p:cNvSpPr/>
              <p:nvPr/>
            </p:nvSpPr>
            <p:spPr>
              <a:xfrm flipV="1">
                <a:off x="1803" y="1729"/>
                <a:ext cx="204" cy="0"/>
              </a:xfrm>
              <a:prstGeom prst="line">
                <a:avLst/>
              </a:prstGeom>
              <a:ln w="19050" cap="flat" cmpd="sng">
                <a:solidFill>
                  <a:schemeClr val="tx1"/>
                </a:solidFill>
                <a:prstDash val="solid"/>
                <a:headEnd type="none" w="med" len="med"/>
                <a:tailEnd type="none" w="med" len="med"/>
              </a:ln>
            </p:spPr>
          </p:sp>
          <p:sp>
            <p:nvSpPr>
              <p:cNvPr id="113692" name="Text Box 328"/>
              <p:cNvSpPr txBox="1"/>
              <p:nvPr/>
            </p:nvSpPr>
            <p:spPr>
              <a:xfrm>
                <a:off x="1386" y="1798"/>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sp>
            <p:nvSpPr>
              <p:cNvPr id="113693" name="Text Box 329"/>
              <p:cNvSpPr txBox="1"/>
              <p:nvPr/>
            </p:nvSpPr>
            <p:spPr>
              <a:xfrm>
                <a:off x="2045" y="1799"/>
                <a:ext cx="372" cy="2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IPv6</a:t>
                </a:r>
              </a:p>
            </p:txBody>
          </p:sp>
          <p:grpSp>
            <p:nvGrpSpPr>
              <p:cNvPr id="113694" name="Group 330"/>
              <p:cNvGrpSpPr/>
              <p:nvPr/>
            </p:nvGrpSpPr>
            <p:grpSpPr>
              <a:xfrm>
                <a:off x="1363" y="1621"/>
                <a:ext cx="437" cy="213"/>
                <a:chOff x="4396" y="1245"/>
                <a:chExt cx="672" cy="248"/>
              </a:xfrm>
            </p:grpSpPr>
            <p:sp>
              <p:nvSpPr>
                <p:cNvPr id="113704"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05"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706"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707" name="Group 334"/>
                <p:cNvGrpSpPr/>
                <p:nvPr/>
              </p:nvGrpSpPr>
              <p:grpSpPr>
                <a:xfrm>
                  <a:off x="4530" y="1287"/>
                  <a:ext cx="377" cy="75"/>
                  <a:chOff x="2468" y="1332"/>
                  <a:chExt cx="310" cy="60"/>
                </a:xfrm>
              </p:grpSpPr>
              <p:sp>
                <p:nvSpPr>
                  <p:cNvPr id="113710" name="Freeform 335"/>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11" name="Freeform 336"/>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08" name="Line 337"/>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09" name="Line 338"/>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nvGrpSpPr>
              <p:cNvPr id="113695" name="Group 339"/>
              <p:cNvGrpSpPr/>
              <p:nvPr/>
            </p:nvGrpSpPr>
            <p:grpSpPr>
              <a:xfrm>
                <a:off x="2015" y="1617"/>
                <a:ext cx="437" cy="213"/>
                <a:chOff x="4396" y="1245"/>
                <a:chExt cx="672" cy="248"/>
              </a:xfrm>
            </p:grpSpPr>
            <p:sp>
              <p:nvSpPr>
                <p:cNvPr id="113696" name="Oval 407"/>
                <p:cNvSpPr/>
                <p:nvPr/>
              </p:nvSpPr>
              <p:spPr>
                <a:xfrm>
                  <a:off x="4399" y="1355"/>
                  <a:ext cx="666" cy="138"/>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697" name="Rectangle 410"/>
                <p:cNvSpPr/>
                <p:nvPr/>
              </p:nvSpPr>
              <p:spPr>
                <a:xfrm>
                  <a:off x="4399" y="1339"/>
                  <a:ext cx="669" cy="86"/>
                </a:xfrm>
                <a:prstGeom prst="rect">
                  <a:avLst/>
                </a:prstGeom>
                <a:gradFill rotWithShape="1">
                  <a:gsLst>
                    <a:gs pos="0">
                      <a:srgbClr val="CCCCFF"/>
                    </a:gs>
                    <a:gs pos="100000">
                      <a:srgbClr val="FFFFFF"/>
                    </a:gs>
                  </a:gsLst>
                  <a:lin ang="0" scaled="1"/>
                  <a:tileRect/>
                </a:gradFill>
                <a:ln w="1270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sp>
              <p:nvSpPr>
                <p:cNvPr id="113698" name="Oval 411"/>
                <p:cNvSpPr/>
                <p:nvPr/>
              </p:nvSpPr>
              <p:spPr>
                <a:xfrm>
                  <a:off x="4396" y="1245"/>
                  <a:ext cx="667" cy="162"/>
                </a:xfrm>
                <a:prstGeom prst="ellipse">
                  <a:avLst/>
                </a:prstGeom>
                <a:gradFill rotWithShape="1">
                  <a:gsLst>
                    <a:gs pos="0">
                      <a:srgbClr val="CCCCFF"/>
                    </a:gs>
                    <a:gs pos="100000">
                      <a:srgbClr val="FFFFFF"/>
                    </a:gs>
                  </a:gsLst>
                  <a:lin ang="0" scaled="1"/>
                  <a:tileRect/>
                </a:gradFill>
                <a:ln w="1270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2400">
                    <a:latin typeface="Times New Roman" panose="02020503050405090304" charset="0"/>
                    <a:ea typeface="Arial" panose="020B0604020202090204" pitchFamily="34" charset="0"/>
                  </a:endParaRPr>
                </a:p>
              </p:txBody>
            </p:sp>
            <p:grpSp>
              <p:nvGrpSpPr>
                <p:cNvPr id="113699" name="Group 343"/>
                <p:cNvGrpSpPr/>
                <p:nvPr/>
              </p:nvGrpSpPr>
              <p:grpSpPr>
                <a:xfrm>
                  <a:off x="4530" y="1287"/>
                  <a:ext cx="377" cy="75"/>
                  <a:chOff x="2468" y="1332"/>
                  <a:chExt cx="310" cy="60"/>
                </a:xfrm>
              </p:grpSpPr>
              <p:sp>
                <p:nvSpPr>
                  <p:cNvPr id="113702" name="Freeform 344"/>
                  <p:cNvSpPr/>
                  <p:nvPr/>
                </p:nvSpPr>
                <p:spPr>
                  <a:xfrm>
                    <a:off x="2468" y="1332"/>
                    <a:ext cx="310" cy="60"/>
                  </a:xfrm>
                  <a:custGeom>
                    <a:avLst/>
                    <a:gdLst>
                      <a:gd name="txL" fmla="*/ 0 w 310"/>
                      <a:gd name="txT" fmla="*/ 0 h 60"/>
                      <a:gd name="txR" fmla="*/ 310 w 310"/>
                      <a:gd name="txB" fmla="*/ 60 h 60"/>
                    </a:gdLst>
                    <a:ahLst/>
                    <a:cxnLst>
                      <a:cxn ang="0">
                        <a:pos x="0" y="60"/>
                      </a:cxn>
                      <a:cxn ang="0">
                        <a:pos x="96" y="60"/>
                      </a:cxn>
                      <a:cxn ang="0">
                        <a:pos x="192" y="0"/>
                      </a:cxn>
                      <a:cxn ang="0">
                        <a:pos x="310" y="0"/>
                      </a:cxn>
                    </a:cxnLst>
                    <a:rect l="txL" t="txT" r="txR" b="txB"/>
                    <a:pathLst>
                      <a:path w="310" h="60">
                        <a:moveTo>
                          <a:pt x="0" y="60"/>
                        </a:moveTo>
                        <a:lnTo>
                          <a:pt x="96" y="60"/>
                        </a:lnTo>
                        <a:lnTo>
                          <a:pt x="192" y="0"/>
                        </a:lnTo>
                        <a:lnTo>
                          <a:pt x="310" y="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sp>
                <p:nvSpPr>
                  <p:cNvPr id="113703" name="Freeform 345"/>
                  <p:cNvSpPr/>
                  <p:nvPr/>
                </p:nvSpPr>
                <p:spPr>
                  <a:xfrm>
                    <a:off x="2482" y="1332"/>
                    <a:ext cx="282" cy="60"/>
                  </a:xfrm>
                  <a:custGeom>
                    <a:avLst/>
                    <a:gdLst>
                      <a:gd name="txL" fmla="*/ 0 w 282"/>
                      <a:gd name="txT" fmla="*/ 0 h 60"/>
                      <a:gd name="txR" fmla="*/ 282 w 282"/>
                      <a:gd name="txB" fmla="*/ 60 h 60"/>
                    </a:gdLst>
                    <a:ahLst/>
                    <a:cxnLst>
                      <a:cxn ang="0">
                        <a:pos x="0" y="0"/>
                      </a:cxn>
                      <a:cxn ang="0">
                        <a:pos x="96" y="0"/>
                      </a:cxn>
                      <a:cxn ang="0">
                        <a:pos x="192" y="60"/>
                      </a:cxn>
                      <a:cxn ang="0">
                        <a:pos x="282" y="60"/>
                      </a:cxn>
                    </a:cxnLst>
                    <a:rect l="txL" t="txT" r="txR" b="txB"/>
                    <a:pathLst>
                      <a:path w="282" h="60">
                        <a:moveTo>
                          <a:pt x="0" y="0"/>
                        </a:moveTo>
                        <a:lnTo>
                          <a:pt x="96" y="0"/>
                        </a:lnTo>
                        <a:lnTo>
                          <a:pt x="192" y="60"/>
                        </a:lnTo>
                        <a:lnTo>
                          <a:pt x="282" y="60"/>
                        </a:lnTo>
                      </a:path>
                    </a:pathLst>
                  </a:custGeom>
                  <a:noFill/>
                  <a:ln w="19050" cap="flat" cmpd="sng">
                    <a:solidFill>
                      <a:srgbClr val="000000">
                        <a:alpha val="100000"/>
                      </a:srgbClr>
                    </a:solidFill>
                    <a:prstDash val="solid"/>
                    <a:round/>
                    <a:headEnd type="none" w="med" len="med"/>
                    <a:tailEnd type="none" w="med" len="med"/>
                  </a:ln>
                </p:spPr>
                <p:txBody>
                  <a:bodyPr/>
                  <a:lstStyle/>
                  <a:p>
                    <a:endParaRPr lang="zh-CN" altLang="en-US"/>
                  </a:p>
                </p:txBody>
              </p:sp>
            </p:grpSp>
            <p:sp>
              <p:nvSpPr>
                <p:cNvPr id="113700" name="Line 346"/>
                <p:cNvSpPr/>
                <p:nvPr/>
              </p:nvSpPr>
              <p:spPr>
                <a:xfrm>
                  <a:off x="4399" y="1321"/>
                  <a:ext cx="0" cy="109"/>
                </a:xfrm>
                <a:prstGeom prst="line">
                  <a:avLst/>
                </a:prstGeom>
                <a:ln w="12700" cap="flat" cmpd="sng">
                  <a:solidFill>
                    <a:srgbClr val="000000"/>
                  </a:solidFill>
                  <a:prstDash val="solid"/>
                  <a:headEnd type="none" w="med" len="med"/>
                  <a:tailEnd type="none" w="med" len="med"/>
                </a:ln>
              </p:spPr>
            </p:sp>
            <p:sp>
              <p:nvSpPr>
                <p:cNvPr id="113701" name="Line 347"/>
                <p:cNvSpPr/>
                <p:nvPr/>
              </p:nvSpPr>
              <p:spPr>
                <a:xfrm>
                  <a:off x="5063" y="1327"/>
                  <a:ext cx="0" cy="106"/>
                </a:xfrm>
                <a:prstGeom prst="line">
                  <a:avLst/>
                </a:prstGeom>
                <a:ln w="12700" cap="flat" cmpd="sng">
                  <a:solidFill>
                    <a:srgbClr val="000000"/>
                  </a:solidFill>
                  <a:prstDash val="solid"/>
                  <a:headEnd type="none" w="med" len="med"/>
                  <a:tailEnd type="none" w="med" len="med"/>
                </a:ln>
              </p:spPr>
            </p:sp>
          </p:grpSp>
        </p:grpSp>
      </p:grpSp>
      <p:pic>
        <p:nvPicPr>
          <p:cNvPr id="113678" name="Picture 348" descr="underline_base"/>
          <p:cNvPicPr/>
          <p:nvPr/>
        </p:nvPicPr>
        <p:blipFill>
          <a:blip r:embed="rId2"/>
          <a:stretch>
            <a:fillRect/>
          </a:stretch>
        </p:blipFill>
        <p:spPr>
          <a:xfrm>
            <a:off x="411163" y="966788"/>
            <a:ext cx="2741612" cy="173037"/>
          </a:xfrm>
          <a:prstGeom prst="rect">
            <a:avLst/>
          </a:prstGeom>
          <a:noFill/>
          <a:ln w="9525">
            <a:noFill/>
          </a:ln>
        </p:spPr>
      </p:pic>
      <p:sp>
        <p:nvSpPr>
          <p:cNvPr id="72722" name="Rectangle 349"/>
          <p:cNvSpPr>
            <a:spLocks noGrp="1" noChangeArrowheads="1"/>
          </p:cNvSpPr>
          <p:nvPr>
            <p:ph type="title"/>
          </p:nvPr>
        </p:nvSpPr>
        <p:spPr>
          <a:xfrm>
            <a:off x="307975" y="214313"/>
            <a:ext cx="7772400" cy="9906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a:ln>
                  <a:noFill/>
                </a:ln>
                <a:solidFill>
                  <a:srgbClr val="000099"/>
                </a:solidFill>
                <a:effectLst/>
                <a:uLnTx/>
                <a:uFillTx/>
                <a:latin typeface="+mj-lt"/>
                <a:ea typeface="MS PGothic" charset="0"/>
                <a:cs typeface="+mj-cs"/>
              </a:rPr>
              <a:t>Tunneling</a:t>
            </a:r>
          </a:p>
        </p:txBody>
      </p:sp>
      <p:sp>
        <p:nvSpPr>
          <p:cNvPr id="113680" name="Text Box 350"/>
          <p:cNvSpPr txBox="1"/>
          <p:nvPr/>
        </p:nvSpPr>
        <p:spPr>
          <a:xfrm>
            <a:off x="4227513" y="2992438"/>
            <a:ext cx="59055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solidFill>
                  <a:srgbClr val="CC0000"/>
                </a:solidFill>
                <a:latin typeface="Arial" panose="020B0604020202090204" pitchFamily="34" charset="0"/>
              </a:rPr>
              <a:t>IPv4</a:t>
            </a:r>
          </a:p>
        </p:txBody>
      </p:sp>
      <p:sp>
        <p:nvSpPr>
          <p:cNvPr id="113681" name="Text Box 351"/>
          <p:cNvSpPr txBox="1"/>
          <p:nvPr/>
        </p:nvSpPr>
        <p:spPr>
          <a:xfrm>
            <a:off x="5221288" y="2994025"/>
            <a:ext cx="590550"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solidFill>
                  <a:srgbClr val="CC0000"/>
                </a:solidFill>
                <a:latin typeface="Arial" panose="020B0604020202090204" pitchFamily="34" charset="0"/>
              </a:rPr>
              <a:t>IPv4</a:t>
            </a:r>
          </a:p>
        </p:txBody>
      </p:sp>
      <p:sp>
        <p:nvSpPr>
          <p:cNvPr id="113682"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124</a:t>
            </a:fld>
            <a:endParaRPr lang="en-US" altLang="zh-CN" sz="1200">
              <a:latin typeface="Tahoma" panose="020B0604030504040204" charset="0"/>
            </a:endParaRPr>
          </a:p>
        </p:txBody>
      </p:sp>
      <p:sp>
        <p:nvSpPr>
          <p:cNvPr id="11368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wipe(left)">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8" name="Rectangle 2"/>
          <p:cNvSpPr>
            <a:spLocks noGrp="1" noChangeArrowheads="1"/>
          </p:cNvSpPr>
          <p:nvPr>
            <p:ph type="title"/>
          </p:nvPr>
        </p:nvSpPr>
        <p:spPr>
          <a:xfrm>
            <a:off x="685800" y="422275"/>
            <a:ext cx="4011930" cy="838200"/>
          </a:xfrm>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sz="4400" b="0" i="0" u="none" strike="noStrike" kern="0" cap="none" spc="0" normalizeH="0" baseline="0" noProof="0" dirty="0">
                <a:ln>
                  <a:noFill/>
                </a:ln>
                <a:solidFill>
                  <a:srgbClr val="000099"/>
                </a:solidFill>
                <a:effectLst/>
                <a:uLnTx/>
                <a:uFillTx/>
                <a:latin typeface="+mj-lt"/>
                <a:ea typeface="MS PGothic" charset="0"/>
                <a:cs typeface="+mj-cs"/>
              </a:rPr>
              <a:t>IPv6: adoption</a:t>
            </a:r>
          </a:p>
        </p:txBody>
      </p:sp>
      <p:sp>
        <p:nvSpPr>
          <p:cNvPr id="114690" name="Rectangle 3"/>
          <p:cNvSpPr>
            <a:spLocks noGrp="1"/>
          </p:cNvSpPr>
          <p:nvPr>
            <p:ph idx="1"/>
          </p:nvPr>
        </p:nvSpPr>
        <p:spPr>
          <a:xfrm>
            <a:off x="511175" y="1630363"/>
            <a:ext cx="8205788" cy="4876800"/>
          </a:xfrm>
        </p:spPr>
        <p:txBody>
          <a:bodyPr vert="horz" wrap="square" lIns="91440" tIns="45720" rIns="91440" bIns="45720" anchor="t" anchorCtr="0"/>
          <a:lstStyle/>
          <a:p>
            <a:r>
              <a:rPr lang="en-US" altLang="zh-CN"/>
              <a:t>Google: 8% of clients access services via IPv6</a:t>
            </a:r>
          </a:p>
          <a:p>
            <a:r>
              <a:rPr lang="en-US" altLang="zh-CN"/>
              <a:t>NIST: 1/3 of all US government domains are IPv6 capable</a:t>
            </a:r>
          </a:p>
          <a:p>
            <a:pPr marL="457200" lvl="1" indent="0">
              <a:buFont typeface="Wingdings" panose="05000000000000000000" pitchFamily="2" charset="2"/>
              <a:buNone/>
            </a:pPr>
            <a:endParaRPr lang="en-US" altLang="zh-CN"/>
          </a:p>
          <a:p>
            <a:r>
              <a:rPr lang="en-US" altLang="zh-CN" i="1">
                <a:solidFill>
                  <a:srgbClr val="CC0000"/>
                </a:solidFill>
              </a:rPr>
              <a:t>Long (long!) time for deployment, use</a:t>
            </a:r>
          </a:p>
          <a:p>
            <a:pPr marL="457200" lvl="1" indent="0"/>
            <a:r>
              <a:rPr lang="en-US" altLang="zh-CN"/>
              <a:t>20 years and counting!</a:t>
            </a:r>
          </a:p>
          <a:p>
            <a:pPr marL="457200" lvl="1" indent="0"/>
            <a:r>
              <a:rPr lang="en-US" altLang="zh-CN"/>
              <a:t>think of application-level changes in last 20 years: WWW, Facebook, streaming media, Skype, …</a:t>
            </a:r>
          </a:p>
          <a:p>
            <a:pPr marL="457200" lvl="1" indent="0"/>
            <a:r>
              <a:rPr lang="en-US" altLang="zh-CN" i="1">
                <a:solidFill>
                  <a:srgbClr val="CC0000"/>
                </a:solidFill>
              </a:rPr>
              <a:t>Why?</a:t>
            </a:r>
          </a:p>
        </p:txBody>
      </p:sp>
      <p:pic>
        <p:nvPicPr>
          <p:cNvPr id="114691" name="Picture 4" descr="underline_base"/>
          <p:cNvPicPr/>
          <p:nvPr/>
        </p:nvPicPr>
        <p:blipFill>
          <a:blip r:embed="rId2"/>
          <a:stretch>
            <a:fillRect/>
          </a:stretch>
        </p:blipFill>
        <p:spPr>
          <a:xfrm>
            <a:off x="811213" y="1055688"/>
            <a:ext cx="3267075" cy="196850"/>
          </a:xfrm>
          <a:prstGeom prst="rect">
            <a:avLst/>
          </a:prstGeom>
          <a:noFill/>
          <a:ln w="9525">
            <a:noFill/>
          </a:ln>
        </p:spPr>
      </p:pic>
      <p:sp>
        <p:nvSpPr>
          <p:cNvPr id="114692"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125</a:t>
            </a:fld>
            <a:endParaRPr lang="en-US" altLang="zh-CN" sz="1200">
              <a:latin typeface="Tahoma" panose="020B0604030504040204" charset="0"/>
            </a:endParaRPr>
          </a:p>
        </p:txBody>
      </p:sp>
      <p:sp>
        <p:nvSpPr>
          <p:cNvPr id="114693"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
        <p:nvSpPr>
          <p:cNvPr id="3" name="文本框 2"/>
          <p:cNvSpPr txBox="1"/>
          <p:nvPr/>
        </p:nvSpPr>
        <p:spPr>
          <a:xfrm>
            <a:off x="550863" y="1460500"/>
            <a:ext cx="8042275" cy="4560888"/>
          </a:xfrm>
          <a:prstGeom prst="rect">
            <a:avLst/>
          </a:prstGeom>
          <a:solidFill>
            <a:schemeClr val="bg1"/>
          </a:solidFill>
        </p:spPr>
        <p:txBody>
          <a:bodyPr wrap="square">
            <a:spAutoFit/>
          </a:bodyPr>
          <a:lstStyle/>
          <a:p>
            <a:pPr>
              <a:lnSpc>
                <a:spcPts val="2665"/>
              </a:lnSpc>
              <a:buNone/>
            </a:pPr>
            <a:r>
              <a:rPr lang="zh-CN" altLang="en-US">
                <a:solidFill>
                  <a:srgbClr val="009973"/>
                </a:solidFill>
                <a:latin typeface="Microsoft YaHei" panose="020B0503020204020204" pitchFamily="34" charset="-122"/>
                <a:ea typeface="Microsoft YaHei" panose="020B0503020204020204" pitchFamily="34" charset="-122"/>
              </a:rPr>
              <a:t>一方面：</a:t>
            </a:r>
            <a:r>
              <a:rPr lang="zh-CN" altLang="en-US" b="1">
                <a:solidFill>
                  <a:srgbClr val="009973"/>
                </a:solidFill>
                <a:latin typeface="Microsoft YaHei" panose="020B0503020204020204" pitchFamily="34" charset="-122"/>
                <a:ea typeface="Microsoft YaHei" panose="020B0503020204020204" pitchFamily="34" charset="-122"/>
              </a:rPr>
              <a:t>改变网络层协议是非常困难的</a:t>
            </a:r>
            <a:endParaRPr lang="en-US" altLang="zh-CN" b="1">
              <a:solidFill>
                <a:srgbClr val="009973"/>
              </a:solidFill>
              <a:latin typeface="Microsoft YaHei" panose="020B0503020204020204" pitchFamily="34" charset="-122"/>
              <a:ea typeface="Microsoft YaHei" panose="020B0503020204020204" pitchFamily="34" charset="-122"/>
            </a:endParaRPr>
          </a:p>
          <a:p>
            <a:pPr>
              <a:lnSpc>
                <a:spcPts val="2665"/>
              </a:lnSpc>
              <a:buNone/>
            </a:pPr>
            <a:r>
              <a:rPr lang="zh-CN" altLang="en-US">
                <a:solidFill>
                  <a:srgbClr val="009973"/>
                </a:solidFill>
                <a:latin typeface="Microsoft YaHei" panose="020B0503020204020204" pitchFamily="34" charset="-122"/>
                <a:ea typeface="Microsoft YaHei" panose="020B0503020204020204" pitchFamily="34" charset="-122"/>
              </a:rPr>
              <a:t>自20世纪90年代初以来，许多新的网络层协议被吹捧为互联网的下一个主要革命，但迄今为止，大多数这些协议的渗透率有限，包括IPv6、多播协议和资源预留协议。</a:t>
            </a:r>
            <a:endParaRPr lang="en-US" altLang="zh-CN">
              <a:solidFill>
                <a:srgbClr val="009973"/>
              </a:solidFill>
              <a:latin typeface="Microsoft YaHei" panose="020B0503020204020204" pitchFamily="34" charset="-122"/>
              <a:ea typeface="Microsoft YaHei" panose="020B0503020204020204" pitchFamily="34" charset="-122"/>
            </a:endParaRPr>
          </a:p>
          <a:p>
            <a:pPr>
              <a:lnSpc>
                <a:spcPts val="2665"/>
              </a:lnSpc>
              <a:buNone/>
            </a:pPr>
            <a:r>
              <a:rPr lang="zh-CN" altLang="en-US">
                <a:solidFill>
                  <a:srgbClr val="009973"/>
                </a:solidFill>
                <a:latin typeface="Microsoft YaHei" panose="020B0503020204020204" pitchFamily="34" charset="-122"/>
                <a:ea typeface="Microsoft YaHei" panose="020B0503020204020204" pitchFamily="34" charset="-122"/>
              </a:rPr>
              <a:t>在网络层引入新协议就像更换房子的地基——如果不拆掉整个房子，或者至少暂时重新安置房子里的居民，就很难做到这一点。</a:t>
            </a:r>
            <a:endParaRPr lang="en-US" altLang="zh-CN">
              <a:solidFill>
                <a:srgbClr val="009973"/>
              </a:solidFill>
              <a:latin typeface="Microsoft YaHei" panose="020B0503020204020204" pitchFamily="34" charset="-122"/>
              <a:ea typeface="Microsoft YaHei" panose="020B0503020204020204" pitchFamily="34" charset="-122"/>
            </a:endParaRPr>
          </a:p>
          <a:p>
            <a:pPr>
              <a:lnSpc>
                <a:spcPts val="2665"/>
              </a:lnSpc>
              <a:buNone/>
            </a:pPr>
            <a:endParaRPr lang="en-US" altLang="zh-CN">
              <a:latin typeface="Microsoft YaHei" panose="020B0503020204020204" pitchFamily="34" charset="-122"/>
              <a:ea typeface="Microsoft YaHei" panose="020B0503020204020204" pitchFamily="34" charset="-122"/>
            </a:endParaRPr>
          </a:p>
          <a:p>
            <a:pPr>
              <a:lnSpc>
                <a:spcPts val="2665"/>
              </a:lnSpc>
              <a:buNone/>
            </a:pPr>
            <a:r>
              <a:rPr lang="zh-CN" altLang="en-US">
                <a:solidFill>
                  <a:schemeClr val="accent2"/>
                </a:solidFill>
                <a:latin typeface="Microsoft YaHei" panose="020B0503020204020204" pitchFamily="34" charset="-122"/>
                <a:ea typeface="Microsoft YaHei" panose="020B0503020204020204" pitchFamily="34" charset="-122"/>
              </a:rPr>
              <a:t>另一方面：</a:t>
            </a:r>
            <a:r>
              <a:rPr lang="zh-CN" altLang="en-US" b="1">
                <a:solidFill>
                  <a:schemeClr val="accent2"/>
                </a:solidFill>
                <a:latin typeface="Microsoft YaHei" panose="020B0503020204020204" pitchFamily="34" charset="-122"/>
                <a:ea typeface="Microsoft YaHei" panose="020B0503020204020204" pitchFamily="34" charset="-122"/>
              </a:rPr>
              <a:t>引入新的应用层协议相对容易</a:t>
            </a:r>
            <a:r>
              <a:rPr lang="zh-CN" altLang="en-US">
                <a:solidFill>
                  <a:schemeClr val="accent2"/>
                </a:solidFill>
                <a:latin typeface="Microsoft YaHei" panose="020B0503020204020204" pitchFamily="34" charset="-122"/>
                <a:ea typeface="Microsoft YaHei" panose="020B0503020204020204" pitchFamily="34" charset="-122"/>
              </a:rPr>
              <a:t>，就像给房子添上一层新的油漆。</a:t>
            </a:r>
            <a:endParaRPr lang="en-US" altLang="zh-CN">
              <a:solidFill>
                <a:schemeClr val="accent2"/>
              </a:solidFill>
              <a:latin typeface="Microsoft YaHei" panose="020B0503020204020204" pitchFamily="34" charset="-122"/>
              <a:ea typeface="Microsoft YaHei" panose="020B0503020204020204" pitchFamily="34" charset="-122"/>
            </a:endParaRPr>
          </a:p>
          <a:p>
            <a:pPr>
              <a:lnSpc>
                <a:spcPts val="2665"/>
              </a:lnSpc>
              <a:buNone/>
            </a:pPr>
            <a:r>
              <a:rPr lang="zh-CN" altLang="en-US">
                <a:solidFill>
                  <a:schemeClr val="accent2"/>
                </a:solidFill>
                <a:latin typeface="Microsoft YaHei" panose="020B0503020204020204" pitchFamily="34" charset="-122"/>
                <a:ea typeface="Microsoft YaHei" panose="020B0503020204020204" pitchFamily="34" charset="-122"/>
              </a:rPr>
              <a:t>互联网见证了应用层新协议的快速部署，例如：即时通讯、流媒体、分布式游戏和各种形式的社交媒体。</a:t>
            </a:r>
            <a:endParaRPr lang="en-US" altLang="zh-CN">
              <a:solidFill>
                <a:schemeClr val="accent2"/>
              </a:solidFill>
              <a:latin typeface="Microsoft YaHei" panose="020B0503020204020204" pitchFamily="34" charset="-122"/>
              <a:ea typeface="Microsoft YaHei" panose="020B0503020204020204" pitchFamily="34" charset="-122"/>
            </a:endParaRPr>
          </a:p>
          <a:p>
            <a:pPr>
              <a:lnSpc>
                <a:spcPts val="2665"/>
              </a:lnSpc>
              <a:buNone/>
            </a:pPr>
            <a:endParaRPr lang="en-US" altLang="zh-CN">
              <a:solidFill>
                <a:schemeClr val="accent2"/>
              </a:solidFill>
              <a:latin typeface="Microsoft YaHei" panose="020B0503020204020204" pitchFamily="34" charset="-122"/>
              <a:ea typeface="Microsoft YaHei" panose="020B0503020204020204" pitchFamily="34" charset="-122"/>
            </a:endParaRPr>
          </a:p>
          <a:p>
            <a:pPr>
              <a:lnSpc>
                <a:spcPts val="2665"/>
              </a:lnSpc>
              <a:buNone/>
            </a:pPr>
            <a:r>
              <a:rPr lang="zh-CN" altLang="en-US">
                <a:solidFill>
                  <a:schemeClr val="accent2"/>
                </a:solidFill>
                <a:latin typeface="Microsoft YaHei" panose="020B0503020204020204" pitchFamily="34" charset="-122"/>
                <a:ea typeface="Microsoft YaHei" panose="020B0503020204020204" pitchFamily="34" charset="-122"/>
              </a:rPr>
              <a:t>在未来，期待看到互联网网络层的变化，但这些变化可能会在一个时间尺度上发生，比在应用层发生的变化要慢得多。</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3" name="Picture 2" descr="underline_base"/>
          <p:cNvPicPr/>
          <p:nvPr/>
        </p:nvPicPr>
        <p:blipFill>
          <a:blip r:embed="rId2"/>
          <a:stretch>
            <a:fillRect/>
          </a:stretch>
        </p:blipFill>
        <p:spPr>
          <a:xfrm>
            <a:off x="601663" y="1025525"/>
            <a:ext cx="4113212" cy="173038"/>
          </a:xfrm>
          <a:prstGeom prst="rect">
            <a:avLst/>
          </a:prstGeom>
          <a:noFill/>
          <a:ln w="9525">
            <a:noFill/>
          </a:ln>
        </p:spPr>
      </p:pic>
      <p:sp>
        <p:nvSpPr>
          <p:cNvPr id="115714" name="Rectangle 3"/>
          <p:cNvSpPr>
            <a:spLocks noGrp="1"/>
          </p:cNvSpPr>
          <p:nvPr>
            <p:ph sz="half" idx="1"/>
          </p:nvPr>
        </p:nvSpPr>
        <p:spPr>
          <a:xfrm>
            <a:off x="533400" y="1600200"/>
            <a:ext cx="3879850" cy="4648200"/>
          </a:xfrm>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latin typeface="+mn-lt"/>
                <a:ea typeface="MS PGothic" charset="0"/>
                <a:cs typeface="MS PGothic" charset="0"/>
              </a:rPr>
              <a:t>4.1 Overview of Network layer</a:t>
            </a:r>
          </a:p>
          <a:p>
            <a:pPr lvl="1">
              <a:buClr>
                <a:srgbClr val="000099"/>
              </a:buClr>
              <a:buSzTx/>
            </a:pPr>
            <a:r>
              <a:rPr lang="en-US" altLang="zh-CN">
                <a:latin typeface="Gill Sans MT"/>
                <a:ea typeface="MS PGothic" charset="0"/>
                <a:cs typeface="Gill Sans MT"/>
              </a:rPr>
              <a:t>data plane</a:t>
            </a:r>
          </a:p>
          <a:p>
            <a:pPr lvl="1">
              <a:buClr>
                <a:srgbClr val="000099"/>
              </a:buClr>
              <a:buSzTx/>
            </a:pPr>
            <a:r>
              <a:rPr lang="en-US" altLang="zh-CN">
                <a:latin typeface="Gill Sans MT"/>
                <a:ea typeface="MS PGothic" charset="0"/>
                <a:cs typeface="Gill Sans MT"/>
              </a:rPr>
              <a:t>control plane</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4.2 What</a:t>
            </a:r>
            <a:r>
              <a:rPr lang="ja-JP" altLang="en-US" sz="2400">
                <a:latin typeface="+mn-lt"/>
                <a:ea typeface="MS PGothic" charset="0"/>
                <a:cs typeface="MS PGothic" charset="0"/>
              </a:rPr>
              <a:t>’</a:t>
            </a:r>
            <a:r>
              <a:rPr lang="en-US" altLang="ja-JP" sz="2400">
                <a:latin typeface="+mn-lt"/>
                <a:ea typeface="MS PGothic" charset="0"/>
                <a:cs typeface="MS PGothic" charset="0"/>
              </a:rPr>
              <a:t>s inside a router</a:t>
            </a:r>
          </a:p>
          <a:p>
            <a:pPr>
              <a:buClr>
                <a:srgbClr val="000099"/>
              </a:buClr>
              <a:buSzPct val="100000"/>
              <a:buFont typeface="Wingdings" panose="05000000000000000000" pitchFamily="2" charset="2"/>
              <a:buNone/>
            </a:pPr>
            <a:r>
              <a:rPr lang="en-US" altLang="zh-CN" sz="2400">
                <a:latin typeface="+mn-lt"/>
                <a:ea typeface="MS PGothic" charset="0"/>
                <a:cs typeface="MS PGothic" charset="0"/>
              </a:rPr>
              <a:t>4.3 IP: Internet Protocol</a:t>
            </a:r>
          </a:p>
          <a:p>
            <a:pPr lvl="1">
              <a:buClr>
                <a:srgbClr val="000099"/>
              </a:buClr>
              <a:buSzTx/>
            </a:pPr>
            <a:r>
              <a:rPr lang="en-US" altLang="zh-CN">
                <a:latin typeface="Gill Sans MT"/>
                <a:ea typeface="MS PGothic" charset="0"/>
                <a:cs typeface="Gill Sans MT"/>
              </a:rPr>
              <a:t>datagram format</a:t>
            </a:r>
          </a:p>
          <a:p>
            <a:pPr lvl="1">
              <a:buClr>
                <a:srgbClr val="000099"/>
              </a:buClr>
              <a:buSzTx/>
            </a:pPr>
            <a:r>
              <a:rPr lang="en-US" altLang="zh-CN">
                <a:latin typeface="Gill Sans MT"/>
                <a:ea typeface="MS PGothic" charset="0"/>
                <a:cs typeface="Gill Sans MT"/>
              </a:rPr>
              <a:t>fragmentation</a:t>
            </a:r>
          </a:p>
          <a:p>
            <a:pPr lvl="1">
              <a:buClr>
                <a:srgbClr val="000099"/>
              </a:buClr>
              <a:buSzTx/>
            </a:pPr>
            <a:r>
              <a:rPr lang="en-US" altLang="zh-CN">
                <a:latin typeface="Gill Sans MT"/>
                <a:ea typeface="MS PGothic" charset="0"/>
                <a:cs typeface="Gill Sans MT"/>
              </a:rPr>
              <a:t>IPv4 addressing</a:t>
            </a:r>
          </a:p>
          <a:p>
            <a:pPr lvl="1">
              <a:buClr>
                <a:srgbClr val="000099"/>
              </a:buClr>
              <a:buSzTx/>
            </a:pPr>
            <a:r>
              <a:rPr lang="en-US" altLang="zh-CN">
                <a:latin typeface="Gill Sans MT"/>
                <a:ea typeface="MS PGothic" charset="0"/>
                <a:cs typeface="Gill Sans MT"/>
              </a:rPr>
              <a:t>network address translation</a:t>
            </a:r>
          </a:p>
          <a:p>
            <a:pPr lvl="1">
              <a:buClr>
                <a:srgbClr val="000099"/>
              </a:buClr>
              <a:buSzTx/>
            </a:pPr>
            <a:r>
              <a:rPr lang="en-US" altLang="zh-CN">
                <a:latin typeface="Gill Sans MT"/>
                <a:ea typeface="MS PGothic" charset="0"/>
                <a:cs typeface="Gill Sans MT"/>
              </a:rPr>
              <a:t>IPv6</a:t>
            </a:r>
          </a:p>
        </p:txBody>
      </p:sp>
      <p:sp>
        <p:nvSpPr>
          <p:cNvPr id="115715" name="Rectangle 4"/>
          <p:cNvSpPr>
            <a:spLocks noGrp="1"/>
          </p:cNvSpPr>
          <p:nvPr>
            <p:ph sz="half" idx="2"/>
          </p:nvPr>
        </p:nvSpPr>
        <p:spPr/>
        <p:txBody>
          <a:bodyPr vert="horz" wrap="square" lIns="91440" tIns="45720" rIns="91440" bIns="45720" anchor="t" anchorCtr="0"/>
          <a:lstStyle/>
          <a:p>
            <a:pPr>
              <a:buClr>
                <a:srgbClr val="000099"/>
              </a:buClr>
              <a:buSzPct val="100000"/>
              <a:buFont typeface="Wingdings" panose="05000000000000000000" pitchFamily="2" charset="2"/>
              <a:buNone/>
            </a:pPr>
            <a:r>
              <a:rPr lang="en-US" altLang="zh-CN" sz="2400">
                <a:solidFill>
                  <a:srgbClr val="CC0000"/>
                </a:solidFill>
                <a:latin typeface="+mn-lt"/>
                <a:ea typeface="MS PGothic" charset="0"/>
                <a:cs typeface="MS PGothic" charset="0"/>
              </a:rPr>
              <a:t>4.4 Generalized Forward and SDN</a:t>
            </a:r>
          </a:p>
          <a:p>
            <a:pPr lvl="1">
              <a:buClr>
                <a:srgbClr val="000099"/>
              </a:buClr>
              <a:buSzTx/>
            </a:pPr>
            <a:r>
              <a:rPr lang="en-US" altLang="zh-CN">
                <a:solidFill>
                  <a:srgbClr val="CC0000"/>
                </a:solidFill>
                <a:latin typeface="Gill Sans MT"/>
                <a:ea typeface="MS PGothic" charset="0"/>
                <a:cs typeface="Gill Sans MT"/>
              </a:rPr>
              <a:t>match</a:t>
            </a:r>
          </a:p>
          <a:p>
            <a:pPr lvl="1">
              <a:buClr>
                <a:srgbClr val="000099"/>
              </a:buClr>
              <a:buSzTx/>
            </a:pPr>
            <a:r>
              <a:rPr lang="en-US" altLang="zh-CN">
                <a:solidFill>
                  <a:srgbClr val="CC0000"/>
                </a:solidFill>
                <a:latin typeface="Gill Sans MT"/>
                <a:ea typeface="MS PGothic" charset="0"/>
                <a:cs typeface="Gill Sans MT"/>
              </a:rPr>
              <a:t>action</a:t>
            </a:r>
          </a:p>
          <a:p>
            <a:pPr lvl="1">
              <a:buClr>
                <a:srgbClr val="000099"/>
              </a:buClr>
              <a:buSzTx/>
            </a:pPr>
            <a:r>
              <a:rPr lang="en-US" altLang="zh-CN">
                <a:solidFill>
                  <a:srgbClr val="CC0000"/>
                </a:solidFill>
                <a:latin typeface="Gill Sans MT"/>
                <a:ea typeface="MS PGothic" charset="0"/>
                <a:cs typeface="Gill Sans MT"/>
              </a:rPr>
              <a:t>OpenFlow  examples of match-plus-action in action</a:t>
            </a:r>
          </a:p>
          <a:p>
            <a:pPr>
              <a:buClr>
                <a:srgbClr val="000099"/>
              </a:buClr>
              <a:buSzPct val="100000"/>
            </a:pPr>
            <a:endParaRPr lang="en-US" altLang="zh-CN" sz="2400">
              <a:latin typeface="+mn-lt"/>
              <a:ea typeface="MS PGothic" charset="0"/>
              <a:cs typeface="MS PGothic" charset="0"/>
            </a:endParaRPr>
          </a:p>
        </p:txBody>
      </p:sp>
      <p:sp>
        <p:nvSpPr>
          <p:cNvPr id="115716" name="Rectangle 2"/>
          <p:cNvSpPr/>
          <p:nvPr/>
        </p:nvSpPr>
        <p:spPr>
          <a:xfrm>
            <a:off x="533400" y="228600"/>
            <a:ext cx="7772400"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Chapter 4: outline</a:t>
            </a:r>
          </a:p>
        </p:txBody>
      </p:sp>
      <p:sp>
        <p:nvSpPr>
          <p:cNvPr id="115717"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126</a:t>
            </a:fld>
            <a:endParaRPr lang="en-US" altLang="zh-CN" sz="1200">
              <a:latin typeface="Tahoma" panose="020B0604030504040204" charset="0"/>
            </a:endParaRPr>
          </a:p>
        </p:txBody>
      </p:sp>
      <p:sp>
        <p:nvSpPr>
          <p:cNvPr id="115718"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1454150" y="2020888"/>
            <a:ext cx="6027738" cy="1439862"/>
            <a:chOff x="1492879" y="2061336"/>
            <a:chExt cx="6027737" cy="1440135"/>
          </a:xfrm>
        </p:grpSpPr>
        <p:sp>
          <p:nvSpPr>
            <p:cNvPr id="388" name="Rectangle 387"/>
            <p:cNvSpPr/>
            <p:nvPr/>
          </p:nvSpPr>
          <p:spPr bwMode="auto">
            <a:xfrm>
              <a:off x="1929442" y="2064512"/>
              <a:ext cx="5043486" cy="1017780"/>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96" name="Freeform 395"/>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98" name="Freeform 397"/>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0 w 219519"/>
                <a:gd name="connsiteY0-52" fmla="*/ 730359 h 1370199"/>
                <a:gd name="connsiteX1-53" fmla="*/ 219401 w 219519"/>
                <a:gd name="connsiteY1-54" fmla="*/ 0 h 1370199"/>
                <a:gd name="connsiteX2-55" fmla="*/ 199855 w 219519"/>
                <a:gd name="connsiteY2-56" fmla="*/ 1012572 h 1370199"/>
                <a:gd name="connsiteX3-57" fmla="*/ 4471 w 219519"/>
                <a:gd name="connsiteY3-58" fmla="*/ 1370199 h 1370199"/>
                <a:gd name="connsiteX4-59" fmla="*/ 0 w 219519"/>
                <a:gd name="connsiteY4-60" fmla="*/ 730359 h 1370199"/>
                <a:gd name="connsiteX0-61" fmla="*/ 0 w 219602"/>
                <a:gd name="connsiteY0-62" fmla="*/ 730359 h 1370199"/>
                <a:gd name="connsiteX1-63" fmla="*/ 219401 w 219602"/>
                <a:gd name="connsiteY1-64" fmla="*/ 0 h 1370199"/>
                <a:gd name="connsiteX2-65" fmla="*/ 210047 w 219602"/>
                <a:gd name="connsiteY2-66" fmla="*/ 1007473 h 1370199"/>
                <a:gd name="connsiteX3-67" fmla="*/ 4471 w 219602"/>
                <a:gd name="connsiteY3-68" fmla="*/ 1370199 h 1370199"/>
                <a:gd name="connsiteX4-69" fmla="*/ 0 w 219602"/>
                <a:gd name="connsiteY4-70" fmla="*/ 730359 h 1370199"/>
                <a:gd name="connsiteX0-71" fmla="*/ 0 w 220239"/>
                <a:gd name="connsiteY0-72" fmla="*/ 730359 h 1370199"/>
                <a:gd name="connsiteX1-73" fmla="*/ 219401 w 220239"/>
                <a:gd name="connsiteY1-74" fmla="*/ 0 h 1370199"/>
                <a:gd name="connsiteX2-75" fmla="*/ 220239 w 220239"/>
                <a:gd name="connsiteY2-76" fmla="*/ 1007473 h 1370199"/>
                <a:gd name="connsiteX3-77" fmla="*/ 4471 w 220239"/>
                <a:gd name="connsiteY3-78" fmla="*/ 1370199 h 1370199"/>
                <a:gd name="connsiteX4-79" fmla="*/ 0 w 220239"/>
                <a:gd name="connsiteY4-80" fmla="*/ 730359 h 137019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grpSp>
          <p:nvGrpSpPr>
            <p:cNvPr id="117029" name="Group 950"/>
            <p:cNvGrpSpPr/>
            <p:nvPr/>
          </p:nvGrpSpPr>
          <p:grpSpPr>
            <a:xfrm>
              <a:off x="1492879" y="2820676"/>
              <a:ext cx="338137" cy="653816"/>
              <a:chOff x="4140" y="429"/>
              <a:chExt cx="1425" cy="2396"/>
            </a:xfrm>
          </p:grpSpPr>
          <p:sp>
            <p:nvSpPr>
              <p:cNvPr id="117063" name="Freeform 951"/>
              <p:cNvSpPr/>
              <p:nvPr/>
            </p:nvSpPr>
            <p:spPr>
              <a:xfrm>
                <a:off x="5268" y="433"/>
                <a:ext cx="283" cy="2286"/>
              </a:xfrm>
              <a:custGeom>
                <a:avLst/>
                <a:gdLst>
                  <a:gd name="txL" fmla="*/ 0 w 354"/>
                  <a:gd name="txT" fmla="*/ 0 h 2742"/>
                  <a:gd name="txR" fmla="*/ 354 w 354"/>
                  <a:gd name="txB" fmla="*/ 2742 h 2742"/>
                </a:gdLst>
                <a:ahLst/>
                <a:cxnLst>
                  <a:cxn ang="0">
                    <a:pos x="2" y="0"/>
                  </a:cxn>
                  <a:cxn ang="0">
                    <a:pos x="5" y="11"/>
                  </a:cxn>
                  <a:cxn ang="0">
                    <a:pos x="5" y="83"/>
                  </a:cxn>
                  <a:cxn ang="0">
                    <a:pos x="0" y="86"/>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117064" name="Rectangle 952"/>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65" name="Freeform 953"/>
              <p:cNvSpPr/>
              <p:nvPr/>
            </p:nvSpPr>
            <p:spPr>
              <a:xfrm>
                <a:off x="5321" y="570"/>
                <a:ext cx="169" cy="2115"/>
              </a:xfrm>
              <a:custGeom>
                <a:avLst/>
                <a:gdLst>
                  <a:gd name="txL" fmla="*/ 0 w 211"/>
                  <a:gd name="txT" fmla="*/ 0 h 2537"/>
                  <a:gd name="txR" fmla="*/ 211 w 211"/>
                  <a:gd name="txB" fmla="*/ 2537 h 2537"/>
                </a:gdLst>
                <a:ahLst/>
                <a:cxnLst>
                  <a:cxn ang="0">
                    <a:pos x="2" y="0"/>
                  </a:cxn>
                  <a:cxn ang="0">
                    <a:pos x="3" y="8"/>
                  </a:cxn>
                  <a:cxn ang="0">
                    <a:pos x="2" y="78"/>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117066" name="Freeform 954"/>
              <p:cNvSpPr/>
              <p:nvPr/>
            </p:nvSpPr>
            <p:spPr>
              <a:xfrm>
                <a:off x="5284" y="1640"/>
                <a:ext cx="263" cy="189"/>
              </a:xfrm>
              <a:custGeom>
                <a:avLst/>
                <a:gdLst>
                  <a:gd name="txL" fmla="*/ 0 w 328"/>
                  <a:gd name="txT" fmla="*/ 0 h 226"/>
                  <a:gd name="txR" fmla="*/ 328 w 328"/>
                  <a:gd name="txB" fmla="*/ 226 h 226"/>
                </a:gdLst>
                <a:ahLst/>
                <a:cxnLst>
                  <a:cxn ang="0">
                    <a:pos x="2" y="0"/>
                  </a:cxn>
                  <a:cxn ang="0">
                    <a:pos x="5" y="5"/>
                  </a:cxn>
                  <a:cxn ang="0">
                    <a:pos x="5" y="8"/>
                  </a:cxn>
                  <a:cxn ang="0">
                    <a:pos x="0" y="3"/>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17067" name="Rectangle 955"/>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117068" name="Group 956"/>
              <p:cNvGrpSpPr/>
              <p:nvPr/>
            </p:nvGrpSpPr>
            <p:grpSpPr>
              <a:xfrm>
                <a:off x="4749" y="668"/>
                <a:ext cx="581" cy="145"/>
                <a:chOff x="614" y="2568"/>
                <a:chExt cx="725" cy="139"/>
              </a:xfrm>
            </p:grpSpPr>
            <p:sp>
              <p:nvSpPr>
                <p:cNvPr id="117093" name="AutoShape 957"/>
                <p:cNvSpPr/>
                <p:nvPr/>
              </p:nvSpPr>
              <p:spPr>
                <a:xfrm>
                  <a:off x="613" y="2566"/>
                  <a:ext cx="721" cy="14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94" name="AutoShape 958"/>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17069" name="Rectangle 959"/>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117070" name="Group 960"/>
              <p:cNvGrpSpPr/>
              <p:nvPr/>
            </p:nvGrpSpPr>
            <p:grpSpPr>
              <a:xfrm>
                <a:off x="4747" y="994"/>
                <a:ext cx="581" cy="134"/>
                <a:chOff x="614" y="2568"/>
                <a:chExt cx="725" cy="139"/>
              </a:xfrm>
            </p:grpSpPr>
            <p:sp>
              <p:nvSpPr>
                <p:cNvPr id="117091" name="AutoShape 961"/>
                <p:cNvSpPr/>
                <p:nvPr/>
              </p:nvSpPr>
              <p:spPr>
                <a:xfrm>
                  <a:off x="615" y="2564"/>
                  <a:ext cx="721"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92" name="AutoShape 962"/>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17071" name="Rectangle 963"/>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72" name="Rectangle 964"/>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117073" name="Group 965"/>
              <p:cNvGrpSpPr/>
              <p:nvPr/>
            </p:nvGrpSpPr>
            <p:grpSpPr>
              <a:xfrm>
                <a:off x="4735" y="1627"/>
                <a:ext cx="582" cy="151"/>
                <a:chOff x="614" y="2568"/>
                <a:chExt cx="725" cy="139"/>
              </a:xfrm>
            </p:grpSpPr>
            <p:sp>
              <p:nvSpPr>
                <p:cNvPr id="117089" name="AutoShape 966"/>
                <p:cNvSpPr/>
                <p:nvPr/>
              </p:nvSpPr>
              <p:spPr>
                <a:xfrm>
                  <a:off x="618" y="2586"/>
                  <a:ext cx="720" cy="12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90" name="AutoShape 967"/>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17074" name="Freeform 968"/>
              <p:cNvSpPr/>
              <p:nvPr/>
            </p:nvSpPr>
            <p:spPr>
              <a:xfrm>
                <a:off x="5288" y="1354"/>
                <a:ext cx="263" cy="188"/>
              </a:xfrm>
              <a:custGeom>
                <a:avLst/>
                <a:gdLst>
                  <a:gd name="txL" fmla="*/ 0 w 328"/>
                  <a:gd name="txT" fmla="*/ 0 h 226"/>
                  <a:gd name="txR" fmla="*/ 328 w 328"/>
                  <a:gd name="txB" fmla="*/ 226 h 226"/>
                </a:gdLst>
                <a:ahLst/>
                <a:cxnLst>
                  <a:cxn ang="0">
                    <a:pos x="2" y="0"/>
                  </a:cxn>
                  <a:cxn ang="0">
                    <a:pos x="5" y="4"/>
                  </a:cxn>
                  <a:cxn ang="0">
                    <a:pos x="5" y="7"/>
                  </a:cxn>
                  <a:cxn ang="0">
                    <a:pos x="0" y="2"/>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117075" name="Group 969"/>
              <p:cNvGrpSpPr/>
              <p:nvPr/>
            </p:nvGrpSpPr>
            <p:grpSpPr>
              <a:xfrm>
                <a:off x="4739" y="1327"/>
                <a:ext cx="582" cy="139"/>
                <a:chOff x="614" y="2568"/>
                <a:chExt cx="725" cy="139"/>
              </a:xfrm>
            </p:grpSpPr>
            <p:sp>
              <p:nvSpPr>
                <p:cNvPr id="117087" name="AutoShape 970"/>
                <p:cNvSpPr/>
                <p:nvPr/>
              </p:nvSpPr>
              <p:spPr>
                <a:xfrm>
                  <a:off x="613" y="2571"/>
                  <a:ext cx="732" cy="13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88" name="AutoShape 971"/>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17076" name="Rectangle 972"/>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77" name="Freeform 973"/>
              <p:cNvSpPr/>
              <p:nvPr/>
            </p:nvSpPr>
            <p:spPr>
              <a:xfrm>
                <a:off x="5312" y="1007"/>
                <a:ext cx="237" cy="213"/>
              </a:xfrm>
              <a:custGeom>
                <a:avLst/>
                <a:gdLst>
                  <a:gd name="txL" fmla="*/ 0 w 296"/>
                  <a:gd name="txT" fmla="*/ 0 h 256"/>
                  <a:gd name="txR" fmla="*/ 296 w 296"/>
                  <a:gd name="txB" fmla="*/ 256 h 256"/>
                </a:gdLst>
                <a:ahLst/>
                <a:cxnLst>
                  <a:cxn ang="0">
                    <a:pos x="2" y="0"/>
                  </a:cxn>
                  <a:cxn ang="0">
                    <a:pos x="5" y="4"/>
                  </a:cxn>
                  <a:cxn ang="0">
                    <a:pos x="5" y="7"/>
                  </a:cxn>
                  <a:cxn ang="0">
                    <a:pos x="0" y="2"/>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17078" name="Freeform 974"/>
              <p:cNvSpPr/>
              <p:nvPr/>
            </p:nvSpPr>
            <p:spPr>
              <a:xfrm>
                <a:off x="5315" y="680"/>
                <a:ext cx="244" cy="240"/>
              </a:xfrm>
              <a:custGeom>
                <a:avLst/>
                <a:gdLst>
                  <a:gd name="txL" fmla="*/ 0 w 304"/>
                  <a:gd name="txT" fmla="*/ 0 h 288"/>
                  <a:gd name="txR" fmla="*/ 304 w 304"/>
                  <a:gd name="txB" fmla="*/ 288 h 288"/>
                </a:gdLst>
                <a:ahLst/>
                <a:cxnLst>
                  <a:cxn ang="0">
                    <a:pos x="0" y="0"/>
                  </a:cxn>
                  <a:cxn ang="0">
                    <a:pos x="5" y="6"/>
                  </a:cxn>
                  <a:cxn ang="0">
                    <a:pos x="4" y="9"/>
                  </a:cxn>
                  <a:cxn ang="0">
                    <a:pos x="2" y="4"/>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17079" name="Oval 975"/>
              <p:cNvSpPr/>
              <p:nvPr/>
            </p:nvSpPr>
            <p:spPr>
              <a:xfrm>
                <a:off x="5515" y="2611"/>
                <a:ext cx="50" cy="95"/>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80" name="Freeform 976"/>
              <p:cNvSpPr/>
              <p:nvPr/>
            </p:nvSpPr>
            <p:spPr>
              <a:xfrm>
                <a:off x="5302" y="2614"/>
                <a:ext cx="245" cy="200"/>
              </a:xfrm>
              <a:custGeom>
                <a:avLst/>
                <a:gdLst>
                  <a:gd name="txL" fmla="*/ 0 w 306"/>
                  <a:gd name="txT" fmla="*/ 0 h 240"/>
                  <a:gd name="txR" fmla="*/ 306 w 306"/>
                  <a:gd name="txB" fmla="*/ 240 h 240"/>
                </a:gdLst>
                <a:ahLst/>
                <a:cxnLst>
                  <a:cxn ang="0">
                    <a:pos x="0" y="4"/>
                  </a:cxn>
                  <a:cxn ang="0">
                    <a:pos x="2" y="8"/>
                  </a:cxn>
                  <a:cxn ang="0">
                    <a:pos x="5" y="4"/>
                  </a:cxn>
                  <a:cxn ang="0">
                    <a:pos x="5" y="0"/>
                  </a:cxn>
                  <a:cxn ang="0">
                    <a:pos x="0" y="4"/>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117081" name="AutoShape 977"/>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82" name="AutoShape 978"/>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83" name="Oval 979"/>
              <p:cNvSpPr/>
              <p:nvPr/>
            </p:nvSpPr>
            <p:spPr>
              <a:xfrm>
                <a:off x="4309"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84" name="Oval 980"/>
              <p:cNvSpPr/>
              <p:nvPr/>
            </p:nvSpPr>
            <p:spPr>
              <a:xfrm>
                <a:off x="4489" y="2382"/>
                <a:ext cx="159" cy="142"/>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ndParaRPr>
              </a:p>
            </p:txBody>
          </p:sp>
          <p:sp>
            <p:nvSpPr>
              <p:cNvPr id="117085" name="Oval 981"/>
              <p:cNvSpPr/>
              <p:nvPr/>
            </p:nvSpPr>
            <p:spPr>
              <a:xfrm>
                <a:off x="4658"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86" name="Rectangle 982"/>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117030" name="Group 950"/>
            <p:cNvGrpSpPr/>
            <p:nvPr/>
          </p:nvGrpSpPr>
          <p:grpSpPr>
            <a:xfrm>
              <a:off x="7182479" y="2847655"/>
              <a:ext cx="338137" cy="653816"/>
              <a:chOff x="4140" y="429"/>
              <a:chExt cx="1425" cy="2396"/>
            </a:xfrm>
          </p:grpSpPr>
          <p:sp>
            <p:nvSpPr>
              <p:cNvPr id="117031" name="Freeform 951"/>
              <p:cNvSpPr/>
              <p:nvPr/>
            </p:nvSpPr>
            <p:spPr>
              <a:xfrm>
                <a:off x="5268" y="433"/>
                <a:ext cx="283" cy="2286"/>
              </a:xfrm>
              <a:custGeom>
                <a:avLst/>
                <a:gdLst>
                  <a:gd name="txL" fmla="*/ 0 w 354"/>
                  <a:gd name="txT" fmla="*/ 0 h 2742"/>
                  <a:gd name="txR" fmla="*/ 354 w 354"/>
                  <a:gd name="txB" fmla="*/ 2742 h 2742"/>
                </a:gdLst>
                <a:ahLst/>
                <a:cxnLst>
                  <a:cxn ang="0">
                    <a:pos x="2" y="0"/>
                  </a:cxn>
                  <a:cxn ang="0">
                    <a:pos x="5" y="11"/>
                  </a:cxn>
                  <a:cxn ang="0">
                    <a:pos x="5" y="83"/>
                  </a:cxn>
                  <a:cxn ang="0">
                    <a:pos x="0" y="86"/>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117032" name="Rectangle 952"/>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33" name="Freeform 953"/>
              <p:cNvSpPr/>
              <p:nvPr/>
            </p:nvSpPr>
            <p:spPr>
              <a:xfrm>
                <a:off x="5321" y="570"/>
                <a:ext cx="169" cy="2115"/>
              </a:xfrm>
              <a:custGeom>
                <a:avLst/>
                <a:gdLst>
                  <a:gd name="txL" fmla="*/ 0 w 211"/>
                  <a:gd name="txT" fmla="*/ 0 h 2537"/>
                  <a:gd name="txR" fmla="*/ 211 w 211"/>
                  <a:gd name="txB" fmla="*/ 2537 h 2537"/>
                </a:gdLst>
                <a:ahLst/>
                <a:cxnLst>
                  <a:cxn ang="0">
                    <a:pos x="2" y="0"/>
                  </a:cxn>
                  <a:cxn ang="0">
                    <a:pos x="3" y="8"/>
                  </a:cxn>
                  <a:cxn ang="0">
                    <a:pos x="2" y="78"/>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117034" name="Freeform 954"/>
              <p:cNvSpPr/>
              <p:nvPr/>
            </p:nvSpPr>
            <p:spPr>
              <a:xfrm>
                <a:off x="5284" y="1640"/>
                <a:ext cx="263" cy="189"/>
              </a:xfrm>
              <a:custGeom>
                <a:avLst/>
                <a:gdLst>
                  <a:gd name="txL" fmla="*/ 0 w 328"/>
                  <a:gd name="txT" fmla="*/ 0 h 226"/>
                  <a:gd name="txR" fmla="*/ 328 w 328"/>
                  <a:gd name="txB" fmla="*/ 226 h 226"/>
                </a:gdLst>
                <a:ahLst/>
                <a:cxnLst>
                  <a:cxn ang="0">
                    <a:pos x="2" y="0"/>
                  </a:cxn>
                  <a:cxn ang="0">
                    <a:pos x="5" y="5"/>
                  </a:cxn>
                  <a:cxn ang="0">
                    <a:pos x="5" y="8"/>
                  </a:cxn>
                  <a:cxn ang="0">
                    <a:pos x="0" y="3"/>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17035" name="Rectangle 955"/>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117036" name="Group 956"/>
              <p:cNvGrpSpPr/>
              <p:nvPr/>
            </p:nvGrpSpPr>
            <p:grpSpPr>
              <a:xfrm>
                <a:off x="4749" y="668"/>
                <a:ext cx="581" cy="145"/>
                <a:chOff x="614" y="2568"/>
                <a:chExt cx="725" cy="139"/>
              </a:xfrm>
            </p:grpSpPr>
            <p:sp>
              <p:nvSpPr>
                <p:cNvPr id="117061" name="AutoShape 957"/>
                <p:cNvSpPr/>
                <p:nvPr/>
              </p:nvSpPr>
              <p:spPr>
                <a:xfrm>
                  <a:off x="613" y="2566"/>
                  <a:ext cx="721" cy="14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62" name="AutoShape 958"/>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17037" name="Rectangle 959"/>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117038" name="Group 960"/>
              <p:cNvGrpSpPr/>
              <p:nvPr/>
            </p:nvGrpSpPr>
            <p:grpSpPr>
              <a:xfrm>
                <a:off x="4747" y="994"/>
                <a:ext cx="581" cy="134"/>
                <a:chOff x="614" y="2568"/>
                <a:chExt cx="725" cy="139"/>
              </a:xfrm>
            </p:grpSpPr>
            <p:sp>
              <p:nvSpPr>
                <p:cNvPr id="117059" name="AutoShape 961"/>
                <p:cNvSpPr/>
                <p:nvPr/>
              </p:nvSpPr>
              <p:spPr>
                <a:xfrm>
                  <a:off x="615" y="2564"/>
                  <a:ext cx="721"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60" name="AutoShape 962"/>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17039" name="Rectangle 963"/>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40" name="Rectangle 964"/>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nvGrpSpPr>
              <p:cNvPr id="117041" name="Group 965"/>
              <p:cNvGrpSpPr/>
              <p:nvPr/>
            </p:nvGrpSpPr>
            <p:grpSpPr>
              <a:xfrm>
                <a:off x="4735" y="1627"/>
                <a:ext cx="582" cy="151"/>
                <a:chOff x="614" y="2568"/>
                <a:chExt cx="725" cy="139"/>
              </a:xfrm>
            </p:grpSpPr>
            <p:sp>
              <p:nvSpPr>
                <p:cNvPr id="117057" name="AutoShape 966"/>
                <p:cNvSpPr/>
                <p:nvPr/>
              </p:nvSpPr>
              <p:spPr>
                <a:xfrm>
                  <a:off x="618" y="2586"/>
                  <a:ext cx="720" cy="12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58" name="AutoShape 967"/>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17042" name="Freeform 968"/>
              <p:cNvSpPr/>
              <p:nvPr/>
            </p:nvSpPr>
            <p:spPr>
              <a:xfrm>
                <a:off x="5288" y="1354"/>
                <a:ext cx="263" cy="188"/>
              </a:xfrm>
              <a:custGeom>
                <a:avLst/>
                <a:gdLst>
                  <a:gd name="txL" fmla="*/ 0 w 328"/>
                  <a:gd name="txT" fmla="*/ 0 h 226"/>
                  <a:gd name="txR" fmla="*/ 328 w 328"/>
                  <a:gd name="txB" fmla="*/ 226 h 226"/>
                </a:gdLst>
                <a:ahLst/>
                <a:cxnLst>
                  <a:cxn ang="0">
                    <a:pos x="2" y="0"/>
                  </a:cxn>
                  <a:cxn ang="0">
                    <a:pos x="5" y="4"/>
                  </a:cxn>
                  <a:cxn ang="0">
                    <a:pos x="5" y="7"/>
                  </a:cxn>
                  <a:cxn ang="0">
                    <a:pos x="0" y="2"/>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117043" name="Group 969"/>
              <p:cNvGrpSpPr/>
              <p:nvPr/>
            </p:nvGrpSpPr>
            <p:grpSpPr>
              <a:xfrm>
                <a:off x="4739" y="1327"/>
                <a:ext cx="582" cy="139"/>
                <a:chOff x="614" y="2568"/>
                <a:chExt cx="725" cy="139"/>
              </a:xfrm>
            </p:grpSpPr>
            <p:sp>
              <p:nvSpPr>
                <p:cNvPr id="117055" name="AutoShape 970"/>
                <p:cNvSpPr/>
                <p:nvPr/>
              </p:nvSpPr>
              <p:spPr>
                <a:xfrm>
                  <a:off x="613" y="2571"/>
                  <a:ext cx="732" cy="13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56" name="AutoShape 971"/>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17044" name="Rectangle 972"/>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45" name="Freeform 973"/>
              <p:cNvSpPr/>
              <p:nvPr/>
            </p:nvSpPr>
            <p:spPr>
              <a:xfrm>
                <a:off x="5312" y="1007"/>
                <a:ext cx="237" cy="213"/>
              </a:xfrm>
              <a:custGeom>
                <a:avLst/>
                <a:gdLst>
                  <a:gd name="txL" fmla="*/ 0 w 296"/>
                  <a:gd name="txT" fmla="*/ 0 h 256"/>
                  <a:gd name="txR" fmla="*/ 296 w 296"/>
                  <a:gd name="txB" fmla="*/ 256 h 256"/>
                </a:gdLst>
                <a:ahLst/>
                <a:cxnLst>
                  <a:cxn ang="0">
                    <a:pos x="2" y="0"/>
                  </a:cxn>
                  <a:cxn ang="0">
                    <a:pos x="5" y="4"/>
                  </a:cxn>
                  <a:cxn ang="0">
                    <a:pos x="5" y="7"/>
                  </a:cxn>
                  <a:cxn ang="0">
                    <a:pos x="0" y="2"/>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17046" name="Freeform 974"/>
              <p:cNvSpPr/>
              <p:nvPr/>
            </p:nvSpPr>
            <p:spPr>
              <a:xfrm>
                <a:off x="5315" y="680"/>
                <a:ext cx="244" cy="240"/>
              </a:xfrm>
              <a:custGeom>
                <a:avLst/>
                <a:gdLst>
                  <a:gd name="txL" fmla="*/ 0 w 304"/>
                  <a:gd name="txT" fmla="*/ 0 h 288"/>
                  <a:gd name="txR" fmla="*/ 304 w 304"/>
                  <a:gd name="txB" fmla="*/ 288 h 288"/>
                </a:gdLst>
                <a:ahLst/>
                <a:cxnLst>
                  <a:cxn ang="0">
                    <a:pos x="0" y="0"/>
                  </a:cxn>
                  <a:cxn ang="0">
                    <a:pos x="5" y="6"/>
                  </a:cxn>
                  <a:cxn ang="0">
                    <a:pos x="4" y="9"/>
                  </a:cxn>
                  <a:cxn ang="0">
                    <a:pos x="2" y="4"/>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17047" name="Oval 975"/>
              <p:cNvSpPr/>
              <p:nvPr/>
            </p:nvSpPr>
            <p:spPr>
              <a:xfrm>
                <a:off x="5515" y="2611"/>
                <a:ext cx="50" cy="95"/>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48" name="Freeform 976"/>
              <p:cNvSpPr/>
              <p:nvPr/>
            </p:nvSpPr>
            <p:spPr>
              <a:xfrm>
                <a:off x="5302" y="2614"/>
                <a:ext cx="245" cy="200"/>
              </a:xfrm>
              <a:custGeom>
                <a:avLst/>
                <a:gdLst>
                  <a:gd name="txL" fmla="*/ 0 w 306"/>
                  <a:gd name="txT" fmla="*/ 0 h 240"/>
                  <a:gd name="txR" fmla="*/ 306 w 306"/>
                  <a:gd name="txB" fmla="*/ 240 h 240"/>
                </a:gdLst>
                <a:ahLst/>
                <a:cxnLst>
                  <a:cxn ang="0">
                    <a:pos x="0" y="4"/>
                  </a:cxn>
                  <a:cxn ang="0">
                    <a:pos x="2" y="8"/>
                  </a:cxn>
                  <a:cxn ang="0">
                    <a:pos x="5" y="4"/>
                  </a:cxn>
                  <a:cxn ang="0">
                    <a:pos x="5" y="0"/>
                  </a:cxn>
                  <a:cxn ang="0">
                    <a:pos x="0" y="4"/>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117049" name="AutoShape 977"/>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50" name="AutoShape 978"/>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51" name="Oval 979"/>
              <p:cNvSpPr/>
              <p:nvPr/>
            </p:nvSpPr>
            <p:spPr>
              <a:xfrm>
                <a:off x="4309"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52" name="Oval 980"/>
              <p:cNvSpPr/>
              <p:nvPr/>
            </p:nvSpPr>
            <p:spPr>
              <a:xfrm>
                <a:off x="4489" y="2382"/>
                <a:ext cx="159" cy="142"/>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ndParaRPr>
              </a:p>
            </p:txBody>
          </p:sp>
          <p:sp>
            <p:nvSpPr>
              <p:cNvPr id="117053" name="Oval 981"/>
              <p:cNvSpPr/>
              <p:nvPr/>
            </p:nvSpPr>
            <p:spPr>
              <a:xfrm>
                <a:off x="4658"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7054" name="Rectangle 982"/>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116738" name="Freeform 2"/>
          <p:cNvSpPr/>
          <p:nvPr/>
        </p:nvSpPr>
        <p:spPr>
          <a:xfrm>
            <a:off x="2592388" y="5749925"/>
            <a:ext cx="4027487" cy="939800"/>
          </a:xfrm>
          <a:custGeom>
            <a:avLst/>
            <a:gdLst/>
            <a:ahLst/>
            <a:cxnLst>
              <a:cxn ang="0">
                <a:pos x="2147483646" y="2147483646"/>
              </a:cxn>
              <a:cxn ang="0">
                <a:pos x="2147483646" y="2147483646"/>
              </a:cxn>
              <a:cxn ang="0">
                <a:pos x="2147483646" y="2147483646"/>
              </a:cxn>
              <a:cxn ang="0">
                <a:pos x="2147483646" y="0"/>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0" t="0" r="0" b="0"/>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alpha val="100000"/>
            </a:srgbClr>
          </a:solidFill>
          <a:ln w="9525">
            <a:noFill/>
          </a:ln>
        </p:spPr>
        <p:txBody>
          <a:bodyPr/>
          <a:lstStyle/>
          <a:p>
            <a:endParaRPr lang="zh-CN" altLang="en-US"/>
          </a:p>
        </p:txBody>
      </p:sp>
      <p:cxnSp>
        <p:nvCxnSpPr>
          <p:cNvPr id="148" name="Straight Connector 147"/>
          <p:cNvCxnSpPr/>
          <p:nvPr/>
        </p:nvCxnSpPr>
        <p:spPr>
          <a:xfrm flipV="1">
            <a:off x="3262313" y="5900738"/>
            <a:ext cx="1316038" cy="1317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188" y="6088063"/>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3888" y="6192838"/>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1475" y="6386513"/>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1875" y="5934075"/>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5913" y="6088063"/>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063" y="6116638"/>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5813" y="5900738"/>
            <a:ext cx="814388" cy="4016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5588" y="3003550"/>
            <a:ext cx="6978650" cy="1096963"/>
            <a:chOff x="1526216" y="3003498"/>
            <a:chExt cx="6978041" cy="1096962"/>
          </a:xfrm>
        </p:grpSpPr>
        <p:sp>
          <p:nvSpPr>
            <p:cNvPr id="117023" name="TextBox 399"/>
            <p:cNvSpPr txBox="1"/>
            <p:nvPr/>
          </p:nvSpPr>
          <p:spPr>
            <a:xfrm>
              <a:off x="7714291" y="3628973"/>
              <a:ext cx="595313" cy="4714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65"/>
                </a:lnSpc>
                <a:spcBef>
                  <a:spcPct val="0"/>
                </a:spcBef>
                <a:buClrTx/>
                <a:buSzTx/>
                <a:buFontTx/>
                <a:buNone/>
              </a:pPr>
              <a:r>
                <a:rPr lang="en-US" altLang="zh-CN" sz="1400">
                  <a:latin typeface="Arial" panose="020B0604020202090204" pitchFamily="34" charset="0"/>
                </a:rPr>
                <a:t>data</a:t>
              </a:r>
            </a:p>
            <a:p>
              <a:pPr marL="0" lvl="0" indent="0" algn="ctr">
                <a:lnSpc>
                  <a:spcPts val="1465"/>
                </a:lnSpc>
                <a:spcBef>
                  <a:spcPct val="0"/>
                </a:spcBef>
                <a:buClrTx/>
                <a:buSzTx/>
                <a:buFontTx/>
                <a:buNone/>
              </a:pPr>
              <a:r>
                <a:rPr lang="en-US" altLang="zh-CN" sz="1400">
                  <a:latin typeface="Arial" panose="020B0604020202090204" pitchFamily="34" charset="0"/>
                </a:rPr>
                <a:t>plane</a:t>
              </a:r>
            </a:p>
          </p:txBody>
        </p:sp>
        <p:sp>
          <p:nvSpPr>
            <p:cNvPr id="117024" name="TextBox 400"/>
            <p:cNvSpPr txBox="1"/>
            <p:nvPr/>
          </p:nvSpPr>
          <p:spPr>
            <a:xfrm>
              <a:off x="7728579" y="3003498"/>
              <a:ext cx="709612" cy="4714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65"/>
                </a:lnSpc>
                <a:spcBef>
                  <a:spcPct val="0"/>
                </a:spcBef>
                <a:buClrTx/>
                <a:buSzTx/>
                <a:buFontTx/>
                <a:buNone/>
              </a:pPr>
              <a:r>
                <a:rPr lang="en-US" altLang="zh-CN" sz="1400">
                  <a:latin typeface="Arial" panose="020B0604020202090204" pitchFamily="34" charset="0"/>
                </a:rPr>
                <a:t>control</a:t>
              </a:r>
            </a:p>
            <a:p>
              <a:pPr marL="0" lvl="0" indent="0" algn="ctr">
                <a:lnSpc>
                  <a:spcPts val="1465"/>
                </a:lnSpc>
                <a:spcBef>
                  <a:spcPct val="0"/>
                </a:spcBef>
                <a:buClrTx/>
                <a:buSzTx/>
                <a:buFontTx/>
                <a:buNone/>
              </a:pPr>
              <a:r>
                <a:rPr lang="en-US" altLang="zh-CN" sz="1400">
                  <a:latin typeface="Arial" panose="020B0604020202090204" pitchFamily="34" charset="0"/>
                </a:rPr>
                <a:t>plane</a:t>
              </a:r>
            </a:p>
          </p:txBody>
        </p:sp>
        <p:cxnSp>
          <p:nvCxnSpPr>
            <p:cNvPr id="302" name="Straight Connector 301"/>
            <p:cNvCxnSpPr/>
            <p:nvPr/>
          </p:nvCxnSpPr>
          <p:spPr bwMode="auto">
            <a:xfrm flipV="1">
              <a:off x="1526216" y="3579760"/>
              <a:ext cx="6978041" cy="11112"/>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813" y="2735263"/>
            <a:ext cx="4295775" cy="320675"/>
            <a:chOff x="2433511" y="2792111"/>
            <a:chExt cx="4296530" cy="320561"/>
          </a:xfrm>
        </p:grpSpPr>
        <p:grpSp>
          <p:nvGrpSpPr>
            <p:cNvPr id="116998" name="Group 401"/>
            <p:cNvGrpSpPr/>
            <p:nvPr/>
          </p:nvGrpSpPr>
          <p:grpSpPr>
            <a:xfrm>
              <a:off x="2433511" y="2794083"/>
              <a:ext cx="349250" cy="317387"/>
              <a:chOff x="2931664" y="3912603"/>
              <a:chExt cx="430450" cy="329314"/>
            </a:xfrm>
          </p:grpSpPr>
          <p:sp>
            <p:nvSpPr>
              <p:cNvPr id="403" name="Rectangle 402"/>
              <p:cNvSpPr/>
              <p:nvPr/>
            </p:nvSpPr>
            <p:spPr>
              <a:xfrm>
                <a:off x="2937534" y="3912203"/>
                <a:ext cx="424655"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04" name="Straight Connector 403"/>
              <p:cNvCxnSpPr/>
              <p:nvPr/>
            </p:nvCxnSpPr>
            <p:spPr>
              <a:xfrm>
                <a:off x="2931664" y="4004411"/>
                <a:ext cx="424654"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6980"/>
                <a:ext cx="424654"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83" y="4004411"/>
                <a:ext cx="0"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116999" name="Group 406"/>
            <p:cNvGrpSpPr/>
            <p:nvPr/>
          </p:nvGrpSpPr>
          <p:grpSpPr>
            <a:xfrm>
              <a:off x="3348666" y="2792111"/>
              <a:ext cx="350838" cy="317387"/>
              <a:chOff x="2931664" y="3912603"/>
              <a:chExt cx="430450" cy="329314"/>
            </a:xfrm>
          </p:grpSpPr>
          <p:sp>
            <p:nvSpPr>
              <p:cNvPr id="408" name="Rectangle 407"/>
              <p:cNvSpPr/>
              <p:nvPr/>
            </p:nvSpPr>
            <p:spPr>
              <a:xfrm>
                <a:off x="2936779" y="3912603"/>
                <a:ext cx="424681"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09" name="Straight Connector 408"/>
              <p:cNvCxnSpPr/>
              <p:nvPr/>
            </p:nvCxnSpPr>
            <p:spPr>
              <a:xfrm>
                <a:off x="2930935" y="4004811"/>
                <a:ext cx="4246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0935" y="4067381"/>
                <a:ext cx="4246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171" y="4004811"/>
                <a:ext cx="1949"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117000" name="Group 411"/>
            <p:cNvGrpSpPr/>
            <p:nvPr/>
          </p:nvGrpSpPr>
          <p:grpSpPr>
            <a:xfrm>
              <a:off x="4182104" y="2792111"/>
              <a:ext cx="350837" cy="317387"/>
              <a:chOff x="2931664" y="3912603"/>
              <a:chExt cx="430450" cy="329314"/>
            </a:xfrm>
          </p:grpSpPr>
          <p:sp>
            <p:nvSpPr>
              <p:cNvPr id="413" name="Rectangle 412"/>
              <p:cNvSpPr/>
              <p:nvPr/>
            </p:nvSpPr>
            <p:spPr>
              <a:xfrm>
                <a:off x="2936958" y="3912603"/>
                <a:ext cx="424682"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14" name="Straight Connector 413"/>
              <p:cNvCxnSpPr/>
              <p:nvPr/>
            </p:nvCxnSpPr>
            <p:spPr>
              <a:xfrm>
                <a:off x="2931113" y="4004811"/>
                <a:ext cx="424682"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113" y="4067381"/>
                <a:ext cx="424682"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351" y="4004811"/>
                <a:ext cx="1947"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117001" name="Group 416"/>
            <p:cNvGrpSpPr/>
            <p:nvPr/>
          </p:nvGrpSpPr>
          <p:grpSpPr>
            <a:xfrm>
              <a:off x="5374316" y="2795285"/>
              <a:ext cx="349250" cy="317387"/>
              <a:chOff x="2931664" y="3912603"/>
              <a:chExt cx="430450" cy="329314"/>
            </a:xfrm>
          </p:grpSpPr>
          <p:sp>
            <p:nvSpPr>
              <p:cNvPr id="418" name="Rectangle 417"/>
              <p:cNvSpPr/>
              <p:nvPr/>
            </p:nvSpPr>
            <p:spPr>
              <a:xfrm>
                <a:off x="2937241" y="3912603"/>
                <a:ext cx="424655"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19" name="Straight Connector 418"/>
              <p:cNvCxnSpPr/>
              <p:nvPr/>
            </p:nvCxnSpPr>
            <p:spPr>
              <a:xfrm>
                <a:off x="2931371" y="4004811"/>
                <a:ext cx="424654"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371" y="4067381"/>
                <a:ext cx="424654"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590" y="4004811"/>
                <a:ext cx="0"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117002" name="Group 421"/>
            <p:cNvGrpSpPr/>
            <p:nvPr/>
          </p:nvGrpSpPr>
          <p:grpSpPr>
            <a:xfrm>
              <a:off x="6379204" y="2792111"/>
              <a:ext cx="350837" cy="317387"/>
              <a:chOff x="2931664" y="3912603"/>
              <a:chExt cx="430450" cy="329314"/>
            </a:xfrm>
          </p:grpSpPr>
          <p:sp>
            <p:nvSpPr>
              <p:cNvPr id="423" name="Rectangle 422"/>
              <p:cNvSpPr/>
              <p:nvPr/>
            </p:nvSpPr>
            <p:spPr>
              <a:xfrm>
                <a:off x="2937432" y="3912603"/>
                <a:ext cx="424682" cy="32931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424" name="Straight Connector 423"/>
              <p:cNvCxnSpPr/>
              <p:nvPr/>
            </p:nvCxnSpPr>
            <p:spPr>
              <a:xfrm>
                <a:off x="2931587" y="4004811"/>
                <a:ext cx="424682"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587" y="4067381"/>
                <a:ext cx="424682"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25" y="4004811"/>
                <a:ext cx="1947" cy="23710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5788" y="3709988"/>
            <a:ext cx="5211762" cy="2740025"/>
            <a:chOff x="1856416" y="3709935"/>
            <a:chExt cx="5211763" cy="2739614"/>
          </a:xfrm>
        </p:grpSpPr>
        <p:sp>
          <p:nvSpPr>
            <p:cNvPr id="268" name="Freeform 267"/>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 name="connsiteX0-331" fmla="*/ 1060159 w 1340486"/>
                <a:gd name="connsiteY0-332" fmla="*/ 921649 h 921649"/>
                <a:gd name="connsiteX1-333" fmla="*/ 0 w 1340486"/>
                <a:gd name="connsiteY1-334" fmla="*/ 51716 h 921649"/>
                <a:gd name="connsiteX2-335" fmla="*/ 1059218 w 1340486"/>
                <a:gd name="connsiteY2-336" fmla="*/ 355 h 921649"/>
                <a:gd name="connsiteX3-337" fmla="*/ 1340486 w 1340486"/>
                <a:gd name="connsiteY3-338" fmla="*/ 709789 h 921649"/>
                <a:gd name="connsiteX4-339" fmla="*/ 1060159 w 1340486"/>
                <a:gd name="connsiteY4-340" fmla="*/ 921649 h 921649"/>
                <a:gd name="connsiteX0-341" fmla="*/ 1060159 w 1340486"/>
                <a:gd name="connsiteY0-342" fmla="*/ 921649 h 921649"/>
                <a:gd name="connsiteX1-343" fmla="*/ 0 w 1340486"/>
                <a:gd name="connsiteY1-344" fmla="*/ 51716 h 921649"/>
                <a:gd name="connsiteX2-345" fmla="*/ 1059218 w 1340486"/>
                <a:gd name="connsiteY2-346" fmla="*/ 355 h 921649"/>
                <a:gd name="connsiteX3-347" fmla="*/ 1340486 w 1340486"/>
                <a:gd name="connsiteY3-348" fmla="*/ 709789 h 921649"/>
                <a:gd name="connsiteX4-349" fmla="*/ 1060159 w 1340486"/>
                <a:gd name="connsiteY4-350" fmla="*/ 921649 h 921649"/>
                <a:gd name="connsiteX0-351" fmla="*/ 1060159 w 1340486"/>
                <a:gd name="connsiteY0-352" fmla="*/ 921649 h 921649"/>
                <a:gd name="connsiteX1-353" fmla="*/ 0 w 1340486"/>
                <a:gd name="connsiteY1-354" fmla="*/ 51716 h 921649"/>
                <a:gd name="connsiteX2-355" fmla="*/ 1059218 w 1340486"/>
                <a:gd name="connsiteY2-356" fmla="*/ 355 h 921649"/>
                <a:gd name="connsiteX3-357" fmla="*/ 1340486 w 1340486"/>
                <a:gd name="connsiteY3-358" fmla="*/ 709789 h 921649"/>
                <a:gd name="connsiteX4-359" fmla="*/ 1060159 w 1340486"/>
                <a:gd name="connsiteY4-360" fmla="*/ 921649 h 921649"/>
                <a:gd name="connsiteX0-361" fmla="*/ 1025166 w 1340486"/>
                <a:gd name="connsiteY0-362" fmla="*/ 746482 h 746482"/>
                <a:gd name="connsiteX1-363" fmla="*/ 0 w 1340486"/>
                <a:gd name="connsiteY1-364" fmla="*/ 51716 h 746482"/>
                <a:gd name="connsiteX2-365" fmla="*/ 1059218 w 1340486"/>
                <a:gd name="connsiteY2-366" fmla="*/ 355 h 746482"/>
                <a:gd name="connsiteX3-367" fmla="*/ 1340486 w 1340486"/>
                <a:gd name="connsiteY3-368" fmla="*/ 709789 h 746482"/>
                <a:gd name="connsiteX4-369" fmla="*/ 1025166 w 1340486"/>
                <a:gd name="connsiteY4-370" fmla="*/ 746482 h 746482"/>
                <a:gd name="connsiteX0-371" fmla="*/ 1025166 w 1340486"/>
                <a:gd name="connsiteY0-372" fmla="*/ 746482 h 746482"/>
                <a:gd name="connsiteX1-373" fmla="*/ 0 w 1340486"/>
                <a:gd name="connsiteY1-374" fmla="*/ 51716 h 746482"/>
                <a:gd name="connsiteX2-375" fmla="*/ 1059218 w 1340486"/>
                <a:gd name="connsiteY2-376" fmla="*/ 355 h 746482"/>
                <a:gd name="connsiteX3-377" fmla="*/ 1340486 w 1340486"/>
                <a:gd name="connsiteY3-378" fmla="*/ 709789 h 746482"/>
                <a:gd name="connsiteX4-379" fmla="*/ 1025166 w 1340486"/>
                <a:gd name="connsiteY4-380" fmla="*/ 746482 h 746482"/>
                <a:gd name="connsiteX0-381" fmla="*/ 965179 w 1280499"/>
                <a:gd name="connsiteY0-382" fmla="*/ 759828 h 759828"/>
                <a:gd name="connsiteX1-383" fmla="*/ 0 w 1280499"/>
                <a:gd name="connsiteY1-384" fmla="*/ 0 h 759828"/>
                <a:gd name="connsiteX2-385" fmla="*/ 999231 w 1280499"/>
                <a:gd name="connsiteY2-386" fmla="*/ 13701 h 759828"/>
                <a:gd name="connsiteX3-387" fmla="*/ 1280499 w 1280499"/>
                <a:gd name="connsiteY3-388" fmla="*/ 723135 h 759828"/>
                <a:gd name="connsiteX4-389" fmla="*/ 965179 w 1280499"/>
                <a:gd name="connsiteY4-390" fmla="*/ 759828 h 759828"/>
                <a:gd name="connsiteX0-391" fmla="*/ 965179 w 1280499"/>
                <a:gd name="connsiteY0-392" fmla="*/ 759828 h 759828"/>
                <a:gd name="connsiteX1-393" fmla="*/ 0 w 1280499"/>
                <a:gd name="connsiteY1-394" fmla="*/ 0 h 759828"/>
                <a:gd name="connsiteX2-395" fmla="*/ 999231 w 1280499"/>
                <a:gd name="connsiteY2-396" fmla="*/ 13701 h 759828"/>
                <a:gd name="connsiteX3-397" fmla="*/ 1280499 w 1280499"/>
                <a:gd name="connsiteY3-398" fmla="*/ 723135 h 759828"/>
                <a:gd name="connsiteX4-399" fmla="*/ 965179 w 1280499"/>
                <a:gd name="connsiteY4-400" fmla="*/ 759828 h 75982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2" name="Freeform 271"/>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3004 w 954755"/>
                <a:gd name="connsiteY0-372" fmla="*/ 943771 h 976186"/>
                <a:gd name="connsiteX1-373" fmla="*/ 455145 w 954755"/>
                <a:gd name="connsiteY1-374" fmla="*/ 11688 h 976186"/>
                <a:gd name="connsiteX2-375" fmla="*/ 954755 w 954755"/>
                <a:gd name="connsiteY2-376" fmla="*/ 0 h 976186"/>
                <a:gd name="connsiteX3-377" fmla="*/ 728484 w 954755"/>
                <a:gd name="connsiteY3-378" fmla="*/ 976186 h 976186"/>
                <a:gd name="connsiteX4-379" fmla="*/ 23004 w 954755"/>
                <a:gd name="connsiteY4-380" fmla="*/ 943771 h 976186"/>
                <a:gd name="connsiteX0-381" fmla="*/ 0 w 931751"/>
                <a:gd name="connsiteY0-382" fmla="*/ 943771 h 976186"/>
                <a:gd name="connsiteX1-383" fmla="*/ 432141 w 931751"/>
                <a:gd name="connsiteY1-384" fmla="*/ 11688 h 976186"/>
                <a:gd name="connsiteX2-385" fmla="*/ 931751 w 931751"/>
                <a:gd name="connsiteY2-386" fmla="*/ 0 h 976186"/>
                <a:gd name="connsiteX3-387" fmla="*/ 705480 w 931751"/>
                <a:gd name="connsiteY3-388" fmla="*/ 976186 h 976186"/>
                <a:gd name="connsiteX4-389" fmla="*/ 0 w 931751"/>
                <a:gd name="connsiteY4-390" fmla="*/ 943771 h 976186"/>
                <a:gd name="connsiteX0-391" fmla="*/ 0 w 931751"/>
                <a:gd name="connsiteY0-392" fmla="*/ 943771 h 976186"/>
                <a:gd name="connsiteX1-393" fmla="*/ 432141 w 931751"/>
                <a:gd name="connsiteY1-394" fmla="*/ 11688 h 976186"/>
                <a:gd name="connsiteX2-395" fmla="*/ 931751 w 931751"/>
                <a:gd name="connsiteY2-396" fmla="*/ 0 h 976186"/>
                <a:gd name="connsiteX3-397" fmla="*/ 705480 w 931751"/>
                <a:gd name="connsiteY3-398" fmla="*/ 976186 h 976186"/>
                <a:gd name="connsiteX4-399" fmla="*/ 0 w 931751"/>
                <a:gd name="connsiteY4-400" fmla="*/ 943771 h 976186"/>
                <a:gd name="connsiteX0-401" fmla="*/ 0 w 931751"/>
                <a:gd name="connsiteY0-402" fmla="*/ 943771 h 976186"/>
                <a:gd name="connsiteX1-403" fmla="*/ 432141 w 931751"/>
                <a:gd name="connsiteY1-404" fmla="*/ 11688 h 976186"/>
                <a:gd name="connsiteX2-405" fmla="*/ 931751 w 931751"/>
                <a:gd name="connsiteY2-406" fmla="*/ 0 h 976186"/>
                <a:gd name="connsiteX3-407" fmla="*/ 705480 w 931751"/>
                <a:gd name="connsiteY3-408" fmla="*/ 976186 h 976186"/>
                <a:gd name="connsiteX4-409" fmla="*/ 0 w 931751"/>
                <a:gd name="connsiteY4-410" fmla="*/ 943771 h 976186"/>
                <a:gd name="connsiteX0-411" fmla="*/ 0 w 931751"/>
                <a:gd name="connsiteY0-412" fmla="*/ 943771 h 966342"/>
                <a:gd name="connsiteX1-413" fmla="*/ 432141 w 931751"/>
                <a:gd name="connsiteY1-414" fmla="*/ 11688 h 966342"/>
                <a:gd name="connsiteX2-415" fmla="*/ 931751 w 931751"/>
                <a:gd name="connsiteY2-416" fmla="*/ 0 h 966342"/>
                <a:gd name="connsiteX3-417" fmla="*/ 183705 w 931751"/>
                <a:gd name="connsiteY3-418" fmla="*/ 966342 h 966342"/>
                <a:gd name="connsiteX4-419" fmla="*/ 0 w 931751"/>
                <a:gd name="connsiteY4-420" fmla="*/ 943771 h 966342"/>
                <a:gd name="connsiteX0-421" fmla="*/ 0 w 931751"/>
                <a:gd name="connsiteY0-422" fmla="*/ 943771 h 966342"/>
                <a:gd name="connsiteX1-423" fmla="*/ 432141 w 931751"/>
                <a:gd name="connsiteY1-424" fmla="*/ 11688 h 966342"/>
                <a:gd name="connsiteX2-425" fmla="*/ 931751 w 931751"/>
                <a:gd name="connsiteY2-426" fmla="*/ 0 h 966342"/>
                <a:gd name="connsiteX3-427" fmla="*/ 183705 w 931751"/>
                <a:gd name="connsiteY3-428" fmla="*/ 966342 h 966342"/>
                <a:gd name="connsiteX4-429" fmla="*/ 0 w 931751"/>
                <a:gd name="connsiteY4-430" fmla="*/ 943771 h 966342"/>
                <a:gd name="connsiteX0-431" fmla="*/ 0 w 931751"/>
                <a:gd name="connsiteY0-432" fmla="*/ 943771 h 966342"/>
                <a:gd name="connsiteX1-433" fmla="*/ 432141 w 931751"/>
                <a:gd name="connsiteY1-434" fmla="*/ 11688 h 966342"/>
                <a:gd name="connsiteX2-435" fmla="*/ 931751 w 931751"/>
                <a:gd name="connsiteY2-436" fmla="*/ 0 h 966342"/>
                <a:gd name="connsiteX3-437" fmla="*/ 183705 w 931751"/>
                <a:gd name="connsiteY3-438" fmla="*/ 966342 h 966342"/>
                <a:gd name="connsiteX4-439" fmla="*/ 0 w 931751"/>
                <a:gd name="connsiteY4-440" fmla="*/ 943771 h 966342"/>
                <a:gd name="connsiteX0-441" fmla="*/ 0 w 956363"/>
                <a:gd name="connsiteY0-442" fmla="*/ 932083 h 954654"/>
                <a:gd name="connsiteX1-443" fmla="*/ 432141 w 956363"/>
                <a:gd name="connsiteY1-444" fmla="*/ 0 h 954654"/>
                <a:gd name="connsiteX2-445" fmla="*/ 956363 w 956363"/>
                <a:gd name="connsiteY2-446" fmla="*/ 12924 h 954654"/>
                <a:gd name="connsiteX3-447" fmla="*/ 183705 w 956363"/>
                <a:gd name="connsiteY3-448" fmla="*/ 954654 h 954654"/>
                <a:gd name="connsiteX4-449" fmla="*/ 0 w 956363"/>
                <a:gd name="connsiteY4-450" fmla="*/ 932083 h 954654"/>
                <a:gd name="connsiteX0-451" fmla="*/ 0 w 956363"/>
                <a:gd name="connsiteY0-452" fmla="*/ 919226 h 941797"/>
                <a:gd name="connsiteX1-453" fmla="*/ 405840 w 956363"/>
                <a:gd name="connsiteY1-454" fmla="*/ 197551 h 941797"/>
                <a:gd name="connsiteX2-455" fmla="*/ 956363 w 956363"/>
                <a:gd name="connsiteY2-456" fmla="*/ 67 h 941797"/>
                <a:gd name="connsiteX3-457" fmla="*/ 183705 w 956363"/>
                <a:gd name="connsiteY3-458" fmla="*/ 941797 h 941797"/>
                <a:gd name="connsiteX4-459" fmla="*/ 0 w 956363"/>
                <a:gd name="connsiteY4-460" fmla="*/ 919226 h 941797"/>
                <a:gd name="connsiteX0-461" fmla="*/ 0 w 956363"/>
                <a:gd name="connsiteY0-462" fmla="*/ 919226 h 941797"/>
                <a:gd name="connsiteX1-463" fmla="*/ 405840 w 956363"/>
                <a:gd name="connsiteY1-464" fmla="*/ 197551 h 941797"/>
                <a:gd name="connsiteX2-465" fmla="*/ 956363 w 956363"/>
                <a:gd name="connsiteY2-466" fmla="*/ 67 h 941797"/>
                <a:gd name="connsiteX3-467" fmla="*/ 183705 w 956363"/>
                <a:gd name="connsiteY3-468" fmla="*/ 941797 h 941797"/>
                <a:gd name="connsiteX4-469" fmla="*/ 0 w 956363"/>
                <a:gd name="connsiteY4-470" fmla="*/ 919226 h 941797"/>
                <a:gd name="connsiteX0-471" fmla="*/ 0 w 956363"/>
                <a:gd name="connsiteY0-472" fmla="*/ 919226 h 941797"/>
                <a:gd name="connsiteX1-473" fmla="*/ 405840 w 956363"/>
                <a:gd name="connsiteY1-474" fmla="*/ 197551 h 941797"/>
                <a:gd name="connsiteX2-475" fmla="*/ 956363 w 956363"/>
                <a:gd name="connsiteY2-476" fmla="*/ 67 h 941797"/>
                <a:gd name="connsiteX3-477" fmla="*/ 183705 w 956363"/>
                <a:gd name="connsiteY3-478" fmla="*/ 941797 h 941797"/>
                <a:gd name="connsiteX4-479" fmla="*/ 0 w 956363"/>
                <a:gd name="connsiteY4-480" fmla="*/ 919226 h 941797"/>
                <a:gd name="connsiteX0-481" fmla="*/ 0 w 926304"/>
                <a:gd name="connsiteY0-482" fmla="*/ 735614 h 758185"/>
                <a:gd name="connsiteX1-483" fmla="*/ 405840 w 926304"/>
                <a:gd name="connsiteY1-484" fmla="*/ 13939 h 758185"/>
                <a:gd name="connsiteX2-485" fmla="*/ 926304 w 926304"/>
                <a:gd name="connsiteY2-486" fmla="*/ 563 h 758185"/>
                <a:gd name="connsiteX3-487" fmla="*/ 183705 w 926304"/>
                <a:gd name="connsiteY3-488" fmla="*/ 758185 h 758185"/>
                <a:gd name="connsiteX4-489" fmla="*/ 0 w 926304"/>
                <a:gd name="connsiteY4-490" fmla="*/ 735614 h 758185"/>
                <a:gd name="connsiteX0-491" fmla="*/ 0 w 926304"/>
                <a:gd name="connsiteY0-492" fmla="*/ 735614 h 758185"/>
                <a:gd name="connsiteX1-493" fmla="*/ 405840 w 926304"/>
                <a:gd name="connsiteY1-494" fmla="*/ 13939 h 758185"/>
                <a:gd name="connsiteX2-495" fmla="*/ 926304 w 926304"/>
                <a:gd name="connsiteY2-496" fmla="*/ 563 h 758185"/>
                <a:gd name="connsiteX3-497" fmla="*/ 183705 w 926304"/>
                <a:gd name="connsiteY3-498" fmla="*/ 758185 h 758185"/>
                <a:gd name="connsiteX4-499" fmla="*/ 0 w 926304"/>
                <a:gd name="connsiteY4-500" fmla="*/ 735614 h 758185"/>
                <a:gd name="connsiteX0-501" fmla="*/ 0 w 926304"/>
                <a:gd name="connsiteY0-502" fmla="*/ 735614 h 758185"/>
                <a:gd name="connsiteX1-503" fmla="*/ 405840 w 926304"/>
                <a:gd name="connsiteY1-504" fmla="*/ 13939 h 758185"/>
                <a:gd name="connsiteX2-505" fmla="*/ 926304 w 926304"/>
                <a:gd name="connsiteY2-506" fmla="*/ 563 h 758185"/>
                <a:gd name="connsiteX3-507" fmla="*/ 183705 w 926304"/>
                <a:gd name="connsiteY3-508" fmla="*/ 758185 h 758185"/>
                <a:gd name="connsiteX4-509" fmla="*/ 0 w 926304"/>
                <a:gd name="connsiteY4-510" fmla="*/ 735614 h 758185"/>
                <a:gd name="connsiteX0-511" fmla="*/ 0 w 926304"/>
                <a:gd name="connsiteY0-512" fmla="*/ 735614 h 758185"/>
                <a:gd name="connsiteX1-513" fmla="*/ 405840 w 926304"/>
                <a:gd name="connsiteY1-514" fmla="*/ 13939 h 758185"/>
                <a:gd name="connsiteX2-515" fmla="*/ 926304 w 926304"/>
                <a:gd name="connsiteY2-516" fmla="*/ 563 h 758185"/>
                <a:gd name="connsiteX3-517" fmla="*/ 183705 w 926304"/>
                <a:gd name="connsiteY3-518" fmla="*/ 758185 h 758185"/>
                <a:gd name="connsiteX4-519" fmla="*/ 0 w 926304"/>
                <a:gd name="connsiteY4-520" fmla="*/ 735614 h 758185"/>
                <a:gd name="connsiteX0-521" fmla="*/ 0 w 1011379"/>
                <a:gd name="connsiteY0-522" fmla="*/ 605727 h 758185"/>
                <a:gd name="connsiteX1-523" fmla="*/ 490915 w 1011379"/>
                <a:gd name="connsiteY1-524" fmla="*/ 13939 h 758185"/>
                <a:gd name="connsiteX2-525" fmla="*/ 1011379 w 1011379"/>
                <a:gd name="connsiteY2-526" fmla="*/ 563 h 758185"/>
                <a:gd name="connsiteX3-527" fmla="*/ 268780 w 1011379"/>
                <a:gd name="connsiteY3-528" fmla="*/ 758185 h 758185"/>
                <a:gd name="connsiteX4-529" fmla="*/ 0 w 1011379"/>
                <a:gd name="connsiteY4-530" fmla="*/ 605727 h 758185"/>
                <a:gd name="connsiteX0-531" fmla="*/ 0 w 1011379"/>
                <a:gd name="connsiteY0-532" fmla="*/ 605727 h 648280"/>
                <a:gd name="connsiteX1-533" fmla="*/ 490915 w 1011379"/>
                <a:gd name="connsiteY1-534" fmla="*/ 13939 h 648280"/>
                <a:gd name="connsiteX2-535" fmla="*/ 1011379 w 1011379"/>
                <a:gd name="connsiteY2-536" fmla="*/ 563 h 648280"/>
                <a:gd name="connsiteX3-537" fmla="*/ 198718 w 1011379"/>
                <a:gd name="connsiteY3-538" fmla="*/ 648280 h 648280"/>
                <a:gd name="connsiteX4-539" fmla="*/ 0 w 1011379"/>
                <a:gd name="connsiteY4-540" fmla="*/ 605727 h 648280"/>
                <a:gd name="connsiteX0-541" fmla="*/ 0 w 1011379"/>
                <a:gd name="connsiteY0-542" fmla="*/ 605727 h 648280"/>
                <a:gd name="connsiteX1-543" fmla="*/ 490915 w 1011379"/>
                <a:gd name="connsiteY1-544" fmla="*/ 13939 h 648280"/>
                <a:gd name="connsiteX2-545" fmla="*/ 1011379 w 1011379"/>
                <a:gd name="connsiteY2-546" fmla="*/ 563 h 648280"/>
                <a:gd name="connsiteX3-547" fmla="*/ 198718 w 1011379"/>
                <a:gd name="connsiteY3-548" fmla="*/ 648280 h 648280"/>
                <a:gd name="connsiteX4-549" fmla="*/ 0 w 1011379"/>
                <a:gd name="connsiteY4-550" fmla="*/ 605727 h 648280"/>
                <a:gd name="connsiteX0-551" fmla="*/ 0 w 1011379"/>
                <a:gd name="connsiteY0-552" fmla="*/ 605727 h 648280"/>
                <a:gd name="connsiteX1-553" fmla="*/ 490915 w 1011379"/>
                <a:gd name="connsiteY1-554" fmla="*/ 13939 h 648280"/>
                <a:gd name="connsiteX2-555" fmla="*/ 1011379 w 1011379"/>
                <a:gd name="connsiteY2-556" fmla="*/ 563 h 648280"/>
                <a:gd name="connsiteX3-557" fmla="*/ 198718 w 1011379"/>
                <a:gd name="connsiteY3-558" fmla="*/ 648280 h 648280"/>
                <a:gd name="connsiteX4-559" fmla="*/ 0 w 1011379"/>
                <a:gd name="connsiteY4-560" fmla="*/ 605727 h 648280"/>
                <a:gd name="connsiteX0-561" fmla="*/ 0 w 1011379"/>
                <a:gd name="connsiteY0-562" fmla="*/ 605727 h 605727"/>
                <a:gd name="connsiteX1-563" fmla="*/ 490915 w 1011379"/>
                <a:gd name="connsiteY1-564" fmla="*/ 13939 h 605727"/>
                <a:gd name="connsiteX2-565" fmla="*/ 1011379 w 1011379"/>
                <a:gd name="connsiteY2-566" fmla="*/ 563 h 605727"/>
                <a:gd name="connsiteX3-567" fmla="*/ 318823 w 1011379"/>
                <a:gd name="connsiteY3-568" fmla="*/ 553361 h 605727"/>
                <a:gd name="connsiteX4-569" fmla="*/ 0 w 1011379"/>
                <a:gd name="connsiteY4-570" fmla="*/ 605727 h 605727"/>
                <a:gd name="connsiteX0-571" fmla="*/ 0 w 866251"/>
                <a:gd name="connsiteY0-572" fmla="*/ 540783 h 553361"/>
                <a:gd name="connsiteX1-573" fmla="*/ 345787 w 866251"/>
                <a:gd name="connsiteY1-574" fmla="*/ 13939 h 553361"/>
                <a:gd name="connsiteX2-575" fmla="*/ 866251 w 866251"/>
                <a:gd name="connsiteY2-576" fmla="*/ 563 h 553361"/>
                <a:gd name="connsiteX3-577" fmla="*/ 173695 w 866251"/>
                <a:gd name="connsiteY3-578" fmla="*/ 553361 h 553361"/>
                <a:gd name="connsiteX4-579" fmla="*/ 0 w 866251"/>
                <a:gd name="connsiteY4-580" fmla="*/ 540783 h 553361"/>
                <a:gd name="connsiteX0-581" fmla="*/ 0 w 866251"/>
                <a:gd name="connsiteY0-582" fmla="*/ 540783 h 553361"/>
                <a:gd name="connsiteX1-583" fmla="*/ 345787 w 866251"/>
                <a:gd name="connsiteY1-584" fmla="*/ 13939 h 553361"/>
                <a:gd name="connsiteX2-585" fmla="*/ 866251 w 866251"/>
                <a:gd name="connsiteY2-586" fmla="*/ 563 h 553361"/>
                <a:gd name="connsiteX3-587" fmla="*/ 173695 w 866251"/>
                <a:gd name="connsiteY3-588" fmla="*/ 553361 h 553361"/>
                <a:gd name="connsiteX4-589" fmla="*/ 0 w 866251"/>
                <a:gd name="connsiteY4-590" fmla="*/ 540783 h 553361"/>
                <a:gd name="connsiteX0-591" fmla="*/ 0 w 866251"/>
                <a:gd name="connsiteY0-592" fmla="*/ 540783 h 553361"/>
                <a:gd name="connsiteX1-593" fmla="*/ 345787 w 866251"/>
                <a:gd name="connsiteY1-594" fmla="*/ 13939 h 553361"/>
                <a:gd name="connsiteX2-595" fmla="*/ 866251 w 866251"/>
                <a:gd name="connsiteY2-596" fmla="*/ 563 h 553361"/>
                <a:gd name="connsiteX3-597" fmla="*/ 173695 w 866251"/>
                <a:gd name="connsiteY3-598" fmla="*/ 553361 h 553361"/>
                <a:gd name="connsiteX4-599" fmla="*/ 0 w 866251"/>
                <a:gd name="connsiteY4-600" fmla="*/ 540783 h 55336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3" name="Freeform 272"/>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7977 w 802211"/>
                <a:gd name="connsiteY0-372" fmla="*/ 815791 h 976186"/>
                <a:gd name="connsiteX1-373" fmla="*/ 302601 w 802211"/>
                <a:gd name="connsiteY1-374" fmla="*/ 11688 h 976186"/>
                <a:gd name="connsiteX2-375" fmla="*/ 802211 w 802211"/>
                <a:gd name="connsiteY2-376" fmla="*/ 0 h 976186"/>
                <a:gd name="connsiteX3-377" fmla="*/ 575940 w 802211"/>
                <a:gd name="connsiteY3-378" fmla="*/ 976186 h 976186"/>
                <a:gd name="connsiteX4-379" fmla="*/ 27977 w 802211"/>
                <a:gd name="connsiteY4-380" fmla="*/ 815791 h 976186"/>
                <a:gd name="connsiteX0-381" fmla="*/ 27977 w 802211"/>
                <a:gd name="connsiteY0-382" fmla="*/ 815791 h 815791"/>
                <a:gd name="connsiteX1-383" fmla="*/ 302601 w 802211"/>
                <a:gd name="connsiteY1-384" fmla="*/ 11688 h 815791"/>
                <a:gd name="connsiteX2-385" fmla="*/ 802211 w 802211"/>
                <a:gd name="connsiteY2-386" fmla="*/ 0 h 815791"/>
                <a:gd name="connsiteX3-387" fmla="*/ 236294 w 802211"/>
                <a:gd name="connsiteY3-388" fmla="*/ 808828 h 815791"/>
                <a:gd name="connsiteX4-389" fmla="*/ 27977 w 802211"/>
                <a:gd name="connsiteY4-390" fmla="*/ 815791 h 815791"/>
                <a:gd name="connsiteX0-391" fmla="*/ 27977 w 802211"/>
                <a:gd name="connsiteY0-392" fmla="*/ 815791 h 815791"/>
                <a:gd name="connsiteX1-393" fmla="*/ 302601 w 802211"/>
                <a:gd name="connsiteY1-394" fmla="*/ 11688 h 815791"/>
                <a:gd name="connsiteX2-395" fmla="*/ 802211 w 802211"/>
                <a:gd name="connsiteY2-396" fmla="*/ 0 h 815791"/>
                <a:gd name="connsiteX3-397" fmla="*/ 236294 w 802211"/>
                <a:gd name="connsiteY3-398" fmla="*/ 808828 h 815791"/>
                <a:gd name="connsiteX4-399" fmla="*/ 27977 w 802211"/>
                <a:gd name="connsiteY4-400" fmla="*/ 815791 h 815791"/>
                <a:gd name="connsiteX0-401" fmla="*/ 27977 w 802211"/>
                <a:gd name="connsiteY0-402" fmla="*/ 815791 h 815791"/>
                <a:gd name="connsiteX1-403" fmla="*/ 302601 w 802211"/>
                <a:gd name="connsiteY1-404" fmla="*/ 11688 h 815791"/>
                <a:gd name="connsiteX2-405" fmla="*/ 802211 w 802211"/>
                <a:gd name="connsiteY2-406" fmla="*/ 0 h 815791"/>
                <a:gd name="connsiteX3-407" fmla="*/ 236294 w 802211"/>
                <a:gd name="connsiteY3-408" fmla="*/ 808828 h 815791"/>
                <a:gd name="connsiteX4-409" fmla="*/ 27977 w 802211"/>
                <a:gd name="connsiteY4-410" fmla="*/ 815791 h 815791"/>
                <a:gd name="connsiteX0-411" fmla="*/ 27977 w 802211"/>
                <a:gd name="connsiteY0-412" fmla="*/ 828714 h 828714"/>
                <a:gd name="connsiteX1-413" fmla="*/ 302601 w 802211"/>
                <a:gd name="connsiteY1-414" fmla="*/ 0 h 828714"/>
                <a:gd name="connsiteX2-415" fmla="*/ 802211 w 802211"/>
                <a:gd name="connsiteY2-416" fmla="*/ 12923 h 828714"/>
                <a:gd name="connsiteX3-417" fmla="*/ 236294 w 802211"/>
                <a:gd name="connsiteY3-418" fmla="*/ 821751 h 828714"/>
                <a:gd name="connsiteX4-419" fmla="*/ 27977 w 802211"/>
                <a:gd name="connsiteY4-420" fmla="*/ 828714 h 828714"/>
                <a:gd name="connsiteX0-421" fmla="*/ 56213 w 830447"/>
                <a:gd name="connsiteY0-422" fmla="*/ 828714 h 828714"/>
                <a:gd name="connsiteX1-423" fmla="*/ 330837 w 830447"/>
                <a:gd name="connsiteY1-424" fmla="*/ 0 h 828714"/>
                <a:gd name="connsiteX2-425" fmla="*/ 830447 w 830447"/>
                <a:gd name="connsiteY2-426" fmla="*/ 12923 h 828714"/>
                <a:gd name="connsiteX3-427" fmla="*/ 264530 w 830447"/>
                <a:gd name="connsiteY3-428" fmla="*/ 821751 h 828714"/>
                <a:gd name="connsiteX4-429" fmla="*/ 56213 w 830447"/>
                <a:gd name="connsiteY4-430" fmla="*/ 828714 h 828714"/>
                <a:gd name="connsiteX0-431" fmla="*/ 64130 w 789139"/>
                <a:gd name="connsiteY0-432" fmla="*/ 794258 h 821751"/>
                <a:gd name="connsiteX1-433" fmla="*/ 289529 w 789139"/>
                <a:gd name="connsiteY1-434" fmla="*/ 0 h 821751"/>
                <a:gd name="connsiteX2-435" fmla="*/ 789139 w 789139"/>
                <a:gd name="connsiteY2-436" fmla="*/ 12923 h 821751"/>
                <a:gd name="connsiteX3-437" fmla="*/ 223222 w 789139"/>
                <a:gd name="connsiteY3-438" fmla="*/ 821751 h 821751"/>
                <a:gd name="connsiteX4-439" fmla="*/ 64130 w 789139"/>
                <a:gd name="connsiteY4-440" fmla="*/ 794258 h 821751"/>
                <a:gd name="connsiteX0-441" fmla="*/ 0 w 725009"/>
                <a:gd name="connsiteY0-442" fmla="*/ 794258 h 821751"/>
                <a:gd name="connsiteX1-443" fmla="*/ 225399 w 725009"/>
                <a:gd name="connsiteY1-444" fmla="*/ 0 h 821751"/>
                <a:gd name="connsiteX2-445" fmla="*/ 725009 w 725009"/>
                <a:gd name="connsiteY2-446" fmla="*/ 12923 h 821751"/>
                <a:gd name="connsiteX3-447" fmla="*/ 159092 w 725009"/>
                <a:gd name="connsiteY3-448" fmla="*/ 821751 h 821751"/>
                <a:gd name="connsiteX4-449" fmla="*/ 0 w 725009"/>
                <a:gd name="connsiteY4-450" fmla="*/ 794258 h 821751"/>
                <a:gd name="connsiteX0-451" fmla="*/ 0 w 725009"/>
                <a:gd name="connsiteY0-452" fmla="*/ 1203768 h 1231261"/>
                <a:gd name="connsiteX1-453" fmla="*/ 225399 w 725009"/>
                <a:gd name="connsiteY1-454" fmla="*/ 0 h 1231261"/>
                <a:gd name="connsiteX2-455" fmla="*/ 725009 w 725009"/>
                <a:gd name="connsiteY2-456" fmla="*/ 422433 h 1231261"/>
                <a:gd name="connsiteX3-457" fmla="*/ 159092 w 725009"/>
                <a:gd name="connsiteY3-458" fmla="*/ 1231261 h 1231261"/>
                <a:gd name="connsiteX4-459" fmla="*/ 0 w 725009"/>
                <a:gd name="connsiteY4-460" fmla="*/ 1203768 h 1231261"/>
                <a:gd name="connsiteX0-461" fmla="*/ 0 w 725009"/>
                <a:gd name="connsiteY0-462" fmla="*/ 1217334 h 1244827"/>
                <a:gd name="connsiteX1-463" fmla="*/ 225399 w 725009"/>
                <a:gd name="connsiteY1-464" fmla="*/ 13566 h 1244827"/>
                <a:gd name="connsiteX2-465" fmla="*/ 725009 w 725009"/>
                <a:gd name="connsiteY2-466" fmla="*/ 571 h 1244827"/>
                <a:gd name="connsiteX3-467" fmla="*/ 159092 w 725009"/>
                <a:gd name="connsiteY3-468" fmla="*/ 1244827 h 1244827"/>
                <a:gd name="connsiteX4-469" fmla="*/ 0 w 725009"/>
                <a:gd name="connsiteY4-470" fmla="*/ 1217334 h 1244827"/>
                <a:gd name="connsiteX0-471" fmla="*/ 0 w 725009"/>
                <a:gd name="connsiteY0-472" fmla="*/ 1217334 h 1244827"/>
                <a:gd name="connsiteX1-473" fmla="*/ 225399 w 725009"/>
                <a:gd name="connsiteY1-474" fmla="*/ 13566 h 1244827"/>
                <a:gd name="connsiteX2-475" fmla="*/ 725009 w 725009"/>
                <a:gd name="connsiteY2-476" fmla="*/ 571 h 1244827"/>
                <a:gd name="connsiteX3-477" fmla="*/ 159092 w 725009"/>
                <a:gd name="connsiteY3-478" fmla="*/ 1244827 h 1244827"/>
                <a:gd name="connsiteX4-479" fmla="*/ 0 w 725009"/>
                <a:gd name="connsiteY4-480" fmla="*/ 1217334 h 1244827"/>
                <a:gd name="connsiteX0-481" fmla="*/ 0 w 725009"/>
                <a:gd name="connsiteY0-482" fmla="*/ 1217334 h 1244827"/>
                <a:gd name="connsiteX1-483" fmla="*/ 225399 w 725009"/>
                <a:gd name="connsiteY1-484" fmla="*/ 13566 h 1244827"/>
                <a:gd name="connsiteX2-485" fmla="*/ 725009 w 725009"/>
                <a:gd name="connsiteY2-486" fmla="*/ 571 h 1244827"/>
                <a:gd name="connsiteX3-487" fmla="*/ 159092 w 725009"/>
                <a:gd name="connsiteY3-488" fmla="*/ 1244827 h 1244827"/>
                <a:gd name="connsiteX4-489" fmla="*/ 0 w 725009"/>
                <a:gd name="connsiteY4-490" fmla="*/ 1217334 h 1244827"/>
                <a:gd name="connsiteX0-491" fmla="*/ 0 w 725009"/>
                <a:gd name="connsiteY0-492" fmla="*/ 1217334 h 1244827"/>
                <a:gd name="connsiteX1-493" fmla="*/ 225399 w 725009"/>
                <a:gd name="connsiteY1-494" fmla="*/ 13566 h 1244827"/>
                <a:gd name="connsiteX2-495" fmla="*/ 725009 w 725009"/>
                <a:gd name="connsiteY2-496" fmla="*/ 571 h 1244827"/>
                <a:gd name="connsiteX3-497" fmla="*/ 159092 w 725009"/>
                <a:gd name="connsiteY3-498" fmla="*/ 1244827 h 1244827"/>
                <a:gd name="connsiteX4-499" fmla="*/ 0 w 725009"/>
                <a:gd name="connsiteY4-500" fmla="*/ 1217334 h 1244827"/>
                <a:gd name="connsiteX0-501" fmla="*/ 0 w 725009"/>
                <a:gd name="connsiteY0-502" fmla="*/ 1217334 h 1244827"/>
                <a:gd name="connsiteX1-503" fmla="*/ 225399 w 725009"/>
                <a:gd name="connsiteY1-504" fmla="*/ 13566 h 1244827"/>
                <a:gd name="connsiteX2-505" fmla="*/ 725009 w 725009"/>
                <a:gd name="connsiteY2-506" fmla="*/ 571 h 1244827"/>
                <a:gd name="connsiteX3-507" fmla="*/ 159092 w 725009"/>
                <a:gd name="connsiteY3-508" fmla="*/ 1244827 h 1244827"/>
                <a:gd name="connsiteX4-509" fmla="*/ 0 w 725009"/>
                <a:gd name="connsiteY4-510" fmla="*/ 1217334 h 1244827"/>
                <a:gd name="connsiteX0-511" fmla="*/ 0 w 725009"/>
                <a:gd name="connsiteY0-512" fmla="*/ 1217334 h 1244827"/>
                <a:gd name="connsiteX1-513" fmla="*/ 225399 w 725009"/>
                <a:gd name="connsiteY1-514" fmla="*/ 13566 h 1244827"/>
                <a:gd name="connsiteX2-515" fmla="*/ 725009 w 725009"/>
                <a:gd name="connsiteY2-516" fmla="*/ 571 h 1244827"/>
                <a:gd name="connsiteX3-517" fmla="*/ 159092 w 725009"/>
                <a:gd name="connsiteY3-518" fmla="*/ 1244827 h 1244827"/>
                <a:gd name="connsiteX4-519" fmla="*/ 0 w 725009"/>
                <a:gd name="connsiteY4-520" fmla="*/ 1217334 h 1244827"/>
                <a:gd name="connsiteX0-521" fmla="*/ 0 w 725009"/>
                <a:gd name="connsiteY0-522" fmla="*/ 1203768 h 1231261"/>
                <a:gd name="connsiteX1-523" fmla="*/ 225399 w 725009"/>
                <a:gd name="connsiteY1-524" fmla="*/ 0 h 1231261"/>
                <a:gd name="connsiteX2-525" fmla="*/ 725009 w 725009"/>
                <a:gd name="connsiteY2-526" fmla="*/ 129782 h 1231261"/>
                <a:gd name="connsiteX3-527" fmla="*/ 159092 w 725009"/>
                <a:gd name="connsiteY3-528" fmla="*/ 1231261 h 1231261"/>
                <a:gd name="connsiteX4-529" fmla="*/ 0 w 725009"/>
                <a:gd name="connsiteY4-530" fmla="*/ 1203768 h 1231261"/>
                <a:gd name="connsiteX0-531" fmla="*/ 0 w 725009"/>
                <a:gd name="connsiteY0-532" fmla="*/ 1203768 h 1231261"/>
                <a:gd name="connsiteX1-533" fmla="*/ 225399 w 725009"/>
                <a:gd name="connsiteY1-534" fmla="*/ 0 h 1231261"/>
                <a:gd name="connsiteX2-535" fmla="*/ 725009 w 725009"/>
                <a:gd name="connsiteY2-536" fmla="*/ 129782 h 1231261"/>
                <a:gd name="connsiteX3-537" fmla="*/ 159092 w 725009"/>
                <a:gd name="connsiteY3-538" fmla="*/ 1231261 h 1231261"/>
                <a:gd name="connsiteX4-539" fmla="*/ 0 w 725009"/>
                <a:gd name="connsiteY4-540" fmla="*/ 1203768 h 1231261"/>
                <a:gd name="connsiteX0-541" fmla="*/ 0 w 725009"/>
                <a:gd name="connsiteY0-542" fmla="*/ 1203768 h 1231261"/>
                <a:gd name="connsiteX1-543" fmla="*/ 225399 w 725009"/>
                <a:gd name="connsiteY1-544" fmla="*/ 0 h 1231261"/>
                <a:gd name="connsiteX2-545" fmla="*/ 725009 w 725009"/>
                <a:gd name="connsiteY2-546" fmla="*/ 129782 h 1231261"/>
                <a:gd name="connsiteX3-547" fmla="*/ 159092 w 725009"/>
                <a:gd name="connsiteY3-548" fmla="*/ 1231261 h 1231261"/>
                <a:gd name="connsiteX4-549" fmla="*/ 0 w 725009"/>
                <a:gd name="connsiteY4-550" fmla="*/ 1203768 h 1231261"/>
                <a:gd name="connsiteX0-551" fmla="*/ 0 w 725497"/>
                <a:gd name="connsiteY0-552" fmla="*/ 1279028 h 1306521"/>
                <a:gd name="connsiteX1-553" fmla="*/ 225399 w 725497"/>
                <a:gd name="connsiteY1-554" fmla="*/ 75260 h 1306521"/>
                <a:gd name="connsiteX2-555" fmla="*/ 396193 w 725497"/>
                <a:gd name="connsiteY2-556" fmla="*/ 156799 h 1306521"/>
                <a:gd name="connsiteX3-557" fmla="*/ 725009 w 725497"/>
                <a:gd name="connsiteY3-558" fmla="*/ 205042 h 1306521"/>
                <a:gd name="connsiteX4-559" fmla="*/ 159092 w 725497"/>
                <a:gd name="connsiteY4-560" fmla="*/ 1306521 h 1306521"/>
                <a:gd name="connsiteX5-561" fmla="*/ 0 w 725497"/>
                <a:gd name="connsiteY5-562" fmla="*/ 1279028 h 1306521"/>
                <a:gd name="connsiteX0-563" fmla="*/ 0 w 725239"/>
                <a:gd name="connsiteY0-564" fmla="*/ 1295668 h 1323161"/>
                <a:gd name="connsiteX1-565" fmla="*/ 225399 w 725239"/>
                <a:gd name="connsiteY1-566" fmla="*/ 91900 h 1323161"/>
                <a:gd name="connsiteX2-567" fmla="*/ 725009 w 725239"/>
                <a:gd name="connsiteY2-568" fmla="*/ 221682 h 1323161"/>
                <a:gd name="connsiteX3-569" fmla="*/ 159092 w 725239"/>
                <a:gd name="connsiteY3-570" fmla="*/ 1323161 h 1323161"/>
                <a:gd name="connsiteX4-571" fmla="*/ 0 w 725239"/>
                <a:gd name="connsiteY4-572" fmla="*/ 1295668 h 1323161"/>
                <a:gd name="connsiteX0-573" fmla="*/ 0 w 725221"/>
                <a:gd name="connsiteY0-574" fmla="*/ 1210552 h 1238045"/>
                <a:gd name="connsiteX1-575" fmla="*/ 191583 w 725221"/>
                <a:gd name="connsiteY1-576" fmla="*/ 153319 h 1238045"/>
                <a:gd name="connsiteX2-577" fmla="*/ 725009 w 725221"/>
                <a:gd name="connsiteY2-578" fmla="*/ 136566 h 1238045"/>
                <a:gd name="connsiteX3-579" fmla="*/ 159092 w 725221"/>
                <a:gd name="connsiteY3-580" fmla="*/ 1238045 h 1238045"/>
                <a:gd name="connsiteX4-581" fmla="*/ 0 w 725221"/>
                <a:gd name="connsiteY4-582" fmla="*/ 1210552 h 1238045"/>
                <a:gd name="connsiteX0-583" fmla="*/ 0 w 725305"/>
                <a:gd name="connsiteY0-584" fmla="*/ 1158512 h 1186005"/>
                <a:gd name="connsiteX1-585" fmla="*/ 191583 w 725305"/>
                <a:gd name="connsiteY1-586" fmla="*/ 101279 h 1186005"/>
                <a:gd name="connsiteX2-587" fmla="*/ 725009 w 725305"/>
                <a:gd name="connsiteY2-588" fmla="*/ 84526 h 1186005"/>
                <a:gd name="connsiteX3-589" fmla="*/ 159092 w 725305"/>
                <a:gd name="connsiteY3-590" fmla="*/ 1186005 h 1186005"/>
                <a:gd name="connsiteX4-591" fmla="*/ 0 w 725305"/>
                <a:gd name="connsiteY4-592" fmla="*/ 1158512 h 1186005"/>
                <a:gd name="connsiteX0-593" fmla="*/ 0 w 725009"/>
                <a:gd name="connsiteY0-594" fmla="*/ 1073986 h 1101479"/>
                <a:gd name="connsiteX1-595" fmla="*/ 191583 w 725009"/>
                <a:gd name="connsiteY1-596" fmla="*/ 16753 h 1101479"/>
                <a:gd name="connsiteX2-597" fmla="*/ 725009 w 725009"/>
                <a:gd name="connsiteY2-598" fmla="*/ 0 h 1101479"/>
                <a:gd name="connsiteX3-599" fmla="*/ 159092 w 725009"/>
                <a:gd name="connsiteY3-600" fmla="*/ 1101479 h 1101479"/>
                <a:gd name="connsiteX4-601" fmla="*/ 0 w 725009"/>
                <a:gd name="connsiteY4-602" fmla="*/ 1073986 h 1101479"/>
                <a:gd name="connsiteX0-603" fmla="*/ 0 w 725009"/>
                <a:gd name="connsiteY0-604" fmla="*/ 1073986 h 1101479"/>
                <a:gd name="connsiteX1-605" fmla="*/ 206612 w 725009"/>
                <a:gd name="connsiteY1-606" fmla="*/ 1724 h 1101479"/>
                <a:gd name="connsiteX2-607" fmla="*/ 725009 w 725009"/>
                <a:gd name="connsiteY2-608" fmla="*/ 0 h 1101479"/>
                <a:gd name="connsiteX3-609" fmla="*/ 159092 w 725009"/>
                <a:gd name="connsiteY3-610" fmla="*/ 1101479 h 1101479"/>
                <a:gd name="connsiteX4-611" fmla="*/ 0 w 725009"/>
                <a:gd name="connsiteY4-612" fmla="*/ 1073986 h 1101479"/>
                <a:gd name="connsiteX0-613" fmla="*/ 0 w 725009"/>
                <a:gd name="connsiteY0-614" fmla="*/ 1073986 h 1101479"/>
                <a:gd name="connsiteX1-615" fmla="*/ 206612 w 725009"/>
                <a:gd name="connsiteY1-616" fmla="*/ 1724 h 1101479"/>
                <a:gd name="connsiteX2-617" fmla="*/ 725009 w 725009"/>
                <a:gd name="connsiteY2-618" fmla="*/ 0 h 1101479"/>
                <a:gd name="connsiteX3-619" fmla="*/ 159092 w 725009"/>
                <a:gd name="connsiteY3-620" fmla="*/ 1101479 h 1101479"/>
                <a:gd name="connsiteX4-621" fmla="*/ 0 w 725009"/>
                <a:gd name="connsiteY4-622" fmla="*/ 1073986 h 1101479"/>
                <a:gd name="connsiteX0-623" fmla="*/ 0 w 725009"/>
                <a:gd name="connsiteY0-624" fmla="*/ 1073986 h 1101479"/>
                <a:gd name="connsiteX1-625" fmla="*/ 206612 w 725009"/>
                <a:gd name="connsiteY1-626" fmla="*/ 1724 h 1101479"/>
                <a:gd name="connsiteX2-627" fmla="*/ 725009 w 725009"/>
                <a:gd name="connsiteY2-628" fmla="*/ 0 h 1101479"/>
                <a:gd name="connsiteX3-629" fmla="*/ 159092 w 725009"/>
                <a:gd name="connsiteY3-630" fmla="*/ 1101479 h 1101479"/>
                <a:gd name="connsiteX4-631" fmla="*/ 0 w 725009"/>
                <a:gd name="connsiteY4-632" fmla="*/ 1073986 h 1101479"/>
                <a:gd name="connsiteX0-633" fmla="*/ 0 w 725009"/>
                <a:gd name="connsiteY0-634" fmla="*/ 1073986 h 1074607"/>
                <a:gd name="connsiteX1-635" fmla="*/ 206612 w 725009"/>
                <a:gd name="connsiteY1-636" fmla="*/ 1724 h 1074607"/>
                <a:gd name="connsiteX2-637" fmla="*/ 725009 w 725009"/>
                <a:gd name="connsiteY2-638" fmla="*/ 0 h 1074607"/>
                <a:gd name="connsiteX3-639" fmla="*/ 229048 w 725009"/>
                <a:gd name="connsiteY3-640" fmla="*/ 886531 h 1074607"/>
                <a:gd name="connsiteX4-641" fmla="*/ 0 w 725009"/>
                <a:gd name="connsiteY4-642" fmla="*/ 1073986 h 1074607"/>
                <a:gd name="connsiteX0-643" fmla="*/ 0 w 725009"/>
                <a:gd name="connsiteY0-644" fmla="*/ 1073986 h 1074607"/>
                <a:gd name="connsiteX1-645" fmla="*/ 206612 w 725009"/>
                <a:gd name="connsiteY1-646" fmla="*/ 1724 h 1074607"/>
                <a:gd name="connsiteX2-647" fmla="*/ 725009 w 725009"/>
                <a:gd name="connsiteY2-648" fmla="*/ 0 h 1074607"/>
                <a:gd name="connsiteX3-649" fmla="*/ 229048 w 725009"/>
                <a:gd name="connsiteY3-650" fmla="*/ 886531 h 1074607"/>
                <a:gd name="connsiteX4-651" fmla="*/ 0 w 725009"/>
                <a:gd name="connsiteY4-652" fmla="*/ 1073986 h 1074607"/>
                <a:gd name="connsiteX0-653" fmla="*/ 0 w 675040"/>
                <a:gd name="connsiteY0-654" fmla="*/ 894029 h 896577"/>
                <a:gd name="connsiteX1-655" fmla="*/ 156643 w 675040"/>
                <a:gd name="connsiteY1-656" fmla="*/ 1724 h 896577"/>
                <a:gd name="connsiteX2-657" fmla="*/ 675040 w 675040"/>
                <a:gd name="connsiteY2-658" fmla="*/ 0 h 896577"/>
                <a:gd name="connsiteX3-659" fmla="*/ 179079 w 675040"/>
                <a:gd name="connsiteY3-660" fmla="*/ 886531 h 896577"/>
                <a:gd name="connsiteX4-661" fmla="*/ 0 w 675040"/>
                <a:gd name="connsiteY4-662" fmla="*/ 894029 h 896577"/>
                <a:gd name="connsiteX0-663" fmla="*/ 0 w 675040"/>
                <a:gd name="connsiteY0-664" fmla="*/ 894029 h 896577"/>
                <a:gd name="connsiteX1-665" fmla="*/ 186623 w 675040"/>
                <a:gd name="connsiteY1-666" fmla="*/ 1724 h 896577"/>
                <a:gd name="connsiteX2-667" fmla="*/ 675040 w 675040"/>
                <a:gd name="connsiteY2-668" fmla="*/ 0 h 896577"/>
                <a:gd name="connsiteX3-669" fmla="*/ 179079 w 675040"/>
                <a:gd name="connsiteY3-670" fmla="*/ 886531 h 896577"/>
                <a:gd name="connsiteX4-671" fmla="*/ 0 w 675040"/>
                <a:gd name="connsiteY4-672" fmla="*/ 894029 h 8965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4" name="Freeform 273"/>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503138"/>
                <a:gd name="connsiteY0-372" fmla="*/ 961687 h 964568"/>
                <a:gd name="connsiteX1-373" fmla="*/ 0 w 503138"/>
                <a:gd name="connsiteY1-374" fmla="*/ 70 h 964568"/>
                <a:gd name="connsiteX2-375" fmla="*/ 503138 w 503138"/>
                <a:gd name="connsiteY2-376" fmla="*/ 154187 h 964568"/>
                <a:gd name="connsiteX3-377" fmla="*/ 273339 w 503138"/>
                <a:gd name="connsiteY3-378" fmla="*/ 964568 h 964568"/>
                <a:gd name="connsiteX4-379" fmla="*/ 197928 w 503138"/>
                <a:gd name="connsiteY4-380" fmla="*/ 961687 h 964568"/>
                <a:gd name="connsiteX0-381" fmla="*/ 201456 w 506666"/>
                <a:gd name="connsiteY0-382" fmla="*/ 807500 h 810381"/>
                <a:gd name="connsiteX1-383" fmla="*/ 0 w 506666"/>
                <a:gd name="connsiteY1-384" fmla="*/ 15216 h 810381"/>
                <a:gd name="connsiteX2-385" fmla="*/ 506666 w 506666"/>
                <a:gd name="connsiteY2-386" fmla="*/ 0 h 810381"/>
                <a:gd name="connsiteX3-387" fmla="*/ 276867 w 506666"/>
                <a:gd name="connsiteY3-388" fmla="*/ 810381 h 810381"/>
                <a:gd name="connsiteX4-389" fmla="*/ 201456 w 506666"/>
                <a:gd name="connsiteY4-390" fmla="*/ 807500 h 810381"/>
                <a:gd name="connsiteX0-391" fmla="*/ 201456 w 506666"/>
                <a:gd name="connsiteY0-392" fmla="*/ 807500 h 811593"/>
                <a:gd name="connsiteX1-393" fmla="*/ 0 w 506666"/>
                <a:gd name="connsiteY1-394" fmla="*/ 15216 h 811593"/>
                <a:gd name="connsiteX2-395" fmla="*/ 506666 w 506666"/>
                <a:gd name="connsiteY2-396" fmla="*/ 0 h 811593"/>
                <a:gd name="connsiteX3-397" fmla="*/ 276867 w 506666"/>
                <a:gd name="connsiteY3-398" fmla="*/ 810381 h 811593"/>
                <a:gd name="connsiteX4-399" fmla="*/ 201456 w 506666"/>
                <a:gd name="connsiteY4-400" fmla="*/ 807500 h 811593"/>
                <a:gd name="connsiteX0-401" fmla="*/ 135576 w 506666"/>
                <a:gd name="connsiteY0-402" fmla="*/ 818480 h 818480"/>
                <a:gd name="connsiteX1-403" fmla="*/ 0 w 506666"/>
                <a:gd name="connsiteY1-404" fmla="*/ 15216 h 818480"/>
                <a:gd name="connsiteX2-405" fmla="*/ 506666 w 506666"/>
                <a:gd name="connsiteY2-406" fmla="*/ 0 h 818480"/>
                <a:gd name="connsiteX3-407" fmla="*/ 276867 w 506666"/>
                <a:gd name="connsiteY3-408" fmla="*/ 810381 h 818480"/>
                <a:gd name="connsiteX4-409" fmla="*/ 135576 w 506666"/>
                <a:gd name="connsiteY4-410" fmla="*/ 818480 h 818480"/>
                <a:gd name="connsiteX0-411" fmla="*/ 135576 w 506666"/>
                <a:gd name="connsiteY0-412" fmla="*/ 818480 h 818480"/>
                <a:gd name="connsiteX1-413" fmla="*/ 0 w 506666"/>
                <a:gd name="connsiteY1-414" fmla="*/ 15216 h 818480"/>
                <a:gd name="connsiteX2-415" fmla="*/ 506666 w 506666"/>
                <a:gd name="connsiteY2-416" fmla="*/ 0 h 818480"/>
                <a:gd name="connsiteX3-417" fmla="*/ 331766 w 506666"/>
                <a:gd name="connsiteY3-418" fmla="*/ 803061 h 818480"/>
                <a:gd name="connsiteX4-419" fmla="*/ 135576 w 506666"/>
                <a:gd name="connsiteY4-420" fmla="*/ 818480 h 818480"/>
                <a:gd name="connsiteX0-421" fmla="*/ 135576 w 506666"/>
                <a:gd name="connsiteY0-422" fmla="*/ 818480 h 818480"/>
                <a:gd name="connsiteX1-423" fmla="*/ 0 w 506666"/>
                <a:gd name="connsiteY1-424" fmla="*/ 15216 h 818480"/>
                <a:gd name="connsiteX2-425" fmla="*/ 506666 w 506666"/>
                <a:gd name="connsiteY2-426" fmla="*/ 0 h 818480"/>
                <a:gd name="connsiteX3-427" fmla="*/ 331766 w 506666"/>
                <a:gd name="connsiteY3-428" fmla="*/ 803061 h 818480"/>
                <a:gd name="connsiteX4-429" fmla="*/ 135576 w 506666"/>
                <a:gd name="connsiteY4-430" fmla="*/ 818480 h 818480"/>
                <a:gd name="connsiteX0-431" fmla="*/ 135576 w 506666"/>
                <a:gd name="connsiteY0-432" fmla="*/ 818480 h 818480"/>
                <a:gd name="connsiteX1-433" fmla="*/ 0 w 506666"/>
                <a:gd name="connsiteY1-434" fmla="*/ 15216 h 818480"/>
                <a:gd name="connsiteX2-435" fmla="*/ 506666 w 506666"/>
                <a:gd name="connsiteY2-436" fmla="*/ 0 h 818480"/>
                <a:gd name="connsiteX3-437" fmla="*/ 331766 w 506666"/>
                <a:gd name="connsiteY3-438" fmla="*/ 803061 h 818480"/>
                <a:gd name="connsiteX4-439" fmla="*/ 135576 w 506666"/>
                <a:gd name="connsiteY4-440" fmla="*/ 818480 h 818480"/>
                <a:gd name="connsiteX0-441" fmla="*/ 135576 w 506666"/>
                <a:gd name="connsiteY0-442" fmla="*/ 818480 h 818480"/>
                <a:gd name="connsiteX1-443" fmla="*/ 0 w 506666"/>
                <a:gd name="connsiteY1-444" fmla="*/ 7896 h 818480"/>
                <a:gd name="connsiteX2-445" fmla="*/ 506666 w 506666"/>
                <a:gd name="connsiteY2-446" fmla="*/ 0 h 818480"/>
                <a:gd name="connsiteX3-447" fmla="*/ 331766 w 506666"/>
                <a:gd name="connsiteY3-448" fmla="*/ 803061 h 818480"/>
                <a:gd name="connsiteX4-449" fmla="*/ 135576 w 506666"/>
                <a:gd name="connsiteY4-450" fmla="*/ 818480 h 818480"/>
                <a:gd name="connsiteX0-451" fmla="*/ 135576 w 506666"/>
                <a:gd name="connsiteY0-452" fmla="*/ 818480 h 818480"/>
                <a:gd name="connsiteX1-453" fmla="*/ 0 w 506666"/>
                <a:gd name="connsiteY1-454" fmla="*/ 7896 h 818480"/>
                <a:gd name="connsiteX2-455" fmla="*/ 506666 w 506666"/>
                <a:gd name="connsiteY2-456" fmla="*/ 0 h 818480"/>
                <a:gd name="connsiteX3-457" fmla="*/ 331766 w 506666"/>
                <a:gd name="connsiteY3-458" fmla="*/ 803061 h 818480"/>
                <a:gd name="connsiteX4-459" fmla="*/ 135576 w 506666"/>
                <a:gd name="connsiteY4-460" fmla="*/ 818480 h 818480"/>
                <a:gd name="connsiteX0-461" fmla="*/ 45472 w 559302"/>
                <a:gd name="connsiteY0-462" fmla="*/ 807500 h 807500"/>
                <a:gd name="connsiteX1-463" fmla="*/ 52636 w 559302"/>
                <a:gd name="connsiteY1-464" fmla="*/ 7896 h 807500"/>
                <a:gd name="connsiteX2-465" fmla="*/ 559302 w 559302"/>
                <a:gd name="connsiteY2-466" fmla="*/ 0 h 807500"/>
                <a:gd name="connsiteX3-467" fmla="*/ 384402 w 559302"/>
                <a:gd name="connsiteY3-468" fmla="*/ 803061 h 807500"/>
                <a:gd name="connsiteX4-469" fmla="*/ 45472 w 559302"/>
                <a:gd name="connsiteY4-470" fmla="*/ 807500 h 807500"/>
                <a:gd name="connsiteX0-471" fmla="*/ 21974 w 535804"/>
                <a:gd name="connsiteY0-472" fmla="*/ 807500 h 807500"/>
                <a:gd name="connsiteX1-473" fmla="*/ 29138 w 535804"/>
                <a:gd name="connsiteY1-474" fmla="*/ 7896 h 807500"/>
                <a:gd name="connsiteX2-475" fmla="*/ 535804 w 535804"/>
                <a:gd name="connsiteY2-476" fmla="*/ 0 h 807500"/>
                <a:gd name="connsiteX3-477" fmla="*/ 360904 w 535804"/>
                <a:gd name="connsiteY3-478" fmla="*/ 803061 h 807500"/>
                <a:gd name="connsiteX4-479" fmla="*/ 21974 w 535804"/>
                <a:gd name="connsiteY4-480" fmla="*/ 807500 h 807500"/>
                <a:gd name="connsiteX0-481" fmla="*/ 128256 w 506666"/>
                <a:gd name="connsiteY0-482" fmla="*/ 829461 h 829461"/>
                <a:gd name="connsiteX1-483" fmla="*/ 0 w 506666"/>
                <a:gd name="connsiteY1-484" fmla="*/ 7896 h 829461"/>
                <a:gd name="connsiteX2-485" fmla="*/ 506666 w 506666"/>
                <a:gd name="connsiteY2-486" fmla="*/ 0 h 829461"/>
                <a:gd name="connsiteX3-487" fmla="*/ 331766 w 506666"/>
                <a:gd name="connsiteY3-488" fmla="*/ 803061 h 829461"/>
                <a:gd name="connsiteX4-489" fmla="*/ 128256 w 506666"/>
                <a:gd name="connsiteY4-490" fmla="*/ 829461 h 829461"/>
                <a:gd name="connsiteX0-491" fmla="*/ 128256 w 506666"/>
                <a:gd name="connsiteY0-492" fmla="*/ 829461 h 829461"/>
                <a:gd name="connsiteX1-493" fmla="*/ 0 w 506666"/>
                <a:gd name="connsiteY1-494" fmla="*/ 7896 h 829461"/>
                <a:gd name="connsiteX2-495" fmla="*/ 506666 w 506666"/>
                <a:gd name="connsiteY2-496" fmla="*/ 0 h 829461"/>
                <a:gd name="connsiteX3-497" fmla="*/ 331766 w 506666"/>
                <a:gd name="connsiteY3-498" fmla="*/ 803061 h 829461"/>
                <a:gd name="connsiteX4-499" fmla="*/ 128256 w 506666"/>
                <a:gd name="connsiteY4-500" fmla="*/ 829461 h 829461"/>
                <a:gd name="connsiteX0-501" fmla="*/ 128256 w 506666"/>
                <a:gd name="connsiteY0-502" fmla="*/ 829461 h 829461"/>
                <a:gd name="connsiteX1-503" fmla="*/ 0 w 506666"/>
                <a:gd name="connsiteY1-504" fmla="*/ 7896 h 829461"/>
                <a:gd name="connsiteX2-505" fmla="*/ 506666 w 506666"/>
                <a:gd name="connsiteY2-506" fmla="*/ 0 h 829461"/>
                <a:gd name="connsiteX3-507" fmla="*/ 331766 w 506666"/>
                <a:gd name="connsiteY3-508" fmla="*/ 803061 h 829461"/>
                <a:gd name="connsiteX4-509" fmla="*/ 128256 w 506666"/>
                <a:gd name="connsiteY4-510" fmla="*/ 829461 h 829461"/>
                <a:gd name="connsiteX0-511" fmla="*/ 128256 w 506666"/>
                <a:gd name="connsiteY0-512" fmla="*/ 829461 h 830473"/>
                <a:gd name="connsiteX1-513" fmla="*/ 0 w 506666"/>
                <a:gd name="connsiteY1-514" fmla="*/ 7896 h 830473"/>
                <a:gd name="connsiteX2-515" fmla="*/ 506666 w 506666"/>
                <a:gd name="connsiteY2-516" fmla="*/ 0 h 830473"/>
                <a:gd name="connsiteX3-517" fmla="*/ 331766 w 506666"/>
                <a:gd name="connsiteY3-518" fmla="*/ 828681 h 830473"/>
                <a:gd name="connsiteX4-519" fmla="*/ 128256 w 506666"/>
                <a:gd name="connsiteY4-520" fmla="*/ 829461 h 830473"/>
                <a:gd name="connsiteX0-521" fmla="*/ 128256 w 506666"/>
                <a:gd name="connsiteY0-522" fmla="*/ 829461 h 830473"/>
                <a:gd name="connsiteX1-523" fmla="*/ 0 w 506666"/>
                <a:gd name="connsiteY1-524" fmla="*/ 7896 h 830473"/>
                <a:gd name="connsiteX2-525" fmla="*/ 506666 w 506666"/>
                <a:gd name="connsiteY2-526" fmla="*/ 0 h 830473"/>
                <a:gd name="connsiteX3-527" fmla="*/ 331766 w 506666"/>
                <a:gd name="connsiteY3-528" fmla="*/ 828681 h 830473"/>
                <a:gd name="connsiteX4-529" fmla="*/ 128256 w 506666"/>
                <a:gd name="connsiteY4-530" fmla="*/ 829461 h 830473"/>
                <a:gd name="connsiteX0-531" fmla="*/ 128256 w 506666"/>
                <a:gd name="connsiteY0-532" fmla="*/ 821565 h 822577"/>
                <a:gd name="connsiteX1-533" fmla="*/ 0 w 506666"/>
                <a:gd name="connsiteY1-534" fmla="*/ 0 h 822577"/>
                <a:gd name="connsiteX2-535" fmla="*/ 506666 w 506666"/>
                <a:gd name="connsiteY2-536" fmla="*/ 255115 h 822577"/>
                <a:gd name="connsiteX3-537" fmla="*/ 331766 w 506666"/>
                <a:gd name="connsiteY3-538" fmla="*/ 820785 h 822577"/>
                <a:gd name="connsiteX4-539" fmla="*/ 128256 w 506666"/>
                <a:gd name="connsiteY4-540" fmla="*/ 821565 h 822577"/>
                <a:gd name="connsiteX0-541" fmla="*/ 128256 w 506666"/>
                <a:gd name="connsiteY0-542" fmla="*/ 821565 h 822577"/>
                <a:gd name="connsiteX1-543" fmla="*/ 0 w 506666"/>
                <a:gd name="connsiteY1-544" fmla="*/ 0 h 822577"/>
                <a:gd name="connsiteX2-545" fmla="*/ 506666 w 506666"/>
                <a:gd name="connsiteY2-546" fmla="*/ 255115 h 822577"/>
                <a:gd name="connsiteX3-547" fmla="*/ 331766 w 506666"/>
                <a:gd name="connsiteY3-548" fmla="*/ 820785 h 822577"/>
                <a:gd name="connsiteX4-549" fmla="*/ 128256 w 506666"/>
                <a:gd name="connsiteY4-550" fmla="*/ 821565 h 822577"/>
                <a:gd name="connsiteX0-551" fmla="*/ 128256 w 506666"/>
                <a:gd name="connsiteY0-552" fmla="*/ 821565 h 822577"/>
                <a:gd name="connsiteX1-553" fmla="*/ 0 w 506666"/>
                <a:gd name="connsiteY1-554" fmla="*/ 0 h 822577"/>
                <a:gd name="connsiteX2-555" fmla="*/ 506666 w 506666"/>
                <a:gd name="connsiteY2-556" fmla="*/ 255115 h 822577"/>
                <a:gd name="connsiteX3-557" fmla="*/ 331766 w 506666"/>
                <a:gd name="connsiteY3-558" fmla="*/ 820785 h 822577"/>
                <a:gd name="connsiteX4-559" fmla="*/ 128256 w 506666"/>
                <a:gd name="connsiteY4-560" fmla="*/ 821565 h 822577"/>
                <a:gd name="connsiteX0-561" fmla="*/ 135770 w 514180"/>
                <a:gd name="connsiteY0-562" fmla="*/ 577341 h 578353"/>
                <a:gd name="connsiteX1-563" fmla="*/ 0 w 514180"/>
                <a:gd name="connsiteY1-564" fmla="*/ 0 h 578353"/>
                <a:gd name="connsiteX2-565" fmla="*/ 514180 w 514180"/>
                <a:gd name="connsiteY2-566" fmla="*/ 10891 h 578353"/>
                <a:gd name="connsiteX3-567" fmla="*/ 339280 w 514180"/>
                <a:gd name="connsiteY3-568" fmla="*/ 576561 h 578353"/>
                <a:gd name="connsiteX4-569" fmla="*/ 135770 w 514180"/>
                <a:gd name="connsiteY4-570" fmla="*/ 577341 h 578353"/>
                <a:gd name="connsiteX0-571" fmla="*/ 135770 w 514180"/>
                <a:gd name="connsiteY0-572" fmla="*/ 577341 h 578353"/>
                <a:gd name="connsiteX1-573" fmla="*/ 0 w 514180"/>
                <a:gd name="connsiteY1-574" fmla="*/ 0 h 578353"/>
                <a:gd name="connsiteX2-575" fmla="*/ 514180 w 514180"/>
                <a:gd name="connsiteY2-576" fmla="*/ 10891 h 578353"/>
                <a:gd name="connsiteX3-577" fmla="*/ 339280 w 514180"/>
                <a:gd name="connsiteY3-578" fmla="*/ 576561 h 578353"/>
                <a:gd name="connsiteX4-579" fmla="*/ 135770 w 514180"/>
                <a:gd name="connsiteY4-580" fmla="*/ 577341 h 578353"/>
                <a:gd name="connsiteX0-581" fmla="*/ 135770 w 514180"/>
                <a:gd name="connsiteY0-582" fmla="*/ 577341 h 578353"/>
                <a:gd name="connsiteX1-583" fmla="*/ 0 w 514180"/>
                <a:gd name="connsiteY1-584" fmla="*/ 0 h 578353"/>
                <a:gd name="connsiteX2-585" fmla="*/ 514180 w 514180"/>
                <a:gd name="connsiteY2-586" fmla="*/ 10891 h 578353"/>
                <a:gd name="connsiteX3-587" fmla="*/ 339280 w 514180"/>
                <a:gd name="connsiteY3-588" fmla="*/ 576561 h 578353"/>
                <a:gd name="connsiteX4-589" fmla="*/ 135770 w 514180"/>
                <a:gd name="connsiteY4-590" fmla="*/ 577341 h 578353"/>
                <a:gd name="connsiteX0-591" fmla="*/ 135770 w 514180"/>
                <a:gd name="connsiteY0-592" fmla="*/ 577341 h 577341"/>
                <a:gd name="connsiteX1-593" fmla="*/ 0 w 514180"/>
                <a:gd name="connsiteY1-594" fmla="*/ 0 h 577341"/>
                <a:gd name="connsiteX2-595" fmla="*/ 514180 w 514180"/>
                <a:gd name="connsiteY2-596" fmla="*/ 10891 h 577341"/>
                <a:gd name="connsiteX3-597" fmla="*/ 404259 w 514180"/>
                <a:gd name="connsiteY3-598" fmla="*/ 386400 h 577341"/>
                <a:gd name="connsiteX4-599" fmla="*/ 135770 w 514180"/>
                <a:gd name="connsiteY4-600" fmla="*/ 577341 h 577341"/>
                <a:gd name="connsiteX0-601" fmla="*/ 100781 w 514180"/>
                <a:gd name="connsiteY0-602" fmla="*/ 432218 h 432218"/>
                <a:gd name="connsiteX1-603" fmla="*/ 0 w 514180"/>
                <a:gd name="connsiteY1-604" fmla="*/ 0 h 432218"/>
                <a:gd name="connsiteX2-605" fmla="*/ 514180 w 514180"/>
                <a:gd name="connsiteY2-606" fmla="*/ 10891 h 432218"/>
                <a:gd name="connsiteX3-607" fmla="*/ 404259 w 514180"/>
                <a:gd name="connsiteY3-608" fmla="*/ 386400 h 432218"/>
                <a:gd name="connsiteX4-609" fmla="*/ 100781 w 514180"/>
                <a:gd name="connsiteY4-610" fmla="*/ 432218 h 432218"/>
                <a:gd name="connsiteX0-611" fmla="*/ 100781 w 514180"/>
                <a:gd name="connsiteY0-612" fmla="*/ 432218 h 432218"/>
                <a:gd name="connsiteX1-613" fmla="*/ 0 w 514180"/>
                <a:gd name="connsiteY1-614" fmla="*/ 0 h 432218"/>
                <a:gd name="connsiteX2-615" fmla="*/ 514180 w 514180"/>
                <a:gd name="connsiteY2-616" fmla="*/ 10891 h 432218"/>
                <a:gd name="connsiteX3-617" fmla="*/ 404259 w 514180"/>
                <a:gd name="connsiteY3-618" fmla="*/ 386400 h 432218"/>
                <a:gd name="connsiteX4-619" fmla="*/ 100781 w 514180"/>
                <a:gd name="connsiteY4-620" fmla="*/ 432218 h 432218"/>
                <a:gd name="connsiteX0-621" fmla="*/ 100781 w 514180"/>
                <a:gd name="connsiteY0-622" fmla="*/ 402193 h 402193"/>
                <a:gd name="connsiteX1-623" fmla="*/ 0 w 514180"/>
                <a:gd name="connsiteY1-624" fmla="*/ 0 h 402193"/>
                <a:gd name="connsiteX2-625" fmla="*/ 514180 w 514180"/>
                <a:gd name="connsiteY2-626" fmla="*/ 10891 h 402193"/>
                <a:gd name="connsiteX3-627" fmla="*/ 404259 w 514180"/>
                <a:gd name="connsiteY3-628" fmla="*/ 386400 h 402193"/>
                <a:gd name="connsiteX4-629" fmla="*/ 100781 w 514180"/>
                <a:gd name="connsiteY4-630" fmla="*/ 402193 h 40219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75" name="Freeform 274"/>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621064"/>
                <a:gd name="connsiteY0-372" fmla="*/ 973305 h 973305"/>
                <a:gd name="connsiteX1-373" fmla="*/ 0 w 621064"/>
                <a:gd name="connsiteY1-374" fmla="*/ 11688 h 973305"/>
                <a:gd name="connsiteX2-375" fmla="*/ 499610 w 621064"/>
                <a:gd name="connsiteY2-376" fmla="*/ 0 h 973305"/>
                <a:gd name="connsiteX3-377" fmla="*/ 558839 w 621064"/>
                <a:gd name="connsiteY3-378" fmla="*/ 754682 h 973305"/>
                <a:gd name="connsiteX4-379" fmla="*/ 197928 w 621064"/>
                <a:gd name="connsiteY4-380" fmla="*/ 973305 h 973305"/>
                <a:gd name="connsiteX0-381" fmla="*/ 197928 w 558839"/>
                <a:gd name="connsiteY0-382" fmla="*/ 973305 h 973305"/>
                <a:gd name="connsiteX1-383" fmla="*/ 0 w 558839"/>
                <a:gd name="connsiteY1-384" fmla="*/ 11688 h 973305"/>
                <a:gd name="connsiteX2-385" fmla="*/ 499610 w 558839"/>
                <a:gd name="connsiteY2-386" fmla="*/ 0 h 973305"/>
                <a:gd name="connsiteX3-387" fmla="*/ 558839 w 558839"/>
                <a:gd name="connsiteY3-388" fmla="*/ 754682 h 973305"/>
                <a:gd name="connsiteX4-389" fmla="*/ 197928 w 558839"/>
                <a:gd name="connsiteY4-390" fmla="*/ 973305 h 973305"/>
                <a:gd name="connsiteX0-391" fmla="*/ 197928 w 558839"/>
                <a:gd name="connsiteY0-392" fmla="*/ 973305 h 973305"/>
                <a:gd name="connsiteX1-393" fmla="*/ 0 w 558839"/>
                <a:gd name="connsiteY1-394" fmla="*/ 11688 h 973305"/>
                <a:gd name="connsiteX2-395" fmla="*/ 499610 w 558839"/>
                <a:gd name="connsiteY2-396" fmla="*/ 0 h 973305"/>
                <a:gd name="connsiteX3-397" fmla="*/ 558839 w 558839"/>
                <a:gd name="connsiteY3-398" fmla="*/ 754682 h 973305"/>
                <a:gd name="connsiteX4-399" fmla="*/ 197928 w 558839"/>
                <a:gd name="connsiteY4-400" fmla="*/ 973305 h 973305"/>
                <a:gd name="connsiteX0-401" fmla="*/ 370213 w 558839"/>
                <a:gd name="connsiteY0-402" fmla="*/ 796102 h 796102"/>
                <a:gd name="connsiteX1-403" fmla="*/ 0 w 558839"/>
                <a:gd name="connsiteY1-404" fmla="*/ 11688 h 796102"/>
                <a:gd name="connsiteX2-405" fmla="*/ 499610 w 558839"/>
                <a:gd name="connsiteY2-406" fmla="*/ 0 h 796102"/>
                <a:gd name="connsiteX3-407" fmla="*/ 558839 w 558839"/>
                <a:gd name="connsiteY3-408" fmla="*/ 754682 h 796102"/>
                <a:gd name="connsiteX4-409" fmla="*/ 370213 w 558839"/>
                <a:gd name="connsiteY4-410" fmla="*/ 796102 h 796102"/>
                <a:gd name="connsiteX0-411" fmla="*/ 370213 w 558839"/>
                <a:gd name="connsiteY0-412" fmla="*/ 796102 h 796102"/>
                <a:gd name="connsiteX1-413" fmla="*/ 0 w 558839"/>
                <a:gd name="connsiteY1-414" fmla="*/ 11688 h 796102"/>
                <a:gd name="connsiteX2-415" fmla="*/ 499610 w 558839"/>
                <a:gd name="connsiteY2-416" fmla="*/ 0 h 796102"/>
                <a:gd name="connsiteX3-417" fmla="*/ 558839 w 558839"/>
                <a:gd name="connsiteY3-418" fmla="*/ 754682 h 796102"/>
                <a:gd name="connsiteX4-419" fmla="*/ 370213 w 558839"/>
                <a:gd name="connsiteY4-420" fmla="*/ 796102 h 796102"/>
                <a:gd name="connsiteX0-421" fmla="*/ 370213 w 558839"/>
                <a:gd name="connsiteY0-422" fmla="*/ 796102 h 796102"/>
                <a:gd name="connsiteX1-423" fmla="*/ 0 w 558839"/>
                <a:gd name="connsiteY1-424" fmla="*/ 11688 h 796102"/>
                <a:gd name="connsiteX2-425" fmla="*/ 499610 w 558839"/>
                <a:gd name="connsiteY2-426" fmla="*/ 0 h 796102"/>
                <a:gd name="connsiteX3-427" fmla="*/ 558839 w 558839"/>
                <a:gd name="connsiteY3-428" fmla="*/ 754682 h 796102"/>
                <a:gd name="connsiteX4-429" fmla="*/ 370213 w 558839"/>
                <a:gd name="connsiteY4-430" fmla="*/ 796102 h 796102"/>
                <a:gd name="connsiteX0-431" fmla="*/ 370213 w 558839"/>
                <a:gd name="connsiteY0-432" fmla="*/ 1315828 h 1315828"/>
                <a:gd name="connsiteX1-433" fmla="*/ 0 w 558839"/>
                <a:gd name="connsiteY1-434" fmla="*/ 531414 h 1315828"/>
                <a:gd name="connsiteX2-435" fmla="*/ 506930 w 558839"/>
                <a:gd name="connsiteY2-436" fmla="*/ 0 h 1315828"/>
                <a:gd name="connsiteX3-437" fmla="*/ 558839 w 558839"/>
                <a:gd name="connsiteY3-438" fmla="*/ 1274408 h 1315828"/>
                <a:gd name="connsiteX4-439" fmla="*/ 370213 w 558839"/>
                <a:gd name="connsiteY4-440" fmla="*/ 1315828 h 1315828"/>
                <a:gd name="connsiteX0-441" fmla="*/ 384853 w 573479"/>
                <a:gd name="connsiteY0-442" fmla="*/ 1326654 h 1326654"/>
                <a:gd name="connsiteX1-443" fmla="*/ 0 w 573479"/>
                <a:gd name="connsiteY1-444" fmla="*/ 554 h 1326654"/>
                <a:gd name="connsiteX2-445" fmla="*/ 521570 w 573479"/>
                <a:gd name="connsiteY2-446" fmla="*/ 10826 h 1326654"/>
                <a:gd name="connsiteX3-447" fmla="*/ 573479 w 573479"/>
                <a:gd name="connsiteY3-448" fmla="*/ 1285234 h 1326654"/>
                <a:gd name="connsiteX4-449" fmla="*/ 384853 w 573479"/>
                <a:gd name="connsiteY4-450" fmla="*/ 1326654 h 1326654"/>
                <a:gd name="connsiteX0-451" fmla="*/ 384853 w 573479"/>
                <a:gd name="connsiteY0-452" fmla="*/ 1326654 h 1326654"/>
                <a:gd name="connsiteX1-453" fmla="*/ 0 w 573479"/>
                <a:gd name="connsiteY1-454" fmla="*/ 554 h 1326654"/>
                <a:gd name="connsiteX2-455" fmla="*/ 521570 w 573479"/>
                <a:gd name="connsiteY2-456" fmla="*/ 10826 h 1326654"/>
                <a:gd name="connsiteX3-457" fmla="*/ 573479 w 573479"/>
                <a:gd name="connsiteY3-458" fmla="*/ 1285234 h 1326654"/>
                <a:gd name="connsiteX4-459" fmla="*/ 384853 w 573479"/>
                <a:gd name="connsiteY4-460" fmla="*/ 1326654 h 1326654"/>
                <a:gd name="connsiteX0-461" fmla="*/ 384853 w 573479"/>
                <a:gd name="connsiteY0-462" fmla="*/ 1326654 h 1326654"/>
                <a:gd name="connsiteX1-463" fmla="*/ 0 w 573479"/>
                <a:gd name="connsiteY1-464" fmla="*/ 554 h 1326654"/>
                <a:gd name="connsiteX2-465" fmla="*/ 521570 w 573479"/>
                <a:gd name="connsiteY2-466" fmla="*/ 10826 h 1326654"/>
                <a:gd name="connsiteX3-467" fmla="*/ 573479 w 573479"/>
                <a:gd name="connsiteY3-468" fmla="*/ 1285234 h 1326654"/>
                <a:gd name="connsiteX4-469" fmla="*/ 384853 w 573479"/>
                <a:gd name="connsiteY4-470" fmla="*/ 1326654 h 1326654"/>
                <a:gd name="connsiteX0-471" fmla="*/ 384853 w 573479"/>
                <a:gd name="connsiteY0-472" fmla="*/ 1326654 h 1326654"/>
                <a:gd name="connsiteX1-473" fmla="*/ 0 w 573479"/>
                <a:gd name="connsiteY1-474" fmla="*/ 554 h 1326654"/>
                <a:gd name="connsiteX2-475" fmla="*/ 521570 w 573479"/>
                <a:gd name="connsiteY2-476" fmla="*/ 10826 h 1326654"/>
                <a:gd name="connsiteX3-477" fmla="*/ 573479 w 573479"/>
                <a:gd name="connsiteY3-478" fmla="*/ 1285234 h 1326654"/>
                <a:gd name="connsiteX4-479" fmla="*/ 384853 w 573479"/>
                <a:gd name="connsiteY4-480" fmla="*/ 1326654 h 1326654"/>
                <a:gd name="connsiteX0-481" fmla="*/ 384853 w 573479"/>
                <a:gd name="connsiteY0-482" fmla="*/ 1326654 h 1326654"/>
                <a:gd name="connsiteX1-483" fmla="*/ 0 w 573479"/>
                <a:gd name="connsiteY1-484" fmla="*/ 554 h 1326654"/>
                <a:gd name="connsiteX2-485" fmla="*/ 521570 w 573479"/>
                <a:gd name="connsiteY2-486" fmla="*/ 10826 h 1326654"/>
                <a:gd name="connsiteX3-487" fmla="*/ 573479 w 573479"/>
                <a:gd name="connsiteY3-488" fmla="*/ 1285234 h 1326654"/>
                <a:gd name="connsiteX4-489" fmla="*/ 384853 w 573479"/>
                <a:gd name="connsiteY4-490" fmla="*/ 1326654 h 1326654"/>
                <a:gd name="connsiteX0-491" fmla="*/ 384853 w 573479"/>
                <a:gd name="connsiteY0-492" fmla="*/ 1326654 h 1326654"/>
                <a:gd name="connsiteX1-493" fmla="*/ 0 w 573479"/>
                <a:gd name="connsiteY1-494" fmla="*/ 554 h 1326654"/>
                <a:gd name="connsiteX2-495" fmla="*/ 521570 w 573479"/>
                <a:gd name="connsiteY2-496" fmla="*/ 10826 h 1326654"/>
                <a:gd name="connsiteX3-497" fmla="*/ 573479 w 573479"/>
                <a:gd name="connsiteY3-498" fmla="*/ 1285234 h 1326654"/>
                <a:gd name="connsiteX4-499" fmla="*/ 384853 w 573479"/>
                <a:gd name="connsiteY4-500" fmla="*/ 1326654 h 1326654"/>
                <a:gd name="connsiteX0-501" fmla="*/ 384853 w 588119"/>
                <a:gd name="connsiteY0-502" fmla="*/ 1326654 h 1326654"/>
                <a:gd name="connsiteX1-503" fmla="*/ 0 w 588119"/>
                <a:gd name="connsiteY1-504" fmla="*/ 554 h 1326654"/>
                <a:gd name="connsiteX2-505" fmla="*/ 521570 w 588119"/>
                <a:gd name="connsiteY2-506" fmla="*/ 10826 h 1326654"/>
                <a:gd name="connsiteX3-507" fmla="*/ 588119 w 588119"/>
                <a:gd name="connsiteY3-508" fmla="*/ 1321835 h 1326654"/>
                <a:gd name="connsiteX4-509" fmla="*/ 384853 w 588119"/>
                <a:gd name="connsiteY4-510" fmla="*/ 1326654 h 1326654"/>
                <a:gd name="connsiteX0-511" fmla="*/ 384853 w 588119"/>
                <a:gd name="connsiteY0-512" fmla="*/ 1326654 h 1326654"/>
                <a:gd name="connsiteX1-513" fmla="*/ 0 w 588119"/>
                <a:gd name="connsiteY1-514" fmla="*/ 554 h 1326654"/>
                <a:gd name="connsiteX2-515" fmla="*/ 521570 w 588119"/>
                <a:gd name="connsiteY2-516" fmla="*/ 10826 h 1326654"/>
                <a:gd name="connsiteX3-517" fmla="*/ 588119 w 588119"/>
                <a:gd name="connsiteY3-518" fmla="*/ 1321835 h 1326654"/>
                <a:gd name="connsiteX4-519" fmla="*/ 384853 w 588119"/>
                <a:gd name="connsiteY4-520" fmla="*/ 1326654 h 1326654"/>
                <a:gd name="connsiteX0-521" fmla="*/ 384853 w 588119"/>
                <a:gd name="connsiteY0-522" fmla="*/ 1326148 h 1326148"/>
                <a:gd name="connsiteX1-523" fmla="*/ 0 w 588119"/>
                <a:gd name="connsiteY1-524" fmla="*/ 48 h 1326148"/>
                <a:gd name="connsiteX2-525" fmla="*/ 521570 w 588119"/>
                <a:gd name="connsiteY2-526" fmla="*/ 228243 h 1326148"/>
                <a:gd name="connsiteX3-527" fmla="*/ 588119 w 588119"/>
                <a:gd name="connsiteY3-528" fmla="*/ 1321329 h 1326148"/>
                <a:gd name="connsiteX4-529" fmla="*/ 384853 w 588119"/>
                <a:gd name="connsiteY4-530" fmla="*/ 1326148 h 1326148"/>
                <a:gd name="connsiteX0-531" fmla="*/ 384853 w 588119"/>
                <a:gd name="connsiteY0-532" fmla="*/ 1326148 h 1326148"/>
                <a:gd name="connsiteX1-533" fmla="*/ 0 w 588119"/>
                <a:gd name="connsiteY1-534" fmla="*/ 48 h 1326148"/>
                <a:gd name="connsiteX2-535" fmla="*/ 521570 w 588119"/>
                <a:gd name="connsiteY2-536" fmla="*/ 228243 h 1326148"/>
                <a:gd name="connsiteX3-537" fmla="*/ 588119 w 588119"/>
                <a:gd name="connsiteY3-538" fmla="*/ 1321329 h 1326148"/>
                <a:gd name="connsiteX4-539" fmla="*/ 384853 w 588119"/>
                <a:gd name="connsiteY4-540" fmla="*/ 1326148 h 1326148"/>
                <a:gd name="connsiteX0-541" fmla="*/ 384853 w 588119"/>
                <a:gd name="connsiteY0-542" fmla="*/ 1326148 h 1326148"/>
                <a:gd name="connsiteX1-543" fmla="*/ 0 w 588119"/>
                <a:gd name="connsiteY1-544" fmla="*/ 48 h 1326148"/>
                <a:gd name="connsiteX2-545" fmla="*/ 521570 w 588119"/>
                <a:gd name="connsiteY2-546" fmla="*/ 228243 h 1326148"/>
                <a:gd name="connsiteX3-547" fmla="*/ 588119 w 588119"/>
                <a:gd name="connsiteY3-548" fmla="*/ 1321329 h 1326148"/>
                <a:gd name="connsiteX4-549" fmla="*/ 384853 w 588119"/>
                <a:gd name="connsiteY4-550" fmla="*/ 1326148 h 1326148"/>
                <a:gd name="connsiteX0-551" fmla="*/ 366066 w 569332"/>
                <a:gd name="connsiteY0-552" fmla="*/ 1097905 h 1097905"/>
                <a:gd name="connsiteX1-553" fmla="*/ 0 w 569332"/>
                <a:gd name="connsiteY1-554" fmla="*/ 4757 h 1097905"/>
                <a:gd name="connsiteX2-555" fmla="*/ 502783 w 569332"/>
                <a:gd name="connsiteY2-556" fmla="*/ 0 h 1097905"/>
                <a:gd name="connsiteX3-557" fmla="*/ 569332 w 569332"/>
                <a:gd name="connsiteY3-558" fmla="*/ 1093086 h 1097905"/>
                <a:gd name="connsiteX4-559" fmla="*/ 366066 w 569332"/>
                <a:gd name="connsiteY4-560" fmla="*/ 1097905 h 1097905"/>
                <a:gd name="connsiteX0-561" fmla="*/ 366066 w 569332"/>
                <a:gd name="connsiteY0-562" fmla="*/ 1097905 h 1097905"/>
                <a:gd name="connsiteX1-563" fmla="*/ 0 w 569332"/>
                <a:gd name="connsiteY1-564" fmla="*/ 4757 h 1097905"/>
                <a:gd name="connsiteX2-565" fmla="*/ 502783 w 569332"/>
                <a:gd name="connsiteY2-566" fmla="*/ 0 h 1097905"/>
                <a:gd name="connsiteX3-567" fmla="*/ 569332 w 569332"/>
                <a:gd name="connsiteY3-568" fmla="*/ 1093086 h 1097905"/>
                <a:gd name="connsiteX4-569" fmla="*/ 366066 w 569332"/>
                <a:gd name="connsiteY4-570" fmla="*/ 1097905 h 1097905"/>
                <a:gd name="connsiteX0-571" fmla="*/ 366066 w 569332"/>
                <a:gd name="connsiteY0-572" fmla="*/ 1097905 h 1097905"/>
                <a:gd name="connsiteX1-573" fmla="*/ 0 w 569332"/>
                <a:gd name="connsiteY1-574" fmla="*/ 4757 h 1097905"/>
                <a:gd name="connsiteX2-575" fmla="*/ 502783 w 569332"/>
                <a:gd name="connsiteY2-576" fmla="*/ 0 h 1097905"/>
                <a:gd name="connsiteX3-577" fmla="*/ 569332 w 569332"/>
                <a:gd name="connsiteY3-578" fmla="*/ 1093086 h 1097905"/>
                <a:gd name="connsiteX4-579" fmla="*/ 366066 w 569332"/>
                <a:gd name="connsiteY4-580" fmla="*/ 1097905 h 1097905"/>
                <a:gd name="connsiteX0-581" fmla="*/ 366066 w 594113"/>
                <a:gd name="connsiteY0-582" fmla="*/ 1097905 h 1179971"/>
                <a:gd name="connsiteX1-583" fmla="*/ 0 w 594113"/>
                <a:gd name="connsiteY1-584" fmla="*/ 4757 h 1179971"/>
                <a:gd name="connsiteX2-585" fmla="*/ 502783 w 594113"/>
                <a:gd name="connsiteY2-586" fmla="*/ 0 h 1179971"/>
                <a:gd name="connsiteX3-587" fmla="*/ 594113 w 594113"/>
                <a:gd name="connsiteY3-588" fmla="*/ 1179818 h 1179971"/>
                <a:gd name="connsiteX4-589" fmla="*/ 366066 w 594113"/>
                <a:gd name="connsiteY4-590" fmla="*/ 1097905 h 1179971"/>
                <a:gd name="connsiteX0-591" fmla="*/ 403236 w 594113"/>
                <a:gd name="connsiteY0-592" fmla="*/ 1215612 h 1215612"/>
                <a:gd name="connsiteX1-593" fmla="*/ 0 w 594113"/>
                <a:gd name="connsiteY1-594" fmla="*/ 4757 h 1215612"/>
                <a:gd name="connsiteX2-595" fmla="*/ 502783 w 594113"/>
                <a:gd name="connsiteY2-596" fmla="*/ 0 h 1215612"/>
                <a:gd name="connsiteX3-597" fmla="*/ 594113 w 594113"/>
                <a:gd name="connsiteY3-598" fmla="*/ 1179818 h 1215612"/>
                <a:gd name="connsiteX4-599" fmla="*/ 403236 w 594113"/>
                <a:gd name="connsiteY4-600" fmla="*/ 1215612 h 1215612"/>
                <a:gd name="connsiteX0-601" fmla="*/ 403236 w 574100"/>
                <a:gd name="connsiteY0-602" fmla="*/ 1215612 h 1215612"/>
                <a:gd name="connsiteX1-603" fmla="*/ 0 w 574100"/>
                <a:gd name="connsiteY1-604" fmla="*/ 4757 h 1215612"/>
                <a:gd name="connsiteX2-605" fmla="*/ 502783 w 574100"/>
                <a:gd name="connsiteY2-606" fmla="*/ 0 h 1215612"/>
                <a:gd name="connsiteX3-607" fmla="*/ 574100 w 574100"/>
                <a:gd name="connsiteY3-608" fmla="*/ 1014877 h 1215612"/>
                <a:gd name="connsiteX4-609" fmla="*/ 403236 w 574100"/>
                <a:gd name="connsiteY4-610" fmla="*/ 1215612 h 1215612"/>
                <a:gd name="connsiteX0-611" fmla="*/ 333190 w 574100"/>
                <a:gd name="connsiteY0-612" fmla="*/ 985695 h 1015244"/>
                <a:gd name="connsiteX1-613" fmla="*/ 0 w 574100"/>
                <a:gd name="connsiteY1-614" fmla="*/ 4757 h 1015244"/>
                <a:gd name="connsiteX2-615" fmla="*/ 502783 w 574100"/>
                <a:gd name="connsiteY2-616" fmla="*/ 0 h 1015244"/>
                <a:gd name="connsiteX3-617" fmla="*/ 574100 w 574100"/>
                <a:gd name="connsiteY3-618" fmla="*/ 1014877 h 1015244"/>
                <a:gd name="connsiteX4-619" fmla="*/ 333190 w 574100"/>
                <a:gd name="connsiteY4-620" fmla="*/ 985695 h 101524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nvGrpSpPr>
            <p:cNvPr id="116885"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8" y="3957548"/>
                <a:ext cx="1027113" cy="611095"/>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nvGrpSpPr>
              <p:cNvPr id="116979" name="Group 498"/>
              <p:cNvGrpSpPr/>
              <p:nvPr/>
            </p:nvGrpSpPr>
            <p:grpSpPr>
              <a:xfrm>
                <a:off x="1858805" y="5088863"/>
                <a:ext cx="1035373" cy="360972"/>
                <a:chOff x="4128636" y="3606589"/>
                <a:chExt cx="568145" cy="338667"/>
              </a:xfrm>
            </p:grpSpPr>
            <p:sp>
              <p:nvSpPr>
                <p:cNvPr id="515" name="Oval 514"/>
                <p:cNvSpPr/>
                <p:nvPr/>
              </p:nvSpPr>
              <p:spPr>
                <a:xfrm>
                  <a:off x="4129067" y="3720144"/>
                  <a:ext cx="567968" cy="224867"/>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6" name="Rectangle 515"/>
                <p:cNvSpPr/>
                <p:nvPr/>
              </p:nvSpPr>
              <p:spPr>
                <a:xfrm>
                  <a:off x="4129067" y="3720144"/>
                  <a:ext cx="567968" cy="111689"/>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7" name="Oval 516"/>
                <p:cNvSpPr/>
                <p:nvPr/>
              </p:nvSpPr>
              <p:spPr>
                <a:xfrm>
                  <a:off x="4129067" y="3606966"/>
                  <a:ext cx="567968" cy="224867"/>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18" name="Straight Connector 517"/>
                <p:cNvCxnSpPr/>
                <p:nvPr/>
              </p:nvCxnSpPr>
              <p:spPr>
                <a:xfrm>
                  <a:off x="4697035" y="3720144"/>
                  <a:ext cx="0" cy="11168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144"/>
                  <a:ext cx="0" cy="11168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3" y="4705148"/>
                <a:ext cx="1028700" cy="522210"/>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02" name="Straight Connector 501"/>
              <p:cNvCxnSpPr/>
              <p:nvPr/>
            </p:nvCxnSpPr>
            <p:spPr bwMode="auto">
              <a:xfrm>
                <a:off x="1861178" y="3981356"/>
                <a:ext cx="17463" cy="130155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33"/>
                <a:ext cx="6350" cy="126981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983" name="Group 504"/>
              <p:cNvGrpSpPr/>
              <p:nvPr/>
            </p:nvGrpSpPr>
            <p:grpSpPr>
              <a:xfrm>
                <a:off x="1856416" y="3709935"/>
                <a:ext cx="1044712" cy="399063"/>
                <a:chOff x="2183302" y="1574638"/>
                <a:chExt cx="1200154" cy="430218"/>
              </a:xfrm>
            </p:grpSpPr>
            <p:sp>
              <p:nvSpPr>
                <p:cNvPr id="506" name="Oval 505"/>
                <p:cNvSpPr/>
                <p:nvPr/>
              </p:nvSpPr>
              <p:spPr bwMode="auto">
                <a:xfrm flipV="1">
                  <a:off x="2185125" y="1689286"/>
                  <a:ext cx="1196349" cy="314857"/>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07" name="Rectangle 506"/>
                <p:cNvSpPr/>
                <p:nvPr/>
              </p:nvSpPr>
              <p:spPr bwMode="auto">
                <a:xfrm>
                  <a:off x="2183302" y="1735489"/>
                  <a:ext cx="1198172" cy="112938"/>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08" name="Oval 507"/>
                <p:cNvSpPr>
                  <a:spLocks noChangeArrowheads="1"/>
                </p:cNvSpPr>
                <p:nvPr/>
              </p:nvSpPr>
              <p:spPr bwMode="auto">
                <a:xfrm flipV="1">
                  <a:off x="2183302" y="1574638"/>
                  <a:ext cx="1196349" cy="31485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509" name="Freeform 508"/>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10" name="Freeform 509"/>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11" name="Freeform 510"/>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12" name="Freeform 511"/>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513" name="Straight Connector 512"/>
                <p:cNvCxnSpPr>
                  <a:cxnSpLocks noChangeShapeType="1"/>
                  <a:endCxn id="508" idx="2"/>
                </p:cNvCxnSpPr>
                <p:nvPr/>
              </p:nvCxnSpPr>
              <p:spPr bwMode="auto">
                <a:xfrm flipH="1" flipV="1">
                  <a:off x="2183302" y="1732067"/>
                  <a:ext cx="1823" cy="121493"/>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514" name="Straight Connector 513"/>
                <p:cNvCxnSpPr>
                  <a:cxnSpLocks noChangeShapeType="1"/>
                </p:cNvCxnSpPr>
                <p:nvPr/>
              </p:nvCxnSpPr>
              <p:spPr bwMode="auto">
                <a:xfrm flipH="1" flipV="1">
                  <a:off x="3381474" y="1728644"/>
                  <a:ext cx="1824" cy="121493"/>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116886"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50" name="Straight Connector 549"/>
              <p:cNvCxnSpPr/>
              <p:nvPr/>
            </p:nvCxnSpPr>
            <p:spPr bwMode="auto">
              <a:xfrm flipH="1">
                <a:off x="4078916" y="4019450"/>
                <a:ext cx="1587" cy="136504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960" name="Group 552"/>
              <p:cNvGrpSpPr/>
              <p:nvPr/>
            </p:nvGrpSpPr>
            <p:grpSpPr>
              <a:xfrm>
                <a:off x="3571302" y="5310688"/>
                <a:ext cx="507588" cy="221697"/>
                <a:chOff x="4128636" y="3606589"/>
                <a:chExt cx="568145" cy="338667"/>
              </a:xfrm>
            </p:grpSpPr>
            <p:sp>
              <p:nvSpPr>
                <p:cNvPr id="562" name="Oval 561"/>
                <p:cNvSpPr/>
                <p:nvPr/>
              </p:nvSpPr>
              <p:spPr>
                <a:xfrm>
                  <a:off x="4128204" y="3719337"/>
                  <a:ext cx="568606" cy="2255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63" name="Rectangle 562"/>
                <p:cNvSpPr/>
                <p:nvPr/>
              </p:nvSpPr>
              <p:spPr>
                <a:xfrm>
                  <a:off x="4128204" y="3719337"/>
                  <a:ext cx="568606" cy="111537"/>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64" name="Oval 563"/>
                <p:cNvSpPr/>
                <p:nvPr/>
              </p:nvSpPr>
              <p:spPr>
                <a:xfrm>
                  <a:off x="4128204" y="3598101"/>
                  <a:ext cx="568606" cy="232773"/>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65" name="Straight Connector 564"/>
                <p:cNvCxnSpPr/>
                <p:nvPr/>
              </p:nvCxnSpPr>
              <p:spPr>
                <a:xfrm>
                  <a:off x="4696810" y="3719337"/>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337"/>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3" y="4574992"/>
                <a:ext cx="496888" cy="81267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57" name="Straight Connector 556"/>
              <p:cNvCxnSpPr/>
              <p:nvPr/>
            </p:nvCxnSpPr>
            <p:spPr bwMode="auto">
              <a:xfrm flipH="1">
                <a:off x="3566153" y="4027387"/>
                <a:ext cx="3175" cy="145075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963" name="Group 538"/>
              <p:cNvGrpSpPr/>
              <p:nvPr/>
            </p:nvGrpSpPr>
            <p:grpSpPr>
              <a:xfrm>
                <a:off x="3568667" y="3862335"/>
                <a:ext cx="503828" cy="248249"/>
                <a:chOff x="2183302" y="1564542"/>
                <a:chExt cx="1200154" cy="440314"/>
              </a:xfrm>
            </p:grpSpPr>
            <p:sp>
              <p:nvSpPr>
                <p:cNvPr id="540" name="Oval 539"/>
                <p:cNvSpPr/>
                <p:nvPr/>
              </p:nvSpPr>
              <p:spPr bwMode="auto">
                <a:xfrm flipV="1">
                  <a:off x="2188659" y="1691189"/>
                  <a:ext cx="1194966" cy="31249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41" name="Rectangle 540"/>
                <p:cNvSpPr/>
                <p:nvPr/>
              </p:nvSpPr>
              <p:spPr bwMode="auto">
                <a:xfrm>
                  <a:off x="2184877" y="1736233"/>
                  <a:ext cx="1198749" cy="11261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42" name="Oval 541"/>
                <p:cNvSpPr>
                  <a:spLocks noChangeArrowheads="1"/>
                </p:cNvSpPr>
                <p:nvPr/>
              </p:nvSpPr>
              <p:spPr bwMode="auto">
                <a:xfrm flipV="1">
                  <a:off x="2184877" y="1564501"/>
                  <a:ext cx="1194966" cy="31249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543" name="Freeform 542"/>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44" name="Freeform 543"/>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45" name="Freeform 544"/>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46" name="Freeform 545"/>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547" name="Straight Connector 546"/>
                <p:cNvCxnSpPr>
                  <a:cxnSpLocks noChangeShapeType="1"/>
                  <a:endCxn id="542" idx="2"/>
                </p:cNvCxnSpPr>
                <p:nvPr/>
              </p:nvCxnSpPr>
              <p:spPr bwMode="auto">
                <a:xfrm flipH="1" flipV="1">
                  <a:off x="2184877" y="1722158"/>
                  <a:ext cx="3783" cy="121057"/>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548" name="Straight Connector 547"/>
                <p:cNvCxnSpPr>
                  <a:cxnSpLocks noChangeShapeType="1"/>
                </p:cNvCxnSpPr>
                <p:nvPr/>
              </p:nvCxnSpPr>
              <p:spPr bwMode="auto">
                <a:xfrm flipH="1" flipV="1">
                  <a:off x="3379842" y="1727788"/>
                  <a:ext cx="3783" cy="121057"/>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116887"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80" name="Straight Connector 579"/>
              <p:cNvCxnSpPr/>
              <p:nvPr/>
            </p:nvCxnSpPr>
            <p:spPr bwMode="auto">
              <a:xfrm flipH="1">
                <a:off x="4861553" y="4024212"/>
                <a:ext cx="1588" cy="136504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938" name="Group 580"/>
              <p:cNvGrpSpPr/>
              <p:nvPr/>
            </p:nvGrpSpPr>
            <p:grpSpPr>
              <a:xfrm>
                <a:off x="4353939" y="5315451"/>
                <a:ext cx="507588" cy="221697"/>
                <a:chOff x="4128636" y="3606589"/>
                <a:chExt cx="568145" cy="338667"/>
              </a:xfrm>
            </p:grpSpPr>
            <p:sp>
              <p:nvSpPr>
                <p:cNvPr id="589" name="Oval 588"/>
                <p:cNvSpPr/>
                <p:nvPr/>
              </p:nvSpPr>
              <p:spPr>
                <a:xfrm>
                  <a:off x="4128204" y="3719336"/>
                  <a:ext cx="568606" cy="22549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90" name="Rectangle 589"/>
                <p:cNvSpPr/>
                <p:nvPr/>
              </p:nvSpPr>
              <p:spPr>
                <a:xfrm>
                  <a:off x="4128204" y="3719336"/>
                  <a:ext cx="568606" cy="111537"/>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91" name="Oval 590"/>
                <p:cNvSpPr/>
                <p:nvPr/>
              </p:nvSpPr>
              <p:spPr>
                <a:xfrm>
                  <a:off x="4128204" y="3598100"/>
                  <a:ext cx="568606" cy="232773"/>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92" name="Straight Connector 591"/>
                <p:cNvCxnSpPr/>
                <p:nvPr/>
              </p:nvCxnSpPr>
              <p:spPr>
                <a:xfrm>
                  <a:off x="4696810" y="3719336"/>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4" y="3719336"/>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754"/>
                <a:ext cx="496887" cy="81267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84" name="Straight Connector 583"/>
              <p:cNvCxnSpPr/>
              <p:nvPr/>
            </p:nvCxnSpPr>
            <p:spPr bwMode="auto">
              <a:xfrm flipH="1">
                <a:off x="4348791" y="4032148"/>
                <a:ext cx="3175" cy="145075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941" name="Group 568"/>
              <p:cNvGrpSpPr/>
              <p:nvPr/>
            </p:nvGrpSpPr>
            <p:grpSpPr>
              <a:xfrm>
                <a:off x="4351304" y="3867098"/>
                <a:ext cx="503828" cy="248249"/>
                <a:chOff x="2183302" y="1564542"/>
                <a:chExt cx="1200154" cy="440314"/>
              </a:xfrm>
            </p:grpSpPr>
            <p:sp>
              <p:nvSpPr>
                <p:cNvPr id="570" name="Oval 569"/>
                <p:cNvSpPr/>
                <p:nvPr/>
              </p:nvSpPr>
              <p:spPr bwMode="auto">
                <a:xfrm flipV="1">
                  <a:off x="2188659" y="1691187"/>
                  <a:ext cx="1194966" cy="312497"/>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71" name="Rectangle 570"/>
                <p:cNvSpPr/>
                <p:nvPr/>
              </p:nvSpPr>
              <p:spPr bwMode="auto">
                <a:xfrm>
                  <a:off x="2184879" y="1736232"/>
                  <a:ext cx="1198746" cy="11261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72" name="Oval 571"/>
                <p:cNvSpPr>
                  <a:spLocks noChangeArrowheads="1"/>
                </p:cNvSpPr>
                <p:nvPr/>
              </p:nvSpPr>
              <p:spPr bwMode="auto">
                <a:xfrm flipV="1">
                  <a:off x="2184879" y="1564498"/>
                  <a:ext cx="1194966" cy="312499"/>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573" name="Freeform 572"/>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74" name="Freeform 573"/>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75" name="Freeform 574"/>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576" name="Freeform 575"/>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577" name="Straight Connector 576"/>
                <p:cNvCxnSpPr>
                  <a:cxnSpLocks noChangeShapeType="1"/>
                  <a:endCxn id="572" idx="2"/>
                </p:cNvCxnSpPr>
                <p:nvPr/>
              </p:nvCxnSpPr>
              <p:spPr bwMode="auto">
                <a:xfrm flipH="1" flipV="1">
                  <a:off x="2184879" y="1722154"/>
                  <a:ext cx="3780" cy="121059"/>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578" name="Straight Connector 577"/>
                <p:cNvCxnSpPr>
                  <a:cxnSpLocks noChangeShapeType="1"/>
                </p:cNvCxnSpPr>
                <p:nvPr/>
              </p:nvCxnSpPr>
              <p:spPr bwMode="auto">
                <a:xfrm flipH="1" flipV="1">
                  <a:off x="3379845" y="1727785"/>
                  <a:ext cx="3780" cy="121059"/>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11688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07" name="Straight Connector 606"/>
              <p:cNvCxnSpPr/>
              <p:nvPr/>
            </p:nvCxnSpPr>
            <p:spPr bwMode="auto">
              <a:xfrm flipH="1">
                <a:off x="6064879" y="4006752"/>
                <a:ext cx="1588" cy="136504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916" name="Group 607"/>
              <p:cNvGrpSpPr/>
              <p:nvPr/>
            </p:nvGrpSpPr>
            <p:grpSpPr>
              <a:xfrm>
                <a:off x="5557264" y="5297988"/>
                <a:ext cx="507588" cy="221697"/>
                <a:chOff x="4128636" y="3606589"/>
                <a:chExt cx="568145" cy="338667"/>
              </a:xfrm>
            </p:grpSpPr>
            <p:sp>
              <p:nvSpPr>
                <p:cNvPr id="616" name="Oval 615"/>
                <p:cNvSpPr/>
                <p:nvPr/>
              </p:nvSpPr>
              <p:spPr>
                <a:xfrm>
                  <a:off x="4128205" y="3719341"/>
                  <a:ext cx="568606" cy="2255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17" name="Rectangle 616"/>
                <p:cNvSpPr/>
                <p:nvPr/>
              </p:nvSpPr>
              <p:spPr>
                <a:xfrm>
                  <a:off x="4128205" y="3719341"/>
                  <a:ext cx="568606" cy="111537"/>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18" name="Oval 617"/>
                <p:cNvSpPr/>
                <p:nvPr/>
              </p:nvSpPr>
              <p:spPr>
                <a:xfrm>
                  <a:off x="4128205" y="3598104"/>
                  <a:ext cx="568606" cy="232773"/>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19" name="Straight Connector 618"/>
                <p:cNvCxnSpPr/>
                <p:nvPr/>
              </p:nvCxnSpPr>
              <p:spPr>
                <a:xfrm>
                  <a:off x="4696811" y="3719341"/>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341"/>
                  <a:ext cx="0" cy="11153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7" y="4562294"/>
                <a:ext cx="496887" cy="81267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11" name="Straight Connector 610"/>
              <p:cNvCxnSpPr/>
              <p:nvPr/>
            </p:nvCxnSpPr>
            <p:spPr bwMode="auto">
              <a:xfrm flipH="1">
                <a:off x="5552117" y="4014689"/>
                <a:ext cx="3175" cy="145075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919" name="Group 595"/>
              <p:cNvGrpSpPr/>
              <p:nvPr/>
            </p:nvGrpSpPr>
            <p:grpSpPr>
              <a:xfrm>
                <a:off x="5554629" y="3849635"/>
                <a:ext cx="503828" cy="248249"/>
                <a:chOff x="2183302" y="1564542"/>
                <a:chExt cx="1200154" cy="440314"/>
              </a:xfrm>
            </p:grpSpPr>
            <p:sp>
              <p:nvSpPr>
                <p:cNvPr id="597" name="Oval 596"/>
                <p:cNvSpPr/>
                <p:nvPr/>
              </p:nvSpPr>
              <p:spPr bwMode="auto">
                <a:xfrm flipV="1">
                  <a:off x="2188662" y="1691192"/>
                  <a:ext cx="1194966" cy="31249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598" name="Rectangle 597"/>
                <p:cNvSpPr/>
                <p:nvPr/>
              </p:nvSpPr>
              <p:spPr bwMode="auto">
                <a:xfrm>
                  <a:off x="2184881" y="1736237"/>
                  <a:ext cx="1198746" cy="11261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99" name="Oval 598"/>
                <p:cNvSpPr>
                  <a:spLocks noChangeArrowheads="1"/>
                </p:cNvSpPr>
                <p:nvPr/>
              </p:nvSpPr>
              <p:spPr bwMode="auto">
                <a:xfrm flipV="1">
                  <a:off x="2184881" y="1564505"/>
                  <a:ext cx="1194966" cy="31249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600" name="Freeform 599"/>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01" name="Freeform 600"/>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602" name="Freeform 601"/>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603" name="Freeform 602"/>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604" name="Straight Connector 603"/>
                <p:cNvCxnSpPr>
                  <a:cxnSpLocks noChangeShapeType="1"/>
                  <a:endCxn id="599" idx="2"/>
                </p:cNvCxnSpPr>
                <p:nvPr/>
              </p:nvCxnSpPr>
              <p:spPr bwMode="auto">
                <a:xfrm flipH="1" flipV="1">
                  <a:off x="2184881" y="1722161"/>
                  <a:ext cx="3780" cy="121057"/>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605" name="Straight Connector 604"/>
                <p:cNvCxnSpPr>
                  <a:cxnSpLocks noChangeShapeType="1"/>
                </p:cNvCxnSpPr>
                <p:nvPr/>
              </p:nvCxnSpPr>
              <p:spPr bwMode="auto">
                <a:xfrm flipH="1" flipV="1">
                  <a:off x="3379847" y="1727792"/>
                  <a:ext cx="3780" cy="121057"/>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nvGrpSpPr>
            <p:cNvPr id="11688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34" name="Straight Connector 633"/>
              <p:cNvCxnSpPr/>
              <p:nvPr/>
            </p:nvCxnSpPr>
            <p:spPr bwMode="auto">
              <a:xfrm flipH="1">
                <a:off x="7060242" y="3994054"/>
                <a:ext cx="1587" cy="136663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894" name="Group 634"/>
              <p:cNvGrpSpPr/>
              <p:nvPr/>
            </p:nvGrpSpPr>
            <p:grpSpPr>
              <a:xfrm>
                <a:off x="6552627" y="5286665"/>
                <a:ext cx="507588" cy="221908"/>
                <a:chOff x="4128636" y="3606589"/>
                <a:chExt cx="568145" cy="338667"/>
              </a:xfrm>
            </p:grpSpPr>
            <p:sp>
              <p:nvSpPr>
                <p:cNvPr id="643" name="Oval 642"/>
                <p:cNvSpPr/>
                <p:nvPr/>
              </p:nvSpPr>
              <p:spPr>
                <a:xfrm>
                  <a:off x="4128205" y="3719558"/>
                  <a:ext cx="568606" cy="22528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44" name="Rectangle 643"/>
                <p:cNvSpPr/>
                <p:nvPr/>
              </p:nvSpPr>
              <p:spPr>
                <a:xfrm>
                  <a:off x="4128205" y="3719558"/>
                  <a:ext cx="568606" cy="111431"/>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45" name="Oval 644"/>
                <p:cNvSpPr/>
                <p:nvPr/>
              </p:nvSpPr>
              <p:spPr>
                <a:xfrm>
                  <a:off x="4128205" y="3605704"/>
                  <a:ext cx="568606" cy="22528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46" name="Straight Connector 645"/>
                <p:cNvCxnSpPr/>
                <p:nvPr/>
              </p:nvCxnSpPr>
              <p:spPr>
                <a:xfrm>
                  <a:off x="4696811" y="3719558"/>
                  <a:ext cx="0" cy="11143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5" y="3719558"/>
                  <a:ext cx="0" cy="11143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184"/>
                <a:ext cx="496888" cy="81267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38" name="Straight Connector 637"/>
              <p:cNvCxnSpPr/>
              <p:nvPr/>
            </p:nvCxnSpPr>
            <p:spPr bwMode="auto">
              <a:xfrm flipH="1">
                <a:off x="6547479" y="4001991"/>
                <a:ext cx="3175" cy="1452344"/>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116897" name="Group 622"/>
              <p:cNvGrpSpPr/>
              <p:nvPr/>
            </p:nvGrpSpPr>
            <p:grpSpPr>
              <a:xfrm>
                <a:off x="6549992" y="3836935"/>
                <a:ext cx="503828" cy="248485"/>
                <a:chOff x="2183302" y="1564542"/>
                <a:chExt cx="1200154" cy="440314"/>
              </a:xfrm>
            </p:grpSpPr>
            <p:sp>
              <p:nvSpPr>
                <p:cNvPr id="624" name="Oval 623"/>
                <p:cNvSpPr/>
                <p:nvPr/>
              </p:nvSpPr>
              <p:spPr bwMode="auto">
                <a:xfrm flipV="1">
                  <a:off x="2188662" y="1691075"/>
                  <a:ext cx="1194966" cy="315014"/>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solidFill>
                        <a:schemeClr val="tx1"/>
                      </a:solidFill>
                    </a:ln>
                    <a:solidFill>
                      <a:schemeClr val="lt1"/>
                    </a:solidFill>
                    <a:effectLst/>
                    <a:uLnTx/>
                    <a:uFillTx/>
                    <a:latin typeface="+mn-lt"/>
                    <a:ea typeface="+mn-ea"/>
                    <a:cs typeface="+mn-cs"/>
                  </a:endParaRPr>
                </a:p>
              </p:txBody>
            </p:sp>
            <p:sp>
              <p:nvSpPr>
                <p:cNvPr id="625" name="Rectangle 624"/>
                <p:cNvSpPr/>
                <p:nvPr/>
              </p:nvSpPr>
              <p:spPr bwMode="auto">
                <a:xfrm>
                  <a:off x="2184879" y="1736077"/>
                  <a:ext cx="1198749" cy="11250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26" name="Oval 625"/>
                <p:cNvSpPr>
                  <a:spLocks noChangeArrowheads="1"/>
                </p:cNvSpPr>
                <p:nvPr/>
              </p:nvSpPr>
              <p:spPr bwMode="auto">
                <a:xfrm flipV="1">
                  <a:off x="2184879" y="1564508"/>
                  <a:ext cx="1194966" cy="315014"/>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627" name="Freeform 626"/>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28" name="Freeform 627"/>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629" name="Freeform 628"/>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630" name="Freeform 629"/>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631" name="Straight Connector 630"/>
                <p:cNvCxnSpPr>
                  <a:cxnSpLocks noChangeShapeType="1"/>
                  <a:endCxn id="626" idx="2"/>
                </p:cNvCxnSpPr>
                <p:nvPr/>
              </p:nvCxnSpPr>
              <p:spPr bwMode="auto">
                <a:xfrm flipH="1" flipV="1">
                  <a:off x="2184879" y="1722015"/>
                  <a:ext cx="3783" cy="120942"/>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632" name="Straight Connector 631"/>
                <p:cNvCxnSpPr>
                  <a:cxnSpLocks noChangeShapeType="1"/>
                </p:cNvCxnSpPr>
                <p:nvPr/>
              </p:nvCxnSpPr>
              <p:spPr bwMode="auto">
                <a:xfrm flipH="1" flipV="1">
                  <a:off x="3379845" y="1730452"/>
                  <a:ext cx="3783" cy="120944"/>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grpSp>
      <p:grpSp>
        <p:nvGrpSpPr>
          <p:cNvPr id="28" name="Group 27"/>
          <p:cNvGrpSpPr/>
          <p:nvPr/>
        </p:nvGrpSpPr>
        <p:grpSpPr>
          <a:xfrm>
            <a:off x="2381250" y="2476500"/>
            <a:ext cx="4416425" cy="2314575"/>
            <a:chOff x="2381956" y="2435173"/>
            <a:chExt cx="4415330" cy="2315048"/>
          </a:xfrm>
        </p:grpSpPr>
        <p:sp>
          <p:nvSpPr>
            <p:cNvPr id="391" name="Freeform 390"/>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015941"/>
                <a:gd name="connsiteX1-3" fmla="*/ 0 w 307275"/>
                <a:gd name="connsiteY1-4" fmla="*/ 0 h 2015941"/>
                <a:gd name="connsiteX2-5" fmla="*/ 0 w 307275"/>
                <a:gd name="connsiteY2-6" fmla="*/ 2015941 h 2015941"/>
                <a:gd name="connsiteX0-7" fmla="*/ 228538 w 228538"/>
                <a:gd name="connsiteY0-8" fmla="*/ 0 h 2022548"/>
                <a:gd name="connsiteX1-9" fmla="*/ 0 w 228538"/>
                <a:gd name="connsiteY1-10" fmla="*/ 6607 h 2022548"/>
                <a:gd name="connsiteX2-11" fmla="*/ 0 w 228538"/>
                <a:gd name="connsiteY2-12" fmla="*/ 2022548 h 2022548"/>
              </a:gdLst>
              <a:ahLst/>
              <a:cxnLst>
                <a:cxn ang="0">
                  <a:pos x="connsiteX0-1" y="connsiteY0-2"/>
                </a:cxn>
                <a:cxn ang="0">
                  <a:pos x="connsiteX1-3" y="connsiteY1-4"/>
                </a:cxn>
                <a:cxn ang="0">
                  <a:pos x="connsiteX2-5" y="connsiteY2-6"/>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rgbClr val="CC0000"/>
                </a:solidFill>
                <a:effectLst/>
                <a:uLnTx/>
                <a:uFillTx/>
                <a:latin typeface="+mn-lt"/>
                <a:ea typeface="+mn-ea"/>
                <a:cs typeface="+mn-cs"/>
              </a:endParaRPr>
            </a:p>
          </p:txBody>
        </p:sp>
        <p:sp>
          <p:nvSpPr>
            <p:cNvPr id="392" name="Freeform 391"/>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117725"/>
                <a:gd name="connsiteX1-3" fmla="*/ 0 w 307275"/>
                <a:gd name="connsiteY1-4" fmla="*/ 0 h 2117725"/>
                <a:gd name="connsiteX2-5" fmla="*/ 0 w 307275"/>
                <a:gd name="connsiteY2-6" fmla="*/ 2117725 h 2117725"/>
              </a:gdLst>
              <a:ahLst/>
              <a:cxnLst>
                <a:cxn ang="0">
                  <a:pos x="connsiteX0-1" y="connsiteY0-2"/>
                </a:cxn>
                <a:cxn ang="0">
                  <a:pos x="connsiteX1-3" y="connsiteY1-4"/>
                </a:cxn>
                <a:cxn ang="0">
                  <a:pos x="connsiteX2-5" y="connsiteY2-6"/>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tx1"/>
                </a:solidFill>
                <a:effectLst/>
                <a:uLnTx/>
                <a:uFillTx/>
                <a:latin typeface="+mn-lt"/>
                <a:ea typeface="+mn-ea"/>
                <a:cs typeface="+mn-cs"/>
              </a:endParaRPr>
            </a:p>
          </p:txBody>
        </p:sp>
        <p:cxnSp>
          <p:nvCxnSpPr>
            <p:cNvPr id="393" name="Straight Arrow Connector 392"/>
            <p:cNvCxnSpPr/>
            <p:nvPr/>
          </p:nvCxnSpPr>
          <p:spPr>
            <a:xfrm flipV="1">
              <a:off x="5791061" y="2687638"/>
              <a:ext cx="7936" cy="206258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9144" y="2708279"/>
              <a:ext cx="17458" cy="2037179"/>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178" y="2762265"/>
              <a:ext cx="9523"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116751" name="Text Box 167"/>
          <p:cNvSpPr txBox="1"/>
          <p:nvPr/>
        </p:nvSpPr>
        <p:spPr>
          <a:xfrm>
            <a:off x="542925" y="236538"/>
            <a:ext cx="6537325" cy="6461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3600">
                <a:solidFill>
                  <a:srgbClr val="000099"/>
                </a:solidFill>
              </a:rPr>
              <a:t>Logically centralized control plane</a:t>
            </a:r>
          </a:p>
        </p:txBody>
      </p:sp>
      <p:pic>
        <p:nvPicPr>
          <p:cNvPr id="116752" name="Picture 5" descr="underline_base"/>
          <p:cNvPicPr/>
          <p:nvPr/>
        </p:nvPicPr>
        <p:blipFill>
          <a:blip r:embed="rId2"/>
          <a:stretch>
            <a:fillRect/>
          </a:stretch>
        </p:blipFill>
        <p:spPr>
          <a:xfrm>
            <a:off x="581025" y="776288"/>
            <a:ext cx="6423025" cy="209550"/>
          </a:xfrm>
          <a:prstGeom prst="rect">
            <a:avLst/>
          </a:prstGeom>
          <a:noFill/>
          <a:ln w="9525">
            <a:noFill/>
          </a:ln>
        </p:spPr>
      </p:pic>
      <p:sp>
        <p:nvSpPr>
          <p:cNvPr id="116753" name="TextBox 335"/>
          <p:cNvSpPr txBox="1"/>
          <p:nvPr/>
        </p:nvSpPr>
        <p:spPr>
          <a:xfrm>
            <a:off x="630238" y="1063625"/>
            <a:ext cx="8456612" cy="830263"/>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a:latin typeface="Arial" panose="020B0604020202090204" pitchFamily="34" charset="0"/>
              </a:rPr>
              <a:t>A distinct (typically remote) controller interacts with local control agents (CAs)</a:t>
            </a:r>
          </a:p>
        </p:txBody>
      </p:sp>
      <p:grpSp>
        <p:nvGrpSpPr>
          <p:cNvPr id="24" name="Group 23"/>
          <p:cNvGrpSpPr/>
          <p:nvPr/>
        </p:nvGrpSpPr>
        <p:grpSpPr>
          <a:xfrm>
            <a:off x="2055813" y="4687888"/>
            <a:ext cx="4957762" cy="693737"/>
            <a:chOff x="2055070" y="4690247"/>
            <a:chExt cx="4956877" cy="694339"/>
          </a:xfrm>
        </p:grpSpPr>
        <p:grpSp>
          <p:nvGrpSpPr>
            <p:cNvPr id="116850" name="Group 554"/>
            <p:cNvGrpSpPr/>
            <p:nvPr/>
          </p:nvGrpSpPr>
          <p:grpSpPr>
            <a:xfrm>
              <a:off x="3605320" y="5055434"/>
              <a:ext cx="430131" cy="329152"/>
              <a:chOff x="2931664" y="3912603"/>
              <a:chExt cx="430450" cy="329314"/>
            </a:xfrm>
          </p:grpSpPr>
          <p:sp>
            <p:nvSpPr>
              <p:cNvPr id="558" name="Rectangle 557"/>
              <p:cNvSpPr/>
              <p:nvPr/>
            </p:nvSpPr>
            <p:spPr>
              <a:xfrm>
                <a:off x="2936890" y="3912858"/>
                <a:ext cx="425689" cy="32905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59" name="Straight Connector 558"/>
              <p:cNvCxnSpPr/>
              <p:nvPr/>
            </p:nvCxnSpPr>
            <p:spPr>
              <a:xfrm>
                <a:off x="2932124" y="4005058"/>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24" y="4068645"/>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a:stCxn id="558" idx="2"/>
              </p:cNvCxnSpPr>
              <p:nvPr/>
            </p:nvCxnSpPr>
            <p:spPr>
              <a:xfrm flipH="1" flipV="1">
                <a:off x="3148146" y="4005058"/>
                <a:ext cx="1589" cy="236859"/>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116851" name="Group 582"/>
            <p:cNvGrpSpPr/>
            <p:nvPr/>
          </p:nvGrpSpPr>
          <p:grpSpPr>
            <a:xfrm>
              <a:off x="4387957" y="5055368"/>
              <a:ext cx="430131" cy="329152"/>
              <a:chOff x="2931664" y="3912603"/>
              <a:chExt cx="430450" cy="329314"/>
            </a:xfrm>
          </p:grpSpPr>
          <p:sp>
            <p:nvSpPr>
              <p:cNvPr id="585" name="Rectangle 584"/>
              <p:cNvSpPr/>
              <p:nvPr/>
            </p:nvSpPr>
            <p:spPr>
              <a:xfrm>
                <a:off x="2936750" y="3912924"/>
                <a:ext cx="425689" cy="32905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586" name="Straight Connector 585"/>
              <p:cNvCxnSpPr/>
              <p:nvPr/>
            </p:nvCxnSpPr>
            <p:spPr>
              <a:xfrm>
                <a:off x="2931985" y="4005125"/>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7" name="Straight Connector 586"/>
              <p:cNvCxnSpPr/>
              <p:nvPr/>
            </p:nvCxnSpPr>
            <p:spPr>
              <a:xfrm>
                <a:off x="2931985" y="4068711"/>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5" idx="2"/>
              </p:cNvCxnSpPr>
              <p:nvPr/>
            </p:nvCxnSpPr>
            <p:spPr>
              <a:xfrm flipH="1" flipV="1">
                <a:off x="3148007" y="4005125"/>
                <a:ext cx="1588" cy="236859"/>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116852" name="Group 609"/>
            <p:cNvGrpSpPr/>
            <p:nvPr/>
          </p:nvGrpSpPr>
          <p:grpSpPr>
            <a:xfrm>
              <a:off x="5591804" y="5053093"/>
              <a:ext cx="430212" cy="328614"/>
              <a:chOff x="2932186" y="3913304"/>
              <a:chExt cx="430531" cy="328775"/>
            </a:xfrm>
          </p:grpSpPr>
          <p:sp>
            <p:nvSpPr>
              <p:cNvPr id="612" name="Rectangle 611"/>
              <p:cNvSpPr/>
              <p:nvPr/>
            </p:nvSpPr>
            <p:spPr>
              <a:xfrm>
                <a:off x="2936535" y="3912722"/>
                <a:ext cx="425689" cy="329058"/>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13" name="Straight Connector 612"/>
              <p:cNvCxnSpPr/>
              <p:nvPr/>
            </p:nvCxnSpPr>
            <p:spPr>
              <a:xfrm>
                <a:off x="2931771" y="4004922"/>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p:nvPr/>
            </p:nvCxnSpPr>
            <p:spPr>
              <a:xfrm>
                <a:off x="2931771" y="4068509"/>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5" name="Straight Connector 614"/>
              <p:cNvCxnSpPr>
                <a:stCxn id="612" idx="2"/>
              </p:cNvCxnSpPr>
              <p:nvPr/>
            </p:nvCxnSpPr>
            <p:spPr>
              <a:xfrm flipH="1" flipV="1">
                <a:off x="3147792" y="4004922"/>
                <a:ext cx="1588" cy="236858"/>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116853" name="Group 636"/>
            <p:cNvGrpSpPr/>
            <p:nvPr/>
          </p:nvGrpSpPr>
          <p:grpSpPr>
            <a:xfrm>
              <a:off x="6581816" y="5045656"/>
              <a:ext cx="430131" cy="329465"/>
              <a:chOff x="2931664" y="3912603"/>
              <a:chExt cx="430450" cy="329314"/>
            </a:xfrm>
          </p:grpSpPr>
          <p:sp>
            <p:nvSpPr>
              <p:cNvPr id="639" name="Rectangle 638"/>
              <p:cNvSpPr/>
              <p:nvPr/>
            </p:nvSpPr>
            <p:spPr>
              <a:xfrm>
                <a:off x="2936425" y="3913102"/>
                <a:ext cx="425689" cy="32874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640" name="Straight Connector 639"/>
              <p:cNvCxnSpPr/>
              <p:nvPr/>
            </p:nvCxnSpPr>
            <p:spPr>
              <a:xfrm>
                <a:off x="2931660" y="4005215"/>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1" name="Straight Connector 640"/>
              <p:cNvCxnSpPr/>
              <p:nvPr/>
            </p:nvCxnSpPr>
            <p:spPr>
              <a:xfrm>
                <a:off x="2931660" y="4067152"/>
                <a:ext cx="425689"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2" name="Straight Connector 641"/>
              <p:cNvCxnSpPr>
                <a:stCxn id="639" idx="2"/>
              </p:cNvCxnSpPr>
              <p:nvPr/>
            </p:nvCxnSpPr>
            <p:spPr>
              <a:xfrm flipH="1" flipV="1">
                <a:off x="3147681" y="4005215"/>
                <a:ext cx="1588" cy="23663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116854" name="Group 554"/>
            <p:cNvGrpSpPr/>
            <p:nvPr/>
          </p:nvGrpSpPr>
          <p:grpSpPr>
            <a:xfrm>
              <a:off x="2055070" y="4690247"/>
              <a:ext cx="675320" cy="521222"/>
              <a:chOff x="2931664" y="3912603"/>
              <a:chExt cx="430450" cy="329314"/>
            </a:xfrm>
          </p:grpSpPr>
          <p:sp>
            <p:nvSpPr>
              <p:cNvPr id="358" name="Rectangle 357"/>
              <p:cNvSpPr/>
              <p:nvPr/>
            </p:nvSpPr>
            <p:spPr>
              <a:xfrm>
                <a:off x="2936722" y="3913607"/>
                <a:ext cx="425923" cy="328266"/>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cxnSp>
            <p:nvCxnSpPr>
              <p:cNvPr id="359" name="Straight Connector 358"/>
              <p:cNvCxnSpPr/>
              <p:nvPr/>
            </p:nvCxnSpPr>
            <p:spPr>
              <a:xfrm>
                <a:off x="2932675" y="4004959"/>
                <a:ext cx="42491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675" y="4069207"/>
                <a:ext cx="42491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a:stCxn id="358" idx="2"/>
              </p:cNvCxnSpPr>
              <p:nvPr/>
            </p:nvCxnSpPr>
            <p:spPr>
              <a:xfrm flipH="1" flipV="1">
                <a:off x="3148166" y="4004959"/>
                <a:ext cx="1011" cy="23691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116755" name="Group 347"/>
          <p:cNvGrpSpPr/>
          <p:nvPr/>
        </p:nvGrpSpPr>
        <p:grpSpPr>
          <a:xfrm>
            <a:off x="5856288" y="5943600"/>
            <a:ext cx="588962" cy="242888"/>
            <a:chOff x="1871277" y="1576300"/>
            <a:chExt cx="1128371" cy="437861"/>
          </a:xfrm>
        </p:grpSpPr>
        <p:sp>
          <p:nvSpPr>
            <p:cNvPr id="363" name="Oval 362"/>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64" name="Rectangle 363"/>
            <p:cNvSpPr/>
            <p:nvPr/>
          </p:nvSpPr>
          <p:spPr bwMode="auto">
            <a:xfrm>
              <a:off x="1871277" y="1739425"/>
              <a:ext cx="1128371" cy="117334"/>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65" name="Oval 364"/>
            <p:cNvSpPr>
              <a:spLocks noChangeArrowheads="1"/>
            </p:cNvSpPr>
            <p:nvPr/>
          </p:nvSpPr>
          <p:spPr bwMode="auto">
            <a:xfrm flipV="1">
              <a:off x="1871277" y="1576300"/>
              <a:ext cx="1125331" cy="320525"/>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66" name="Freeform 365"/>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67" name="Freeform 366"/>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68" name="Freeform 367"/>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69" name="Freeform 368"/>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70" name="Straight Connector 369"/>
            <p:cNvCxnSpPr>
              <a:cxnSpLocks noChangeShapeType="1"/>
              <a:endCxn id="365" idx="2"/>
            </p:cNvCxnSpPr>
            <p:nvPr/>
          </p:nvCxnSpPr>
          <p:spPr bwMode="auto">
            <a:xfrm flipH="1" flipV="1">
              <a:off x="1871277" y="1736563"/>
              <a:ext cx="3040" cy="123060"/>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71" name="Straight Connector 370"/>
            <p:cNvCxnSpPr>
              <a:cxnSpLocks noChangeShapeType="1"/>
            </p:cNvCxnSpPr>
            <p:nvPr/>
          </p:nvCxnSpPr>
          <p:spPr bwMode="auto">
            <a:xfrm flipH="1" flipV="1">
              <a:off x="2996608" y="1733702"/>
              <a:ext cx="3040" cy="123058"/>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116756" name="Group 347"/>
          <p:cNvGrpSpPr/>
          <p:nvPr/>
        </p:nvGrpSpPr>
        <p:grpSpPr>
          <a:xfrm>
            <a:off x="4375150" y="5802313"/>
            <a:ext cx="588963" cy="242887"/>
            <a:chOff x="1871277" y="1576300"/>
            <a:chExt cx="1128371" cy="437861"/>
          </a:xfrm>
        </p:grpSpPr>
        <p:sp>
          <p:nvSpPr>
            <p:cNvPr id="373" name="Oval 372"/>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74" name="Rectangle 373"/>
            <p:cNvSpPr/>
            <p:nvPr/>
          </p:nvSpPr>
          <p:spPr bwMode="auto">
            <a:xfrm>
              <a:off x="1871277" y="1739424"/>
              <a:ext cx="1128371" cy="117336"/>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75" name="Oval 374"/>
            <p:cNvSpPr>
              <a:spLocks noChangeArrowheads="1"/>
            </p:cNvSpPr>
            <p:nvPr/>
          </p:nvSpPr>
          <p:spPr bwMode="auto">
            <a:xfrm flipV="1">
              <a:off x="1871277" y="1576300"/>
              <a:ext cx="1125329" cy="320526"/>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76" name="Freeform 375"/>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77" name="Freeform 376"/>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78" name="Freeform 377"/>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379" name="Freeform 378"/>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380" name="Straight Connector 379"/>
            <p:cNvCxnSpPr>
              <a:cxnSpLocks noChangeShapeType="1"/>
              <a:endCxn id="375" idx="2"/>
            </p:cNvCxnSpPr>
            <p:nvPr/>
          </p:nvCxnSpPr>
          <p:spPr bwMode="auto">
            <a:xfrm flipH="1" flipV="1">
              <a:off x="1871277" y="1736563"/>
              <a:ext cx="3042" cy="123058"/>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381" name="Straight Connector 380"/>
            <p:cNvCxnSpPr>
              <a:cxnSpLocks noChangeShapeType="1"/>
            </p:cNvCxnSpPr>
            <p:nvPr/>
          </p:nvCxnSpPr>
          <p:spPr bwMode="auto">
            <a:xfrm flipH="1" flipV="1">
              <a:off x="2996606" y="1733700"/>
              <a:ext cx="3042" cy="123060"/>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116757" name="Group 347"/>
          <p:cNvGrpSpPr/>
          <p:nvPr/>
        </p:nvGrpSpPr>
        <p:grpSpPr>
          <a:xfrm>
            <a:off x="5167313" y="6262688"/>
            <a:ext cx="588962" cy="242887"/>
            <a:chOff x="1871277" y="1576300"/>
            <a:chExt cx="1128371" cy="437861"/>
          </a:xfrm>
        </p:grpSpPr>
        <p:sp>
          <p:nvSpPr>
            <p:cNvPr id="402" name="Oval 401"/>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07" name="Rectangle 406"/>
            <p:cNvSpPr/>
            <p:nvPr/>
          </p:nvSpPr>
          <p:spPr bwMode="auto">
            <a:xfrm>
              <a:off x="1871277" y="1739424"/>
              <a:ext cx="1128371" cy="117336"/>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12" name="Oval 411"/>
            <p:cNvSpPr>
              <a:spLocks noChangeArrowheads="1"/>
            </p:cNvSpPr>
            <p:nvPr/>
          </p:nvSpPr>
          <p:spPr bwMode="auto">
            <a:xfrm flipV="1">
              <a:off x="1871277" y="1576300"/>
              <a:ext cx="1125331" cy="320526"/>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17" name="Freeform 416"/>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22" name="Freeform 421"/>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27" name="Freeform 426"/>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28" name="Freeform 427"/>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429" name="Straight Connector 428"/>
            <p:cNvCxnSpPr>
              <a:cxnSpLocks noChangeShapeType="1"/>
              <a:endCxn id="412" idx="2"/>
            </p:cNvCxnSpPr>
            <p:nvPr/>
          </p:nvCxnSpPr>
          <p:spPr bwMode="auto">
            <a:xfrm flipH="1" flipV="1">
              <a:off x="1871277" y="1736563"/>
              <a:ext cx="3040" cy="123058"/>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430" name="Straight Connector 429"/>
            <p:cNvCxnSpPr>
              <a:cxnSpLocks noChangeShapeType="1"/>
            </p:cNvCxnSpPr>
            <p:nvPr/>
          </p:nvCxnSpPr>
          <p:spPr bwMode="auto">
            <a:xfrm flipH="1" flipV="1">
              <a:off x="2996608" y="1733700"/>
              <a:ext cx="3040" cy="123060"/>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116758" name="Group 347"/>
          <p:cNvGrpSpPr/>
          <p:nvPr/>
        </p:nvGrpSpPr>
        <p:grpSpPr>
          <a:xfrm>
            <a:off x="3703638" y="6354763"/>
            <a:ext cx="588962" cy="242887"/>
            <a:chOff x="1871277" y="1576300"/>
            <a:chExt cx="1128371" cy="437861"/>
          </a:xfrm>
        </p:grpSpPr>
        <p:sp>
          <p:nvSpPr>
            <p:cNvPr id="432" name="Oval 431"/>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33" name="Rectangle 432"/>
            <p:cNvSpPr/>
            <p:nvPr/>
          </p:nvSpPr>
          <p:spPr bwMode="auto">
            <a:xfrm>
              <a:off x="1871277" y="1739424"/>
              <a:ext cx="1128371" cy="117336"/>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34" name="Oval 433"/>
            <p:cNvSpPr>
              <a:spLocks noChangeArrowheads="1"/>
            </p:cNvSpPr>
            <p:nvPr/>
          </p:nvSpPr>
          <p:spPr bwMode="auto">
            <a:xfrm flipV="1">
              <a:off x="1871277" y="1576300"/>
              <a:ext cx="1125331" cy="320526"/>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435" name="Freeform 434"/>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36" name="Freeform 435"/>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37" name="Freeform 436"/>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38" name="Freeform 437"/>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439" name="Straight Connector 438"/>
            <p:cNvCxnSpPr>
              <a:cxnSpLocks noChangeShapeType="1"/>
              <a:endCxn id="434" idx="2"/>
            </p:cNvCxnSpPr>
            <p:nvPr/>
          </p:nvCxnSpPr>
          <p:spPr bwMode="auto">
            <a:xfrm flipH="1" flipV="1">
              <a:off x="1871277" y="1736563"/>
              <a:ext cx="3040" cy="123058"/>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440" name="Straight Connector 439"/>
            <p:cNvCxnSpPr>
              <a:cxnSpLocks noChangeShapeType="1"/>
            </p:cNvCxnSpPr>
            <p:nvPr/>
          </p:nvCxnSpPr>
          <p:spPr bwMode="auto">
            <a:xfrm flipH="1" flipV="1">
              <a:off x="2996608" y="1733700"/>
              <a:ext cx="3040" cy="123060"/>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26" name="Group 25"/>
          <p:cNvGrpSpPr/>
          <p:nvPr/>
        </p:nvGrpSpPr>
        <p:grpSpPr>
          <a:xfrm>
            <a:off x="1925638" y="2220913"/>
            <a:ext cx="5095875" cy="2832100"/>
            <a:chOff x="1925876" y="2212958"/>
            <a:chExt cx="5095391" cy="2833288"/>
          </a:xfrm>
        </p:grpSpPr>
        <p:grpSp>
          <p:nvGrpSpPr>
            <p:cNvPr id="116786" name="Group 11"/>
            <p:cNvGrpSpPr/>
            <p:nvPr/>
          </p:nvGrpSpPr>
          <p:grpSpPr>
            <a:xfrm>
              <a:off x="2745416" y="2212958"/>
              <a:ext cx="3597533" cy="493677"/>
              <a:chOff x="2705100" y="2011398"/>
              <a:chExt cx="3597533" cy="493677"/>
            </a:xfrm>
          </p:grpSpPr>
          <p:sp>
            <p:nvSpPr>
              <p:cNvPr id="342" name="Oval 341"/>
              <p:cNvSpPr/>
              <p:nvPr/>
            </p:nvSpPr>
            <p:spPr bwMode="auto">
              <a:xfrm>
                <a:off x="2722092" y="2011398"/>
                <a:ext cx="3581060" cy="492331"/>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89" name="Oval 388"/>
              <p:cNvSpPr/>
              <p:nvPr/>
            </p:nvSpPr>
            <p:spPr bwMode="auto">
              <a:xfrm>
                <a:off x="2704632" y="2012986"/>
                <a:ext cx="3581060" cy="492331"/>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16813" name="TextBox 389"/>
              <p:cNvSpPr txBox="1"/>
              <p:nvPr/>
            </p:nvSpPr>
            <p:spPr>
              <a:xfrm>
                <a:off x="3452664" y="2127167"/>
                <a:ext cx="2057700" cy="29612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800">
                    <a:solidFill>
                      <a:schemeClr val="bg1"/>
                    </a:solidFill>
                    <a:latin typeface="Arial" panose="020B0604020202090204" pitchFamily="34" charset="0"/>
                  </a:rPr>
                  <a:t>Remote Controller</a:t>
                </a:r>
              </a:p>
            </p:txBody>
          </p:sp>
        </p:grpSp>
        <p:grpSp>
          <p:nvGrpSpPr>
            <p:cNvPr id="116787" name="Group 441"/>
            <p:cNvGrpSpPr/>
            <p:nvPr/>
          </p:nvGrpSpPr>
          <p:grpSpPr>
            <a:xfrm>
              <a:off x="1925876" y="4223509"/>
              <a:ext cx="923540" cy="405953"/>
              <a:chOff x="2705100" y="2011398"/>
              <a:chExt cx="3597533" cy="493677"/>
            </a:xfrm>
          </p:grpSpPr>
          <p:sp>
            <p:nvSpPr>
              <p:cNvPr id="443" name="Oval 442"/>
              <p:cNvSpPr/>
              <p:nvPr/>
            </p:nvSpPr>
            <p:spPr bwMode="auto">
              <a:xfrm>
                <a:off x="2723648" y="2011480"/>
                <a:ext cx="3580142" cy="492496"/>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44" name="Oval 443"/>
              <p:cNvSpPr/>
              <p:nvPr/>
            </p:nvSpPr>
            <p:spPr bwMode="auto">
              <a:xfrm>
                <a:off x="2705100" y="2013410"/>
                <a:ext cx="3580138" cy="492497"/>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16810" name="TextBox 389"/>
              <p:cNvSpPr txBox="1"/>
              <p:nvPr/>
            </p:nvSpPr>
            <p:spPr>
              <a:xfrm>
                <a:off x="3901810" y="2127167"/>
                <a:ext cx="1159411" cy="29612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800">
                    <a:solidFill>
                      <a:schemeClr val="bg1"/>
                    </a:solidFill>
                    <a:latin typeface="Arial" panose="020B0604020202090204" pitchFamily="34" charset="0"/>
                  </a:rPr>
                  <a:t>CA</a:t>
                </a:r>
              </a:p>
            </p:txBody>
          </p:sp>
        </p:grpSp>
        <p:grpSp>
          <p:nvGrpSpPr>
            <p:cNvPr id="116788" name="Group 16"/>
            <p:cNvGrpSpPr/>
            <p:nvPr/>
          </p:nvGrpSpPr>
          <p:grpSpPr>
            <a:xfrm>
              <a:off x="3589508" y="4760377"/>
              <a:ext cx="463568" cy="285869"/>
              <a:chOff x="3558850" y="4573304"/>
              <a:chExt cx="463568" cy="285869"/>
            </a:xfrm>
          </p:grpSpPr>
          <p:grpSp>
            <p:nvGrpSpPr>
              <p:cNvPr id="116804" name="Group 12"/>
              <p:cNvGrpSpPr/>
              <p:nvPr/>
            </p:nvGrpSpPr>
            <p:grpSpPr>
              <a:xfrm>
                <a:off x="3558850" y="4577634"/>
                <a:ext cx="463568" cy="262710"/>
                <a:chOff x="3558850" y="4577634"/>
                <a:chExt cx="463568" cy="262710"/>
              </a:xfrm>
            </p:grpSpPr>
            <p:sp>
              <p:nvSpPr>
                <p:cNvPr id="447" name="Oval 446"/>
                <p:cNvSpPr/>
                <p:nvPr/>
              </p:nvSpPr>
              <p:spPr bwMode="auto">
                <a:xfrm>
                  <a:off x="3573046" y="4578067"/>
                  <a:ext cx="439696" cy="260459"/>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48" name="Oval 447"/>
                <p:cNvSpPr/>
                <p:nvPr/>
              </p:nvSpPr>
              <p:spPr bwMode="auto">
                <a:xfrm>
                  <a:off x="3558760" y="4587596"/>
                  <a:ext cx="463506" cy="252519"/>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sp>
            <p:nvSpPr>
              <p:cNvPr id="116805" name="TextBox 389"/>
              <p:cNvSpPr txBox="1"/>
              <p:nvPr/>
            </p:nvSpPr>
            <p:spPr>
              <a:xfrm>
                <a:off x="3565935" y="4573304"/>
                <a:ext cx="434071" cy="28586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a:solidFill>
                      <a:schemeClr val="bg1"/>
                    </a:solidFill>
                    <a:latin typeface="Arial" panose="020B0604020202090204" pitchFamily="34" charset="0"/>
                  </a:rPr>
                  <a:t>CA</a:t>
                </a:r>
                <a:endParaRPr lang="en-US" altLang="zh-CN" sz="1800">
                  <a:solidFill>
                    <a:schemeClr val="bg1"/>
                  </a:solidFill>
                  <a:latin typeface="Arial" panose="020B0604020202090204" pitchFamily="34" charset="0"/>
                </a:endParaRPr>
              </a:p>
            </p:txBody>
          </p:sp>
        </p:grpSp>
        <p:grpSp>
          <p:nvGrpSpPr>
            <p:cNvPr id="116789" name="Group 450"/>
            <p:cNvGrpSpPr/>
            <p:nvPr/>
          </p:nvGrpSpPr>
          <p:grpSpPr>
            <a:xfrm>
              <a:off x="4369656" y="4758258"/>
              <a:ext cx="463568" cy="285869"/>
              <a:chOff x="3558850" y="4573304"/>
              <a:chExt cx="463568" cy="285869"/>
            </a:xfrm>
          </p:grpSpPr>
          <p:grpSp>
            <p:nvGrpSpPr>
              <p:cNvPr id="116800" name="Group 451"/>
              <p:cNvGrpSpPr/>
              <p:nvPr/>
            </p:nvGrpSpPr>
            <p:grpSpPr>
              <a:xfrm>
                <a:off x="3558850" y="4577634"/>
                <a:ext cx="463568" cy="262710"/>
                <a:chOff x="3558850" y="4577634"/>
                <a:chExt cx="463568" cy="262710"/>
              </a:xfrm>
            </p:grpSpPr>
            <p:sp>
              <p:nvSpPr>
                <p:cNvPr id="454" name="Oval 453"/>
                <p:cNvSpPr/>
                <p:nvPr/>
              </p:nvSpPr>
              <p:spPr bwMode="auto">
                <a:xfrm>
                  <a:off x="3573874" y="4583362"/>
                  <a:ext cx="439696" cy="25569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55" name="Oval 454"/>
                <p:cNvSpPr/>
                <p:nvPr/>
              </p:nvSpPr>
              <p:spPr bwMode="auto">
                <a:xfrm>
                  <a:off x="3559588" y="4592891"/>
                  <a:ext cx="463506" cy="247754"/>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sp>
            <p:nvSpPr>
              <p:cNvPr id="116801" name="TextBox 389"/>
              <p:cNvSpPr txBox="1"/>
              <p:nvPr/>
            </p:nvSpPr>
            <p:spPr>
              <a:xfrm>
                <a:off x="3565935" y="4573304"/>
                <a:ext cx="434071" cy="28586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a:solidFill>
                      <a:schemeClr val="bg1"/>
                    </a:solidFill>
                    <a:latin typeface="Arial" panose="020B0604020202090204" pitchFamily="34" charset="0"/>
                  </a:rPr>
                  <a:t>CA</a:t>
                </a:r>
                <a:endParaRPr lang="en-US" altLang="zh-CN" sz="1800">
                  <a:solidFill>
                    <a:schemeClr val="bg1"/>
                  </a:solidFill>
                  <a:latin typeface="Arial" panose="020B0604020202090204" pitchFamily="34" charset="0"/>
                </a:endParaRPr>
              </a:p>
            </p:txBody>
          </p:sp>
        </p:grpSp>
        <p:grpSp>
          <p:nvGrpSpPr>
            <p:cNvPr id="116790" name="Group 455"/>
            <p:cNvGrpSpPr/>
            <p:nvPr/>
          </p:nvGrpSpPr>
          <p:grpSpPr>
            <a:xfrm>
              <a:off x="5569912" y="4756140"/>
              <a:ext cx="463568" cy="285869"/>
              <a:chOff x="3558850" y="4573304"/>
              <a:chExt cx="463568" cy="285869"/>
            </a:xfrm>
          </p:grpSpPr>
          <p:grpSp>
            <p:nvGrpSpPr>
              <p:cNvPr id="116796" name="Group 456"/>
              <p:cNvGrpSpPr/>
              <p:nvPr/>
            </p:nvGrpSpPr>
            <p:grpSpPr>
              <a:xfrm>
                <a:off x="3558850" y="4577634"/>
                <a:ext cx="463568" cy="262710"/>
                <a:chOff x="3558850" y="4577634"/>
                <a:chExt cx="463568" cy="262710"/>
              </a:xfrm>
            </p:grpSpPr>
            <p:sp>
              <p:nvSpPr>
                <p:cNvPr id="459" name="Oval 458"/>
                <p:cNvSpPr/>
                <p:nvPr/>
              </p:nvSpPr>
              <p:spPr bwMode="auto">
                <a:xfrm>
                  <a:off x="3573654" y="4577540"/>
                  <a:ext cx="439696" cy="260459"/>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60" name="Oval 459"/>
                <p:cNvSpPr/>
                <p:nvPr/>
              </p:nvSpPr>
              <p:spPr bwMode="auto">
                <a:xfrm>
                  <a:off x="3559368" y="4587069"/>
                  <a:ext cx="463506" cy="252518"/>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sp>
            <p:nvSpPr>
              <p:cNvPr id="116797" name="TextBox 389"/>
              <p:cNvSpPr txBox="1"/>
              <p:nvPr/>
            </p:nvSpPr>
            <p:spPr>
              <a:xfrm>
                <a:off x="3565935" y="4573304"/>
                <a:ext cx="434071" cy="28586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a:solidFill>
                      <a:schemeClr val="bg1"/>
                    </a:solidFill>
                    <a:latin typeface="Arial" panose="020B0604020202090204" pitchFamily="34" charset="0"/>
                  </a:rPr>
                  <a:t>CA</a:t>
                </a:r>
                <a:endParaRPr lang="en-US" altLang="zh-CN" sz="1800">
                  <a:solidFill>
                    <a:schemeClr val="bg1"/>
                  </a:solidFill>
                  <a:latin typeface="Arial" panose="020B0604020202090204" pitchFamily="34" charset="0"/>
                </a:endParaRPr>
              </a:p>
            </p:txBody>
          </p:sp>
        </p:grpSp>
        <p:grpSp>
          <p:nvGrpSpPr>
            <p:cNvPr id="116791" name="Group 460"/>
            <p:cNvGrpSpPr/>
            <p:nvPr/>
          </p:nvGrpSpPr>
          <p:grpSpPr>
            <a:xfrm>
              <a:off x="6557699" y="4754022"/>
              <a:ext cx="463568" cy="285869"/>
              <a:chOff x="3558850" y="4573304"/>
              <a:chExt cx="463568" cy="285869"/>
            </a:xfrm>
          </p:grpSpPr>
          <p:grpSp>
            <p:nvGrpSpPr>
              <p:cNvPr id="116792" name="Group 461"/>
              <p:cNvGrpSpPr/>
              <p:nvPr/>
            </p:nvGrpSpPr>
            <p:grpSpPr>
              <a:xfrm>
                <a:off x="3558850" y="4577634"/>
                <a:ext cx="463568" cy="262710"/>
                <a:chOff x="3558850" y="4577634"/>
                <a:chExt cx="463568" cy="262710"/>
              </a:xfrm>
            </p:grpSpPr>
            <p:sp>
              <p:nvSpPr>
                <p:cNvPr id="464" name="Oval 463"/>
                <p:cNvSpPr/>
                <p:nvPr/>
              </p:nvSpPr>
              <p:spPr bwMode="auto">
                <a:xfrm>
                  <a:off x="3573198" y="4578069"/>
                  <a:ext cx="439696" cy="260459"/>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65" name="Oval 464"/>
                <p:cNvSpPr/>
                <p:nvPr/>
              </p:nvSpPr>
              <p:spPr bwMode="auto">
                <a:xfrm>
                  <a:off x="3558912" y="4587598"/>
                  <a:ext cx="463506" cy="252519"/>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grpSp>
          <p:sp>
            <p:nvSpPr>
              <p:cNvPr id="116793" name="TextBox 389"/>
              <p:cNvSpPr txBox="1"/>
              <p:nvPr/>
            </p:nvSpPr>
            <p:spPr>
              <a:xfrm>
                <a:off x="3565935" y="4573304"/>
                <a:ext cx="434071" cy="28586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ts val="1475"/>
                  </a:lnSpc>
                  <a:spcBef>
                    <a:spcPct val="0"/>
                  </a:spcBef>
                  <a:buClrTx/>
                  <a:buSzTx/>
                  <a:buFontTx/>
                  <a:buNone/>
                </a:pPr>
                <a:r>
                  <a:rPr lang="en-US" altLang="zh-CN" sz="1400">
                    <a:solidFill>
                      <a:schemeClr val="bg1"/>
                    </a:solidFill>
                    <a:latin typeface="Arial" panose="020B0604020202090204" pitchFamily="34" charset="0"/>
                  </a:rPr>
                  <a:t>CA</a:t>
                </a:r>
                <a:endParaRPr lang="en-US" altLang="zh-CN" sz="1800">
                  <a:solidFill>
                    <a:schemeClr val="bg1"/>
                  </a:solidFill>
                  <a:latin typeface="Arial" panose="020B0604020202090204" pitchFamily="34" charset="0"/>
                </a:endParaRPr>
              </a:p>
            </p:txBody>
          </p:sp>
        </p:grpSp>
      </p:grpSp>
      <p:sp>
        <p:nvSpPr>
          <p:cNvPr id="116760" name="Slide Number Placeholder 5"/>
          <p:cNvSpPr txBox="1">
            <a:spLocks noGrp="1"/>
          </p:cNvSpPr>
          <p:nvPr>
            <p:ph type="sldNum" sz="quarter" idx="4"/>
          </p:nvPr>
        </p:nvSpPr>
        <p:spPr>
          <a:xfrm>
            <a:off x="8456613" y="6475413"/>
            <a:ext cx="458787" cy="273050"/>
          </a:xfrm>
        </p:spPr>
        <p:txBody>
          <a:bodyPr/>
          <a:lstStyle/>
          <a:p>
            <a:pPr marL="0" indent="0">
              <a:lnSpc>
                <a:spcPct val="100000"/>
              </a:lnSpc>
              <a:spcBef>
                <a:spcPct val="0"/>
              </a:spcBef>
              <a:buClrTx/>
              <a:buSzTx/>
              <a:buFontTx/>
              <a:buNone/>
            </a:pPr>
            <a:r>
              <a:rPr lang="en-US" altLang="zh-CN" sz="1200">
                <a:latin typeface="Tahoma" panose="020B0604030504040204" charset="0"/>
              </a:rPr>
              <a:t>5-</a:t>
            </a:r>
            <a:fld id="{9A0DB2DC-4C9A-4742-B13C-FB6460FD3503}" type="slidenum">
              <a:rPr lang="en-US" altLang="zh-CN" sz="1200">
                <a:latin typeface="Tahoma" panose="020B0604030504040204" charset="0"/>
              </a:rPr>
              <a:t>127</a:t>
            </a:fld>
            <a:endParaRPr lang="en-US" altLang="zh-CN" sz="1200">
              <a:latin typeface="Tahoma" panose="020B0604030504040204" charset="0"/>
            </a:endParaRPr>
          </a:p>
        </p:txBody>
      </p:sp>
      <p:sp>
        <p:nvSpPr>
          <p:cNvPr id="11676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Control Plane</a:t>
            </a:r>
            <a:endParaRPr lang="en-US" altLang="zh-CN" sz="1200">
              <a:solidFill>
                <a:srgbClr val="000000"/>
              </a:solidFill>
              <a:latin typeface="Tahoma" panose="020B0604030504040204" charset="0"/>
              <a:ea typeface="Arial" panose="020B0604020202090204" pitchFamily="34" charset="0"/>
              <a:cs typeface="MS PGothic" charset="0"/>
            </a:endParaRPr>
          </a:p>
        </p:txBody>
      </p:sp>
      <p:grpSp>
        <p:nvGrpSpPr>
          <p:cNvPr id="116762" name="Group 1"/>
          <p:cNvGrpSpPr/>
          <p:nvPr/>
        </p:nvGrpSpPr>
        <p:grpSpPr>
          <a:xfrm>
            <a:off x="938213" y="5527675"/>
            <a:ext cx="2698750" cy="903288"/>
            <a:chOff x="938213" y="5237163"/>
            <a:chExt cx="2698750" cy="903287"/>
          </a:xfrm>
        </p:grpSpPr>
        <p:cxnSp>
          <p:nvCxnSpPr>
            <p:cNvPr id="339" name="Straight Connector 338"/>
            <p:cNvCxnSpPr/>
            <p:nvPr/>
          </p:nvCxnSpPr>
          <p:spPr>
            <a:xfrm flipH="1">
              <a:off x="1282700" y="5802312"/>
              <a:ext cx="1508125" cy="158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6765" name="TextBox 265"/>
            <p:cNvSpPr txBox="1"/>
            <p:nvPr/>
          </p:nvSpPr>
          <p:spPr>
            <a:xfrm>
              <a:off x="3198813" y="5473700"/>
              <a:ext cx="26352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1</a:t>
              </a:r>
            </a:p>
          </p:txBody>
        </p:sp>
        <p:sp>
          <p:nvSpPr>
            <p:cNvPr id="116766" name="TextBox 281"/>
            <p:cNvSpPr txBox="1"/>
            <p:nvPr/>
          </p:nvSpPr>
          <p:spPr>
            <a:xfrm>
              <a:off x="3373438" y="5761038"/>
              <a:ext cx="26352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2</a:t>
              </a:r>
            </a:p>
          </p:txBody>
        </p:sp>
        <p:grpSp>
          <p:nvGrpSpPr>
            <p:cNvPr id="116767" name="Group 5"/>
            <p:cNvGrpSpPr/>
            <p:nvPr/>
          </p:nvGrpSpPr>
          <p:grpSpPr>
            <a:xfrm>
              <a:off x="938213" y="5237163"/>
              <a:ext cx="1616075" cy="487362"/>
              <a:chOff x="-4079003" y="2717403"/>
              <a:chExt cx="1616718" cy="488475"/>
            </a:xfrm>
          </p:grpSpPr>
          <p:sp>
            <p:nvSpPr>
              <p:cNvPr id="116780" name="Rectangle 97"/>
              <p:cNvSpPr/>
              <p:nvPr/>
            </p:nvSpPr>
            <p:spPr>
              <a:xfrm>
                <a:off x="-4052413" y="2965119"/>
                <a:ext cx="1290538" cy="208750"/>
              </a:xfrm>
              <a:prstGeom prst="rect">
                <a:avLst/>
              </a:prstGeom>
              <a:solidFill>
                <a:schemeClr val="bg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6781" name="Rectangle 98"/>
              <p:cNvSpPr/>
              <p:nvPr/>
            </p:nvSpPr>
            <p:spPr>
              <a:xfrm>
                <a:off x="-4079003" y="2985994"/>
                <a:ext cx="1281675" cy="208750"/>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6782" name="Line 99"/>
              <p:cNvSpPr/>
              <p:nvPr/>
            </p:nvSpPr>
            <p:spPr>
              <a:xfrm>
                <a:off x="-2933828" y="3101502"/>
                <a:ext cx="471543" cy="0"/>
              </a:xfrm>
              <a:prstGeom prst="line">
                <a:avLst/>
              </a:prstGeom>
              <a:ln w="9525" cap="flat" cmpd="sng">
                <a:solidFill>
                  <a:schemeClr val="accent2"/>
                </a:solidFill>
                <a:prstDash val="solid"/>
                <a:headEnd type="none" w="med" len="med"/>
                <a:tailEnd type="triangle" w="med" len="med"/>
              </a:ln>
            </p:spPr>
          </p:sp>
          <p:sp>
            <p:nvSpPr>
              <p:cNvPr id="116783" name="Rectangle 104"/>
              <p:cNvSpPr/>
              <p:nvPr/>
            </p:nvSpPr>
            <p:spPr>
              <a:xfrm>
                <a:off x="-3377007" y="2988777"/>
                <a:ext cx="476861" cy="21014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6784" name="Text Box 105"/>
              <p:cNvSpPr txBox="1"/>
              <p:nvPr/>
            </p:nvSpPr>
            <p:spPr>
              <a:xfrm>
                <a:off x="-3430189" y="2965119"/>
                <a:ext cx="581451" cy="240759"/>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CN" sz="1200">
                    <a:latin typeface="Arial" panose="020B0604020202090204" pitchFamily="34" charset="0"/>
                  </a:rPr>
                  <a:t>0111</a:t>
                </a:r>
              </a:p>
            </p:txBody>
          </p:sp>
          <p:sp>
            <p:nvSpPr>
              <p:cNvPr id="116785" name="Line 119"/>
              <p:cNvSpPr/>
              <p:nvPr/>
            </p:nvSpPr>
            <p:spPr>
              <a:xfrm>
                <a:off x="-3621642" y="2717403"/>
                <a:ext cx="405953" cy="300600"/>
              </a:xfrm>
              <a:prstGeom prst="line">
                <a:avLst/>
              </a:prstGeom>
              <a:ln w="9525" cap="flat" cmpd="sng">
                <a:solidFill>
                  <a:schemeClr val="tx1"/>
                </a:solidFill>
                <a:prstDash val="solid"/>
                <a:headEnd type="none" w="med" len="med"/>
                <a:tailEnd type="triangle" w="med" len="med"/>
              </a:ln>
            </p:spPr>
          </p:sp>
        </p:grpSp>
        <p:sp>
          <p:nvSpPr>
            <p:cNvPr id="116768" name="Freeform 120"/>
            <p:cNvSpPr/>
            <p:nvPr/>
          </p:nvSpPr>
          <p:spPr>
            <a:xfrm>
              <a:off x="2493963" y="5668963"/>
              <a:ext cx="982662" cy="233362"/>
            </a:xfrm>
            <a:custGeom>
              <a:avLst/>
              <a:gdLst>
                <a:gd name="txL" fmla="*/ 0 w 554"/>
                <a:gd name="txT" fmla="*/ 0 h 167"/>
                <a:gd name="txR" fmla="*/ 554 w 554"/>
                <a:gd name="txB" fmla="*/ 167 h 167"/>
              </a:gdLst>
              <a:ahLst/>
              <a:cxnLst>
                <a:cxn ang="0">
                  <a:pos x="0" y="2147483646"/>
                </a:cxn>
                <a:cxn ang="0">
                  <a:pos x="2147483646" y="2147483646"/>
                </a:cxn>
                <a:cxn ang="0">
                  <a:pos x="2147483646" y="2147483646"/>
                </a:cxn>
              </a:cxnLst>
              <a:rect l="txL" t="txT" r="txR" b="txB"/>
              <a:pathLst>
                <a:path w="554" h="167">
                  <a:moveTo>
                    <a:pt x="0" y="10"/>
                  </a:moveTo>
                  <a:cubicBezTo>
                    <a:pt x="102" y="0"/>
                    <a:pt x="240" y="5"/>
                    <a:pt x="324" y="26"/>
                  </a:cubicBezTo>
                  <a:cubicBezTo>
                    <a:pt x="416" y="52"/>
                    <a:pt x="502" y="120"/>
                    <a:pt x="554" y="167"/>
                  </a:cubicBezTo>
                </a:path>
              </a:pathLst>
            </a:custGeom>
            <a:noFill/>
            <a:ln w="57150" cap="flat" cmpd="sng">
              <a:solidFill>
                <a:srgbClr val="FF3300">
                  <a:alpha val="100000"/>
                </a:srgbClr>
              </a:solidFill>
              <a:prstDash val="solid"/>
              <a:round/>
              <a:headEnd type="none" w="med" len="med"/>
              <a:tailEnd type="triangle" w="med" len="med"/>
            </a:ln>
          </p:spPr>
          <p:txBody>
            <a:bodyPr/>
            <a:lstStyle/>
            <a:p>
              <a:endParaRPr lang="zh-CN" altLang="en-US"/>
            </a:p>
          </p:txBody>
        </p:sp>
        <p:grpSp>
          <p:nvGrpSpPr>
            <p:cNvPr id="116769" name="Group 357"/>
            <p:cNvGrpSpPr/>
            <p:nvPr/>
          </p:nvGrpSpPr>
          <p:grpSpPr>
            <a:xfrm>
              <a:off x="2714625" y="5659438"/>
              <a:ext cx="565150" cy="293687"/>
              <a:chOff x="1871277" y="1576300"/>
              <a:chExt cx="1128371" cy="437861"/>
            </a:xfrm>
          </p:grpSpPr>
          <p:sp>
            <p:nvSpPr>
              <p:cNvPr id="352" name="Oval 351"/>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53" name="Rectangle 35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54" name="Oval 353"/>
              <p:cNvSpPr>
                <a:spLocks noChangeArrowheads="1"/>
              </p:cNvSpPr>
              <p:nvPr/>
            </p:nvSpPr>
            <p:spPr bwMode="auto">
              <a:xfrm flipV="1">
                <a:off x="1871277" y="1576300"/>
                <a:ext cx="1125202" cy="319521"/>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355" name="Freeform 354"/>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356" name="Freeform 355"/>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41" name="Freeform 440"/>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446" name="Freeform 445"/>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450" name="Straight Connector 449"/>
              <p:cNvCxnSpPr>
                <a:cxnSpLocks noChangeShapeType="1"/>
                <a:endCxn id="354" idx="2"/>
              </p:cNvCxnSpPr>
              <p:nvPr/>
            </p:nvCxnSpPr>
            <p:spPr bwMode="auto">
              <a:xfrm flipH="1" flipV="1">
                <a:off x="1871277" y="1737244"/>
                <a:ext cx="3171" cy="123075"/>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468" name="Straight Connector 467"/>
              <p:cNvCxnSpPr>
                <a:cxnSpLocks noChangeShapeType="1"/>
              </p:cNvCxnSpPr>
              <p:nvPr/>
            </p:nvCxnSpPr>
            <p:spPr bwMode="auto">
              <a:xfrm flipH="1" flipV="1">
                <a:off x="2996479" y="1734878"/>
                <a:ext cx="3169" cy="123075"/>
              </a:xfrm>
              <a:prstGeom prst="line">
                <a:avLst/>
              </a:prstGeom>
              <a:noFill/>
              <a:ln w="6350">
                <a:solidFill>
                  <a:schemeClr val="tx1"/>
                </a:solidFill>
                <a:round/>
              </a:ln>
              <a:effectLst>
                <a:outerShdw blurRad="40005" dist="19939" dir="5400000" algn="tl" rotWithShape="0">
                  <a:srgbClr val="808080">
                    <a:alpha val="37999"/>
                  </a:srgbClr>
                </a:outerShdw>
              </a:effectLst>
            </p:spPr>
          </p:cxnSp>
        </p:grpSp>
        <p:sp>
          <p:nvSpPr>
            <p:cNvPr id="116770" name="TextBox 282"/>
            <p:cNvSpPr txBox="1"/>
            <p:nvPr/>
          </p:nvSpPr>
          <p:spPr>
            <a:xfrm>
              <a:off x="3068638" y="5862638"/>
              <a:ext cx="261937" cy="2778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rPr>
                <a:t>3</a:t>
              </a:r>
            </a:p>
          </p:txBody>
        </p:sp>
      </p:grpSp>
      <p:sp>
        <p:nvSpPr>
          <p:cNvPr id="116763" name="TextBox 6"/>
          <p:cNvSpPr txBox="1"/>
          <p:nvPr/>
        </p:nvSpPr>
        <p:spPr>
          <a:xfrm>
            <a:off x="196850" y="4903788"/>
            <a:ext cx="1992313" cy="52387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rPr>
              <a:t>values in arriving </a:t>
            </a:r>
          </a:p>
          <a:p>
            <a:pPr marL="0" lvl="0" indent="0">
              <a:lnSpc>
                <a:spcPct val="100000"/>
              </a:lnSpc>
              <a:spcBef>
                <a:spcPct val="0"/>
              </a:spcBef>
              <a:buClrTx/>
              <a:buSzTx/>
              <a:buFontTx/>
              <a:buNone/>
            </a:pPr>
            <a:r>
              <a:rPr lang="en-US" altLang="zh-CN" sz="1400">
                <a:latin typeface="Arial" panose="020B0604020202090204" pitchFamily="34" charset="0"/>
              </a:rPr>
              <a:t>packet header</a:t>
            </a:r>
            <a:endParaRPr lang="en-US" altLang="zh-CN" sz="1800">
              <a:latin typeface="Arial" panose="020B0604020202090204" pitchFamily="34"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8260"/>
                                        </p:tgtEl>
                                        <p:attrNameLst>
                                          <p:attrName>style.visibility</p:attrName>
                                        </p:attrNameLst>
                                      </p:cBhvr>
                                      <p:to>
                                        <p:strVal val="visible"/>
                                      </p:to>
                                    </p:set>
                                    <p:animEffect transition="in" filter="wipe(down)">
                                      <p:cBhvr>
                                        <p:cTn id="7" dur="500"/>
                                        <p:tgtEl>
                                          <p:spTgt spid="482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dissolv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ssolv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dissolve">
                                      <p:cBhvr>
                                        <p:cTn id="32" dur="10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48261"/>
                                        </p:tgtEl>
                                        <p:attrNameLst>
                                          <p:attrName>style.visibility</p:attrName>
                                        </p:attrNameLst>
                                      </p:cBhvr>
                                      <p:to>
                                        <p:strVal val="visible"/>
                                      </p:to>
                                    </p:set>
                                    <p:animEffect transition="in" filter="dissolve">
                                      <p:cBhvr>
                                        <p:cTn id="37" dur="500"/>
                                        <p:tgtEl>
                                          <p:spTgt spid="48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1" name="Slide Number Placeholder 5"/>
          <p:cNvSpPr txBox="1">
            <a:spLocks noGrp="1"/>
          </p:cNvSpPr>
          <p:nvPr>
            <p:ph type="sldNum" sz="quarter" idx="4"/>
          </p:nvPr>
        </p:nvSpPr>
        <p:spPr>
          <a:xfrm>
            <a:off x="8456613" y="6475413"/>
            <a:ext cx="598487" cy="273050"/>
          </a:xfrm>
        </p:spPr>
        <p:txBody>
          <a:bodyPr/>
          <a:lstStyle/>
          <a:p>
            <a:pPr marL="0" indent="0">
              <a:lnSpc>
                <a:spcPct val="100000"/>
              </a:lnSpc>
              <a:spcBef>
                <a:spcPct val="0"/>
              </a:spcBef>
              <a:buClrTx/>
              <a:buSzTx/>
              <a:buFontTx/>
              <a:buNone/>
            </a:pPr>
            <a:r>
              <a:rPr lang="en-US" altLang="zh-CN" sz="1200">
                <a:latin typeface="Tahoma" panose="020B0604030504040204" charset="0"/>
              </a:rPr>
              <a:t>5-</a:t>
            </a:r>
            <a:fld id="{9A0DB2DC-4C9A-4742-B13C-FB6460FD3503}" type="slidenum">
              <a:rPr lang="en-US" altLang="zh-CN" sz="1200">
                <a:latin typeface="Tahoma" panose="020B0604030504040204" charset="0"/>
              </a:rPr>
              <a:t>128</a:t>
            </a:fld>
            <a:endParaRPr lang="en-US" altLang="zh-CN" sz="1200">
              <a:latin typeface="Tahoma" panose="020B0604030504040204" charset="0"/>
            </a:endParaRPr>
          </a:p>
        </p:txBody>
      </p:sp>
      <p:sp>
        <p:nvSpPr>
          <p:cNvPr id="117762"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Control Plane</a:t>
            </a:r>
            <a:endParaRPr lang="en-US" altLang="zh-CN" sz="1200">
              <a:solidFill>
                <a:srgbClr val="000000"/>
              </a:solidFill>
              <a:latin typeface="Tahoma" panose="020B0604030504040204" charset="0"/>
              <a:ea typeface="Arial" panose="020B0604020202090204" pitchFamily="34" charset="0"/>
              <a:cs typeface="MS PGothic" charset="0"/>
            </a:endParaRPr>
          </a:p>
        </p:txBody>
      </p:sp>
      <p:pic>
        <p:nvPicPr>
          <p:cNvPr id="117763" name="图片 293"/>
          <p:cNvPicPr>
            <a:picLocks noChangeAspect="1"/>
          </p:cNvPicPr>
          <p:nvPr/>
        </p:nvPicPr>
        <p:blipFill>
          <a:blip r:embed="rId2"/>
          <a:stretch>
            <a:fillRect/>
          </a:stretch>
        </p:blipFill>
        <p:spPr>
          <a:xfrm>
            <a:off x="228600" y="377825"/>
            <a:ext cx="5157788" cy="2701925"/>
          </a:xfrm>
          <a:prstGeom prst="rect">
            <a:avLst/>
          </a:prstGeom>
          <a:noFill/>
          <a:ln w="9525">
            <a:noFill/>
          </a:ln>
        </p:spPr>
      </p:pic>
      <p:pic>
        <p:nvPicPr>
          <p:cNvPr id="117764" name="图片 47347"/>
          <p:cNvPicPr>
            <a:picLocks noChangeAspect="1"/>
          </p:cNvPicPr>
          <p:nvPr/>
        </p:nvPicPr>
        <p:blipFill>
          <a:blip r:embed="rId3"/>
          <a:stretch>
            <a:fillRect/>
          </a:stretch>
        </p:blipFill>
        <p:spPr>
          <a:xfrm>
            <a:off x="393700" y="3429000"/>
            <a:ext cx="5133975" cy="2860675"/>
          </a:xfrm>
          <a:prstGeom prst="rect">
            <a:avLst/>
          </a:prstGeom>
          <a:noFill/>
          <a:ln w="9525">
            <a:noFill/>
          </a:ln>
        </p:spPr>
      </p:pic>
      <p:sp>
        <p:nvSpPr>
          <p:cNvPr id="117765" name="文本框 47349"/>
          <p:cNvSpPr txBox="1"/>
          <p:nvPr/>
        </p:nvSpPr>
        <p:spPr>
          <a:xfrm>
            <a:off x="5386388" y="5227638"/>
            <a:ext cx="3475037" cy="338137"/>
          </a:xfrm>
          <a:prstGeom prst="rect">
            <a:avLst/>
          </a:prstGeom>
          <a:noFill/>
          <a:ln w="9525">
            <a:noFill/>
          </a:ln>
        </p:spPr>
        <p:txBody>
          <a:bodyPr>
            <a:spAutoFit/>
          </a:bodyPr>
          <a:lstStyle/>
          <a:p>
            <a:pPr>
              <a:buNone/>
            </a:pPr>
            <a:r>
              <a:rPr lang="zh-CN" altLang="en-US" sz="1600">
                <a:latin typeface="Microsoft YaHei" panose="020B0503020204020204" pitchFamily="34" charset="-122"/>
                <a:ea typeface="Microsoft YaHei" panose="020B0503020204020204" pitchFamily="34" charset="-122"/>
              </a:rPr>
              <a:t>远程控制器确定并分发转发表中的值 </a:t>
            </a:r>
          </a:p>
        </p:txBody>
      </p:sp>
      <p:sp>
        <p:nvSpPr>
          <p:cNvPr id="117766" name="文本框 47351"/>
          <p:cNvSpPr txBox="1"/>
          <p:nvPr/>
        </p:nvSpPr>
        <p:spPr>
          <a:xfrm>
            <a:off x="5386388" y="2270125"/>
            <a:ext cx="3475037" cy="339725"/>
          </a:xfrm>
          <a:prstGeom prst="rect">
            <a:avLst/>
          </a:prstGeom>
          <a:noFill/>
          <a:ln w="9525">
            <a:noFill/>
          </a:ln>
        </p:spPr>
        <p:txBody>
          <a:bodyPr>
            <a:spAutoFit/>
          </a:bodyPr>
          <a:lstStyle/>
          <a:p>
            <a:pPr>
              <a:buNone/>
            </a:pPr>
            <a:r>
              <a:rPr lang="zh-CN" altLang="en-US" sz="1600">
                <a:latin typeface="Microsoft YaHei" panose="020B0503020204020204" pitchFamily="34" charset="-122"/>
                <a:ea typeface="Microsoft YaHei" panose="020B0503020204020204" pitchFamily="34" charset="-122"/>
              </a:rPr>
              <a:t>路由选择算法决定转发表中的值 </a:t>
            </a:r>
          </a:p>
        </p:txBody>
      </p:sp>
    </p:spTree>
  </p:cSld>
  <p:clrMapOvr>
    <a:masterClrMapping/>
  </p:clrMapOvr>
  <p:transition spd="slow"/>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785" name="Picture 12" descr="underline_base"/>
          <p:cNvPicPr/>
          <p:nvPr/>
        </p:nvPicPr>
        <p:blipFill>
          <a:blip r:embed="rId2"/>
          <a:stretch>
            <a:fillRect/>
          </a:stretch>
        </p:blipFill>
        <p:spPr>
          <a:xfrm>
            <a:off x="427038" y="779463"/>
            <a:ext cx="7721600" cy="236537"/>
          </a:xfrm>
          <a:prstGeom prst="rect">
            <a:avLst/>
          </a:prstGeom>
          <a:noFill/>
          <a:ln w="9525">
            <a:noFill/>
          </a:ln>
        </p:spPr>
      </p:pic>
      <p:sp>
        <p:nvSpPr>
          <p:cNvPr id="118786" name="Title 1"/>
          <p:cNvSpPr txBox="1"/>
          <p:nvPr/>
        </p:nvSpPr>
        <p:spPr>
          <a:xfrm>
            <a:off x="371475" y="179388"/>
            <a:ext cx="8229600" cy="1143000"/>
          </a:xfrm>
          <a:prstGeom prst="rect">
            <a:avLst/>
          </a:prstGeom>
          <a:noFill/>
          <a:ln w="9525">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000">
                <a:solidFill>
                  <a:srgbClr val="000099"/>
                </a:solidFill>
                <a:cs typeface="Arial" panose="020B0604020202090204" pitchFamily="34" charset="0"/>
              </a:rPr>
              <a:t>Generalized Forwarding and SDN</a:t>
            </a:r>
            <a:endParaRPr lang="en-US" altLang="zh-CN" sz="4000">
              <a:solidFill>
                <a:srgbClr val="000099"/>
              </a:solidFill>
              <a:ea typeface="Arial" panose="020B0604020202090204" pitchFamily="34" charset="0"/>
              <a:cs typeface="Arial" panose="020B0604020202090204" pitchFamily="34" charset="0"/>
            </a:endParaRPr>
          </a:p>
        </p:txBody>
      </p:sp>
      <p:sp>
        <p:nvSpPr>
          <p:cNvPr id="118787" name="Rectangle 4"/>
          <p:cNvSpPr/>
          <p:nvPr/>
        </p:nvSpPr>
        <p:spPr>
          <a:xfrm flipV="1">
            <a:off x="3057525" y="2017713"/>
            <a:ext cx="4065588" cy="982662"/>
          </a:xfrm>
          <a:prstGeom prst="rect">
            <a:avLst/>
          </a:prstGeom>
          <a:solidFill>
            <a:schemeClr val="accent1"/>
          </a:solidFill>
          <a:ln w="19050">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788" name="Freeform 2"/>
          <p:cNvSpPr/>
          <p:nvPr/>
        </p:nvSpPr>
        <p:spPr>
          <a:xfrm>
            <a:off x="3503613" y="5022850"/>
            <a:ext cx="2847975" cy="1579563"/>
          </a:xfrm>
          <a:custGeom>
            <a:avLst/>
            <a:gdLst>
              <a:gd name="txL" fmla="*/ 0 w 1794"/>
              <a:gd name="txT" fmla="*/ 0 h 933"/>
              <a:gd name="txR" fmla="*/ 1794 w 1794"/>
              <a:gd name="txB" fmla="*/ 933 h 933"/>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alpha val="100000"/>
            </a:srgbClr>
          </a:solidFill>
          <a:ln w="9525">
            <a:noFill/>
          </a:ln>
        </p:spPr>
        <p:txBody>
          <a:bodyPr/>
          <a:lstStyle/>
          <a:p>
            <a:endParaRPr lang="zh-CN" altLang="en-US"/>
          </a:p>
        </p:txBody>
      </p:sp>
      <p:sp>
        <p:nvSpPr>
          <p:cNvPr id="118789" name="Freeform 6"/>
          <p:cNvSpPr/>
          <p:nvPr/>
        </p:nvSpPr>
        <p:spPr>
          <a:xfrm>
            <a:off x="4141788" y="5326063"/>
            <a:ext cx="542925" cy="295275"/>
          </a:xfrm>
          <a:custGeom>
            <a:avLst/>
            <a:gdLst>
              <a:gd name="txL" fmla="*/ 0 w 342"/>
              <a:gd name="txT" fmla="*/ 0 h 186"/>
              <a:gd name="txR" fmla="*/ 342 w 342"/>
              <a:gd name="txB" fmla="*/ 186 h 186"/>
            </a:gdLst>
            <a:ahLst/>
            <a:cxnLst>
              <a:cxn ang="0">
                <a:pos x="0" y="2147483646"/>
              </a:cxn>
              <a:cxn ang="0">
                <a:pos x="2147483646" y="0"/>
              </a:cxn>
            </a:cxnLst>
            <a:rect l="txL" t="txT" r="txR" b="txB"/>
            <a:pathLst>
              <a:path w="342" h="186">
                <a:moveTo>
                  <a:pt x="0" y="186"/>
                </a:moveTo>
                <a:lnTo>
                  <a:pt x="342"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8790" name="Freeform 91"/>
          <p:cNvSpPr/>
          <p:nvPr/>
        </p:nvSpPr>
        <p:spPr>
          <a:xfrm>
            <a:off x="5183188" y="5319713"/>
            <a:ext cx="504825" cy="307975"/>
          </a:xfrm>
          <a:custGeom>
            <a:avLst/>
            <a:gdLst>
              <a:gd name="txL" fmla="*/ 0 w 318"/>
              <a:gd name="txT" fmla="*/ 0 h 194"/>
              <a:gd name="txR" fmla="*/ 318 w 318"/>
              <a:gd name="txB" fmla="*/ 194 h 194"/>
            </a:gdLst>
            <a:ahLst/>
            <a:cxnLst>
              <a:cxn ang="0">
                <a:pos x="0" y="0"/>
              </a:cxn>
              <a:cxn ang="0">
                <a:pos x="2147483646" y="2147483646"/>
              </a:cxn>
            </a:cxnLst>
            <a:rect l="txL" t="txT" r="txR" b="txB"/>
            <a:pathLst>
              <a:path w="318" h="194">
                <a:moveTo>
                  <a:pt x="0" y="0"/>
                </a:moveTo>
                <a:lnTo>
                  <a:pt x="318" y="19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8791" name="Freeform 92"/>
          <p:cNvSpPr/>
          <p:nvPr/>
        </p:nvSpPr>
        <p:spPr>
          <a:xfrm>
            <a:off x="4117975" y="5711825"/>
            <a:ext cx="1227138" cy="344488"/>
          </a:xfrm>
          <a:custGeom>
            <a:avLst/>
            <a:gdLst>
              <a:gd name="txL" fmla="*/ 0 w 294"/>
              <a:gd name="txT" fmla="*/ 0 h 174"/>
              <a:gd name="txR" fmla="*/ 294 w 294"/>
              <a:gd name="txB" fmla="*/ 174 h 174"/>
            </a:gdLst>
            <a:ahLst/>
            <a:cxnLst>
              <a:cxn ang="0">
                <a:pos x="0" y="0"/>
              </a:cxn>
              <a:cxn ang="0">
                <a:pos x="2147483646" y="2147483646"/>
              </a:cxn>
            </a:cxnLst>
            <a:rect l="txL" t="txT" r="txR" b="txB"/>
            <a:pathLst>
              <a:path w="294" h="174">
                <a:moveTo>
                  <a:pt x="0" y="0"/>
                </a:moveTo>
                <a:lnTo>
                  <a:pt x="294" y="17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8792" name="Freeform 93"/>
          <p:cNvSpPr/>
          <p:nvPr/>
        </p:nvSpPr>
        <p:spPr>
          <a:xfrm>
            <a:off x="4464050" y="5635625"/>
            <a:ext cx="992188" cy="641350"/>
          </a:xfrm>
          <a:custGeom>
            <a:avLst/>
            <a:gdLst>
              <a:gd name="txL" fmla="*/ 0 w 378"/>
              <a:gd name="txT" fmla="*/ 0 h 174"/>
              <a:gd name="txR" fmla="*/ 378 w 378"/>
              <a:gd name="txB" fmla="*/ 174 h 174"/>
            </a:gdLst>
            <a:ahLst/>
            <a:cxnLst>
              <a:cxn ang="0">
                <a:pos x="0" y="2147483646"/>
              </a:cxn>
              <a:cxn ang="0">
                <a:pos x="2147483646" y="0"/>
              </a:cxn>
            </a:cxnLst>
            <a:rect l="txL" t="txT" r="txR" b="txB"/>
            <a:pathLst>
              <a:path w="378" h="174">
                <a:moveTo>
                  <a:pt x="0" y="174"/>
                </a:moveTo>
                <a:lnTo>
                  <a:pt x="37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8793" name="Freeform 94"/>
          <p:cNvSpPr/>
          <p:nvPr/>
        </p:nvSpPr>
        <p:spPr>
          <a:xfrm>
            <a:off x="5557838" y="5699125"/>
            <a:ext cx="80962" cy="414338"/>
          </a:xfrm>
          <a:custGeom>
            <a:avLst/>
            <a:gdLst>
              <a:gd name="txL" fmla="*/ 0 w 118"/>
              <a:gd name="txT" fmla="*/ 0 h 500"/>
              <a:gd name="txR" fmla="*/ 118 w 118"/>
              <a:gd name="txB" fmla="*/ 500 h 500"/>
            </a:gdLst>
            <a:ahLst/>
            <a:cxnLst>
              <a:cxn ang="0">
                <a:pos x="0" y="2147483646"/>
              </a:cxn>
              <a:cxn ang="0">
                <a:pos x="2147483646" y="0"/>
              </a:cxn>
            </a:cxnLst>
            <a:rect l="txL" t="txT" r="txR" b="txB"/>
            <a:pathLst>
              <a:path w="118" h="500">
                <a:moveTo>
                  <a:pt x="0" y="500"/>
                </a:moveTo>
                <a:lnTo>
                  <a:pt x="118"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8794" name="Freeform 95"/>
          <p:cNvSpPr/>
          <p:nvPr/>
        </p:nvSpPr>
        <p:spPr>
          <a:xfrm flipV="1">
            <a:off x="4497388" y="6132513"/>
            <a:ext cx="796925" cy="203200"/>
          </a:xfrm>
          <a:custGeom>
            <a:avLst/>
            <a:gdLst>
              <a:gd name="txL" fmla="*/ 0 w 370"/>
              <a:gd name="txT" fmla="*/ 0 h 32"/>
              <a:gd name="txR" fmla="*/ 370 w 370"/>
              <a:gd name="txB" fmla="*/ 32 h 32"/>
            </a:gdLst>
            <a:ahLst/>
            <a:cxnLst>
              <a:cxn ang="0">
                <a:pos x="2147483646" y="2147483646"/>
              </a:cxn>
              <a:cxn ang="0">
                <a:pos x="0" y="0"/>
              </a:cxn>
            </a:cxnLst>
            <a:rect l="txL" t="txT" r="txR" b="txB"/>
            <a:pathLst>
              <a:path w="370" h="32">
                <a:moveTo>
                  <a:pt x="370" y="32"/>
                </a:move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8795" name="Freeform 96"/>
          <p:cNvSpPr/>
          <p:nvPr/>
        </p:nvSpPr>
        <p:spPr>
          <a:xfrm>
            <a:off x="3960813" y="5735638"/>
            <a:ext cx="222250" cy="506412"/>
          </a:xfrm>
          <a:custGeom>
            <a:avLst/>
            <a:gdLst>
              <a:gd name="txL" fmla="*/ 0 w 176"/>
              <a:gd name="txT" fmla="*/ 0 h 412"/>
              <a:gd name="txR" fmla="*/ 176 w 176"/>
              <a:gd name="txB" fmla="*/ 412 h 412"/>
            </a:gdLst>
            <a:ahLst/>
            <a:cxnLst>
              <a:cxn ang="0">
                <a:pos x="2147483646" y="2147483646"/>
              </a:cxn>
              <a:cxn ang="0">
                <a:pos x="2147483646" y="2147483646"/>
              </a:cxn>
              <a:cxn ang="0">
                <a:pos x="0" y="0"/>
              </a:cxn>
            </a:cxnLst>
            <a:rect l="txL" t="txT" r="txR" b="txB"/>
            <a:pathLst>
              <a:path w="176" h="412">
                <a:moveTo>
                  <a:pt x="162" y="408"/>
                </a:moveTo>
                <a:lnTo>
                  <a:pt x="176" y="412"/>
                </a:lnTo>
                <a:lnTo>
                  <a:pt x="0" y="0"/>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sp>
        <p:nvSpPr>
          <p:cNvPr id="118796" name="Rectangle 97"/>
          <p:cNvSpPr/>
          <p:nvPr/>
        </p:nvSpPr>
        <p:spPr>
          <a:xfrm>
            <a:off x="1916113" y="5449888"/>
            <a:ext cx="1206500" cy="238125"/>
          </a:xfrm>
          <a:prstGeom prst="rect">
            <a:avLst/>
          </a:prstGeom>
          <a:solidFill>
            <a:schemeClr val="bg2"/>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797" name="Rectangle 98"/>
          <p:cNvSpPr/>
          <p:nvPr/>
        </p:nvSpPr>
        <p:spPr>
          <a:xfrm>
            <a:off x="1882775" y="5473700"/>
            <a:ext cx="1208088" cy="238125"/>
          </a:xfrm>
          <a:prstGeom prst="rect">
            <a:avLst/>
          </a:prstGeom>
          <a:solidFill>
            <a:schemeClr val="accent2"/>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798" name="Line 99"/>
          <p:cNvSpPr/>
          <p:nvPr/>
        </p:nvSpPr>
        <p:spPr>
          <a:xfrm>
            <a:off x="3154363" y="5624513"/>
            <a:ext cx="422275" cy="0"/>
          </a:xfrm>
          <a:prstGeom prst="line">
            <a:avLst/>
          </a:prstGeom>
          <a:ln w="9525" cap="flat" cmpd="sng">
            <a:solidFill>
              <a:schemeClr val="accent2"/>
            </a:solidFill>
            <a:prstDash val="solid"/>
            <a:headEnd type="none" w="med" len="med"/>
            <a:tailEnd type="triangle" w="med" len="med"/>
          </a:ln>
        </p:spPr>
      </p:sp>
      <p:sp>
        <p:nvSpPr>
          <p:cNvPr id="118799" name="Text Box 101"/>
          <p:cNvSpPr txBox="1"/>
          <p:nvPr/>
        </p:nvSpPr>
        <p:spPr>
          <a:xfrm>
            <a:off x="3987800" y="5659438"/>
            <a:ext cx="296863"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solidFill>
                  <a:srgbClr val="000000"/>
                </a:solidFill>
                <a:latin typeface="Arial" panose="020B0604020202090204" pitchFamily="34" charset="0"/>
              </a:rPr>
              <a:t>2</a:t>
            </a:r>
          </a:p>
        </p:txBody>
      </p:sp>
      <p:sp>
        <p:nvSpPr>
          <p:cNvPr id="118800" name="Text Box 102"/>
          <p:cNvSpPr txBox="1"/>
          <p:nvPr/>
        </p:nvSpPr>
        <p:spPr>
          <a:xfrm>
            <a:off x="3736975" y="5732463"/>
            <a:ext cx="296863" cy="33655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solidFill>
                  <a:srgbClr val="000000"/>
                </a:solidFill>
                <a:latin typeface="Arial" panose="020B0604020202090204" pitchFamily="34" charset="0"/>
              </a:rPr>
              <a:t>3</a:t>
            </a:r>
          </a:p>
        </p:txBody>
      </p:sp>
      <p:sp>
        <p:nvSpPr>
          <p:cNvPr id="118801" name="Rectangle 104"/>
          <p:cNvSpPr/>
          <p:nvPr/>
        </p:nvSpPr>
        <p:spPr>
          <a:xfrm>
            <a:off x="2352675" y="5476875"/>
            <a:ext cx="738188" cy="239713"/>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802" name="Text Box 105"/>
          <p:cNvSpPr txBox="1"/>
          <p:nvPr/>
        </p:nvSpPr>
        <p:spPr>
          <a:xfrm>
            <a:off x="2279650" y="5467350"/>
            <a:ext cx="944563" cy="27622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solidFill>
                  <a:srgbClr val="000000"/>
                </a:solidFill>
                <a:latin typeface="Arial" panose="020B0604020202090204" pitchFamily="34" charset="0"/>
              </a:rPr>
              <a:t>0100 1101</a:t>
            </a:r>
          </a:p>
        </p:txBody>
      </p:sp>
      <p:sp>
        <p:nvSpPr>
          <p:cNvPr id="118803" name="Text Box 106"/>
          <p:cNvSpPr txBox="1"/>
          <p:nvPr/>
        </p:nvSpPr>
        <p:spPr>
          <a:xfrm>
            <a:off x="1931988" y="6105525"/>
            <a:ext cx="1544637" cy="523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solidFill>
                  <a:srgbClr val="000000"/>
                </a:solidFill>
                <a:latin typeface="Arial" panose="020B0604020202090204" pitchFamily="34" charset="0"/>
              </a:rPr>
              <a:t>values in arriving</a:t>
            </a:r>
          </a:p>
          <a:p>
            <a:pPr marL="0" lvl="0" indent="0">
              <a:lnSpc>
                <a:spcPct val="100000"/>
              </a:lnSpc>
              <a:spcBef>
                <a:spcPct val="0"/>
              </a:spcBef>
              <a:buClrTx/>
              <a:buSzTx/>
              <a:buFontTx/>
              <a:buNone/>
            </a:pPr>
            <a:r>
              <a:rPr lang="en-US" altLang="zh-CN" sz="1400">
                <a:solidFill>
                  <a:srgbClr val="000000"/>
                </a:solidFill>
                <a:latin typeface="Arial" panose="020B0604020202090204" pitchFamily="34" charset="0"/>
              </a:rPr>
              <a:t>packet</a:t>
            </a:r>
            <a:r>
              <a:rPr lang="ja-JP" altLang="en-US" sz="1400">
                <a:solidFill>
                  <a:srgbClr val="000000"/>
                </a:solidFill>
                <a:latin typeface="Arial" panose="020B0604020202090204" pitchFamily="34" charset="0"/>
              </a:rPr>
              <a:t>’</a:t>
            </a:r>
            <a:r>
              <a:rPr lang="en-US" altLang="ja-JP" sz="1400">
                <a:solidFill>
                  <a:srgbClr val="000000"/>
                </a:solidFill>
                <a:latin typeface="Arial" panose="020B0604020202090204" pitchFamily="34" charset="0"/>
              </a:rPr>
              <a:t>s header</a:t>
            </a:r>
            <a:endParaRPr lang="en-US" altLang="zh-CN" sz="1400">
              <a:solidFill>
                <a:srgbClr val="000000"/>
              </a:solidFill>
              <a:latin typeface="Arial" panose="020B0604020202090204" pitchFamily="34" charset="0"/>
            </a:endParaRPr>
          </a:p>
        </p:txBody>
      </p:sp>
      <p:grpSp>
        <p:nvGrpSpPr>
          <p:cNvPr id="118804" name="Group 25"/>
          <p:cNvGrpSpPr/>
          <p:nvPr/>
        </p:nvGrpSpPr>
        <p:grpSpPr>
          <a:xfrm>
            <a:off x="2879725" y="2162175"/>
            <a:ext cx="4376738" cy="392113"/>
            <a:chOff x="2876479" y="1379891"/>
            <a:chExt cx="4376824" cy="393056"/>
          </a:xfrm>
        </p:grpSpPr>
        <p:sp>
          <p:nvSpPr>
            <p:cNvPr id="119025" name="Oval 5"/>
            <p:cNvSpPr/>
            <p:nvPr/>
          </p:nvSpPr>
          <p:spPr>
            <a:xfrm>
              <a:off x="3143886" y="1379891"/>
              <a:ext cx="3785019" cy="393056"/>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9026" name="Text Box 108"/>
            <p:cNvSpPr txBox="1"/>
            <p:nvPr/>
          </p:nvSpPr>
          <p:spPr>
            <a:xfrm>
              <a:off x="2876479" y="1408113"/>
              <a:ext cx="4376824" cy="307777"/>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solidFill>
                    <a:srgbClr val="000000"/>
                  </a:solidFill>
                  <a:latin typeface="Arial" panose="020B0604020202090204" pitchFamily="34" charset="0"/>
                </a:rPr>
                <a:t>logically-centralized routing controller</a:t>
              </a:r>
            </a:p>
          </p:txBody>
        </p:sp>
      </p:grpSp>
      <p:sp>
        <p:nvSpPr>
          <p:cNvPr id="118805" name="Line 119"/>
          <p:cNvSpPr/>
          <p:nvPr/>
        </p:nvSpPr>
        <p:spPr>
          <a:xfrm flipH="1" flipV="1">
            <a:off x="2744788" y="5772150"/>
            <a:ext cx="0" cy="403225"/>
          </a:xfrm>
          <a:prstGeom prst="line">
            <a:avLst/>
          </a:prstGeom>
          <a:ln w="9525" cap="flat" cmpd="sng">
            <a:solidFill>
              <a:schemeClr val="tx1"/>
            </a:solidFill>
            <a:prstDash val="solid"/>
            <a:headEnd type="none" w="med" len="med"/>
            <a:tailEnd type="none" w="med" len="med"/>
          </a:ln>
        </p:spPr>
      </p:sp>
      <p:sp>
        <p:nvSpPr>
          <p:cNvPr id="30" name="Freeform 122"/>
          <p:cNvSpPr/>
          <p:nvPr/>
        </p:nvSpPr>
        <p:spPr bwMode="auto">
          <a:xfrm flipH="1">
            <a:off x="4852988" y="4848225"/>
            <a:ext cx="407988" cy="371475"/>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Lst>
            <a:ahLst/>
            <a:cxnLst>
              <a:cxn ang="T10">
                <a:pos x="T0" y="T1"/>
              </a:cxn>
              <a:cxn ang="T11">
                <a:pos x="T2" y="T3"/>
              </a:cxn>
              <a:cxn ang="T12">
                <a:pos x="T4" y="T5"/>
              </a:cxn>
              <a:cxn ang="T13">
                <a:pos x="T6" y="T7"/>
              </a:cxn>
              <a:cxn ang="T14">
                <a:pos x="T8" y="T9"/>
              </a:cxn>
            </a:cxnLst>
            <a:rect l="T15" t="T16" r="T17" b="T18"/>
            <a:pathLst>
              <a:path w="1443" h="816">
                <a:moveTo>
                  <a:pt x="0" y="0"/>
                </a:moveTo>
                <a:cubicBezTo>
                  <a:pt x="571" y="285"/>
                  <a:pt x="856" y="408"/>
                  <a:pt x="1076" y="782"/>
                </a:cubicBezTo>
                <a:cubicBezTo>
                  <a:pt x="1185" y="775"/>
                  <a:pt x="1220" y="816"/>
                  <a:pt x="1320" y="788"/>
                </a:cubicBezTo>
                <a:cubicBezTo>
                  <a:pt x="1264" y="347"/>
                  <a:pt x="1276" y="352"/>
                  <a:pt x="1443" y="5"/>
                </a:cubicBezTo>
                <a:cubicBezTo>
                  <a:pt x="867" y="5"/>
                  <a:pt x="233" y="0"/>
                  <a:pt x="0" y="0"/>
                </a:cubicBezTo>
                <a:close/>
              </a:path>
            </a:pathLst>
          </a:custGeom>
          <a:gradFill rotWithShape="1">
            <a:gsLst>
              <a:gs pos="0">
                <a:schemeClr val="accent2">
                  <a:lumMod val="40000"/>
                  <a:lumOff val="60000"/>
                </a:schemeClr>
              </a:gs>
              <a:gs pos="100000">
                <a:schemeClr val="bg1"/>
              </a:gs>
            </a:gsLst>
            <a:lin ang="16200000" scaled="0"/>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rgbClr val="000000"/>
              </a:solidFill>
              <a:effectLst/>
              <a:uLnTx/>
              <a:uFillTx/>
              <a:latin typeface="Arial" panose="020B0604020202090204" pitchFamily="34" charset="0"/>
              <a:ea typeface="MS PGothic" charset="0"/>
              <a:cs typeface="MS PGothic" charset="0"/>
            </a:endParaRPr>
          </a:p>
        </p:txBody>
      </p:sp>
      <p:sp>
        <p:nvSpPr>
          <p:cNvPr id="31" name="Freeform 122"/>
          <p:cNvSpPr/>
          <p:nvPr/>
        </p:nvSpPr>
        <p:spPr bwMode="auto">
          <a:xfrm flipH="1">
            <a:off x="5418138" y="5053013"/>
            <a:ext cx="396875" cy="471488"/>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 name="connsiteX0" fmla="*/ 0 w 12434"/>
              <a:gd name="connsiteY0" fmla="*/ 2860 h 12638"/>
              <a:gd name="connsiteX1" fmla="*/ 7457 w 12434"/>
              <a:gd name="connsiteY1" fmla="*/ 12443 h 12638"/>
              <a:gd name="connsiteX2" fmla="*/ 9148 w 12434"/>
              <a:gd name="connsiteY2" fmla="*/ 12517 h 12638"/>
              <a:gd name="connsiteX3" fmla="*/ 12434 w 12434"/>
              <a:gd name="connsiteY3" fmla="*/ 0 h 12638"/>
              <a:gd name="connsiteX4" fmla="*/ 0 w 12434"/>
              <a:gd name="connsiteY4" fmla="*/ 2860 h 12638"/>
              <a:gd name="connsiteX0-1" fmla="*/ 0 w 6870"/>
              <a:gd name="connsiteY0-2" fmla="*/ 0 h 12699"/>
              <a:gd name="connsiteX1-3" fmla="*/ 1893 w 6870"/>
              <a:gd name="connsiteY1-4" fmla="*/ 12504 h 12699"/>
              <a:gd name="connsiteX2-5" fmla="*/ 3584 w 6870"/>
              <a:gd name="connsiteY2-6" fmla="*/ 12578 h 12699"/>
              <a:gd name="connsiteX3-7" fmla="*/ 6870 w 6870"/>
              <a:gd name="connsiteY3-8" fmla="*/ 61 h 12699"/>
              <a:gd name="connsiteX4-9" fmla="*/ 0 w 6870"/>
              <a:gd name="connsiteY4-10" fmla="*/ 0 h 12699"/>
              <a:gd name="connsiteX0-11" fmla="*/ 0 w 10000"/>
              <a:gd name="connsiteY0-12" fmla="*/ 0 h 10000"/>
              <a:gd name="connsiteX1-13" fmla="*/ 2755 w 10000"/>
              <a:gd name="connsiteY1-14" fmla="*/ 9846 h 10000"/>
              <a:gd name="connsiteX2-15" fmla="*/ 5217 w 10000"/>
              <a:gd name="connsiteY2-16" fmla="*/ 9905 h 10000"/>
              <a:gd name="connsiteX3-17" fmla="*/ 10000 w 10000"/>
              <a:gd name="connsiteY3-18" fmla="*/ 48 h 10000"/>
              <a:gd name="connsiteX4-19" fmla="*/ 0 w 10000"/>
              <a:gd name="connsiteY4-20" fmla="*/ 0 h 10000"/>
              <a:gd name="connsiteX0-21" fmla="*/ 0 w 10000"/>
              <a:gd name="connsiteY0-22" fmla="*/ 0 h 10000"/>
              <a:gd name="connsiteX1-23" fmla="*/ 2755 w 10000"/>
              <a:gd name="connsiteY1-24" fmla="*/ 9846 h 10000"/>
              <a:gd name="connsiteX2-25" fmla="*/ 5217 w 10000"/>
              <a:gd name="connsiteY2-26" fmla="*/ 9905 h 10000"/>
              <a:gd name="connsiteX3-27" fmla="*/ 10000 w 10000"/>
              <a:gd name="connsiteY3-28" fmla="*/ 48 h 10000"/>
              <a:gd name="connsiteX4-29" fmla="*/ 0 w 10000"/>
              <a:gd name="connsiteY4-30" fmla="*/ 0 h 10000"/>
              <a:gd name="connsiteX0-31" fmla="*/ 0 w 10000"/>
              <a:gd name="connsiteY0-32" fmla="*/ 0 h 10000"/>
              <a:gd name="connsiteX1-33" fmla="*/ 2755 w 10000"/>
              <a:gd name="connsiteY1-34" fmla="*/ 9846 h 10000"/>
              <a:gd name="connsiteX2-35" fmla="*/ 5217 w 10000"/>
              <a:gd name="connsiteY2-36" fmla="*/ 9905 h 10000"/>
              <a:gd name="connsiteX3-37" fmla="*/ 10000 w 10000"/>
              <a:gd name="connsiteY3-38" fmla="*/ 48 h 10000"/>
              <a:gd name="connsiteX4-39" fmla="*/ 0 w 10000"/>
              <a:gd name="connsiteY4-40" fmla="*/ 0 h 10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0000" h="10000">
                <a:moveTo>
                  <a:pt x="0" y="0"/>
                </a:moveTo>
                <a:cubicBezTo>
                  <a:pt x="3229" y="5733"/>
                  <a:pt x="2358" y="5470"/>
                  <a:pt x="2755" y="9846"/>
                </a:cubicBezTo>
                <a:cubicBezTo>
                  <a:pt x="3854" y="9780"/>
                  <a:pt x="4208" y="10175"/>
                  <a:pt x="5217" y="9905"/>
                </a:cubicBezTo>
                <a:cubicBezTo>
                  <a:pt x="5361" y="4711"/>
                  <a:pt x="8316" y="3397"/>
                  <a:pt x="10000" y="48"/>
                </a:cubicBezTo>
                <a:lnTo>
                  <a:pt x="0" y="0"/>
                </a:lnTo>
                <a:close/>
              </a:path>
            </a:pathLst>
          </a:custGeom>
          <a:gradFill rotWithShape="1">
            <a:gsLst>
              <a:gs pos="0">
                <a:schemeClr val="accent2">
                  <a:lumMod val="40000"/>
                  <a:lumOff val="60000"/>
                </a:schemeClr>
              </a:gs>
              <a:gs pos="100000">
                <a:schemeClr val="bg1"/>
              </a:gs>
            </a:gsLst>
            <a:lin ang="16200000" scaled="0"/>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rgbClr val="000000"/>
              </a:solidFill>
              <a:effectLst/>
              <a:uLnTx/>
              <a:uFillTx/>
              <a:latin typeface="Arial" panose="020B0604020202090204" pitchFamily="34" charset="0"/>
              <a:ea typeface="MS PGothic" charset="0"/>
              <a:cs typeface="MS PGothic" charset="0"/>
            </a:endParaRPr>
          </a:p>
        </p:txBody>
      </p:sp>
      <p:grpSp>
        <p:nvGrpSpPr>
          <p:cNvPr id="118808" name="Group 77"/>
          <p:cNvGrpSpPr/>
          <p:nvPr/>
        </p:nvGrpSpPr>
        <p:grpSpPr>
          <a:xfrm>
            <a:off x="5345113" y="5478463"/>
            <a:ext cx="501650" cy="233362"/>
            <a:chOff x="3600" y="219"/>
            <a:chExt cx="360" cy="175"/>
          </a:xfrm>
        </p:grpSpPr>
        <p:sp>
          <p:nvSpPr>
            <p:cNvPr id="119012" name="Oval 78"/>
            <p:cNvSpPr/>
            <p:nvPr/>
          </p:nvSpPr>
          <p:spPr>
            <a:xfrm>
              <a:off x="3603" y="298"/>
              <a:ext cx="357" cy="96"/>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9013" name="Line 7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9014" name="Line 8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9015" name="Rectangle 81"/>
            <p:cNvSpPr/>
            <p:nvPr/>
          </p:nvSpPr>
          <p:spPr>
            <a:xfrm>
              <a:off x="3603" y="289"/>
              <a:ext cx="352" cy="58"/>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solidFill>
                  <a:srgbClr val="000000"/>
                </a:solidFill>
                <a:latin typeface="Times New Roman" panose="02020503050405090304" charset="0"/>
              </a:endParaRPr>
            </a:p>
          </p:txBody>
        </p:sp>
        <p:sp>
          <p:nvSpPr>
            <p:cNvPr id="119016" name="Oval 8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nvGrpSpPr>
            <p:cNvPr id="119017" name="Group 83"/>
            <p:cNvGrpSpPr/>
            <p:nvPr/>
          </p:nvGrpSpPr>
          <p:grpSpPr>
            <a:xfrm>
              <a:off x="3686" y="244"/>
              <a:ext cx="177" cy="66"/>
              <a:chOff x="2848" y="848"/>
              <a:chExt cx="140" cy="98"/>
            </a:xfrm>
          </p:grpSpPr>
          <p:sp>
            <p:nvSpPr>
              <p:cNvPr id="119022" name="Line 8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9023" name="Line 85"/>
              <p:cNvSpPr/>
              <p:nvPr/>
            </p:nvSpPr>
            <p:spPr>
              <a:xfrm>
                <a:off x="2944" y="943"/>
                <a:ext cx="44" cy="0"/>
              </a:xfrm>
              <a:prstGeom prst="line">
                <a:avLst/>
              </a:prstGeom>
              <a:ln w="28575" cap="flat" cmpd="sng">
                <a:solidFill>
                  <a:schemeClr val="tx1"/>
                </a:solidFill>
                <a:prstDash val="solid"/>
                <a:headEnd type="none" w="med" len="med"/>
                <a:tailEnd type="none" w="med" len="med"/>
              </a:ln>
            </p:spPr>
          </p:sp>
          <p:sp>
            <p:nvSpPr>
              <p:cNvPr id="119024" name="Line 86"/>
              <p:cNvSpPr/>
              <p:nvPr/>
            </p:nvSpPr>
            <p:spPr>
              <a:xfrm>
                <a:off x="2894" y="850"/>
                <a:ext cx="52" cy="94"/>
              </a:xfrm>
              <a:prstGeom prst="line">
                <a:avLst/>
              </a:prstGeom>
              <a:ln w="28575" cap="flat" cmpd="sng">
                <a:solidFill>
                  <a:schemeClr val="tx1"/>
                </a:solidFill>
                <a:prstDash val="solid"/>
                <a:headEnd type="none" w="med" len="med"/>
                <a:tailEnd type="none" w="med" len="med"/>
              </a:ln>
            </p:spPr>
          </p:sp>
        </p:grpSp>
        <p:grpSp>
          <p:nvGrpSpPr>
            <p:cNvPr id="119018" name="Group 87"/>
            <p:cNvGrpSpPr/>
            <p:nvPr/>
          </p:nvGrpSpPr>
          <p:grpSpPr>
            <a:xfrm flipV="1">
              <a:off x="3686" y="243"/>
              <a:ext cx="177" cy="66"/>
              <a:chOff x="2848" y="848"/>
              <a:chExt cx="140" cy="98"/>
            </a:xfrm>
          </p:grpSpPr>
          <p:sp>
            <p:nvSpPr>
              <p:cNvPr id="119019" name="Line 88"/>
              <p:cNvSpPr/>
              <p:nvPr/>
            </p:nvSpPr>
            <p:spPr>
              <a:xfrm flipV="1">
                <a:off x="2848" y="846"/>
                <a:ext cx="50" cy="4"/>
              </a:xfrm>
              <a:prstGeom prst="line">
                <a:avLst/>
              </a:prstGeom>
              <a:ln w="28575" cap="flat" cmpd="sng">
                <a:solidFill>
                  <a:schemeClr val="tx1"/>
                </a:solidFill>
                <a:prstDash val="solid"/>
                <a:headEnd type="none" w="med" len="med"/>
                <a:tailEnd type="none" w="med" len="med"/>
              </a:ln>
            </p:spPr>
          </p:sp>
          <p:sp>
            <p:nvSpPr>
              <p:cNvPr id="119020" name="Line 8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9021" name="Line 90"/>
              <p:cNvSpPr/>
              <p:nvPr/>
            </p:nvSpPr>
            <p:spPr>
              <a:xfrm>
                <a:off x="2894" y="849"/>
                <a:ext cx="52" cy="97"/>
              </a:xfrm>
              <a:prstGeom prst="line">
                <a:avLst/>
              </a:prstGeom>
              <a:ln w="28575" cap="flat" cmpd="sng">
                <a:solidFill>
                  <a:schemeClr val="tx1"/>
                </a:solidFill>
                <a:prstDash val="solid"/>
                <a:headEnd type="none" w="med" len="med"/>
                <a:tailEnd type="none" w="med" len="med"/>
              </a:ln>
            </p:spPr>
          </p:sp>
        </p:grpSp>
      </p:grpSp>
      <p:sp>
        <p:nvSpPr>
          <p:cNvPr id="48" name="Freeform 122"/>
          <p:cNvSpPr/>
          <p:nvPr/>
        </p:nvSpPr>
        <p:spPr bwMode="auto">
          <a:xfrm flipH="1">
            <a:off x="5708650" y="5572125"/>
            <a:ext cx="347663" cy="560388"/>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 name="connsiteX0" fmla="*/ 0 w 12434"/>
              <a:gd name="connsiteY0" fmla="*/ 5781 h 9717"/>
              <a:gd name="connsiteX1" fmla="*/ 9891 w 12434"/>
              <a:gd name="connsiteY1" fmla="*/ 9522 h 9717"/>
              <a:gd name="connsiteX2" fmla="*/ 11582 w 12434"/>
              <a:gd name="connsiteY2" fmla="*/ 9596 h 9717"/>
              <a:gd name="connsiteX3" fmla="*/ 12434 w 12434"/>
              <a:gd name="connsiteY3" fmla="*/ 0 h 9717"/>
              <a:gd name="connsiteX4" fmla="*/ 0 w 12434"/>
              <a:gd name="connsiteY4" fmla="*/ 5781 h 9717"/>
              <a:gd name="connsiteX0-1" fmla="*/ 918 w 10233"/>
              <a:gd name="connsiteY0-2" fmla="*/ 8176 h 12226"/>
              <a:gd name="connsiteX1-3" fmla="*/ 8873 w 10233"/>
              <a:gd name="connsiteY1-4" fmla="*/ 12026 h 12226"/>
              <a:gd name="connsiteX2-5" fmla="*/ 10233 w 10233"/>
              <a:gd name="connsiteY2-6" fmla="*/ 12102 h 12226"/>
              <a:gd name="connsiteX3-7" fmla="*/ 1241 w 10233"/>
              <a:gd name="connsiteY3-8" fmla="*/ 0 h 12226"/>
              <a:gd name="connsiteX4-9" fmla="*/ 918 w 10233"/>
              <a:gd name="connsiteY4-10" fmla="*/ 8176 h 12226"/>
              <a:gd name="connsiteX0-11" fmla="*/ 918 w 10233"/>
              <a:gd name="connsiteY0-12" fmla="*/ 8176 h 12226"/>
              <a:gd name="connsiteX1-13" fmla="*/ 8873 w 10233"/>
              <a:gd name="connsiteY1-14" fmla="*/ 12026 h 12226"/>
              <a:gd name="connsiteX2-15" fmla="*/ 10233 w 10233"/>
              <a:gd name="connsiteY2-16" fmla="*/ 12102 h 12226"/>
              <a:gd name="connsiteX3-17" fmla="*/ 1241 w 10233"/>
              <a:gd name="connsiteY3-18" fmla="*/ 0 h 12226"/>
              <a:gd name="connsiteX4-19" fmla="*/ 918 w 10233"/>
              <a:gd name="connsiteY4-20" fmla="*/ 8176 h 12226"/>
              <a:gd name="connsiteX0-21" fmla="*/ 918 w 10233"/>
              <a:gd name="connsiteY0-22" fmla="*/ 8176 h 12226"/>
              <a:gd name="connsiteX1-23" fmla="*/ 8873 w 10233"/>
              <a:gd name="connsiteY1-24" fmla="*/ 12026 h 12226"/>
              <a:gd name="connsiteX2-25" fmla="*/ 10233 w 10233"/>
              <a:gd name="connsiteY2-26" fmla="*/ 12102 h 12226"/>
              <a:gd name="connsiteX3-27" fmla="*/ 1241 w 10233"/>
              <a:gd name="connsiteY3-28" fmla="*/ 0 h 12226"/>
              <a:gd name="connsiteX4-29" fmla="*/ 918 w 10233"/>
              <a:gd name="connsiteY4-30" fmla="*/ 8176 h 12226"/>
              <a:gd name="connsiteX0-31" fmla="*/ 0 w 9315"/>
              <a:gd name="connsiteY0-32" fmla="*/ 8176 h 12226"/>
              <a:gd name="connsiteX1-33" fmla="*/ 7955 w 9315"/>
              <a:gd name="connsiteY1-34" fmla="*/ 12026 h 12226"/>
              <a:gd name="connsiteX2-35" fmla="*/ 9315 w 9315"/>
              <a:gd name="connsiteY2-36" fmla="*/ 12102 h 12226"/>
              <a:gd name="connsiteX3-37" fmla="*/ 323 w 9315"/>
              <a:gd name="connsiteY3-38" fmla="*/ 0 h 12226"/>
              <a:gd name="connsiteX4-39" fmla="*/ 0 w 9315"/>
              <a:gd name="connsiteY4-40" fmla="*/ 8176 h 12226"/>
              <a:gd name="connsiteX0-41" fmla="*/ 0 w 10000"/>
              <a:gd name="connsiteY0-42" fmla="*/ 6778 h 10091"/>
              <a:gd name="connsiteX1-43" fmla="*/ 8540 w 10000"/>
              <a:gd name="connsiteY1-44" fmla="*/ 9927 h 10091"/>
              <a:gd name="connsiteX2-45" fmla="*/ 10000 w 10000"/>
              <a:gd name="connsiteY2-46" fmla="*/ 9990 h 10091"/>
              <a:gd name="connsiteX3-47" fmla="*/ 107 w 10000"/>
              <a:gd name="connsiteY3-48" fmla="*/ 0 h 10091"/>
              <a:gd name="connsiteX4-49" fmla="*/ 0 w 10000"/>
              <a:gd name="connsiteY4-50" fmla="*/ 6778 h 10091"/>
              <a:gd name="connsiteX0-51" fmla="*/ 0 w 10000"/>
              <a:gd name="connsiteY0-52" fmla="*/ 6778 h 10091"/>
              <a:gd name="connsiteX1-53" fmla="*/ 8540 w 10000"/>
              <a:gd name="connsiteY1-54" fmla="*/ 9927 h 10091"/>
              <a:gd name="connsiteX2-55" fmla="*/ 10000 w 10000"/>
              <a:gd name="connsiteY2-56" fmla="*/ 9990 h 10091"/>
              <a:gd name="connsiteX3-57" fmla="*/ 107 w 10000"/>
              <a:gd name="connsiteY3-58" fmla="*/ 0 h 10091"/>
              <a:gd name="connsiteX4-59" fmla="*/ 0 w 10000"/>
              <a:gd name="connsiteY4-60" fmla="*/ 6778 h 10091"/>
              <a:gd name="connsiteX0-61" fmla="*/ 0 w 10000"/>
              <a:gd name="connsiteY0-62" fmla="*/ 6778 h 10838"/>
              <a:gd name="connsiteX1-63" fmla="*/ 8900 w 10000"/>
              <a:gd name="connsiteY1-64" fmla="*/ 10838 h 10838"/>
              <a:gd name="connsiteX2-65" fmla="*/ 10000 w 10000"/>
              <a:gd name="connsiteY2-66" fmla="*/ 9990 h 10838"/>
              <a:gd name="connsiteX3-67" fmla="*/ 107 w 10000"/>
              <a:gd name="connsiteY3-68" fmla="*/ 0 h 10838"/>
              <a:gd name="connsiteX4-69" fmla="*/ 0 w 10000"/>
              <a:gd name="connsiteY4-70" fmla="*/ 6778 h 10838"/>
              <a:gd name="connsiteX0-71" fmla="*/ 0 w 9339"/>
              <a:gd name="connsiteY0-72" fmla="*/ 6778 h 10838"/>
              <a:gd name="connsiteX1-73" fmla="*/ 8900 w 9339"/>
              <a:gd name="connsiteY1-74" fmla="*/ 10838 h 10838"/>
              <a:gd name="connsiteX2-75" fmla="*/ 9339 w 9339"/>
              <a:gd name="connsiteY2-76" fmla="*/ 8351 h 10838"/>
              <a:gd name="connsiteX3-77" fmla="*/ 107 w 9339"/>
              <a:gd name="connsiteY3-78" fmla="*/ 0 h 10838"/>
              <a:gd name="connsiteX4-79" fmla="*/ 0 w 9339"/>
              <a:gd name="connsiteY4-80" fmla="*/ 6778 h 10838"/>
              <a:gd name="connsiteX0-81" fmla="*/ 0 w 10000"/>
              <a:gd name="connsiteY0-82" fmla="*/ 6254 h 10000"/>
              <a:gd name="connsiteX1-83" fmla="*/ 9530 w 10000"/>
              <a:gd name="connsiteY1-84" fmla="*/ 10000 h 10000"/>
              <a:gd name="connsiteX2-85" fmla="*/ 10000 w 10000"/>
              <a:gd name="connsiteY2-86" fmla="*/ 7705 h 10000"/>
              <a:gd name="connsiteX3-87" fmla="*/ 115 w 10000"/>
              <a:gd name="connsiteY3-88" fmla="*/ 0 h 10000"/>
              <a:gd name="connsiteX4-89" fmla="*/ 0 w 10000"/>
              <a:gd name="connsiteY4-90" fmla="*/ 6254 h 10000"/>
              <a:gd name="connsiteX0-91" fmla="*/ 0 w 10000"/>
              <a:gd name="connsiteY0-92" fmla="*/ 6254 h 10000"/>
              <a:gd name="connsiteX1-93" fmla="*/ 9530 w 10000"/>
              <a:gd name="connsiteY1-94" fmla="*/ 10000 h 10000"/>
              <a:gd name="connsiteX2-95" fmla="*/ 10000 w 10000"/>
              <a:gd name="connsiteY2-96" fmla="*/ 7705 h 10000"/>
              <a:gd name="connsiteX3-97" fmla="*/ 115 w 10000"/>
              <a:gd name="connsiteY3-98" fmla="*/ 0 h 10000"/>
              <a:gd name="connsiteX4-99" fmla="*/ 0 w 10000"/>
              <a:gd name="connsiteY4-100" fmla="*/ 6254 h 10000"/>
              <a:gd name="connsiteX0-101" fmla="*/ 0 w 10000"/>
              <a:gd name="connsiteY0-102" fmla="*/ 6254 h 10000"/>
              <a:gd name="connsiteX1-103" fmla="*/ 9530 w 10000"/>
              <a:gd name="connsiteY1-104" fmla="*/ 10000 h 10000"/>
              <a:gd name="connsiteX2-105" fmla="*/ 10000 w 10000"/>
              <a:gd name="connsiteY2-106" fmla="*/ 7705 h 10000"/>
              <a:gd name="connsiteX3-107" fmla="*/ 115 w 10000"/>
              <a:gd name="connsiteY3-108" fmla="*/ 0 h 10000"/>
              <a:gd name="connsiteX4-109" fmla="*/ 0 w 10000"/>
              <a:gd name="connsiteY4-110" fmla="*/ 6254 h 10000"/>
              <a:gd name="connsiteX0-111" fmla="*/ 20 w 10020"/>
              <a:gd name="connsiteY0-112" fmla="*/ 7598 h 11344"/>
              <a:gd name="connsiteX1-113" fmla="*/ 9550 w 10020"/>
              <a:gd name="connsiteY1-114" fmla="*/ 11344 h 11344"/>
              <a:gd name="connsiteX2-115" fmla="*/ 10020 w 10020"/>
              <a:gd name="connsiteY2-116" fmla="*/ 9049 h 11344"/>
              <a:gd name="connsiteX3-117" fmla="*/ 71 w 10020"/>
              <a:gd name="connsiteY3-118" fmla="*/ 0 h 11344"/>
              <a:gd name="connsiteX4-119" fmla="*/ 20 w 10020"/>
              <a:gd name="connsiteY4-120" fmla="*/ 7598 h 11344"/>
              <a:gd name="connsiteX0-121" fmla="*/ 20 w 10020"/>
              <a:gd name="connsiteY0-122" fmla="*/ 7598 h 11344"/>
              <a:gd name="connsiteX1-123" fmla="*/ 9550 w 10020"/>
              <a:gd name="connsiteY1-124" fmla="*/ 11344 h 11344"/>
              <a:gd name="connsiteX2-125" fmla="*/ 10020 w 10020"/>
              <a:gd name="connsiteY2-126" fmla="*/ 9049 h 11344"/>
              <a:gd name="connsiteX3-127" fmla="*/ 71 w 10020"/>
              <a:gd name="connsiteY3-128" fmla="*/ 0 h 11344"/>
              <a:gd name="connsiteX4-129" fmla="*/ 20 w 10020"/>
              <a:gd name="connsiteY4-130" fmla="*/ 7598 h 11344"/>
              <a:gd name="connsiteX0-131" fmla="*/ 20 w 10020"/>
              <a:gd name="connsiteY0-132" fmla="*/ 7598 h 11260"/>
              <a:gd name="connsiteX1-133" fmla="*/ 9743 w 10020"/>
              <a:gd name="connsiteY1-134" fmla="*/ 11260 h 11260"/>
              <a:gd name="connsiteX2-135" fmla="*/ 10020 w 10020"/>
              <a:gd name="connsiteY2-136" fmla="*/ 9049 h 11260"/>
              <a:gd name="connsiteX3-137" fmla="*/ 71 w 10020"/>
              <a:gd name="connsiteY3-138" fmla="*/ 0 h 11260"/>
              <a:gd name="connsiteX4-139" fmla="*/ 20 w 10020"/>
              <a:gd name="connsiteY4-140" fmla="*/ 7598 h 11260"/>
              <a:gd name="connsiteX0-141" fmla="*/ 20 w 10020"/>
              <a:gd name="connsiteY0-142" fmla="*/ 7598 h 11260"/>
              <a:gd name="connsiteX1-143" fmla="*/ 9743 w 10020"/>
              <a:gd name="connsiteY1-144" fmla="*/ 11260 h 11260"/>
              <a:gd name="connsiteX2-145" fmla="*/ 10020 w 10020"/>
              <a:gd name="connsiteY2-146" fmla="*/ 9049 h 11260"/>
              <a:gd name="connsiteX3-147" fmla="*/ 71 w 10020"/>
              <a:gd name="connsiteY3-148" fmla="*/ 0 h 11260"/>
              <a:gd name="connsiteX4-149" fmla="*/ 20 w 10020"/>
              <a:gd name="connsiteY4-150" fmla="*/ 7598 h 11260"/>
              <a:gd name="connsiteX0-151" fmla="*/ 174 w 10174"/>
              <a:gd name="connsiteY0-152" fmla="*/ 9049 h 12711"/>
              <a:gd name="connsiteX1-153" fmla="*/ 9897 w 10174"/>
              <a:gd name="connsiteY1-154" fmla="*/ 12711 h 12711"/>
              <a:gd name="connsiteX2-155" fmla="*/ 10174 w 10174"/>
              <a:gd name="connsiteY2-156" fmla="*/ 10500 h 12711"/>
              <a:gd name="connsiteX3-157" fmla="*/ 53 w 10174"/>
              <a:gd name="connsiteY3-158" fmla="*/ 0 h 12711"/>
              <a:gd name="connsiteX4-159" fmla="*/ 174 w 10174"/>
              <a:gd name="connsiteY4-160" fmla="*/ 9049 h 1271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0174" h="12711">
                <a:moveTo>
                  <a:pt x="174" y="9049"/>
                </a:moveTo>
                <a:cubicBezTo>
                  <a:pt x="4475" y="9662"/>
                  <a:pt x="4372" y="8900"/>
                  <a:pt x="9897" y="12711"/>
                </a:cubicBezTo>
                <a:cubicBezTo>
                  <a:pt x="9952" y="11889"/>
                  <a:pt x="9533" y="10766"/>
                  <a:pt x="10174" y="10500"/>
                </a:cubicBezTo>
                <a:cubicBezTo>
                  <a:pt x="2742" y="6806"/>
                  <a:pt x="2583" y="3892"/>
                  <a:pt x="53" y="0"/>
                </a:cubicBezTo>
                <a:cubicBezTo>
                  <a:pt x="-167" y="3529"/>
                  <a:pt x="382" y="5436"/>
                  <a:pt x="174" y="9049"/>
                </a:cubicBezTo>
                <a:close/>
              </a:path>
            </a:pathLst>
          </a:custGeom>
          <a:gradFill rotWithShape="1">
            <a:gsLst>
              <a:gs pos="0">
                <a:schemeClr val="accent2">
                  <a:lumMod val="40000"/>
                  <a:lumOff val="60000"/>
                </a:schemeClr>
              </a:gs>
              <a:gs pos="100000">
                <a:schemeClr val="bg1"/>
              </a:gs>
            </a:gsLst>
            <a:lin ang="10800000" scaled="0"/>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rgbClr val="000000"/>
              </a:solidFill>
              <a:effectLst/>
              <a:uLnTx/>
              <a:uFillTx/>
              <a:latin typeface="Arial" panose="020B0604020202090204" pitchFamily="34" charset="0"/>
              <a:ea typeface="MS PGothic" charset="0"/>
              <a:cs typeface="MS PGothic" charset="0"/>
            </a:endParaRPr>
          </a:p>
        </p:txBody>
      </p:sp>
      <p:sp>
        <p:nvSpPr>
          <p:cNvPr id="49" name="Freeform 122"/>
          <p:cNvSpPr/>
          <p:nvPr/>
        </p:nvSpPr>
        <p:spPr bwMode="auto">
          <a:xfrm flipH="1">
            <a:off x="2563813" y="5051425"/>
            <a:ext cx="2146300" cy="454025"/>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 name="connsiteX0" fmla="*/ 0 w 10151"/>
              <a:gd name="connsiteY0" fmla="*/ 0 h 10495"/>
              <a:gd name="connsiteX1" fmla="*/ 7457 w 10151"/>
              <a:gd name="connsiteY1" fmla="*/ 9583 h 10495"/>
              <a:gd name="connsiteX2" fmla="*/ 10151 w 10151"/>
              <a:gd name="connsiteY2" fmla="*/ 10437 h 10495"/>
              <a:gd name="connsiteX3" fmla="*/ 10000 w 10151"/>
              <a:gd name="connsiteY3" fmla="*/ 61 h 10495"/>
              <a:gd name="connsiteX4" fmla="*/ 0 w 10151"/>
              <a:gd name="connsiteY4" fmla="*/ 0 h 10495"/>
              <a:gd name="connsiteX0-1" fmla="*/ 0 w 10151"/>
              <a:gd name="connsiteY0-2" fmla="*/ 0 h 10515"/>
              <a:gd name="connsiteX1-3" fmla="*/ 6036 w 10151"/>
              <a:gd name="connsiteY1-4" fmla="*/ 9973 h 10515"/>
              <a:gd name="connsiteX2-5" fmla="*/ 10151 w 10151"/>
              <a:gd name="connsiteY2-6" fmla="*/ 10437 h 10515"/>
              <a:gd name="connsiteX3-7" fmla="*/ 10000 w 10151"/>
              <a:gd name="connsiteY3-8" fmla="*/ 61 h 10515"/>
              <a:gd name="connsiteX4-9" fmla="*/ 0 w 10151"/>
              <a:gd name="connsiteY4-10" fmla="*/ 0 h 10515"/>
              <a:gd name="connsiteX0-11" fmla="*/ 0 w 11989"/>
              <a:gd name="connsiteY0-12" fmla="*/ 0 h 15715"/>
              <a:gd name="connsiteX1-13" fmla="*/ 7874 w 11989"/>
              <a:gd name="connsiteY1-14" fmla="*/ 15173 h 15715"/>
              <a:gd name="connsiteX2-15" fmla="*/ 11989 w 11989"/>
              <a:gd name="connsiteY2-16" fmla="*/ 15637 h 15715"/>
              <a:gd name="connsiteX3-17" fmla="*/ 11838 w 11989"/>
              <a:gd name="connsiteY3-18" fmla="*/ 5261 h 15715"/>
              <a:gd name="connsiteX4-19" fmla="*/ 0 w 11989"/>
              <a:gd name="connsiteY4-20" fmla="*/ 0 h 15715"/>
              <a:gd name="connsiteX0-21" fmla="*/ 0 w 13760"/>
              <a:gd name="connsiteY0-22" fmla="*/ 0 h 15715"/>
              <a:gd name="connsiteX1-23" fmla="*/ 7874 w 13760"/>
              <a:gd name="connsiteY1-24" fmla="*/ 15173 h 15715"/>
              <a:gd name="connsiteX2-25" fmla="*/ 11989 w 13760"/>
              <a:gd name="connsiteY2-26" fmla="*/ 15637 h 15715"/>
              <a:gd name="connsiteX3-27" fmla="*/ 13760 w 13760"/>
              <a:gd name="connsiteY3-28" fmla="*/ 61 h 15715"/>
              <a:gd name="connsiteX4-29" fmla="*/ 0 w 13760"/>
              <a:gd name="connsiteY4-30" fmla="*/ 0 h 15715"/>
              <a:gd name="connsiteX0-31" fmla="*/ 0 w 13760"/>
              <a:gd name="connsiteY0-32" fmla="*/ 0 h 15758"/>
              <a:gd name="connsiteX1-33" fmla="*/ 8292 w 13760"/>
              <a:gd name="connsiteY1-34" fmla="*/ 15563 h 15758"/>
              <a:gd name="connsiteX2-35" fmla="*/ 11989 w 13760"/>
              <a:gd name="connsiteY2-36" fmla="*/ 15637 h 15758"/>
              <a:gd name="connsiteX3-37" fmla="*/ 13760 w 13760"/>
              <a:gd name="connsiteY3-38" fmla="*/ 61 h 15758"/>
              <a:gd name="connsiteX4-39" fmla="*/ 0 w 13760"/>
              <a:gd name="connsiteY4-40" fmla="*/ 0 h 15758"/>
              <a:gd name="connsiteX0-41" fmla="*/ 0 w 24624"/>
              <a:gd name="connsiteY0-42" fmla="*/ 849 h 16607"/>
              <a:gd name="connsiteX1-43" fmla="*/ 8292 w 24624"/>
              <a:gd name="connsiteY1-44" fmla="*/ 16412 h 16607"/>
              <a:gd name="connsiteX2-45" fmla="*/ 11989 w 24624"/>
              <a:gd name="connsiteY2-46" fmla="*/ 16486 h 16607"/>
              <a:gd name="connsiteX3-47" fmla="*/ 24624 w 24624"/>
              <a:gd name="connsiteY3-48" fmla="*/ 0 h 16607"/>
              <a:gd name="connsiteX4-49" fmla="*/ 0 w 24624"/>
              <a:gd name="connsiteY4-50" fmla="*/ 849 h 16607"/>
              <a:gd name="connsiteX0-51" fmla="*/ 0 w 24624"/>
              <a:gd name="connsiteY0-52" fmla="*/ 849 h 16607"/>
              <a:gd name="connsiteX1-53" fmla="*/ 8292 w 24624"/>
              <a:gd name="connsiteY1-54" fmla="*/ 16412 h 16607"/>
              <a:gd name="connsiteX2-55" fmla="*/ 11989 w 24624"/>
              <a:gd name="connsiteY2-56" fmla="*/ 16486 h 16607"/>
              <a:gd name="connsiteX3-57" fmla="*/ 24624 w 24624"/>
              <a:gd name="connsiteY3-58" fmla="*/ 0 h 16607"/>
              <a:gd name="connsiteX4-59" fmla="*/ 0 w 24624"/>
              <a:gd name="connsiteY4-60" fmla="*/ 849 h 16607"/>
              <a:gd name="connsiteX0-61" fmla="*/ 0 w 28801"/>
              <a:gd name="connsiteY0-62" fmla="*/ 0 h 18057"/>
              <a:gd name="connsiteX1-63" fmla="*/ 12469 w 28801"/>
              <a:gd name="connsiteY1-64" fmla="*/ 17862 h 18057"/>
              <a:gd name="connsiteX2-65" fmla="*/ 16166 w 28801"/>
              <a:gd name="connsiteY2-66" fmla="*/ 17936 h 18057"/>
              <a:gd name="connsiteX3-67" fmla="*/ 28801 w 28801"/>
              <a:gd name="connsiteY3-68" fmla="*/ 1450 h 18057"/>
              <a:gd name="connsiteX4-69" fmla="*/ 0 w 28801"/>
              <a:gd name="connsiteY4-70" fmla="*/ 0 h 18057"/>
              <a:gd name="connsiteX0-71" fmla="*/ 0 w 37155"/>
              <a:gd name="connsiteY0-72" fmla="*/ 0 h 18057"/>
              <a:gd name="connsiteX1-73" fmla="*/ 12469 w 37155"/>
              <a:gd name="connsiteY1-74" fmla="*/ 17862 h 18057"/>
              <a:gd name="connsiteX2-75" fmla="*/ 16166 w 37155"/>
              <a:gd name="connsiteY2-76" fmla="*/ 17936 h 18057"/>
              <a:gd name="connsiteX3-77" fmla="*/ 37155 w 37155"/>
              <a:gd name="connsiteY3-78" fmla="*/ 50 h 18057"/>
              <a:gd name="connsiteX4-79" fmla="*/ 0 w 37155"/>
              <a:gd name="connsiteY4-80" fmla="*/ 0 h 1805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7155" h="18057">
                <a:moveTo>
                  <a:pt x="0" y="0"/>
                </a:moveTo>
                <a:cubicBezTo>
                  <a:pt x="3957" y="3493"/>
                  <a:pt x="10944" y="13279"/>
                  <a:pt x="12469" y="17862"/>
                </a:cubicBezTo>
                <a:cubicBezTo>
                  <a:pt x="13224" y="17777"/>
                  <a:pt x="15473" y="18279"/>
                  <a:pt x="16166" y="17936"/>
                </a:cubicBezTo>
                <a:cubicBezTo>
                  <a:pt x="15778" y="12531"/>
                  <a:pt x="29146" y="3783"/>
                  <a:pt x="37155" y="50"/>
                </a:cubicBezTo>
                <a:lnTo>
                  <a:pt x="0" y="0"/>
                </a:lnTo>
                <a:close/>
              </a:path>
            </a:pathLst>
          </a:custGeom>
          <a:gradFill rotWithShape="1">
            <a:gsLst>
              <a:gs pos="0">
                <a:schemeClr val="accent2">
                  <a:lumMod val="40000"/>
                  <a:lumOff val="60000"/>
                </a:schemeClr>
              </a:gs>
              <a:gs pos="100000">
                <a:schemeClr val="bg1"/>
              </a:gs>
            </a:gsLst>
            <a:lin ang="16200000" scaled="0"/>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rgbClr val="000000"/>
              </a:solidFill>
              <a:effectLst/>
              <a:uLnTx/>
              <a:uFillTx/>
              <a:latin typeface="Arial" panose="020B0604020202090204" pitchFamily="34" charset="0"/>
              <a:ea typeface="MS PGothic" charset="0"/>
              <a:cs typeface="MS PGothic" charset="0"/>
            </a:endParaRPr>
          </a:p>
        </p:txBody>
      </p:sp>
      <p:sp>
        <p:nvSpPr>
          <p:cNvPr id="118811" name="Text Box 100"/>
          <p:cNvSpPr txBox="1"/>
          <p:nvPr/>
        </p:nvSpPr>
        <p:spPr>
          <a:xfrm>
            <a:off x="4073525" y="5221288"/>
            <a:ext cx="311150" cy="3667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solidFill>
                  <a:srgbClr val="000000"/>
                </a:solidFill>
                <a:latin typeface="Arial" panose="020B0604020202090204" pitchFamily="34" charset="0"/>
              </a:rPr>
              <a:t>1</a:t>
            </a:r>
          </a:p>
        </p:txBody>
      </p:sp>
      <p:grpSp>
        <p:nvGrpSpPr>
          <p:cNvPr id="118812" name="Group 7"/>
          <p:cNvGrpSpPr/>
          <p:nvPr/>
        </p:nvGrpSpPr>
        <p:grpSpPr>
          <a:xfrm>
            <a:off x="3648075" y="5500688"/>
            <a:ext cx="501650" cy="233362"/>
            <a:chOff x="3600" y="219"/>
            <a:chExt cx="360" cy="175"/>
          </a:xfrm>
        </p:grpSpPr>
        <p:sp>
          <p:nvSpPr>
            <p:cNvPr id="118999" name="Oval 8"/>
            <p:cNvSpPr/>
            <p:nvPr/>
          </p:nvSpPr>
          <p:spPr>
            <a:xfrm>
              <a:off x="3603" y="298"/>
              <a:ext cx="357" cy="96"/>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9000" name="Line 9"/>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9001" name="Line 10"/>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9002" name="Rectangle 11"/>
            <p:cNvSpPr/>
            <p:nvPr/>
          </p:nvSpPr>
          <p:spPr>
            <a:xfrm>
              <a:off x="3603" y="289"/>
              <a:ext cx="352" cy="58"/>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solidFill>
                  <a:srgbClr val="000000"/>
                </a:solidFill>
                <a:latin typeface="Times New Roman" panose="02020503050405090304" charset="0"/>
              </a:endParaRPr>
            </a:p>
          </p:txBody>
        </p:sp>
        <p:sp>
          <p:nvSpPr>
            <p:cNvPr id="119003" name="Oval 12"/>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nvGrpSpPr>
            <p:cNvPr id="119004" name="Group 13"/>
            <p:cNvGrpSpPr/>
            <p:nvPr/>
          </p:nvGrpSpPr>
          <p:grpSpPr>
            <a:xfrm>
              <a:off x="3686" y="244"/>
              <a:ext cx="177" cy="66"/>
              <a:chOff x="2848" y="848"/>
              <a:chExt cx="140" cy="98"/>
            </a:xfrm>
          </p:grpSpPr>
          <p:sp>
            <p:nvSpPr>
              <p:cNvPr id="119009" name="Line 14"/>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9010" name="Line 15"/>
              <p:cNvSpPr/>
              <p:nvPr/>
            </p:nvSpPr>
            <p:spPr>
              <a:xfrm>
                <a:off x="2944" y="943"/>
                <a:ext cx="44" cy="0"/>
              </a:xfrm>
              <a:prstGeom prst="line">
                <a:avLst/>
              </a:prstGeom>
              <a:ln w="28575" cap="flat" cmpd="sng">
                <a:solidFill>
                  <a:schemeClr val="tx1"/>
                </a:solidFill>
                <a:prstDash val="solid"/>
                <a:headEnd type="none" w="med" len="med"/>
                <a:tailEnd type="none" w="med" len="med"/>
              </a:ln>
            </p:spPr>
          </p:sp>
          <p:sp>
            <p:nvSpPr>
              <p:cNvPr id="119011" name="Line 16"/>
              <p:cNvSpPr/>
              <p:nvPr/>
            </p:nvSpPr>
            <p:spPr>
              <a:xfrm>
                <a:off x="2894" y="850"/>
                <a:ext cx="52" cy="94"/>
              </a:xfrm>
              <a:prstGeom prst="line">
                <a:avLst/>
              </a:prstGeom>
              <a:ln w="28575" cap="flat" cmpd="sng">
                <a:solidFill>
                  <a:schemeClr val="tx1"/>
                </a:solidFill>
                <a:prstDash val="solid"/>
                <a:headEnd type="none" w="med" len="med"/>
                <a:tailEnd type="none" w="med" len="med"/>
              </a:ln>
            </p:spPr>
          </p:sp>
        </p:grpSp>
        <p:grpSp>
          <p:nvGrpSpPr>
            <p:cNvPr id="119005" name="Group 17"/>
            <p:cNvGrpSpPr/>
            <p:nvPr/>
          </p:nvGrpSpPr>
          <p:grpSpPr>
            <a:xfrm flipV="1">
              <a:off x="3686" y="243"/>
              <a:ext cx="177" cy="66"/>
              <a:chOff x="2848" y="848"/>
              <a:chExt cx="140" cy="98"/>
            </a:xfrm>
          </p:grpSpPr>
          <p:sp>
            <p:nvSpPr>
              <p:cNvPr id="119006" name="Line 18"/>
              <p:cNvSpPr/>
              <p:nvPr/>
            </p:nvSpPr>
            <p:spPr>
              <a:xfrm flipV="1">
                <a:off x="2848" y="846"/>
                <a:ext cx="50" cy="4"/>
              </a:xfrm>
              <a:prstGeom prst="line">
                <a:avLst/>
              </a:prstGeom>
              <a:ln w="28575" cap="flat" cmpd="sng">
                <a:solidFill>
                  <a:schemeClr val="tx1"/>
                </a:solidFill>
                <a:prstDash val="solid"/>
                <a:headEnd type="none" w="med" len="med"/>
                <a:tailEnd type="none" w="med" len="med"/>
              </a:ln>
            </p:spPr>
          </p:sp>
          <p:sp>
            <p:nvSpPr>
              <p:cNvPr id="119007" name="Line 19"/>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9008" name="Line 20"/>
              <p:cNvSpPr/>
              <p:nvPr/>
            </p:nvSpPr>
            <p:spPr>
              <a:xfrm>
                <a:off x="2894" y="849"/>
                <a:ext cx="52" cy="97"/>
              </a:xfrm>
              <a:prstGeom prst="line">
                <a:avLst/>
              </a:prstGeom>
              <a:ln w="28575" cap="flat" cmpd="sng">
                <a:solidFill>
                  <a:schemeClr val="tx1"/>
                </a:solidFill>
                <a:prstDash val="solid"/>
                <a:headEnd type="none" w="med" len="med"/>
                <a:tailEnd type="none" w="med" len="med"/>
              </a:ln>
            </p:spPr>
          </p:sp>
        </p:grpSp>
      </p:grpSp>
      <p:sp>
        <p:nvSpPr>
          <p:cNvPr id="118813" name="Freeform 120"/>
          <p:cNvSpPr/>
          <p:nvPr/>
        </p:nvSpPr>
        <p:spPr>
          <a:xfrm>
            <a:off x="3581400" y="5621338"/>
            <a:ext cx="982663" cy="215900"/>
          </a:xfrm>
          <a:custGeom>
            <a:avLst/>
            <a:gdLst/>
            <a:ahLst/>
            <a:cxnLst>
              <a:cxn ang="0">
                <a:pos x="0" y="2147483646"/>
              </a:cxn>
              <a:cxn ang="0">
                <a:pos x="2147483646" y="2147483646"/>
              </a:cxn>
              <a:cxn ang="0">
                <a:pos x="2147483646" y="2147483646"/>
              </a:cxn>
            </a:cxnLst>
            <a:rect l="0" t="0" r="0" b="0"/>
            <a:pathLst>
              <a:path w="10042" h="10522">
                <a:moveTo>
                  <a:pt x="0" y="142"/>
                </a:moveTo>
                <a:cubicBezTo>
                  <a:pt x="3431" y="-228"/>
                  <a:pt x="4080" y="76"/>
                  <a:pt x="5443" y="1698"/>
                </a:cubicBezTo>
                <a:cubicBezTo>
                  <a:pt x="6937" y="3705"/>
                  <a:pt x="9198" y="6895"/>
                  <a:pt x="10042" y="10522"/>
                </a:cubicBezTo>
              </a:path>
            </a:pathLst>
          </a:custGeom>
          <a:noFill/>
          <a:ln w="57150" cap="flat" cmpd="sng">
            <a:solidFill>
              <a:srgbClr val="FF3300">
                <a:alpha val="100000"/>
              </a:srgbClr>
            </a:solidFill>
            <a:prstDash val="solid"/>
            <a:round/>
            <a:headEnd type="none" w="med" len="med"/>
            <a:tailEnd type="triangle" w="med" len="med"/>
          </a:ln>
        </p:spPr>
        <p:txBody>
          <a:bodyPr/>
          <a:lstStyle/>
          <a:p>
            <a:endParaRPr lang="zh-CN" altLang="en-US"/>
          </a:p>
        </p:txBody>
      </p:sp>
      <p:cxnSp>
        <p:nvCxnSpPr>
          <p:cNvPr id="118814" name="Straight Connector 65"/>
          <p:cNvCxnSpPr/>
          <p:nvPr/>
        </p:nvCxnSpPr>
        <p:spPr>
          <a:xfrm>
            <a:off x="2736850" y="5473700"/>
            <a:ext cx="7938" cy="238125"/>
          </a:xfrm>
          <a:prstGeom prst="line">
            <a:avLst/>
          </a:prstGeom>
          <a:ln w="9525" cap="flat" cmpd="sng">
            <a:solidFill>
              <a:schemeClr val="tx1"/>
            </a:solidFill>
            <a:prstDash val="solid"/>
            <a:headEnd type="none" w="med" len="med"/>
            <a:tailEnd type="none" w="med" len="med"/>
          </a:ln>
        </p:spPr>
      </p:cxnSp>
      <p:sp>
        <p:nvSpPr>
          <p:cNvPr id="67" name="Freeform 122"/>
          <p:cNvSpPr/>
          <p:nvPr/>
        </p:nvSpPr>
        <p:spPr bwMode="auto">
          <a:xfrm flipH="1">
            <a:off x="4479925" y="6084888"/>
            <a:ext cx="2181225" cy="396875"/>
          </a:xfrm>
          <a:custGeom>
            <a:avLst/>
            <a:gdLst>
              <a:gd name="T0" fmla="*/ 0 w 1443"/>
              <a:gd name="T1" fmla="*/ 0 h 816"/>
              <a:gd name="T2" fmla="*/ 0 w 1443"/>
              <a:gd name="T3" fmla="*/ 0 h 816"/>
              <a:gd name="T4" fmla="*/ 0 w 1443"/>
              <a:gd name="T5" fmla="*/ 0 h 816"/>
              <a:gd name="T6" fmla="*/ 0 w 1443"/>
              <a:gd name="T7" fmla="*/ 0 h 816"/>
              <a:gd name="T8" fmla="*/ 0 w 1443"/>
              <a:gd name="T9" fmla="*/ 0 h 816"/>
              <a:gd name="T10" fmla="*/ 0 60000 65536"/>
              <a:gd name="T11" fmla="*/ 0 60000 65536"/>
              <a:gd name="T12" fmla="*/ 0 60000 65536"/>
              <a:gd name="T13" fmla="*/ 0 60000 65536"/>
              <a:gd name="T14" fmla="*/ 0 60000 65536"/>
              <a:gd name="T15" fmla="*/ 0 w 1443"/>
              <a:gd name="T16" fmla="*/ 0 h 816"/>
              <a:gd name="T17" fmla="*/ 1443 w 1443"/>
              <a:gd name="T18" fmla="*/ 816 h 816"/>
              <a:gd name="connsiteX0" fmla="*/ 0 w 12434"/>
              <a:gd name="connsiteY0" fmla="*/ 5781 h 9717"/>
              <a:gd name="connsiteX1" fmla="*/ 9891 w 12434"/>
              <a:gd name="connsiteY1" fmla="*/ 9522 h 9717"/>
              <a:gd name="connsiteX2" fmla="*/ 11582 w 12434"/>
              <a:gd name="connsiteY2" fmla="*/ 9596 h 9717"/>
              <a:gd name="connsiteX3" fmla="*/ 12434 w 12434"/>
              <a:gd name="connsiteY3" fmla="*/ 0 h 9717"/>
              <a:gd name="connsiteX4" fmla="*/ 0 w 12434"/>
              <a:gd name="connsiteY4" fmla="*/ 5781 h 9717"/>
              <a:gd name="connsiteX0-1" fmla="*/ 918 w 10233"/>
              <a:gd name="connsiteY0-2" fmla="*/ 8176 h 12226"/>
              <a:gd name="connsiteX1-3" fmla="*/ 8873 w 10233"/>
              <a:gd name="connsiteY1-4" fmla="*/ 12026 h 12226"/>
              <a:gd name="connsiteX2-5" fmla="*/ 10233 w 10233"/>
              <a:gd name="connsiteY2-6" fmla="*/ 12102 h 12226"/>
              <a:gd name="connsiteX3-7" fmla="*/ 1241 w 10233"/>
              <a:gd name="connsiteY3-8" fmla="*/ 0 h 12226"/>
              <a:gd name="connsiteX4-9" fmla="*/ 918 w 10233"/>
              <a:gd name="connsiteY4-10" fmla="*/ 8176 h 12226"/>
              <a:gd name="connsiteX0-11" fmla="*/ 918 w 10233"/>
              <a:gd name="connsiteY0-12" fmla="*/ 8176 h 12226"/>
              <a:gd name="connsiteX1-13" fmla="*/ 8873 w 10233"/>
              <a:gd name="connsiteY1-14" fmla="*/ 12026 h 12226"/>
              <a:gd name="connsiteX2-15" fmla="*/ 10233 w 10233"/>
              <a:gd name="connsiteY2-16" fmla="*/ 12102 h 12226"/>
              <a:gd name="connsiteX3-17" fmla="*/ 1241 w 10233"/>
              <a:gd name="connsiteY3-18" fmla="*/ 0 h 12226"/>
              <a:gd name="connsiteX4-19" fmla="*/ 918 w 10233"/>
              <a:gd name="connsiteY4-20" fmla="*/ 8176 h 12226"/>
              <a:gd name="connsiteX0-21" fmla="*/ 918 w 10233"/>
              <a:gd name="connsiteY0-22" fmla="*/ 8176 h 12226"/>
              <a:gd name="connsiteX1-23" fmla="*/ 8873 w 10233"/>
              <a:gd name="connsiteY1-24" fmla="*/ 12026 h 12226"/>
              <a:gd name="connsiteX2-25" fmla="*/ 10233 w 10233"/>
              <a:gd name="connsiteY2-26" fmla="*/ 12102 h 12226"/>
              <a:gd name="connsiteX3-27" fmla="*/ 1241 w 10233"/>
              <a:gd name="connsiteY3-28" fmla="*/ 0 h 12226"/>
              <a:gd name="connsiteX4-29" fmla="*/ 918 w 10233"/>
              <a:gd name="connsiteY4-30" fmla="*/ 8176 h 12226"/>
              <a:gd name="connsiteX0-31" fmla="*/ 0 w 9315"/>
              <a:gd name="connsiteY0-32" fmla="*/ 8176 h 12226"/>
              <a:gd name="connsiteX1-33" fmla="*/ 7955 w 9315"/>
              <a:gd name="connsiteY1-34" fmla="*/ 12026 h 12226"/>
              <a:gd name="connsiteX2-35" fmla="*/ 9315 w 9315"/>
              <a:gd name="connsiteY2-36" fmla="*/ 12102 h 12226"/>
              <a:gd name="connsiteX3-37" fmla="*/ 323 w 9315"/>
              <a:gd name="connsiteY3-38" fmla="*/ 0 h 12226"/>
              <a:gd name="connsiteX4-39" fmla="*/ 0 w 9315"/>
              <a:gd name="connsiteY4-40" fmla="*/ 8176 h 12226"/>
              <a:gd name="connsiteX0-41" fmla="*/ 0 w 10000"/>
              <a:gd name="connsiteY0-42" fmla="*/ 6778 h 10091"/>
              <a:gd name="connsiteX1-43" fmla="*/ 8540 w 10000"/>
              <a:gd name="connsiteY1-44" fmla="*/ 9927 h 10091"/>
              <a:gd name="connsiteX2-45" fmla="*/ 10000 w 10000"/>
              <a:gd name="connsiteY2-46" fmla="*/ 9990 h 10091"/>
              <a:gd name="connsiteX3-47" fmla="*/ 107 w 10000"/>
              <a:gd name="connsiteY3-48" fmla="*/ 0 h 10091"/>
              <a:gd name="connsiteX4-49" fmla="*/ 0 w 10000"/>
              <a:gd name="connsiteY4-50" fmla="*/ 6778 h 10091"/>
              <a:gd name="connsiteX0-51" fmla="*/ 0 w 10000"/>
              <a:gd name="connsiteY0-52" fmla="*/ 6778 h 10091"/>
              <a:gd name="connsiteX1-53" fmla="*/ 8540 w 10000"/>
              <a:gd name="connsiteY1-54" fmla="*/ 9927 h 10091"/>
              <a:gd name="connsiteX2-55" fmla="*/ 10000 w 10000"/>
              <a:gd name="connsiteY2-56" fmla="*/ 9990 h 10091"/>
              <a:gd name="connsiteX3-57" fmla="*/ 107 w 10000"/>
              <a:gd name="connsiteY3-58" fmla="*/ 0 h 10091"/>
              <a:gd name="connsiteX4-59" fmla="*/ 0 w 10000"/>
              <a:gd name="connsiteY4-60" fmla="*/ 6778 h 10091"/>
              <a:gd name="connsiteX0-61" fmla="*/ 0 w 10000"/>
              <a:gd name="connsiteY0-62" fmla="*/ 6778 h 10838"/>
              <a:gd name="connsiteX1-63" fmla="*/ 8900 w 10000"/>
              <a:gd name="connsiteY1-64" fmla="*/ 10838 h 10838"/>
              <a:gd name="connsiteX2-65" fmla="*/ 10000 w 10000"/>
              <a:gd name="connsiteY2-66" fmla="*/ 9990 h 10838"/>
              <a:gd name="connsiteX3-67" fmla="*/ 107 w 10000"/>
              <a:gd name="connsiteY3-68" fmla="*/ 0 h 10838"/>
              <a:gd name="connsiteX4-69" fmla="*/ 0 w 10000"/>
              <a:gd name="connsiteY4-70" fmla="*/ 6778 h 10838"/>
              <a:gd name="connsiteX0-71" fmla="*/ 0 w 9339"/>
              <a:gd name="connsiteY0-72" fmla="*/ 6778 h 10838"/>
              <a:gd name="connsiteX1-73" fmla="*/ 8900 w 9339"/>
              <a:gd name="connsiteY1-74" fmla="*/ 10838 h 10838"/>
              <a:gd name="connsiteX2-75" fmla="*/ 9339 w 9339"/>
              <a:gd name="connsiteY2-76" fmla="*/ 8351 h 10838"/>
              <a:gd name="connsiteX3-77" fmla="*/ 107 w 9339"/>
              <a:gd name="connsiteY3-78" fmla="*/ 0 h 10838"/>
              <a:gd name="connsiteX4-79" fmla="*/ 0 w 9339"/>
              <a:gd name="connsiteY4-80" fmla="*/ 6778 h 10838"/>
              <a:gd name="connsiteX0-81" fmla="*/ 0 w 10000"/>
              <a:gd name="connsiteY0-82" fmla="*/ 6254 h 10000"/>
              <a:gd name="connsiteX1-83" fmla="*/ 9530 w 10000"/>
              <a:gd name="connsiteY1-84" fmla="*/ 10000 h 10000"/>
              <a:gd name="connsiteX2-85" fmla="*/ 10000 w 10000"/>
              <a:gd name="connsiteY2-86" fmla="*/ 7705 h 10000"/>
              <a:gd name="connsiteX3-87" fmla="*/ 115 w 10000"/>
              <a:gd name="connsiteY3-88" fmla="*/ 0 h 10000"/>
              <a:gd name="connsiteX4-89" fmla="*/ 0 w 10000"/>
              <a:gd name="connsiteY4-90" fmla="*/ 6254 h 10000"/>
              <a:gd name="connsiteX0-91" fmla="*/ 0 w 10000"/>
              <a:gd name="connsiteY0-92" fmla="*/ 6254 h 10000"/>
              <a:gd name="connsiteX1-93" fmla="*/ 9530 w 10000"/>
              <a:gd name="connsiteY1-94" fmla="*/ 10000 h 10000"/>
              <a:gd name="connsiteX2-95" fmla="*/ 10000 w 10000"/>
              <a:gd name="connsiteY2-96" fmla="*/ 7705 h 10000"/>
              <a:gd name="connsiteX3-97" fmla="*/ 115 w 10000"/>
              <a:gd name="connsiteY3-98" fmla="*/ 0 h 10000"/>
              <a:gd name="connsiteX4-99" fmla="*/ 0 w 10000"/>
              <a:gd name="connsiteY4-100" fmla="*/ 6254 h 10000"/>
              <a:gd name="connsiteX0-101" fmla="*/ 0 w 10000"/>
              <a:gd name="connsiteY0-102" fmla="*/ 6254 h 10000"/>
              <a:gd name="connsiteX1-103" fmla="*/ 9530 w 10000"/>
              <a:gd name="connsiteY1-104" fmla="*/ 10000 h 10000"/>
              <a:gd name="connsiteX2-105" fmla="*/ 10000 w 10000"/>
              <a:gd name="connsiteY2-106" fmla="*/ 7705 h 10000"/>
              <a:gd name="connsiteX3-107" fmla="*/ 115 w 10000"/>
              <a:gd name="connsiteY3-108" fmla="*/ 0 h 10000"/>
              <a:gd name="connsiteX4-109" fmla="*/ 0 w 10000"/>
              <a:gd name="connsiteY4-110" fmla="*/ 6254 h 10000"/>
              <a:gd name="connsiteX0-111" fmla="*/ 20 w 10020"/>
              <a:gd name="connsiteY0-112" fmla="*/ 7598 h 11344"/>
              <a:gd name="connsiteX1-113" fmla="*/ 9550 w 10020"/>
              <a:gd name="connsiteY1-114" fmla="*/ 11344 h 11344"/>
              <a:gd name="connsiteX2-115" fmla="*/ 10020 w 10020"/>
              <a:gd name="connsiteY2-116" fmla="*/ 9049 h 11344"/>
              <a:gd name="connsiteX3-117" fmla="*/ 71 w 10020"/>
              <a:gd name="connsiteY3-118" fmla="*/ 0 h 11344"/>
              <a:gd name="connsiteX4-119" fmla="*/ 20 w 10020"/>
              <a:gd name="connsiteY4-120" fmla="*/ 7598 h 11344"/>
              <a:gd name="connsiteX0-121" fmla="*/ 20 w 10020"/>
              <a:gd name="connsiteY0-122" fmla="*/ 7598 h 11344"/>
              <a:gd name="connsiteX1-123" fmla="*/ 9550 w 10020"/>
              <a:gd name="connsiteY1-124" fmla="*/ 11344 h 11344"/>
              <a:gd name="connsiteX2-125" fmla="*/ 10020 w 10020"/>
              <a:gd name="connsiteY2-126" fmla="*/ 9049 h 11344"/>
              <a:gd name="connsiteX3-127" fmla="*/ 71 w 10020"/>
              <a:gd name="connsiteY3-128" fmla="*/ 0 h 11344"/>
              <a:gd name="connsiteX4-129" fmla="*/ 20 w 10020"/>
              <a:gd name="connsiteY4-130" fmla="*/ 7598 h 11344"/>
              <a:gd name="connsiteX0-131" fmla="*/ 20 w 10020"/>
              <a:gd name="connsiteY0-132" fmla="*/ 7598 h 11260"/>
              <a:gd name="connsiteX1-133" fmla="*/ 9743 w 10020"/>
              <a:gd name="connsiteY1-134" fmla="*/ 11260 h 11260"/>
              <a:gd name="connsiteX2-135" fmla="*/ 10020 w 10020"/>
              <a:gd name="connsiteY2-136" fmla="*/ 9049 h 11260"/>
              <a:gd name="connsiteX3-137" fmla="*/ 71 w 10020"/>
              <a:gd name="connsiteY3-138" fmla="*/ 0 h 11260"/>
              <a:gd name="connsiteX4-139" fmla="*/ 20 w 10020"/>
              <a:gd name="connsiteY4-140" fmla="*/ 7598 h 11260"/>
              <a:gd name="connsiteX0-141" fmla="*/ 20 w 10020"/>
              <a:gd name="connsiteY0-142" fmla="*/ 7598 h 11260"/>
              <a:gd name="connsiteX1-143" fmla="*/ 9743 w 10020"/>
              <a:gd name="connsiteY1-144" fmla="*/ 11260 h 11260"/>
              <a:gd name="connsiteX2-145" fmla="*/ 10020 w 10020"/>
              <a:gd name="connsiteY2-146" fmla="*/ 9049 h 11260"/>
              <a:gd name="connsiteX3-147" fmla="*/ 71 w 10020"/>
              <a:gd name="connsiteY3-148" fmla="*/ 0 h 11260"/>
              <a:gd name="connsiteX4-149" fmla="*/ 20 w 10020"/>
              <a:gd name="connsiteY4-150" fmla="*/ 7598 h 11260"/>
              <a:gd name="connsiteX0-151" fmla="*/ 174 w 10174"/>
              <a:gd name="connsiteY0-152" fmla="*/ 9049 h 12711"/>
              <a:gd name="connsiteX1-153" fmla="*/ 9897 w 10174"/>
              <a:gd name="connsiteY1-154" fmla="*/ 12711 h 12711"/>
              <a:gd name="connsiteX2-155" fmla="*/ 10174 w 10174"/>
              <a:gd name="connsiteY2-156" fmla="*/ 10500 h 12711"/>
              <a:gd name="connsiteX3-157" fmla="*/ 53 w 10174"/>
              <a:gd name="connsiteY3-158" fmla="*/ 0 h 12711"/>
              <a:gd name="connsiteX4-159" fmla="*/ 174 w 10174"/>
              <a:gd name="connsiteY4-160" fmla="*/ 9049 h 12711"/>
              <a:gd name="connsiteX0-161" fmla="*/ 174 w 45742"/>
              <a:gd name="connsiteY0-162" fmla="*/ 9049 h 10516"/>
              <a:gd name="connsiteX1-163" fmla="*/ 45742 w 45742"/>
              <a:gd name="connsiteY1-164" fmla="*/ 8442 h 10516"/>
              <a:gd name="connsiteX2-165" fmla="*/ 10174 w 45742"/>
              <a:gd name="connsiteY2-166" fmla="*/ 10500 h 10516"/>
              <a:gd name="connsiteX3-167" fmla="*/ 53 w 45742"/>
              <a:gd name="connsiteY3-168" fmla="*/ 0 h 10516"/>
              <a:gd name="connsiteX4-169" fmla="*/ 174 w 45742"/>
              <a:gd name="connsiteY4-170" fmla="*/ 9049 h 10516"/>
              <a:gd name="connsiteX0-171" fmla="*/ 174 w 45743"/>
              <a:gd name="connsiteY0-172" fmla="*/ 9049 h 9101"/>
              <a:gd name="connsiteX1-173" fmla="*/ 45742 w 45743"/>
              <a:gd name="connsiteY1-174" fmla="*/ 8442 h 9101"/>
              <a:gd name="connsiteX2-175" fmla="*/ 45245 w 45743"/>
              <a:gd name="connsiteY2-176" fmla="*/ 6829 h 9101"/>
              <a:gd name="connsiteX3-177" fmla="*/ 53 w 45743"/>
              <a:gd name="connsiteY3-178" fmla="*/ 0 h 9101"/>
              <a:gd name="connsiteX4-179" fmla="*/ 174 w 45743"/>
              <a:gd name="connsiteY4-180" fmla="*/ 9049 h 9101"/>
              <a:gd name="connsiteX0-181" fmla="*/ 38 w 10079"/>
              <a:gd name="connsiteY0-182" fmla="*/ 9943 h 10000"/>
              <a:gd name="connsiteX1-183" fmla="*/ 10000 w 10079"/>
              <a:gd name="connsiteY1-184" fmla="*/ 9276 h 10000"/>
              <a:gd name="connsiteX2-185" fmla="*/ 10079 w 10079"/>
              <a:gd name="connsiteY2-186" fmla="*/ 7129 h 10000"/>
              <a:gd name="connsiteX3-187" fmla="*/ 12 w 10079"/>
              <a:gd name="connsiteY3-188" fmla="*/ 0 h 10000"/>
              <a:gd name="connsiteX4-189" fmla="*/ 38 w 10079"/>
              <a:gd name="connsiteY4-190" fmla="*/ 9943 h 10000"/>
              <a:gd name="connsiteX0-191" fmla="*/ 38 w 10079"/>
              <a:gd name="connsiteY0-192" fmla="*/ 9943 h 10000"/>
              <a:gd name="connsiteX1-193" fmla="*/ 10000 w 10079"/>
              <a:gd name="connsiteY1-194" fmla="*/ 9276 h 10000"/>
              <a:gd name="connsiteX2-195" fmla="*/ 10079 w 10079"/>
              <a:gd name="connsiteY2-196" fmla="*/ 7129 h 10000"/>
              <a:gd name="connsiteX3-197" fmla="*/ 12 w 10079"/>
              <a:gd name="connsiteY3-198" fmla="*/ 0 h 10000"/>
              <a:gd name="connsiteX4-199" fmla="*/ 38 w 10079"/>
              <a:gd name="connsiteY4-200" fmla="*/ 9943 h 10000"/>
              <a:gd name="connsiteX0-201" fmla="*/ 38 w 10079"/>
              <a:gd name="connsiteY0-202" fmla="*/ 9943 h 10062"/>
              <a:gd name="connsiteX1-203" fmla="*/ 10000 w 10079"/>
              <a:gd name="connsiteY1-204" fmla="*/ 9276 h 10062"/>
              <a:gd name="connsiteX2-205" fmla="*/ 10079 w 10079"/>
              <a:gd name="connsiteY2-206" fmla="*/ 7129 h 10062"/>
              <a:gd name="connsiteX3-207" fmla="*/ 12 w 10079"/>
              <a:gd name="connsiteY3-208" fmla="*/ 0 h 10062"/>
              <a:gd name="connsiteX4-209" fmla="*/ 38 w 10079"/>
              <a:gd name="connsiteY4-210" fmla="*/ 9943 h 10062"/>
              <a:gd name="connsiteX0-211" fmla="*/ 38 w 10079"/>
              <a:gd name="connsiteY0-212" fmla="*/ 9943 h 10062"/>
              <a:gd name="connsiteX1-213" fmla="*/ 10000 w 10079"/>
              <a:gd name="connsiteY1-214" fmla="*/ 9276 h 10062"/>
              <a:gd name="connsiteX2-215" fmla="*/ 10079 w 10079"/>
              <a:gd name="connsiteY2-216" fmla="*/ 7129 h 10062"/>
              <a:gd name="connsiteX3-217" fmla="*/ 12 w 10079"/>
              <a:gd name="connsiteY3-218" fmla="*/ 0 h 10062"/>
              <a:gd name="connsiteX4-219" fmla="*/ 38 w 10079"/>
              <a:gd name="connsiteY4-220" fmla="*/ 9943 h 10062"/>
              <a:gd name="connsiteX0-221" fmla="*/ 38 w 10079"/>
              <a:gd name="connsiteY0-222" fmla="*/ 9943 h 10055"/>
              <a:gd name="connsiteX1-223" fmla="*/ 10038 w 10079"/>
              <a:gd name="connsiteY1-224" fmla="*/ 9088 h 10055"/>
              <a:gd name="connsiteX2-225" fmla="*/ 10079 w 10079"/>
              <a:gd name="connsiteY2-226" fmla="*/ 7129 h 10055"/>
              <a:gd name="connsiteX3-227" fmla="*/ 12 w 10079"/>
              <a:gd name="connsiteY3-228" fmla="*/ 0 h 10055"/>
              <a:gd name="connsiteX4-229" fmla="*/ 38 w 10079"/>
              <a:gd name="connsiteY4-230" fmla="*/ 9943 h 10055"/>
              <a:gd name="connsiteX0-231" fmla="*/ 38 w 10079"/>
              <a:gd name="connsiteY0-232" fmla="*/ 9943 h 10055"/>
              <a:gd name="connsiteX1-233" fmla="*/ 10038 w 10079"/>
              <a:gd name="connsiteY1-234" fmla="*/ 9088 h 10055"/>
              <a:gd name="connsiteX2-235" fmla="*/ 10079 w 10079"/>
              <a:gd name="connsiteY2-236" fmla="*/ 7129 h 10055"/>
              <a:gd name="connsiteX3-237" fmla="*/ 12 w 10079"/>
              <a:gd name="connsiteY3-238" fmla="*/ 0 h 10055"/>
              <a:gd name="connsiteX4-239" fmla="*/ 38 w 10079"/>
              <a:gd name="connsiteY4-240" fmla="*/ 9943 h 10055"/>
              <a:gd name="connsiteX0-241" fmla="*/ 0 w 10041"/>
              <a:gd name="connsiteY0-242" fmla="*/ 9005 h 9117"/>
              <a:gd name="connsiteX1-243" fmla="*/ 10000 w 10041"/>
              <a:gd name="connsiteY1-244" fmla="*/ 8150 h 9117"/>
              <a:gd name="connsiteX2-245" fmla="*/ 10041 w 10041"/>
              <a:gd name="connsiteY2-246" fmla="*/ 6191 h 9117"/>
              <a:gd name="connsiteX3-247" fmla="*/ 613 w 10041"/>
              <a:gd name="connsiteY3-248" fmla="*/ 0 h 9117"/>
              <a:gd name="connsiteX4-249" fmla="*/ 0 w 10041"/>
              <a:gd name="connsiteY4-250" fmla="*/ 9005 h 911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0041" h="9117">
                <a:moveTo>
                  <a:pt x="0" y="9005"/>
                </a:moveTo>
                <a:cubicBezTo>
                  <a:pt x="940" y="9678"/>
                  <a:pt x="2065" y="7058"/>
                  <a:pt x="10000" y="8150"/>
                </a:cubicBezTo>
                <a:cubicBezTo>
                  <a:pt x="10012" y="7247"/>
                  <a:pt x="9901" y="6483"/>
                  <a:pt x="10041" y="6191"/>
                </a:cubicBezTo>
                <a:cubicBezTo>
                  <a:pt x="3022" y="5602"/>
                  <a:pt x="1166" y="4276"/>
                  <a:pt x="613" y="0"/>
                </a:cubicBezTo>
                <a:cubicBezTo>
                  <a:pt x="564" y="3878"/>
                  <a:pt x="46" y="5035"/>
                  <a:pt x="0" y="9005"/>
                </a:cubicBezTo>
                <a:close/>
              </a:path>
            </a:pathLst>
          </a:custGeom>
          <a:gradFill rotWithShape="1">
            <a:gsLst>
              <a:gs pos="0">
                <a:schemeClr val="accent2">
                  <a:lumMod val="40000"/>
                  <a:lumOff val="60000"/>
                  <a:alpha val="61000"/>
                </a:schemeClr>
              </a:gs>
              <a:gs pos="100000">
                <a:schemeClr val="bg1"/>
              </a:gs>
            </a:gsLst>
            <a:lin ang="10800000" scaled="0"/>
          </a:gra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rgbClr val="000000"/>
              </a:solidFill>
              <a:effectLst/>
              <a:uLnTx/>
              <a:uFillTx/>
              <a:latin typeface="Arial" panose="020B0604020202090204" pitchFamily="34" charset="0"/>
              <a:ea typeface="MS PGothic" charset="0"/>
              <a:cs typeface="MS PGothic" charset="0"/>
            </a:endParaRPr>
          </a:p>
        </p:txBody>
      </p:sp>
      <p:grpSp>
        <p:nvGrpSpPr>
          <p:cNvPr id="118816" name="Group 21"/>
          <p:cNvGrpSpPr/>
          <p:nvPr/>
        </p:nvGrpSpPr>
        <p:grpSpPr>
          <a:xfrm>
            <a:off x="4000500" y="6242050"/>
            <a:ext cx="501650" cy="233363"/>
            <a:chOff x="3600" y="219"/>
            <a:chExt cx="360" cy="175"/>
          </a:xfrm>
        </p:grpSpPr>
        <p:sp>
          <p:nvSpPr>
            <p:cNvPr id="118986" name="Oval 22"/>
            <p:cNvSpPr/>
            <p:nvPr/>
          </p:nvSpPr>
          <p:spPr>
            <a:xfrm>
              <a:off x="3603" y="298"/>
              <a:ext cx="357" cy="96"/>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987" name="Line 23"/>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8988" name="Line 24"/>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8989" name="Rectangle 25"/>
            <p:cNvSpPr/>
            <p:nvPr/>
          </p:nvSpPr>
          <p:spPr>
            <a:xfrm>
              <a:off x="3603" y="289"/>
              <a:ext cx="352" cy="58"/>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solidFill>
                  <a:srgbClr val="000000"/>
                </a:solidFill>
                <a:latin typeface="Times New Roman" panose="02020503050405090304" charset="0"/>
              </a:endParaRPr>
            </a:p>
          </p:txBody>
        </p:sp>
        <p:sp>
          <p:nvSpPr>
            <p:cNvPr id="118990" name="Oval 26"/>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nvGrpSpPr>
            <p:cNvPr id="118991" name="Group 27"/>
            <p:cNvGrpSpPr/>
            <p:nvPr/>
          </p:nvGrpSpPr>
          <p:grpSpPr>
            <a:xfrm>
              <a:off x="3686" y="244"/>
              <a:ext cx="177" cy="66"/>
              <a:chOff x="2848" y="848"/>
              <a:chExt cx="140" cy="98"/>
            </a:xfrm>
          </p:grpSpPr>
          <p:sp>
            <p:nvSpPr>
              <p:cNvPr id="118996" name="Line 28"/>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8997" name="Line 29"/>
              <p:cNvSpPr/>
              <p:nvPr/>
            </p:nvSpPr>
            <p:spPr>
              <a:xfrm>
                <a:off x="2944" y="943"/>
                <a:ext cx="44" cy="0"/>
              </a:xfrm>
              <a:prstGeom prst="line">
                <a:avLst/>
              </a:prstGeom>
              <a:ln w="28575" cap="flat" cmpd="sng">
                <a:solidFill>
                  <a:schemeClr val="tx1"/>
                </a:solidFill>
                <a:prstDash val="solid"/>
                <a:headEnd type="none" w="med" len="med"/>
                <a:tailEnd type="none" w="med" len="med"/>
              </a:ln>
            </p:spPr>
          </p:sp>
          <p:sp>
            <p:nvSpPr>
              <p:cNvPr id="118998" name="Line 30"/>
              <p:cNvSpPr/>
              <p:nvPr/>
            </p:nvSpPr>
            <p:spPr>
              <a:xfrm>
                <a:off x="2894" y="850"/>
                <a:ext cx="52" cy="94"/>
              </a:xfrm>
              <a:prstGeom prst="line">
                <a:avLst/>
              </a:prstGeom>
              <a:ln w="28575" cap="flat" cmpd="sng">
                <a:solidFill>
                  <a:schemeClr val="tx1"/>
                </a:solidFill>
                <a:prstDash val="solid"/>
                <a:headEnd type="none" w="med" len="med"/>
                <a:tailEnd type="none" w="med" len="med"/>
              </a:ln>
            </p:spPr>
          </p:sp>
        </p:grpSp>
        <p:grpSp>
          <p:nvGrpSpPr>
            <p:cNvPr id="118992" name="Group 31"/>
            <p:cNvGrpSpPr/>
            <p:nvPr/>
          </p:nvGrpSpPr>
          <p:grpSpPr>
            <a:xfrm flipV="1">
              <a:off x="3686" y="243"/>
              <a:ext cx="177" cy="66"/>
              <a:chOff x="2848" y="848"/>
              <a:chExt cx="140" cy="98"/>
            </a:xfrm>
          </p:grpSpPr>
          <p:sp>
            <p:nvSpPr>
              <p:cNvPr id="118993" name="Line 32"/>
              <p:cNvSpPr/>
              <p:nvPr/>
            </p:nvSpPr>
            <p:spPr>
              <a:xfrm flipV="1">
                <a:off x="2848" y="846"/>
                <a:ext cx="50" cy="4"/>
              </a:xfrm>
              <a:prstGeom prst="line">
                <a:avLst/>
              </a:prstGeom>
              <a:ln w="28575" cap="flat" cmpd="sng">
                <a:solidFill>
                  <a:schemeClr val="tx1"/>
                </a:solidFill>
                <a:prstDash val="solid"/>
                <a:headEnd type="none" w="med" len="med"/>
                <a:tailEnd type="none" w="med" len="med"/>
              </a:ln>
            </p:spPr>
          </p:sp>
          <p:sp>
            <p:nvSpPr>
              <p:cNvPr id="118994" name="Line 33"/>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8995" name="Line 34"/>
              <p:cNvSpPr/>
              <p:nvPr/>
            </p:nvSpPr>
            <p:spPr>
              <a:xfrm>
                <a:off x="2894" y="849"/>
                <a:ext cx="52" cy="97"/>
              </a:xfrm>
              <a:prstGeom prst="line">
                <a:avLst/>
              </a:prstGeom>
              <a:ln w="28575" cap="flat" cmpd="sng">
                <a:solidFill>
                  <a:schemeClr val="tx1"/>
                </a:solidFill>
                <a:prstDash val="solid"/>
                <a:headEnd type="none" w="med" len="med"/>
                <a:tailEnd type="none" w="med" len="med"/>
              </a:ln>
            </p:spPr>
          </p:sp>
        </p:grpSp>
      </p:grpSp>
      <p:cxnSp>
        <p:nvCxnSpPr>
          <p:cNvPr id="118817" name="Straight Connector 81"/>
          <p:cNvCxnSpPr/>
          <p:nvPr/>
        </p:nvCxnSpPr>
        <p:spPr>
          <a:xfrm>
            <a:off x="1362075" y="3262313"/>
            <a:ext cx="5856288" cy="0"/>
          </a:xfrm>
          <a:prstGeom prst="line">
            <a:avLst/>
          </a:prstGeom>
          <a:ln w="19050" cap="flat" cmpd="sng">
            <a:solidFill>
              <a:schemeClr val="tx1"/>
            </a:solidFill>
            <a:prstDash val="dash"/>
            <a:headEnd type="none" w="med" len="med"/>
            <a:tailEnd type="none" w="med" len="med"/>
          </a:ln>
        </p:spPr>
      </p:cxnSp>
      <p:sp>
        <p:nvSpPr>
          <p:cNvPr id="118818" name="Text Box 106"/>
          <p:cNvSpPr txBox="1"/>
          <p:nvPr/>
        </p:nvSpPr>
        <p:spPr>
          <a:xfrm>
            <a:off x="1203325" y="2827338"/>
            <a:ext cx="1358900" cy="33813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solidFill>
                  <a:srgbClr val="000000"/>
                </a:solidFill>
                <a:latin typeface="Arial" panose="020B0604020202090204" pitchFamily="34" charset="0"/>
              </a:rPr>
              <a:t>control plane</a:t>
            </a:r>
          </a:p>
        </p:txBody>
      </p:sp>
      <p:sp>
        <p:nvSpPr>
          <p:cNvPr id="118819" name="Text Box 106"/>
          <p:cNvSpPr txBox="1"/>
          <p:nvPr/>
        </p:nvSpPr>
        <p:spPr>
          <a:xfrm>
            <a:off x="1217613" y="3313113"/>
            <a:ext cx="1143000" cy="33813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solidFill>
                  <a:srgbClr val="000000"/>
                </a:solidFill>
                <a:latin typeface="Arial" panose="020B0604020202090204" pitchFamily="34" charset="0"/>
              </a:rPr>
              <a:t>data plane</a:t>
            </a:r>
          </a:p>
        </p:txBody>
      </p:sp>
      <p:sp>
        <p:nvSpPr>
          <p:cNvPr id="85" name="AutoShape 118"/>
          <p:cNvSpPr>
            <a:spLocks noChangeArrowheads="1"/>
          </p:cNvSpPr>
          <p:nvPr/>
        </p:nvSpPr>
        <p:spPr bwMode="auto">
          <a:xfrm rot="5400000">
            <a:off x="3175000" y="3048000"/>
            <a:ext cx="992188" cy="122238"/>
          </a:xfrm>
          <a:prstGeom prst="rightArrow">
            <a:avLst>
              <a:gd name="adj1" fmla="val 51167"/>
              <a:gd name="adj2" fmla="val 83902"/>
            </a:avLst>
          </a:prstGeom>
          <a:solidFill>
            <a:schemeClr val="accent1">
              <a:lumMod val="50000"/>
            </a:schemeClr>
          </a:solidFill>
          <a:ln w="9525">
            <a:noFill/>
            <a:miter lim="800000"/>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rgbClr val="000000"/>
              </a:solidFill>
              <a:effectLst/>
              <a:uLnTx/>
              <a:uFillTx/>
              <a:latin typeface="Arial" panose="020B0604020202090204" pitchFamily="34" charset="0"/>
              <a:ea typeface="MS PGothic" charset="0"/>
              <a:cs typeface="MS PGothic" charset="0"/>
            </a:endParaRPr>
          </a:p>
        </p:txBody>
      </p:sp>
      <p:sp>
        <p:nvSpPr>
          <p:cNvPr id="118821" name="Freeform 91"/>
          <p:cNvSpPr/>
          <p:nvPr/>
        </p:nvSpPr>
        <p:spPr>
          <a:xfrm>
            <a:off x="4968875" y="5416550"/>
            <a:ext cx="474663" cy="582613"/>
          </a:xfrm>
          <a:custGeom>
            <a:avLst/>
            <a:gdLst>
              <a:gd name="txL" fmla="*/ 0 w 318"/>
              <a:gd name="txT" fmla="*/ 0 h 194"/>
              <a:gd name="txR" fmla="*/ 318 w 318"/>
              <a:gd name="txB" fmla="*/ 194 h 194"/>
            </a:gdLst>
            <a:ahLst/>
            <a:cxnLst>
              <a:cxn ang="0">
                <a:pos x="0" y="0"/>
              </a:cxn>
              <a:cxn ang="0">
                <a:pos x="2147483646" y="2147483646"/>
              </a:cxn>
            </a:cxnLst>
            <a:rect l="txL" t="txT" r="txR" b="txB"/>
            <a:pathLst>
              <a:path w="318" h="194">
                <a:moveTo>
                  <a:pt x="0" y="0"/>
                </a:moveTo>
                <a:lnTo>
                  <a:pt x="318" y="194"/>
                </a:lnTo>
              </a:path>
            </a:pathLst>
          </a:custGeom>
          <a:noFill/>
          <a:ln w="12700" cap="flat" cmpd="sng">
            <a:solidFill>
              <a:schemeClr val="tx1">
                <a:alpha val="100000"/>
              </a:schemeClr>
            </a:solidFill>
            <a:prstDash val="solid"/>
            <a:round/>
            <a:headEnd type="none" w="med" len="med"/>
            <a:tailEnd type="none" w="med" len="med"/>
          </a:ln>
        </p:spPr>
        <p:txBody>
          <a:bodyPr/>
          <a:lstStyle/>
          <a:p>
            <a:endParaRPr lang="zh-CN" altLang="en-US"/>
          </a:p>
        </p:txBody>
      </p:sp>
      <p:grpSp>
        <p:nvGrpSpPr>
          <p:cNvPr id="118822" name="Group 35"/>
          <p:cNvGrpSpPr/>
          <p:nvPr/>
        </p:nvGrpSpPr>
        <p:grpSpPr>
          <a:xfrm>
            <a:off x="4675188" y="5195888"/>
            <a:ext cx="501650" cy="233362"/>
            <a:chOff x="3600" y="219"/>
            <a:chExt cx="360" cy="175"/>
          </a:xfrm>
        </p:grpSpPr>
        <p:sp>
          <p:nvSpPr>
            <p:cNvPr id="118973" name="Oval 36"/>
            <p:cNvSpPr/>
            <p:nvPr/>
          </p:nvSpPr>
          <p:spPr>
            <a:xfrm>
              <a:off x="3603" y="298"/>
              <a:ext cx="357" cy="96"/>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974" name="Line 37"/>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8975" name="Line 38"/>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8976" name="Rectangle 39"/>
            <p:cNvSpPr/>
            <p:nvPr/>
          </p:nvSpPr>
          <p:spPr>
            <a:xfrm>
              <a:off x="3603" y="289"/>
              <a:ext cx="352" cy="58"/>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solidFill>
                  <a:srgbClr val="000000"/>
                </a:solidFill>
                <a:latin typeface="Times New Roman" panose="02020503050405090304" charset="0"/>
              </a:endParaRPr>
            </a:p>
          </p:txBody>
        </p:sp>
        <p:sp>
          <p:nvSpPr>
            <p:cNvPr id="118977" name="Oval 40"/>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nvGrpSpPr>
            <p:cNvPr id="118978" name="Group 41"/>
            <p:cNvGrpSpPr/>
            <p:nvPr/>
          </p:nvGrpSpPr>
          <p:grpSpPr>
            <a:xfrm>
              <a:off x="3686" y="244"/>
              <a:ext cx="177" cy="66"/>
              <a:chOff x="2848" y="848"/>
              <a:chExt cx="140" cy="98"/>
            </a:xfrm>
          </p:grpSpPr>
          <p:sp>
            <p:nvSpPr>
              <p:cNvPr id="118983" name="Line 42"/>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8984" name="Line 43"/>
              <p:cNvSpPr/>
              <p:nvPr/>
            </p:nvSpPr>
            <p:spPr>
              <a:xfrm>
                <a:off x="2944" y="943"/>
                <a:ext cx="44" cy="0"/>
              </a:xfrm>
              <a:prstGeom prst="line">
                <a:avLst/>
              </a:prstGeom>
              <a:ln w="28575" cap="flat" cmpd="sng">
                <a:solidFill>
                  <a:schemeClr val="tx1"/>
                </a:solidFill>
                <a:prstDash val="solid"/>
                <a:headEnd type="none" w="med" len="med"/>
                <a:tailEnd type="none" w="med" len="med"/>
              </a:ln>
            </p:spPr>
          </p:sp>
          <p:sp>
            <p:nvSpPr>
              <p:cNvPr id="118985" name="Line 44"/>
              <p:cNvSpPr/>
              <p:nvPr/>
            </p:nvSpPr>
            <p:spPr>
              <a:xfrm>
                <a:off x="2894" y="850"/>
                <a:ext cx="52" cy="94"/>
              </a:xfrm>
              <a:prstGeom prst="line">
                <a:avLst/>
              </a:prstGeom>
              <a:ln w="28575" cap="flat" cmpd="sng">
                <a:solidFill>
                  <a:schemeClr val="tx1"/>
                </a:solidFill>
                <a:prstDash val="solid"/>
                <a:headEnd type="none" w="med" len="med"/>
                <a:tailEnd type="none" w="med" len="med"/>
              </a:ln>
            </p:spPr>
          </p:sp>
        </p:grpSp>
        <p:grpSp>
          <p:nvGrpSpPr>
            <p:cNvPr id="118979" name="Group 45"/>
            <p:cNvGrpSpPr/>
            <p:nvPr/>
          </p:nvGrpSpPr>
          <p:grpSpPr>
            <a:xfrm flipV="1">
              <a:off x="3686" y="243"/>
              <a:ext cx="177" cy="66"/>
              <a:chOff x="2848" y="848"/>
              <a:chExt cx="140" cy="98"/>
            </a:xfrm>
          </p:grpSpPr>
          <p:sp>
            <p:nvSpPr>
              <p:cNvPr id="118980" name="Line 46"/>
              <p:cNvSpPr/>
              <p:nvPr/>
            </p:nvSpPr>
            <p:spPr>
              <a:xfrm flipV="1">
                <a:off x="2848" y="846"/>
                <a:ext cx="50" cy="4"/>
              </a:xfrm>
              <a:prstGeom prst="line">
                <a:avLst/>
              </a:prstGeom>
              <a:ln w="28575" cap="flat" cmpd="sng">
                <a:solidFill>
                  <a:schemeClr val="tx1"/>
                </a:solidFill>
                <a:prstDash val="solid"/>
                <a:headEnd type="none" w="med" len="med"/>
                <a:tailEnd type="none" w="med" len="med"/>
              </a:ln>
            </p:spPr>
          </p:sp>
          <p:sp>
            <p:nvSpPr>
              <p:cNvPr id="118981" name="Line 47"/>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8982" name="Line 48"/>
              <p:cNvSpPr/>
              <p:nvPr/>
            </p:nvSpPr>
            <p:spPr>
              <a:xfrm>
                <a:off x="2894" y="849"/>
                <a:ext cx="52" cy="97"/>
              </a:xfrm>
              <a:prstGeom prst="line">
                <a:avLst/>
              </a:prstGeom>
              <a:ln w="28575" cap="flat" cmpd="sng">
                <a:solidFill>
                  <a:schemeClr val="tx1"/>
                </a:solidFill>
                <a:prstDash val="solid"/>
                <a:headEnd type="none" w="med" len="med"/>
                <a:tailEnd type="none" w="med" len="med"/>
              </a:ln>
            </p:spPr>
          </p:sp>
        </p:grpSp>
      </p:grpSp>
      <p:grpSp>
        <p:nvGrpSpPr>
          <p:cNvPr id="118823" name="Group 63"/>
          <p:cNvGrpSpPr/>
          <p:nvPr/>
        </p:nvGrpSpPr>
        <p:grpSpPr>
          <a:xfrm>
            <a:off x="5226050" y="5962650"/>
            <a:ext cx="501650" cy="233363"/>
            <a:chOff x="3600" y="219"/>
            <a:chExt cx="360" cy="175"/>
          </a:xfrm>
        </p:grpSpPr>
        <p:sp>
          <p:nvSpPr>
            <p:cNvPr id="118960" name="Oval 64"/>
            <p:cNvSpPr/>
            <p:nvPr/>
          </p:nvSpPr>
          <p:spPr>
            <a:xfrm>
              <a:off x="3603" y="298"/>
              <a:ext cx="357" cy="96"/>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961" name="Line 65"/>
            <p:cNvSpPr/>
            <p:nvPr/>
          </p:nvSpPr>
          <p:spPr>
            <a:xfrm>
              <a:off x="3603" y="289"/>
              <a:ext cx="0" cy="60"/>
            </a:xfrm>
            <a:prstGeom prst="line">
              <a:avLst/>
            </a:prstGeom>
            <a:ln w="12700" cap="flat" cmpd="sng">
              <a:solidFill>
                <a:schemeClr val="tx1"/>
              </a:solidFill>
              <a:prstDash val="solid"/>
              <a:headEnd type="none" w="med" len="med"/>
              <a:tailEnd type="none" w="med" len="med"/>
            </a:ln>
          </p:spPr>
        </p:sp>
        <p:sp>
          <p:nvSpPr>
            <p:cNvPr id="118962" name="Line 66"/>
            <p:cNvSpPr/>
            <p:nvPr/>
          </p:nvSpPr>
          <p:spPr>
            <a:xfrm>
              <a:off x="3960" y="289"/>
              <a:ext cx="0" cy="60"/>
            </a:xfrm>
            <a:prstGeom prst="line">
              <a:avLst/>
            </a:prstGeom>
            <a:ln w="12700" cap="flat" cmpd="sng">
              <a:solidFill>
                <a:schemeClr val="tx1"/>
              </a:solidFill>
              <a:prstDash val="solid"/>
              <a:headEnd type="none" w="med" len="med"/>
              <a:tailEnd type="none" w="med" len="med"/>
            </a:ln>
          </p:spPr>
        </p:sp>
        <p:sp>
          <p:nvSpPr>
            <p:cNvPr id="118963" name="Rectangle 67"/>
            <p:cNvSpPr/>
            <p:nvPr/>
          </p:nvSpPr>
          <p:spPr>
            <a:xfrm>
              <a:off x="3603" y="289"/>
              <a:ext cx="352" cy="58"/>
            </a:xfrm>
            <a:prstGeom prst="rect">
              <a:avLst/>
            </a:prstGeom>
            <a:solidFill>
              <a:schemeClr val="hlink"/>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endParaRPr lang="zh-CN" altLang="zh-CN" sz="2400">
                <a:solidFill>
                  <a:srgbClr val="000000"/>
                </a:solidFill>
                <a:latin typeface="Times New Roman" panose="02020503050405090304" charset="0"/>
              </a:endParaRPr>
            </a:p>
          </p:txBody>
        </p:sp>
        <p:sp>
          <p:nvSpPr>
            <p:cNvPr id="118964" name="Oval 68"/>
            <p:cNvSpPr/>
            <p:nvPr/>
          </p:nvSpPr>
          <p:spPr>
            <a:xfrm>
              <a:off x="3600" y="219"/>
              <a:ext cx="357" cy="113"/>
            </a:xfrm>
            <a:prstGeom prst="ellipse">
              <a:avLst/>
            </a:prstGeom>
            <a:solidFill>
              <a:schemeClr val="hlink"/>
            </a:solidFill>
            <a:ln w="12700"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nvGrpSpPr>
            <p:cNvPr id="118965" name="Group 69"/>
            <p:cNvGrpSpPr/>
            <p:nvPr/>
          </p:nvGrpSpPr>
          <p:grpSpPr>
            <a:xfrm>
              <a:off x="3686" y="244"/>
              <a:ext cx="177" cy="66"/>
              <a:chOff x="2848" y="848"/>
              <a:chExt cx="140" cy="98"/>
            </a:xfrm>
          </p:grpSpPr>
          <p:sp>
            <p:nvSpPr>
              <p:cNvPr id="118970" name="Line 70"/>
              <p:cNvSpPr/>
              <p:nvPr/>
            </p:nvSpPr>
            <p:spPr>
              <a:xfrm flipV="1">
                <a:off x="2848" y="848"/>
                <a:ext cx="50" cy="2"/>
              </a:xfrm>
              <a:prstGeom prst="line">
                <a:avLst/>
              </a:prstGeom>
              <a:ln w="28575" cap="flat" cmpd="sng">
                <a:solidFill>
                  <a:schemeClr val="tx1"/>
                </a:solidFill>
                <a:prstDash val="solid"/>
                <a:headEnd type="none" w="med" len="med"/>
                <a:tailEnd type="none" w="med" len="med"/>
              </a:ln>
            </p:spPr>
          </p:sp>
          <p:sp>
            <p:nvSpPr>
              <p:cNvPr id="118971" name="Line 71"/>
              <p:cNvSpPr/>
              <p:nvPr/>
            </p:nvSpPr>
            <p:spPr>
              <a:xfrm>
                <a:off x="2944" y="943"/>
                <a:ext cx="44" cy="0"/>
              </a:xfrm>
              <a:prstGeom prst="line">
                <a:avLst/>
              </a:prstGeom>
              <a:ln w="28575" cap="flat" cmpd="sng">
                <a:solidFill>
                  <a:schemeClr val="tx1"/>
                </a:solidFill>
                <a:prstDash val="solid"/>
                <a:headEnd type="none" w="med" len="med"/>
                <a:tailEnd type="none" w="med" len="med"/>
              </a:ln>
            </p:spPr>
          </p:sp>
          <p:sp>
            <p:nvSpPr>
              <p:cNvPr id="118972" name="Line 72"/>
              <p:cNvSpPr/>
              <p:nvPr/>
            </p:nvSpPr>
            <p:spPr>
              <a:xfrm>
                <a:off x="2894" y="850"/>
                <a:ext cx="52" cy="94"/>
              </a:xfrm>
              <a:prstGeom prst="line">
                <a:avLst/>
              </a:prstGeom>
              <a:ln w="28575" cap="flat" cmpd="sng">
                <a:solidFill>
                  <a:schemeClr val="tx1"/>
                </a:solidFill>
                <a:prstDash val="solid"/>
                <a:headEnd type="none" w="med" len="med"/>
                <a:tailEnd type="none" w="med" len="med"/>
              </a:ln>
            </p:spPr>
          </p:sp>
        </p:grpSp>
        <p:grpSp>
          <p:nvGrpSpPr>
            <p:cNvPr id="118966" name="Group 73"/>
            <p:cNvGrpSpPr/>
            <p:nvPr/>
          </p:nvGrpSpPr>
          <p:grpSpPr>
            <a:xfrm flipV="1">
              <a:off x="3686" y="243"/>
              <a:ext cx="177" cy="66"/>
              <a:chOff x="2848" y="848"/>
              <a:chExt cx="140" cy="98"/>
            </a:xfrm>
          </p:grpSpPr>
          <p:sp>
            <p:nvSpPr>
              <p:cNvPr id="118967" name="Line 74"/>
              <p:cNvSpPr/>
              <p:nvPr/>
            </p:nvSpPr>
            <p:spPr>
              <a:xfrm flipV="1">
                <a:off x="2848" y="846"/>
                <a:ext cx="50" cy="4"/>
              </a:xfrm>
              <a:prstGeom prst="line">
                <a:avLst/>
              </a:prstGeom>
              <a:ln w="28575" cap="flat" cmpd="sng">
                <a:solidFill>
                  <a:schemeClr val="tx1"/>
                </a:solidFill>
                <a:prstDash val="solid"/>
                <a:headEnd type="none" w="med" len="med"/>
                <a:tailEnd type="none" w="med" len="med"/>
              </a:ln>
            </p:spPr>
          </p:sp>
          <p:sp>
            <p:nvSpPr>
              <p:cNvPr id="118968" name="Line 75"/>
              <p:cNvSpPr/>
              <p:nvPr/>
            </p:nvSpPr>
            <p:spPr>
              <a:xfrm>
                <a:off x="2944" y="946"/>
                <a:ext cx="44" cy="0"/>
              </a:xfrm>
              <a:prstGeom prst="line">
                <a:avLst/>
              </a:prstGeom>
              <a:ln w="28575" cap="flat" cmpd="sng">
                <a:solidFill>
                  <a:schemeClr val="tx1"/>
                </a:solidFill>
                <a:prstDash val="solid"/>
                <a:headEnd type="none" w="med" len="med"/>
                <a:tailEnd type="none" w="med" len="med"/>
              </a:ln>
            </p:spPr>
          </p:sp>
          <p:sp>
            <p:nvSpPr>
              <p:cNvPr id="118969" name="Line 76"/>
              <p:cNvSpPr/>
              <p:nvPr/>
            </p:nvSpPr>
            <p:spPr>
              <a:xfrm>
                <a:off x="2894" y="849"/>
                <a:ext cx="52" cy="97"/>
              </a:xfrm>
              <a:prstGeom prst="line">
                <a:avLst/>
              </a:prstGeom>
              <a:ln w="28575" cap="flat" cmpd="sng">
                <a:solidFill>
                  <a:schemeClr val="tx1"/>
                </a:solidFill>
                <a:prstDash val="solid"/>
                <a:headEnd type="none" w="med" len="med"/>
                <a:tailEnd type="none" w="med" len="med"/>
              </a:ln>
            </p:spPr>
          </p:sp>
        </p:grpSp>
      </p:grpSp>
      <p:sp>
        <p:nvSpPr>
          <p:cNvPr id="118824" name="TextBox 114"/>
          <p:cNvSpPr txBox="1"/>
          <p:nvPr/>
        </p:nvSpPr>
        <p:spPr>
          <a:xfrm>
            <a:off x="401638" y="1087438"/>
            <a:ext cx="7832725" cy="83026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2400"/>
              <a:t>Each router contains a </a:t>
            </a:r>
            <a:r>
              <a:rPr lang="en-US" altLang="zh-CN" sz="2400" i="1">
                <a:solidFill>
                  <a:srgbClr val="CC0000"/>
                </a:solidFill>
              </a:rPr>
              <a:t>flow table </a:t>
            </a:r>
            <a:r>
              <a:rPr lang="en-US" altLang="zh-CN" sz="2400"/>
              <a:t>that is computed and distributed by a </a:t>
            </a:r>
            <a:r>
              <a:rPr lang="en-US" altLang="zh-CN" sz="2400" i="1"/>
              <a:t>logically centralized </a:t>
            </a:r>
            <a:r>
              <a:rPr lang="en-US" altLang="zh-CN" sz="2400"/>
              <a:t>routing controller</a:t>
            </a:r>
          </a:p>
        </p:txBody>
      </p:sp>
      <p:grpSp>
        <p:nvGrpSpPr>
          <p:cNvPr id="118825" name="Group 115"/>
          <p:cNvGrpSpPr/>
          <p:nvPr/>
        </p:nvGrpSpPr>
        <p:grpSpPr>
          <a:xfrm>
            <a:off x="3498850" y="2647950"/>
            <a:ext cx="328613" cy="247650"/>
            <a:chOff x="8481778" y="1650237"/>
            <a:chExt cx="327460" cy="247650"/>
          </a:xfrm>
        </p:grpSpPr>
        <p:sp>
          <p:nvSpPr>
            <p:cNvPr id="118955" name="Rectangle 129"/>
            <p:cNvSpPr/>
            <p:nvPr/>
          </p:nvSpPr>
          <p:spPr>
            <a:xfrm>
              <a:off x="8483154" y="1650237"/>
              <a:ext cx="326082" cy="24765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956" name="Line 130"/>
            <p:cNvSpPr/>
            <p:nvPr/>
          </p:nvSpPr>
          <p:spPr>
            <a:xfrm>
              <a:off x="8715682" y="1691512"/>
              <a:ext cx="1376" cy="206375"/>
            </a:xfrm>
            <a:prstGeom prst="line">
              <a:avLst/>
            </a:prstGeom>
            <a:ln w="9525" cap="flat" cmpd="sng">
              <a:solidFill>
                <a:schemeClr val="tx1"/>
              </a:solidFill>
              <a:prstDash val="solid"/>
              <a:headEnd type="none" w="med" len="med"/>
              <a:tailEnd type="none" w="med" len="med"/>
            </a:ln>
          </p:spPr>
        </p:sp>
        <p:sp>
          <p:nvSpPr>
            <p:cNvPr id="118957" name="Line 131"/>
            <p:cNvSpPr/>
            <p:nvPr/>
          </p:nvSpPr>
          <p:spPr>
            <a:xfrm>
              <a:off x="8483154" y="1740725"/>
              <a:ext cx="326082" cy="0"/>
            </a:xfrm>
            <a:prstGeom prst="line">
              <a:avLst/>
            </a:prstGeom>
            <a:ln w="9525" cap="flat" cmpd="sng">
              <a:solidFill>
                <a:schemeClr val="tx1"/>
              </a:solidFill>
              <a:prstDash val="solid"/>
              <a:headEnd type="none" w="med" len="med"/>
              <a:tailEnd type="none" w="med" len="med"/>
            </a:ln>
          </p:spPr>
        </p:sp>
        <p:sp>
          <p:nvSpPr>
            <p:cNvPr id="118958" name="Line 132"/>
            <p:cNvSpPr/>
            <p:nvPr/>
          </p:nvSpPr>
          <p:spPr>
            <a:xfrm flipV="1">
              <a:off x="8481778" y="1691512"/>
              <a:ext cx="327460" cy="1588"/>
            </a:xfrm>
            <a:prstGeom prst="line">
              <a:avLst/>
            </a:prstGeom>
            <a:ln w="9525" cap="flat" cmpd="sng">
              <a:solidFill>
                <a:schemeClr val="tx1"/>
              </a:solidFill>
              <a:prstDash val="solid"/>
              <a:headEnd type="none" w="med" len="med"/>
              <a:tailEnd type="none" w="med" len="med"/>
            </a:ln>
          </p:spPr>
        </p:sp>
        <p:sp>
          <p:nvSpPr>
            <p:cNvPr id="118959" name="Line 130"/>
            <p:cNvSpPr/>
            <p:nvPr/>
          </p:nvSpPr>
          <p:spPr>
            <a:xfrm>
              <a:off x="8602857" y="1691512"/>
              <a:ext cx="1376" cy="206375"/>
            </a:xfrm>
            <a:prstGeom prst="line">
              <a:avLst/>
            </a:prstGeom>
            <a:ln w="9525" cap="flat" cmpd="sng">
              <a:solidFill>
                <a:schemeClr val="tx1"/>
              </a:solidFill>
              <a:prstDash val="solid"/>
              <a:headEnd type="none" w="med" len="med"/>
              <a:tailEnd type="none" w="med" len="med"/>
            </a:ln>
          </p:spPr>
        </p:sp>
      </p:grpSp>
      <p:grpSp>
        <p:nvGrpSpPr>
          <p:cNvPr id="118826" name="Group 121"/>
          <p:cNvGrpSpPr/>
          <p:nvPr/>
        </p:nvGrpSpPr>
        <p:grpSpPr>
          <a:xfrm>
            <a:off x="2700338" y="3592513"/>
            <a:ext cx="2005012" cy="1449387"/>
            <a:chOff x="1215873" y="2346199"/>
            <a:chExt cx="2004836" cy="1450803"/>
          </a:xfrm>
        </p:grpSpPr>
        <p:sp>
          <p:nvSpPr>
            <p:cNvPr id="118901" name="Rectangle 4"/>
            <p:cNvSpPr/>
            <p:nvPr/>
          </p:nvSpPr>
          <p:spPr>
            <a:xfrm>
              <a:off x="1230309" y="2346199"/>
              <a:ext cx="1990400" cy="1450803"/>
            </a:xfrm>
            <a:prstGeom prst="rect">
              <a:avLst/>
            </a:prstGeom>
            <a:solidFill>
              <a:schemeClr val="accent1"/>
            </a:solid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24" name="Rectangle 123"/>
            <p:cNvSpPr/>
            <p:nvPr/>
          </p:nvSpPr>
          <p:spPr bwMode="auto">
            <a:xfrm>
              <a:off x="1933360" y="2662420"/>
              <a:ext cx="661929" cy="1061486"/>
            </a:xfrm>
            <a:prstGeom prst="rect">
              <a:avLst/>
            </a:prstGeom>
            <a:solidFill>
              <a:schemeClr val="accent6">
                <a:lumMod val="20000"/>
                <a:lumOff val="80000"/>
              </a:schemeClr>
            </a:solidFill>
            <a:ln w="9525" cap="flat" cmpd="sng" algn="ctr">
              <a:no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25" name="Rectangle 124"/>
            <p:cNvSpPr/>
            <p:nvPr/>
          </p:nvSpPr>
          <p:spPr bwMode="auto">
            <a:xfrm>
              <a:off x="1307940" y="2665598"/>
              <a:ext cx="622245" cy="1058308"/>
            </a:xfrm>
            <a:prstGeom prst="rect">
              <a:avLst/>
            </a:prstGeom>
            <a:solidFill>
              <a:schemeClr val="accent1">
                <a:lumMod val="20000"/>
                <a:lumOff val="80000"/>
              </a:schemeClr>
            </a:solidFill>
            <a:ln w="9525" cap="flat" cmpd="sng" algn="ctr">
              <a:no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18904" name="Rectangle 125"/>
            <p:cNvSpPr/>
            <p:nvPr/>
          </p:nvSpPr>
          <p:spPr>
            <a:xfrm>
              <a:off x="1302231" y="2412920"/>
              <a:ext cx="1855396" cy="248443"/>
            </a:xfrm>
            <a:prstGeom prst="rect">
              <a:avLst/>
            </a:prstGeom>
            <a:solidFill>
              <a:schemeClr val="bg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05" name="Text Box 110"/>
            <p:cNvSpPr txBox="1"/>
            <p:nvPr/>
          </p:nvSpPr>
          <p:spPr>
            <a:xfrm>
              <a:off x="1509902" y="2374246"/>
              <a:ext cx="1362259" cy="30777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solidFill>
                    <a:srgbClr val="000000"/>
                  </a:solidFill>
                  <a:latin typeface="Arial" panose="020B0604020202090204" pitchFamily="34" charset="0"/>
                </a:rPr>
                <a:t>local flow table</a:t>
              </a:r>
            </a:p>
          </p:txBody>
        </p:sp>
        <p:sp>
          <p:nvSpPr>
            <p:cNvPr id="118906" name="Rectangle 127"/>
            <p:cNvSpPr/>
            <p:nvPr/>
          </p:nvSpPr>
          <p:spPr>
            <a:xfrm>
              <a:off x="2607523" y="2660713"/>
              <a:ext cx="542081" cy="1060704"/>
            </a:xfrm>
            <a:prstGeom prst="rect">
              <a:avLst/>
            </a:prstGeom>
            <a:solidFill>
              <a:srgbClr val="FFCCFF"/>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07" name="Text Box 111"/>
            <p:cNvSpPr txBox="1"/>
            <p:nvPr/>
          </p:nvSpPr>
          <p:spPr>
            <a:xfrm>
              <a:off x="1215873" y="2656551"/>
              <a:ext cx="2004836" cy="276999"/>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200">
                  <a:solidFill>
                    <a:srgbClr val="000000"/>
                  </a:solidFill>
                  <a:latin typeface="Arial" panose="020B0604020202090204" pitchFamily="34" charset="0"/>
                </a:rPr>
                <a:t>headers  counters  actions</a:t>
              </a:r>
            </a:p>
          </p:txBody>
        </p:sp>
        <p:sp>
          <p:nvSpPr>
            <p:cNvPr id="118908" name="Line 116"/>
            <p:cNvSpPr/>
            <p:nvPr/>
          </p:nvSpPr>
          <p:spPr>
            <a:xfrm>
              <a:off x="1297142" y="2927136"/>
              <a:ext cx="1860485" cy="0"/>
            </a:xfrm>
            <a:prstGeom prst="line">
              <a:avLst/>
            </a:prstGeom>
            <a:ln w="19050" cap="flat" cmpd="sng">
              <a:solidFill>
                <a:schemeClr val="tx1"/>
              </a:solidFill>
              <a:prstDash val="solid"/>
              <a:headEnd type="none" w="med" len="med"/>
              <a:tailEnd type="none" w="med" len="med"/>
            </a:ln>
          </p:spPr>
        </p:sp>
        <p:grpSp>
          <p:nvGrpSpPr>
            <p:cNvPr id="118909" name="Group 130"/>
            <p:cNvGrpSpPr/>
            <p:nvPr/>
          </p:nvGrpSpPr>
          <p:grpSpPr>
            <a:xfrm>
              <a:off x="1302231" y="2965801"/>
              <a:ext cx="1840959" cy="207818"/>
              <a:chOff x="1302231" y="2991457"/>
              <a:chExt cx="1840959" cy="207818"/>
            </a:xfrm>
          </p:grpSpPr>
          <p:grpSp>
            <p:nvGrpSpPr>
              <p:cNvPr id="182" name="Group 181"/>
              <p:cNvGrpSpPr/>
              <p:nvPr/>
            </p:nvGrpSpPr>
            <p:grpSpPr>
              <a:xfrm>
                <a:off x="1302231" y="2991457"/>
                <a:ext cx="1840959" cy="207818"/>
                <a:chOff x="360121" y="3045496"/>
                <a:chExt cx="627425" cy="207818"/>
              </a:xfrm>
              <a:solidFill>
                <a:schemeClr val="bg1"/>
              </a:solidFill>
            </p:grpSpPr>
            <p:sp>
              <p:nvSpPr>
                <p:cNvPr id="195" name="Rectangle 194"/>
                <p:cNvSpPr/>
                <p:nvPr/>
              </p:nvSpPr>
              <p:spPr bwMode="auto">
                <a:xfrm>
                  <a:off x="360121" y="3045496"/>
                  <a:ext cx="627425" cy="207818"/>
                </a:xfrm>
                <a:prstGeom prst="rect">
                  <a:avLst/>
                </a:prstGeom>
                <a:grp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rgbClr val="A6A6A6"/>
                    </a:solidFill>
                    <a:effectLst/>
                    <a:uLnTx/>
                    <a:uFillTx/>
                    <a:latin typeface="Arial" panose="020B0604020202090204" pitchFamily="34" charset="0"/>
                    <a:ea typeface="MS PGothic" charset="0"/>
                    <a:cs typeface="MS PGothic" charset="0"/>
                  </a:endParaRPr>
                </a:p>
              </p:txBody>
            </p:sp>
            <p:cxnSp>
              <p:nvCxnSpPr>
                <p:cNvPr id="196" name="Straight Connector 195"/>
                <p:cNvCxnSpPr/>
                <p:nvPr/>
              </p:nvCxnSpPr>
              <p:spPr bwMode="auto">
                <a:xfrm>
                  <a:off x="544967"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97" name="Straight Connector 196"/>
                <p:cNvCxnSpPr/>
                <p:nvPr/>
              </p:nvCxnSpPr>
              <p:spPr bwMode="auto">
                <a:xfrm>
                  <a:off x="382554"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98" name="Straight Connector 197"/>
                <p:cNvCxnSpPr/>
                <p:nvPr/>
              </p:nvCxnSpPr>
              <p:spPr bwMode="auto">
                <a:xfrm>
                  <a:off x="407636"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99" name="Straight Connector 198"/>
                <p:cNvCxnSpPr/>
                <p:nvPr/>
              </p:nvCxnSpPr>
              <p:spPr bwMode="auto">
                <a:xfrm>
                  <a:off x="599093" y="3046412"/>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200" name="Straight Connector 199"/>
                <p:cNvCxnSpPr/>
                <p:nvPr/>
              </p:nvCxnSpPr>
              <p:spPr bwMode="auto">
                <a:xfrm>
                  <a:off x="774541"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201" name="Straight Connector 200"/>
                <p:cNvCxnSpPr/>
                <p:nvPr/>
              </p:nvCxnSpPr>
              <p:spPr bwMode="auto">
                <a:xfrm>
                  <a:off x="826481"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202" name="Straight Connector 201"/>
                <p:cNvCxnSpPr/>
                <p:nvPr/>
              </p:nvCxnSpPr>
              <p:spPr bwMode="auto">
                <a:xfrm>
                  <a:off x="963675"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203" name="Straight Connector 202"/>
                <p:cNvCxnSpPr/>
                <p:nvPr/>
              </p:nvCxnSpPr>
              <p:spPr bwMode="auto">
                <a:xfrm>
                  <a:off x="938600" y="3045496"/>
                  <a:ext cx="0" cy="205314"/>
                </a:xfrm>
                <a:prstGeom prst="line">
                  <a:avLst/>
                </a:prstGeom>
                <a:grpFill/>
                <a:ln w="9525" cap="flat" cmpd="sng" algn="ctr">
                  <a:solidFill>
                    <a:schemeClr val="tx1"/>
                  </a:solidFill>
                  <a:prstDash val="solid"/>
                  <a:round/>
                  <a:headEnd type="none" w="med" len="med"/>
                  <a:tailEnd type="none" w="med" len="med"/>
                </a:ln>
                <a:effectLst/>
              </p:spPr>
            </p:cxnSp>
          </p:grpSp>
          <p:grpSp>
            <p:nvGrpSpPr>
              <p:cNvPr id="118943" name="Group 182"/>
              <p:cNvGrpSpPr/>
              <p:nvPr/>
            </p:nvGrpSpPr>
            <p:grpSpPr>
              <a:xfrm>
                <a:off x="1526796" y="3077273"/>
                <a:ext cx="201593" cy="45719"/>
                <a:chOff x="1501140" y="3070859"/>
                <a:chExt cx="201593" cy="45719"/>
              </a:xfrm>
            </p:grpSpPr>
            <p:sp>
              <p:nvSpPr>
                <p:cNvPr id="118952" name="Oval 191"/>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53" name="Oval 192"/>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54" name="Oval 193"/>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118944" name="Group 183"/>
              <p:cNvGrpSpPr/>
              <p:nvPr/>
            </p:nvGrpSpPr>
            <p:grpSpPr>
              <a:xfrm>
                <a:off x="2145472" y="3077473"/>
                <a:ext cx="201593" cy="45719"/>
                <a:chOff x="1501140" y="3070859"/>
                <a:chExt cx="201593" cy="45719"/>
              </a:xfrm>
            </p:grpSpPr>
            <p:sp>
              <p:nvSpPr>
                <p:cNvPr id="118949" name="Oval 188"/>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50" name="Oval 189"/>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51" name="Oval 190"/>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118945" name="Group 184"/>
              <p:cNvGrpSpPr/>
              <p:nvPr/>
            </p:nvGrpSpPr>
            <p:grpSpPr>
              <a:xfrm>
                <a:off x="2744906" y="3077673"/>
                <a:ext cx="201593" cy="45719"/>
                <a:chOff x="1501140" y="3070859"/>
                <a:chExt cx="201593" cy="45719"/>
              </a:xfrm>
            </p:grpSpPr>
            <p:sp>
              <p:nvSpPr>
                <p:cNvPr id="118946" name="Oval 185"/>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47" name="Oval 186"/>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48" name="Oval 187"/>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grpSp>
          <p:nvGrpSpPr>
            <p:cNvPr id="118910" name="Group 131"/>
            <p:cNvGrpSpPr/>
            <p:nvPr/>
          </p:nvGrpSpPr>
          <p:grpSpPr>
            <a:xfrm>
              <a:off x="1300350" y="3205689"/>
              <a:ext cx="1840959" cy="207818"/>
              <a:chOff x="1302231" y="2991457"/>
              <a:chExt cx="1840959" cy="207818"/>
            </a:xfrm>
          </p:grpSpPr>
          <p:grpSp>
            <p:nvGrpSpPr>
              <p:cNvPr id="160" name="Group 159"/>
              <p:cNvGrpSpPr/>
              <p:nvPr/>
            </p:nvGrpSpPr>
            <p:grpSpPr>
              <a:xfrm>
                <a:off x="1302231" y="2991457"/>
                <a:ext cx="1840959" cy="207818"/>
                <a:chOff x="360121" y="3045496"/>
                <a:chExt cx="627425" cy="207818"/>
              </a:xfrm>
              <a:solidFill>
                <a:schemeClr val="bg1"/>
              </a:solidFill>
            </p:grpSpPr>
            <p:sp>
              <p:nvSpPr>
                <p:cNvPr id="173" name="Rectangle 172"/>
                <p:cNvSpPr/>
                <p:nvPr/>
              </p:nvSpPr>
              <p:spPr bwMode="auto">
                <a:xfrm>
                  <a:off x="360121" y="3045496"/>
                  <a:ext cx="627425" cy="207818"/>
                </a:xfrm>
                <a:prstGeom prst="rect">
                  <a:avLst/>
                </a:prstGeom>
                <a:grp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rgbClr val="A6A6A6"/>
                    </a:solidFill>
                    <a:effectLst/>
                    <a:uLnTx/>
                    <a:uFillTx/>
                    <a:latin typeface="Arial" panose="020B0604020202090204" pitchFamily="34" charset="0"/>
                    <a:ea typeface="MS PGothic" charset="0"/>
                    <a:cs typeface="MS PGothic" charset="0"/>
                  </a:endParaRPr>
                </a:p>
              </p:txBody>
            </p:sp>
            <p:cxnSp>
              <p:nvCxnSpPr>
                <p:cNvPr id="174" name="Straight Connector 173"/>
                <p:cNvCxnSpPr/>
                <p:nvPr/>
              </p:nvCxnSpPr>
              <p:spPr bwMode="auto">
                <a:xfrm>
                  <a:off x="544967"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75" name="Straight Connector 174"/>
                <p:cNvCxnSpPr/>
                <p:nvPr/>
              </p:nvCxnSpPr>
              <p:spPr bwMode="auto">
                <a:xfrm>
                  <a:off x="382554"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76" name="Straight Connector 175"/>
                <p:cNvCxnSpPr/>
                <p:nvPr/>
              </p:nvCxnSpPr>
              <p:spPr bwMode="auto">
                <a:xfrm>
                  <a:off x="407636"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77" name="Straight Connector 176"/>
                <p:cNvCxnSpPr/>
                <p:nvPr/>
              </p:nvCxnSpPr>
              <p:spPr bwMode="auto">
                <a:xfrm>
                  <a:off x="599093" y="3046412"/>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78" name="Straight Connector 177"/>
                <p:cNvCxnSpPr/>
                <p:nvPr/>
              </p:nvCxnSpPr>
              <p:spPr bwMode="auto">
                <a:xfrm>
                  <a:off x="774541"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79" name="Straight Connector 178"/>
                <p:cNvCxnSpPr/>
                <p:nvPr/>
              </p:nvCxnSpPr>
              <p:spPr bwMode="auto">
                <a:xfrm>
                  <a:off x="826481"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80" name="Straight Connector 179"/>
                <p:cNvCxnSpPr/>
                <p:nvPr/>
              </p:nvCxnSpPr>
              <p:spPr bwMode="auto">
                <a:xfrm>
                  <a:off x="963675"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81" name="Straight Connector 180"/>
                <p:cNvCxnSpPr/>
                <p:nvPr/>
              </p:nvCxnSpPr>
              <p:spPr bwMode="auto">
                <a:xfrm>
                  <a:off x="938600" y="3045496"/>
                  <a:ext cx="0" cy="205314"/>
                </a:xfrm>
                <a:prstGeom prst="line">
                  <a:avLst/>
                </a:prstGeom>
                <a:grpFill/>
                <a:ln w="9525" cap="flat" cmpd="sng" algn="ctr">
                  <a:solidFill>
                    <a:schemeClr val="tx1"/>
                  </a:solidFill>
                  <a:prstDash val="solid"/>
                  <a:round/>
                  <a:headEnd type="none" w="med" len="med"/>
                  <a:tailEnd type="none" w="med" len="med"/>
                </a:ln>
                <a:effectLst/>
              </p:spPr>
            </p:cxnSp>
          </p:grpSp>
          <p:grpSp>
            <p:nvGrpSpPr>
              <p:cNvPr id="118930" name="Group 160"/>
              <p:cNvGrpSpPr/>
              <p:nvPr/>
            </p:nvGrpSpPr>
            <p:grpSpPr>
              <a:xfrm>
                <a:off x="1526796" y="3077273"/>
                <a:ext cx="201593" cy="45719"/>
                <a:chOff x="1501140" y="3070859"/>
                <a:chExt cx="201593" cy="45719"/>
              </a:xfrm>
            </p:grpSpPr>
            <p:sp>
              <p:nvSpPr>
                <p:cNvPr id="118939" name="Oval 169"/>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40" name="Oval 170"/>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41" name="Oval 171"/>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118931" name="Group 161"/>
              <p:cNvGrpSpPr/>
              <p:nvPr/>
            </p:nvGrpSpPr>
            <p:grpSpPr>
              <a:xfrm>
                <a:off x="2145472" y="3077473"/>
                <a:ext cx="201593" cy="45719"/>
                <a:chOff x="1501140" y="3070859"/>
                <a:chExt cx="201593" cy="45719"/>
              </a:xfrm>
            </p:grpSpPr>
            <p:sp>
              <p:nvSpPr>
                <p:cNvPr id="118936" name="Oval 166"/>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37" name="Oval 167"/>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38" name="Oval 168"/>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118932" name="Group 162"/>
              <p:cNvGrpSpPr/>
              <p:nvPr/>
            </p:nvGrpSpPr>
            <p:grpSpPr>
              <a:xfrm>
                <a:off x="2744906" y="3077673"/>
                <a:ext cx="201593" cy="45719"/>
                <a:chOff x="1501140" y="3070859"/>
                <a:chExt cx="201593" cy="45719"/>
              </a:xfrm>
            </p:grpSpPr>
            <p:sp>
              <p:nvSpPr>
                <p:cNvPr id="118933" name="Oval 163"/>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34" name="Oval 164"/>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35" name="Oval 165"/>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grpSp>
          <p:nvGrpSpPr>
            <p:cNvPr id="118911" name="Group 132"/>
            <p:cNvGrpSpPr/>
            <p:nvPr/>
          </p:nvGrpSpPr>
          <p:grpSpPr>
            <a:xfrm>
              <a:off x="1305438" y="3513599"/>
              <a:ext cx="1840959" cy="207818"/>
              <a:chOff x="1302231" y="2991457"/>
              <a:chExt cx="1840959" cy="207818"/>
            </a:xfrm>
          </p:grpSpPr>
          <p:grpSp>
            <p:nvGrpSpPr>
              <p:cNvPr id="138" name="Group 137"/>
              <p:cNvGrpSpPr/>
              <p:nvPr/>
            </p:nvGrpSpPr>
            <p:grpSpPr>
              <a:xfrm>
                <a:off x="1302231" y="2991457"/>
                <a:ext cx="1840959" cy="207818"/>
                <a:chOff x="360121" y="3045496"/>
                <a:chExt cx="627425" cy="207818"/>
              </a:xfrm>
              <a:solidFill>
                <a:schemeClr val="bg1"/>
              </a:solidFill>
            </p:grpSpPr>
            <p:sp>
              <p:nvSpPr>
                <p:cNvPr id="151" name="Rectangle 150"/>
                <p:cNvSpPr/>
                <p:nvPr/>
              </p:nvSpPr>
              <p:spPr bwMode="auto">
                <a:xfrm>
                  <a:off x="360121" y="3045496"/>
                  <a:ext cx="627425" cy="207818"/>
                </a:xfrm>
                <a:prstGeom prst="rect">
                  <a:avLst/>
                </a:prstGeom>
                <a:grp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rgbClr val="A6A6A6"/>
                    </a:solidFill>
                    <a:effectLst/>
                    <a:uLnTx/>
                    <a:uFillTx/>
                    <a:latin typeface="Arial" panose="020B0604020202090204" pitchFamily="34" charset="0"/>
                    <a:ea typeface="MS PGothic" charset="0"/>
                    <a:cs typeface="MS PGothic" charset="0"/>
                  </a:endParaRPr>
                </a:p>
              </p:txBody>
            </p:sp>
            <p:cxnSp>
              <p:nvCxnSpPr>
                <p:cNvPr id="152" name="Straight Connector 151"/>
                <p:cNvCxnSpPr/>
                <p:nvPr/>
              </p:nvCxnSpPr>
              <p:spPr bwMode="auto">
                <a:xfrm>
                  <a:off x="544967"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53" name="Straight Connector 152"/>
                <p:cNvCxnSpPr/>
                <p:nvPr/>
              </p:nvCxnSpPr>
              <p:spPr bwMode="auto">
                <a:xfrm>
                  <a:off x="382554"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54" name="Straight Connector 153"/>
                <p:cNvCxnSpPr/>
                <p:nvPr/>
              </p:nvCxnSpPr>
              <p:spPr bwMode="auto">
                <a:xfrm>
                  <a:off x="407636"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55" name="Straight Connector 154"/>
                <p:cNvCxnSpPr/>
                <p:nvPr/>
              </p:nvCxnSpPr>
              <p:spPr bwMode="auto">
                <a:xfrm>
                  <a:off x="599093" y="3046412"/>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56" name="Straight Connector 155"/>
                <p:cNvCxnSpPr/>
                <p:nvPr/>
              </p:nvCxnSpPr>
              <p:spPr bwMode="auto">
                <a:xfrm>
                  <a:off x="774541"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57" name="Straight Connector 156"/>
                <p:cNvCxnSpPr/>
                <p:nvPr/>
              </p:nvCxnSpPr>
              <p:spPr bwMode="auto">
                <a:xfrm>
                  <a:off x="826481"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58" name="Straight Connector 157"/>
                <p:cNvCxnSpPr/>
                <p:nvPr/>
              </p:nvCxnSpPr>
              <p:spPr bwMode="auto">
                <a:xfrm>
                  <a:off x="963675" y="3045496"/>
                  <a:ext cx="0" cy="205314"/>
                </a:xfrm>
                <a:prstGeom prst="line">
                  <a:avLst/>
                </a:prstGeom>
                <a:grpFill/>
                <a:ln w="9525" cap="flat" cmpd="sng" algn="ctr">
                  <a:solidFill>
                    <a:schemeClr val="tx1"/>
                  </a:solidFill>
                  <a:prstDash val="solid"/>
                  <a:round/>
                  <a:headEnd type="none" w="med" len="med"/>
                  <a:tailEnd type="none" w="med" len="med"/>
                </a:ln>
                <a:effectLst/>
              </p:spPr>
            </p:cxnSp>
            <p:cxnSp>
              <p:nvCxnSpPr>
                <p:cNvPr id="159" name="Straight Connector 158"/>
                <p:cNvCxnSpPr/>
                <p:nvPr/>
              </p:nvCxnSpPr>
              <p:spPr bwMode="auto">
                <a:xfrm>
                  <a:off x="938600" y="3045496"/>
                  <a:ext cx="0" cy="205314"/>
                </a:xfrm>
                <a:prstGeom prst="line">
                  <a:avLst/>
                </a:prstGeom>
                <a:grpFill/>
                <a:ln w="9525" cap="flat" cmpd="sng" algn="ctr">
                  <a:solidFill>
                    <a:schemeClr val="tx1"/>
                  </a:solidFill>
                  <a:prstDash val="solid"/>
                  <a:round/>
                  <a:headEnd type="none" w="med" len="med"/>
                  <a:tailEnd type="none" w="med" len="med"/>
                </a:ln>
                <a:effectLst/>
              </p:spPr>
            </p:cxnSp>
          </p:grpSp>
          <p:grpSp>
            <p:nvGrpSpPr>
              <p:cNvPr id="118917" name="Group 138"/>
              <p:cNvGrpSpPr/>
              <p:nvPr/>
            </p:nvGrpSpPr>
            <p:grpSpPr>
              <a:xfrm>
                <a:off x="1526796" y="3077273"/>
                <a:ext cx="201593" cy="45719"/>
                <a:chOff x="1501140" y="3070859"/>
                <a:chExt cx="201593" cy="45719"/>
              </a:xfrm>
            </p:grpSpPr>
            <p:sp>
              <p:nvSpPr>
                <p:cNvPr id="118926" name="Oval 147"/>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27" name="Oval 148"/>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28" name="Oval 149"/>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118918" name="Group 139"/>
              <p:cNvGrpSpPr/>
              <p:nvPr/>
            </p:nvGrpSpPr>
            <p:grpSpPr>
              <a:xfrm>
                <a:off x="2145472" y="3077473"/>
                <a:ext cx="201593" cy="45719"/>
                <a:chOff x="1501140" y="3070859"/>
                <a:chExt cx="201593" cy="45719"/>
              </a:xfrm>
            </p:grpSpPr>
            <p:sp>
              <p:nvSpPr>
                <p:cNvPr id="118923" name="Oval 144"/>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24" name="Oval 145"/>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25" name="Oval 146"/>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nvGrpSpPr>
              <p:cNvPr id="118919" name="Group 140"/>
              <p:cNvGrpSpPr/>
              <p:nvPr/>
            </p:nvGrpSpPr>
            <p:grpSpPr>
              <a:xfrm>
                <a:off x="2744906" y="3077673"/>
                <a:ext cx="201593" cy="45719"/>
                <a:chOff x="1501140" y="3070859"/>
                <a:chExt cx="201593" cy="45719"/>
              </a:xfrm>
            </p:grpSpPr>
            <p:sp>
              <p:nvSpPr>
                <p:cNvPr id="118920" name="Oval 141"/>
                <p:cNvSpPr/>
                <p:nvPr/>
              </p:nvSpPr>
              <p:spPr>
                <a:xfrm>
                  <a:off x="1501140"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21" name="Oval 142"/>
                <p:cNvSpPr/>
                <p:nvPr/>
              </p:nvSpPr>
              <p:spPr>
                <a:xfrm>
                  <a:off x="1579077"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922" name="Oval 143"/>
                <p:cNvSpPr/>
                <p:nvPr/>
              </p:nvSpPr>
              <p:spPr>
                <a:xfrm>
                  <a:off x="1657014" y="3070859"/>
                  <a:ext cx="45719" cy="45719"/>
                </a:xfrm>
                <a:prstGeom prst="ellipse">
                  <a:avLst/>
                </a:prstGeom>
                <a:solidFill>
                  <a:schemeClr val="tx1"/>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grpSp>
        <p:sp>
          <p:nvSpPr>
            <p:cNvPr id="118912" name="Line 113"/>
            <p:cNvSpPr/>
            <p:nvPr/>
          </p:nvSpPr>
          <p:spPr>
            <a:xfrm>
              <a:off x="1924568" y="2656551"/>
              <a:ext cx="7938" cy="1066800"/>
            </a:xfrm>
            <a:prstGeom prst="line">
              <a:avLst/>
            </a:prstGeom>
            <a:ln w="19050" cap="flat" cmpd="sng">
              <a:solidFill>
                <a:schemeClr val="tx1"/>
              </a:solidFill>
              <a:prstDash val="solid"/>
              <a:headEnd type="none" w="med" len="med"/>
              <a:tailEnd type="none" w="med" len="med"/>
            </a:ln>
          </p:spPr>
        </p:sp>
        <p:sp>
          <p:nvSpPr>
            <p:cNvPr id="118913" name="Line 113"/>
            <p:cNvSpPr/>
            <p:nvPr/>
          </p:nvSpPr>
          <p:spPr>
            <a:xfrm>
              <a:off x="2595717" y="2661363"/>
              <a:ext cx="7938" cy="1066800"/>
            </a:xfrm>
            <a:prstGeom prst="line">
              <a:avLst/>
            </a:prstGeom>
            <a:ln w="19050" cap="flat" cmpd="sng">
              <a:solidFill>
                <a:schemeClr val="tx1"/>
              </a:solidFill>
              <a:prstDash val="solid"/>
              <a:headEnd type="none" w="med" len="med"/>
              <a:tailEnd type="none" w="med" len="med"/>
            </a:ln>
          </p:spPr>
        </p:sp>
        <p:sp>
          <p:nvSpPr>
            <p:cNvPr id="118914" name="Line 117"/>
            <p:cNvSpPr/>
            <p:nvPr/>
          </p:nvSpPr>
          <p:spPr>
            <a:xfrm flipV="1">
              <a:off x="1297142" y="2661362"/>
              <a:ext cx="1860485" cy="0"/>
            </a:xfrm>
            <a:prstGeom prst="line">
              <a:avLst/>
            </a:prstGeom>
            <a:ln w="15875" cap="flat" cmpd="sng">
              <a:solidFill>
                <a:schemeClr val="tx1"/>
              </a:solidFill>
              <a:prstDash val="solid"/>
              <a:headEnd type="none" w="med" len="med"/>
              <a:tailEnd type="none" w="med" len="med"/>
            </a:ln>
          </p:spPr>
        </p:sp>
        <p:sp>
          <p:nvSpPr>
            <p:cNvPr id="118915" name="Rectangle 109"/>
            <p:cNvSpPr/>
            <p:nvPr/>
          </p:nvSpPr>
          <p:spPr>
            <a:xfrm>
              <a:off x="1297143" y="2412920"/>
              <a:ext cx="1860484" cy="1315243"/>
            </a:xfrm>
            <a:prstGeom prst="rect">
              <a:avLst/>
            </a:prstGeom>
            <a:noFill/>
            <a:ln w="19050"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grpSp>
        <p:nvGrpSpPr>
          <p:cNvPr id="118827" name="Group 203"/>
          <p:cNvGrpSpPr/>
          <p:nvPr/>
        </p:nvGrpSpPr>
        <p:grpSpPr>
          <a:xfrm>
            <a:off x="5392738" y="4759325"/>
            <a:ext cx="430212" cy="306388"/>
            <a:chOff x="355958" y="2437424"/>
            <a:chExt cx="1990400" cy="1450803"/>
          </a:xfrm>
        </p:grpSpPr>
        <p:sp>
          <p:nvSpPr>
            <p:cNvPr id="118891" name="Rectangle 4"/>
            <p:cNvSpPr/>
            <p:nvPr/>
          </p:nvSpPr>
          <p:spPr>
            <a:xfrm>
              <a:off x="355958" y="2437424"/>
              <a:ext cx="1990400" cy="1450803"/>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206" name="Rectangle 205"/>
            <p:cNvSpPr/>
            <p:nvPr/>
          </p:nvSpPr>
          <p:spPr bwMode="auto">
            <a:xfrm>
              <a:off x="1061045" y="2753142"/>
              <a:ext cx="661019" cy="1059914"/>
            </a:xfrm>
            <a:prstGeom prst="rect">
              <a:avLst/>
            </a:prstGeom>
            <a:solidFill>
              <a:schemeClr val="accent6">
                <a:lumMod val="20000"/>
                <a:lumOff val="80000"/>
              </a:schemeClr>
            </a:solid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207" name="Rectangle 206"/>
            <p:cNvSpPr/>
            <p:nvPr/>
          </p:nvSpPr>
          <p:spPr bwMode="auto">
            <a:xfrm>
              <a:off x="429405" y="2760662"/>
              <a:ext cx="624294" cy="1052394"/>
            </a:xfrm>
            <a:prstGeom prst="rect">
              <a:avLst/>
            </a:prstGeom>
            <a:solidFill>
              <a:schemeClr val="accent1">
                <a:lumMod val="20000"/>
                <a:lumOff val="80000"/>
              </a:schemeClr>
            </a:solid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18894" name="Rectangle 207"/>
            <p:cNvSpPr/>
            <p:nvPr/>
          </p:nvSpPr>
          <p:spPr>
            <a:xfrm>
              <a:off x="427880" y="2504145"/>
              <a:ext cx="1855396" cy="248443"/>
            </a:xfrm>
            <a:prstGeom prst="rect">
              <a:avLst/>
            </a:prstGeom>
            <a:solidFill>
              <a:schemeClr val="bg1"/>
            </a:solidFill>
            <a:ln w="9525" cap="flat" cmpd="sng">
              <a:solidFill>
                <a:schemeClr val="tx1"/>
              </a:solidFill>
              <a:prstDash val="solid"/>
              <a:roun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895" name="Rectangle 208"/>
            <p:cNvSpPr/>
            <p:nvPr/>
          </p:nvSpPr>
          <p:spPr>
            <a:xfrm>
              <a:off x="1733172" y="2751938"/>
              <a:ext cx="542081" cy="1060704"/>
            </a:xfrm>
            <a:prstGeom prst="rect">
              <a:avLst/>
            </a:prstGeom>
            <a:solidFill>
              <a:srgbClr val="FFCCFF"/>
            </a:solidFill>
            <a:ln w="9525" cap="flat" cmpd="sng">
              <a:solidFill>
                <a:schemeClr val="tx1"/>
              </a:solidFill>
              <a:prstDash val="solid"/>
              <a:roun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896" name="Line 116"/>
            <p:cNvSpPr/>
            <p:nvPr/>
          </p:nvSpPr>
          <p:spPr>
            <a:xfrm>
              <a:off x="422791" y="3018361"/>
              <a:ext cx="1860485" cy="0"/>
            </a:xfrm>
            <a:prstGeom prst="line">
              <a:avLst/>
            </a:prstGeom>
            <a:ln w="9525" cap="flat" cmpd="sng">
              <a:solidFill>
                <a:schemeClr val="tx1"/>
              </a:solidFill>
              <a:prstDash val="solid"/>
              <a:headEnd type="none" w="med" len="med"/>
              <a:tailEnd type="none" w="med" len="med"/>
            </a:ln>
          </p:spPr>
        </p:sp>
        <p:sp>
          <p:nvSpPr>
            <p:cNvPr id="118897" name="Line 113"/>
            <p:cNvSpPr/>
            <p:nvPr/>
          </p:nvSpPr>
          <p:spPr>
            <a:xfrm>
              <a:off x="1050217" y="2747776"/>
              <a:ext cx="7938" cy="1066800"/>
            </a:xfrm>
            <a:prstGeom prst="line">
              <a:avLst/>
            </a:prstGeom>
            <a:ln w="9525" cap="flat" cmpd="sng">
              <a:solidFill>
                <a:schemeClr val="tx1"/>
              </a:solidFill>
              <a:prstDash val="solid"/>
              <a:headEnd type="none" w="med" len="med"/>
              <a:tailEnd type="none" w="med" len="med"/>
            </a:ln>
          </p:spPr>
        </p:sp>
        <p:sp>
          <p:nvSpPr>
            <p:cNvPr id="118898" name="Line 113"/>
            <p:cNvSpPr/>
            <p:nvPr/>
          </p:nvSpPr>
          <p:spPr>
            <a:xfrm>
              <a:off x="1721366" y="2752588"/>
              <a:ext cx="7938" cy="1066800"/>
            </a:xfrm>
            <a:prstGeom prst="line">
              <a:avLst/>
            </a:prstGeom>
            <a:ln w="9525" cap="flat" cmpd="sng">
              <a:solidFill>
                <a:schemeClr val="tx1"/>
              </a:solidFill>
              <a:prstDash val="solid"/>
              <a:headEnd type="none" w="med" len="med"/>
              <a:tailEnd type="none" w="med" len="med"/>
            </a:ln>
          </p:spPr>
        </p:sp>
        <p:sp>
          <p:nvSpPr>
            <p:cNvPr id="118899" name="Line 117"/>
            <p:cNvSpPr/>
            <p:nvPr/>
          </p:nvSpPr>
          <p:spPr>
            <a:xfrm flipV="1">
              <a:off x="422791" y="2752587"/>
              <a:ext cx="1860485" cy="0"/>
            </a:xfrm>
            <a:prstGeom prst="line">
              <a:avLst/>
            </a:prstGeom>
            <a:ln w="9525" cap="flat" cmpd="sng">
              <a:solidFill>
                <a:schemeClr val="tx1"/>
              </a:solidFill>
              <a:prstDash val="solid"/>
              <a:headEnd type="none" w="med" len="med"/>
              <a:tailEnd type="none" w="med" len="med"/>
            </a:ln>
          </p:spPr>
        </p:sp>
        <p:sp>
          <p:nvSpPr>
            <p:cNvPr id="118900" name="Rectangle 109"/>
            <p:cNvSpPr/>
            <p:nvPr/>
          </p:nvSpPr>
          <p:spPr>
            <a:xfrm>
              <a:off x="422792" y="2504145"/>
              <a:ext cx="1860484" cy="1315243"/>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grpSp>
        <p:nvGrpSpPr>
          <p:cNvPr id="118828" name="Group 214"/>
          <p:cNvGrpSpPr/>
          <p:nvPr/>
        </p:nvGrpSpPr>
        <p:grpSpPr>
          <a:xfrm>
            <a:off x="6053138" y="5583238"/>
            <a:ext cx="430212" cy="376237"/>
            <a:chOff x="355958" y="2437424"/>
            <a:chExt cx="1990400" cy="1450803"/>
          </a:xfrm>
        </p:grpSpPr>
        <p:sp>
          <p:nvSpPr>
            <p:cNvPr id="118881" name="Rectangle 4"/>
            <p:cNvSpPr/>
            <p:nvPr/>
          </p:nvSpPr>
          <p:spPr>
            <a:xfrm>
              <a:off x="355958" y="2437424"/>
              <a:ext cx="1990400" cy="1450803"/>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217" name="Rectangle 216"/>
            <p:cNvSpPr/>
            <p:nvPr/>
          </p:nvSpPr>
          <p:spPr bwMode="auto">
            <a:xfrm>
              <a:off x="1061045" y="2755744"/>
              <a:ext cx="661019" cy="1059024"/>
            </a:xfrm>
            <a:prstGeom prst="rect">
              <a:avLst/>
            </a:prstGeom>
            <a:solidFill>
              <a:schemeClr val="accent6">
                <a:lumMod val="20000"/>
                <a:lumOff val="80000"/>
              </a:schemeClr>
            </a:solid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218" name="Rectangle 217"/>
            <p:cNvSpPr/>
            <p:nvPr/>
          </p:nvSpPr>
          <p:spPr bwMode="auto">
            <a:xfrm>
              <a:off x="429405" y="2755744"/>
              <a:ext cx="624294" cy="1059024"/>
            </a:xfrm>
            <a:prstGeom prst="rect">
              <a:avLst/>
            </a:prstGeom>
            <a:solidFill>
              <a:schemeClr val="accent1">
                <a:lumMod val="20000"/>
                <a:lumOff val="80000"/>
              </a:schemeClr>
            </a:solid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18884" name="Rectangle 218"/>
            <p:cNvSpPr/>
            <p:nvPr/>
          </p:nvSpPr>
          <p:spPr>
            <a:xfrm>
              <a:off x="427880" y="2504145"/>
              <a:ext cx="1855396" cy="248443"/>
            </a:xfrm>
            <a:prstGeom prst="rect">
              <a:avLst/>
            </a:prstGeom>
            <a:solidFill>
              <a:schemeClr val="bg1"/>
            </a:solidFill>
            <a:ln w="9525" cap="flat" cmpd="sng">
              <a:solidFill>
                <a:schemeClr val="tx1"/>
              </a:solidFill>
              <a:prstDash val="solid"/>
              <a:roun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885" name="Rectangle 219"/>
            <p:cNvSpPr/>
            <p:nvPr/>
          </p:nvSpPr>
          <p:spPr>
            <a:xfrm>
              <a:off x="1733172" y="2751938"/>
              <a:ext cx="542081" cy="1060704"/>
            </a:xfrm>
            <a:prstGeom prst="rect">
              <a:avLst/>
            </a:prstGeom>
            <a:solidFill>
              <a:srgbClr val="FFCCFF"/>
            </a:solidFill>
            <a:ln w="9525" cap="flat" cmpd="sng">
              <a:solidFill>
                <a:schemeClr val="tx1"/>
              </a:solidFill>
              <a:prstDash val="solid"/>
              <a:roun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886" name="Line 116"/>
            <p:cNvSpPr/>
            <p:nvPr/>
          </p:nvSpPr>
          <p:spPr>
            <a:xfrm>
              <a:off x="422791" y="3018361"/>
              <a:ext cx="1860485" cy="0"/>
            </a:xfrm>
            <a:prstGeom prst="line">
              <a:avLst/>
            </a:prstGeom>
            <a:ln w="9525" cap="flat" cmpd="sng">
              <a:solidFill>
                <a:schemeClr val="tx1"/>
              </a:solidFill>
              <a:prstDash val="solid"/>
              <a:headEnd type="none" w="med" len="med"/>
              <a:tailEnd type="none" w="med" len="med"/>
            </a:ln>
          </p:spPr>
        </p:sp>
        <p:sp>
          <p:nvSpPr>
            <p:cNvPr id="118887" name="Line 113"/>
            <p:cNvSpPr/>
            <p:nvPr/>
          </p:nvSpPr>
          <p:spPr>
            <a:xfrm>
              <a:off x="1050217" y="2747776"/>
              <a:ext cx="7938" cy="1066800"/>
            </a:xfrm>
            <a:prstGeom prst="line">
              <a:avLst/>
            </a:prstGeom>
            <a:ln w="9525" cap="flat" cmpd="sng">
              <a:solidFill>
                <a:schemeClr val="tx1"/>
              </a:solidFill>
              <a:prstDash val="solid"/>
              <a:headEnd type="none" w="med" len="med"/>
              <a:tailEnd type="none" w="med" len="med"/>
            </a:ln>
          </p:spPr>
        </p:sp>
        <p:sp>
          <p:nvSpPr>
            <p:cNvPr id="118888" name="Line 113"/>
            <p:cNvSpPr/>
            <p:nvPr/>
          </p:nvSpPr>
          <p:spPr>
            <a:xfrm>
              <a:off x="1721366" y="2752588"/>
              <a:ext cx="7938" cy="1066800"/>
            </a:xfrm>
            <a:prstGeom prst="line">
              <a:avLst/>
            </a:prstGeom>
            <a:ln w="9525" cap="flat" cmpd="sng">
              <a:solidFill>
                <a:schemeClr val="tx1"/>
              </a:solidFill>
              <a:prstDash val="solid"/>
              <a:headEnd type="none" w="med" len="med"/>
              <a:tailEnd type="none" w="med" len="med"/>
            </a:ln>
          </p:spPr>
        </p:sp>
        <p:sp>
          <p:nvSpPr>
            <p:cNvPr id="118889" name="Line 117"/>
            <p:cNvSpPr/>
            <p:nvPr/>
          </p:nvSpPr>
          <p:spPr>
            <a:xfrm flipV="1">
              <a:off x="422791" y="2752587"/>
              <a:ext cx="1860485" cy="0"/>
            </a:xfrm>
            <a:prstGeom prst="line">
              <a:avLst/>
            </a:prstGeom>
            <a:ln w="9525" cap="flat" cmpd="sng">
              <a:solidFill>
                <a:schemeClr val="tx1"/>
              </a:solidFill>
              <a:prstDash val="solid"/>
              <a:headEnd type="none" w="med" len="med"/>
              <a:tailEnd type="none" w="med" len="med"/>
            </a:ln>
          </p:spPr>
        </p:sp>
        <p:sp>
          <p:nvSpPr>
            <p:cNvPr id="118890" name="Rectangle 109"/>
            <p:cNvSpPr/>
            <p:nvPr/>
          </p:nvSpPr>
          <p:spPr>
            <a:xfrm>
              <a:off x="422792" y="2504145"/>
              <a:ext cx="1860484" cy="1315243"/>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grpSp>
        <p:nvGrpSpPr>
          <p:cNvPr id="118829" name="Group 225"/>
          <p:cNvGrpSpPr/>
          <p:nvPr/>
        </p:nvGrpSpPr>
        <p:grpSpPr>
          <a:xfrm>
            <a:off x="6483350" y="6132513"/>
            <a:ext cx="431800" cy="374650"/>
            <a:chOff x="355958" y="2437424"/>
            <a:chExt cx="1990400" cy="1450803"/>
          </a:xfrm>
        </p:grpSpPr>
        <p:sp>
          <p:nvSpPr>
            <p:cNvPr id="118871" name="Rectangle 4"/>
            <p:cNvSpPr/>
            <p:nvPr/>
          </p:nvSpPr>
          <p:spPr>
            <a:xfrm>
              <a:off x="355958" y="2437424"/>
              <a:ext cx="1990400" cy="1450803"/>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228" name="Rectangle 227"/>
            <p:cNvSpPr/>
            <p:nvPr/>
          </p:nvSpPr>
          <p:spPr bwMode="auto">
            <a:xfrm>
              <a:off x="1058452" y="2750943"/>
              <a:ext cx="665908" cy="1063514"/>
            </a:xfrm>
            <a:prstGeom prst="rect">
              <a:avLst/>
            </a:prstGeom>
            <a:solidFill>
              <a:schemeClr val="accent6">
                <a:lumMod val="20000"/>
                <a:lumOff val="80000"/>
              </a:schemeClr>
            </a:solid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229" name="Rectangle 228"/>
            <p:cNvSpPr/>
            <p:nvPr/>
          </p:nvSpPr>
          <p:spPr bwMode="auto">
            <a:xfrm>
              <a:off x="436454" y="2757092"/>
              <a:ext cx="621998" cy="1057365"/>
            </a:xfrm>
            <a:prstGeom prst="rect">
              <a:avLst/>
            </a:prstGeom>
            <a:solidFill>
              <a:schemeClr val="accent1">
                <a:lumMod val="20000"/>
                <a:lumOff val="80000"/>
              </a:schemeClr>
            </a:solid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18874" name="Rectangle 229"/>
            <p:cNvSpPr/>
            <p:nvPr/>
          </p:nvSpPr>
          <p:spPr>
            <a:xfrm>
              <a:off x="427880" y="2504145"/>
              <a:ext cx="1855396" cy="248443"/>
            </a:xfrm>
            <a:prstGeom prst="rect">
              <a:avLst/>
            </a:prstGeom>
            <a:solidFill>
              <a:schemeClr val="bg1"/>
            </a:solidFill>
            <a:ln w="9525" cap="flat" cmpd="sng">
              <a:solidFill>
                <a:schemeClr val="tx1"/>
              </a:solidFill>
              <a:prstDash val="solid"/>
              <a:roun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875" name="Rectangle 230"/>
            <p:cNvSpPr/>
            <p:nvPr/>
          </p:nvSpPr>
          <p:spPr>
            <a:xfrm>
              <a:off x="1733172" y="2751938"/>
              <a:ext cx="542081" cy="1060704"/>
            </a:xfrm>
            <a:prstGeom prst="rect">
              <a:avLst/>
            </a:prstGeom>
            <a:solidFill>
              <a:srgbClr val="FFCCFF"/>
            </a:solidFill>
            <a:ln w="9525" cap="flat" cmpd="sng">
              <a:solidFill>
                <a:schemeClr val="tx1"/>
              </a:solidFill>
              <a:prstDash val="solid"/>
              <a:roun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876" name="Line 116"/>
            <p:cNvSpPr/>
            <p:nvPr/>
          </p:nvSpPr>
          <p:spPr>
            <a:xfrm>
              <a:off x="422791" y="3018361"/>
              <a:ext cx="1860485" cy="0"/>
            </a:xfrm>
            <a:prstGeom prst="line">
              <a:avLst/>
            </a:prstGeom>
            <a:ln w="9525" cap="flat" cmpd="sng">
              <a:solidFill>
                <a:schemeClr val="tx1"/>
              </a:solidFill>
              <a:prstDash val="solid"/>
              <a:headEnd type="none" w="med" len="med"/>
              <a:tailEnd type="none" w="med" len="med"/>
            </a:ln>
          </p:spPr>
        </p:sp>
        <p:sp>
          <p:nvSpPr>
            <p:cNvPr id="118877" name="Line 113"/>
            <p:cNvSpPr/>
            <p:nvPr/>
          </p:nvSpPr>
          <p:spPr>
            <a:xfrm>
              <a:off x="1050217" y="2747776"/>
              <a:ext cx="7938" cy="1066800"/>
            </a:xfrm>
            <a:prstGeom prst="line">
              <a:avLst/>
            </a:prstGeom>
            <a:ln w="9525" cap="flat" cmpd="sng">
              <a:solidFill>
                <a:schemeClr val="tx1"/>
              </a:solidFill>
              <a:prstDash val="solid"/>
              <a:headEnd type="none" w="med" len="med"/>
              <a:tailEnd type="none" w="med" len="med"/>
            </a:ln>
          </p:spPr>
        </p:sp>
        <p:sp>
          <p:nvSpPr>
            <p:cNvPr id="118878" name="Line 113"/>
            <p:cNvSpPr/>
            <p:nvPr/>
          </p:nvSpPr>
          <p:spPr>
            <a:xfrm>
              <a:off x="1721366" y="2752588"/>
              <a:ext cx="7938" cy="1066800"/>
            </a:xfrm>
            <a:prstGeom prst="line">
              <a:avLst/>
            </a:prstGeom>
            <a:ln w="9525" cap="flat" cmpd="sng">
              <a:solidFill>
                <a:schemeClr val="tx1"/>
              </a:solidFill>
              <a:prstDash val="solid"/>
              <a:headEnd type="none" w="med" len="med"/>
              <a:tailEnd type="none" w="med" len="med"/>
            </a:ln>
          </p:spPr>
        </p:sp>
        <p:sp>
          <p:nvSpPr>
            <p:cNvPr id="118879" name="Line 117"/>
            <p:cNvSpPr/>
            <p:nvPr/>
          </p:nvSpPr>
          <p:spPr>
            <a:xfrm flipV="1">
              <a:off x="422791" y="2752587"/>
              <a:ext cx="1860485" cy="0"/>
            </a:xfrm>
            <a:prstGeom prst="line">
              <a:avLst/>
            </a:prstGeom>
            <a:ln w="9525" cap="flat" cmpd="sng">
              <a:solidFill>
                <a:schemeClr val="tx1"/>
              </a:solidFill>
              <a:prstDash val="solid"/>
              <a:headEnd type="none" w="med" len="med"/>
              <a:tailEnd type="none" w="med" len="med"/>
            </a:ln>
          </p:spPr>
        </p:sp>
        <p:sp>
          <p:nvSpPr>
            <p:cNvPr id="118880" name="Rectangle 109"/>
            <p:cNvSpPr/>
            <p:nvPr/>
          </p:nvSpPr>
          <p:spPr>
            <a:xfrm>
              <a:off x="422792" y="2504145"/>
              <a:ext cx="1860484" cy="1315243"/>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grpSp>
        <p:nvGrpSpPr>
          <p:cNvPr id="118830" name="Group 236"/>
          <p:cNvGrpSpPr/>
          <p:nvPr/>
        </p:nvGrpSpPr>
        <p:grpSpPr>
          <a:xfrm>
            <a:off x="4835525" y="4545013"/>
            <a:ext cx="431800" cy="306387"/>
            <a:chOff x="355958" y="2437424"/>
            <a:chExt cx="1990400" cy="1450803"/>
          </a:xfrm>
        </p:grpSpPr>
        <p:sp>
          <p:nvSpPr>
            <p:cNvPr id="118861" name="Rectangle 4"/>
            <p:cNvSpPr/>
            <p:nvPr/>
          </p:nvSpPr>
          <p:spPr>
            <a:xfrm>
              <a:off x="355958" y="2437424"/>
              <a:ext cx="1990400" cy="1450803"/>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239" name="Rectangle 238"/>
            <p:cNvSpPr/>
            <p:nvPr/>
          </p:nvSpPr>
          <p:spPr bwMode="auto">
            <a:xfrm>
              <a:off x="1058452" y="2753143"/>
              <a:ext cx="665908" cy="1059912"/>
            </a:xfrm>
            <a:prstGeom prst="rect">
              <a:avLst/>
            </a:prstGeom>
            <a:solidFill>
              <a:schemeClr val="accent6">
                <a:lumMod val="20000"/>
                <a:lumOff val="80000"/>
              </a:schemeClr>
            </a:solid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240" name="Rectangle 239"/>
            <p:cNvSpPr/>
            <p:nvPr/>
          </p:nvSpPr>
          <p:spPr bwMode="auto">
            <a:xfrm>
              <a:off x="436454" y="2760658"/>
              <a:ext cx="621998" cy="1052398"/>
            </a:xfrm>
            <a:prstGeom prst="rect">
              <a:avLst/>
            </a:prstGeom>
            <a:solidFill>
              <a:schemeClr val="accent1">
                <a:lumMod val="20000"/>
                <a:lumOff val="80000"/>
              </a:schemeClr>
            </a:solidFill>
            <a:ln w="9525" cap="flat" cmpd="sng" algn="ctr">
              <a:solidFill>
                <a:schemeClr val="tx1"/>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18864" name="Rectangle 240"/>
            <p:cNvSpPr/>
            <p:nvPr/>
          </p:nvSpPr>
          <p:spPr>
            <a:xfrm>
              <a:off x="427880" y="2504145"/>
              <a:ext cx="1855396" cy="248443"/>
            </a:xfrm>
            <a:prstGeom prst="rect">
              <a:avLst/>
            </a:prstGeom>
            <a:solidFill>
              <a:schemeClr val="bg1"/>
            </a:solidFill>
            <a:ln w="9525" cap="flat" cmpd="sng">
              <a:solidFill>
                <a:schemeClr val="tx1"/>
              </a:solidFill>
              <a:prstDash val="solid"/>
              <a:roun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865" name="Rectangle 241"/>
            <p:cNvSpPr/>
            <p:nvPr/>
          </p:nvSpPr>
          <p:spPr>
            <a:xfrm>
              <a:off x="1733172" y="2751938"/>
              <a:ext cx="542081" cy="1060704"/>
            </a:xfrm>
            <a:prstGeom prst="rect">
              <a:avLst/>
            </a:prstGeom>
            <a:solidFill>
              <a:srgbClr val="FFCCFF"/>
            </a:solidFill>
            <a:ln w="9525" cap="flat" cmpd="sng">
              <a:solidFill>
                <a:schemeClr val="tx1"/>
              </a:solidFill>
              <a:prstDash val="solid"/>
              <a:round/>
              <a:headEnd type="none" w="med" len="med"/>
              <a:tailEnd type="none" w="med" len="med"/>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sp>
          <p:nvSpPr>
            <p:cNvPr id="118866" name="Line 116"/>
            <p:cNvSpPr/>
            <p:nvPr/>
          </p:nvSpPr>
          <p:spPr>
            <a:xfrm>
              <a:off x="422791" y="3018361"/>
              <a:ext cx="1860485" cy="0"/>
            </a:xfrm>
            <a:prstGeom prst="line">
              <a:avLst/>
            </a:prstGeom>
            <a:ln w="9525" cap="flat" cmpd="sng">
              <a:solidFill>
                <a:schemeClr val="tx1"/>
              </a:solidFill>
              <a:prstDash val="solid"/>
              <a:headEnd type="none" w="med" len="med"/>
              <a:tailEnd type="none" w="med" len="med"/>
            </a:ln>
          </p:spPr>
        </p:sp>
        <p:sp>
          <p:nvSpPr>
            <p:cNvPr id="118867" name="Line 113"/>
            <p:cNvSpPr/>
            <p:nvPr/>
          </p:nvSpPr>
          <p:spPr>
            <a:xfrm>
              <a:off x="1050217" y="2747776"/>
              <a:ext cx="7938" cy="1066800"/>
            </a:xfrm>
            <a:prstGeom prst="line">
              <a:avLst/>
            </a:prstGeom>
            <a:ln w="9525" cap="flat" cmpd="sng">
              <a:solidFill>
                <a:schemeClr val="tx1"/>
              </a:solidFill>
              <a:prstDash val="solid"/>
              <a:headEnd type="none" w="med" len="med"/>
              <a:tailEnd type="none" w="med" len="med"/>
            </a:ln>
          </p:spPr>
        </p:sp>
        <p:sp>
          <p:nvSpPr>
            <p:cNvPr id="118868" name="Line 113"/>
            <p:cNvSpPr/>
            <p:nvPr/>
          </p:nvSpPr>
          <p:spPr>
            <a:xfrm>
              <a:off x="1721366" y="2752588"/>
              <a:ext cx="7938" cy="1066800"/>
            </a:xfrm>
            <a:prstGeom prst="line">
              <a:avLst/>
            </a:prstGeom>
            <a:ln w="9525" cap="flat" cmpd="sng">
              <a:solidFill>
                <a:schemeClr val="tx1"/>
              </a:solidFill>
              <a:prstDash val="solid"/>
              <a:headEnd type="none" w="med" len="med"/>
              <a:tailEnd type="none" w="med" len="med"/>
            </a:ln>
          </p:spPr>
        </p:sp>
        <p:sp>
          <p:nvSpPr>
            <p:cNvPr id="118869" name="Line 117"/>
            <p:cNvSpPr/>
            <p:nvPr/>
          </p:nvSpPr>
          <p:spPr>
            <a:xfrm flipV="1">
              <a:off x="422791" y="2752587"/>
              <a:ext cx="1860485" cy="0"/>
            </a:xfrm>
            <a:prstGeom prst="line">
              <a:avLst/>
            </a:prstGeom>
            <a:ln w="9525" cap="flat" cmpd="sng">
              <a:solidFill>
                <a:schemeClr val="tx1"/>
              </a:solidFill>
              <a:prstDash val="solid"/>
              <a:headEnd type="none" w="med" len="med"/>
              <a:tailEnd type="none" w="med" len="med"/>
            </a:ln>
          </p:spPr>
        </p:sp>
        <p:sp>
          <p:nvSpPr>
            <p:cNvPr id="118870" name="Rectangle 109"/>
            <p:cNvSpPr/>
            <p:nvPr/>
          </p:nvSpPr>
          <p:spPr>
            <a:xfrm>
              <a:off x="422792" y="2504145"/>
              <a:ext cx="1860484" cy="1315243"/>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grpSp>
      <p:cxnSp>
        <p:nvCxnSpPr>
          <p:cNvPr id="118831" name="Straight Arrow Connector 247"/>
          <p:cNvCxnSpPr>
            <a:stCxn id="118841" idx="2"/>
          </p:cNvCxnSpPr>
          <p:nvPr/>
        </p:nvCxnSpPr>
        <p:spPr>
          <a:xfrm>
            <a:off x="5051425" y="2895600"/>
            <a:ext cx="1588" cy="1895475"/>
          </a:xfrm>
          <a:prstGeom prst="straightConnector1">
            <a:avLst/>
          </a:prstGeom>
          <a:ln w="9525" cap="flat" cmpd="sng">
            <a:solidFill>
              <a:srgbClr val="009973"/>
            </a:solidFill>
            <a:prstDash val="solid"/>
            <a:headEnd type="none" w="med" len="med"/>
            <a:tailEnd type="triangle" w="med" len="med"/>
          </a:ln>
        </p:spPr>
      </p:cxnSp>
      <p:cxnSp>
        <p:nvCxnSpPr>
          <p:cNvPr id="118832" name="Straight Arrow Connector 248"/>
          <p:cNvCxnSpPr/>
          <p:nvPr/>
        </p:nvCxnSpPr>
        <p:spPr>
          <a:xfrm>
            <a:off x="5564188" y="2903538"/>
            <a:ext cx="44450" cy="2119312"/>
          </a:xfrm>
          <a:prstGeom prst="straightConnector1">
            <a:avLst/>
          </a:prstGeom>
          <a:ln w="9525" cap="flat" cmpd="sng">
            <a:solidFill>
              <a:srgbClr val="009973"/>
            </a:solidFill>
            <a:prstDash val="solid"/>
            <a:headEnd type="none" w="med" len="med"/>
            <a:tailEnd type="triangle" w="med" len="med"/>
          </a:ln>
        </p:spPr>
      </p:cxnSp>
      <p:cxnSp>
        <p:nvCxnSpPr>
          <p:cNvPr id="118833" name="Straight Arrow Connector 249"/>
          <p:cNvCxnSpPr/>
          <p:nvPr/>
        </p:nvCxnSpPr>
        <p:spPr>
          <a:xfrm>
            <a:off x="6196013" y="2895600"/>
            <a:ext cx="63500" cy="2944813"/>
          </a:xfrm>
          <a:prstGeom prst="straightConnector1">
            <a:avLst/>
          </a:prstGeom>
          <a:ln w="9525" cap="flat" cmpd="sng">
            <a:solidFill>
              <a:srgbClr val="009973"/>
            </a:solidFill>
            <a:prstDash val="solid"/>
            <a:headEnd type="none" w="med" len="med"/>
            <a:tailEnd type="triangle" w="med" len="med"/>
          </a:ln>
        </p:spPr>
      </p:cxnSp>
      <p:cxnSp>
        <p:nvCxnSpPr>
          <p:cNvPr id="118834" name="Straight Arrow Connector 250"/>
          <p:cNvCxnSpPr>
            <a:stCxn id="118856" idx="2"/>
          </p:cNvCxnSpPr>
          <p:nvPr/>
        </p:nvCxnSpPr>
        <p:spPr>
          <a:xfrm>
            <a:off x="6669088" y="2895600"/>
            <a:ext cx="22225" cy="3492500"/>
          </a:xfrm>
          <a:prstGeom prst="straightConnector1">
            <a:avLst/>
          </a:prstGeom>
          <a:ln w="9525" cap="flat" cmpd="sng">
            <a:solidFill>
              <a:srgbClr val="009973"/>
            </a:solidFill>
            <a:prstDash val="solid"/>
            <a:headEnd type="none" w="med" len="med"/>
            <a:tailEnd type="triangle" w="med" len="med"/>
          </a:ln>
        </p:spPr>
      </p:cxnSp>
      <p:grpSp>
        <p:nvGrpSpPr>
          <p:cNvPr id="118835" name="Group 251"/>
          <p:cNvGrpSpPr/>
          <p:nvPr/>
        </p:nvGrpSpPr>
        <p:grpSpPr>
          <a:xfrm>
            <a:off x="6505575" y="2647950"/>
            <a:ext cx="327025" cy="247650"/>
            <a:chOff x="8481778" y="1650237"/>
            <a:chExt cx="327460" cy="247650"/>
          </a:xfrm>
        </p:grpSpPr>
        <p:sp>
          <p:nvSpPr>
            <p:cNvPr id="118856" name="Rectangle 129"/>
            <p:cNvSpPr/>
            <p:nvPr/>
          </p:nvSpPr>
          <p:spPr>
            <a:xfrm>
              <a:off x="8483154" y="1650237"/>
              <a:ext cx="326082" cy="24765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857" name="Line 130"/>
            <p:cNvSpPr/>
            <p:nvPr/>
          </p:nvSpPr>
          <p:spPr>
            <a:xfrm>
              <a:off x="8715682" y="1691512"/>
              <a:ext cx="1376" cy="206375"/>
            </a:xfrm>
            <a:prstGeom prst="line">
              <a:avLst/>
            </a:prstGeom>
            <a:ln w="9525" cap="flat" cmpd="sng">
              <a:solidFill>
                <a:schemeClr val="tx1"/>
              </a:solidFill>
              <a:prstDash val="solid"/>
              <a:headEnd type="none" w="med" len="med"/>
              <a:tailEnd type="none" w="med" len="med"/>
            </a:ln>
          </p:spPr>
        </p:sp>
        <p:sp>
          <p:nvSpPr>
            <p:cNvPr id="118858" name="Line 131"/>
            <p:cNvSpPr/>
            <p:nvPr/>
          </p:nvSpPr>
          <p:spPr>
            <a:xfrm>
              <a:off x="8483154" y="1740725"/>
              <a:ext cx="326082" cy="0"/>
            </a:xfrm>
            <a:prstGeom prst="line">
              <a:avLst/>
            </a:prstGeom>
            <a:ln w="9525" cap="flat" cmpd="sng">
              <a:solidFill>
                <a:schemeClr val="tx1"/>
              </a:solidFill>
              <a:prstDash val="solid"/>
              <a:headEnd type="none" w="med" len="med"/>
              <a:tailEnd type="none" w="med" len="med"/>
            </a:ln>
          </p:spPr>
        </p:sp>
        <p:sp>
          <p:nvSpPr>
            <p:cNvPr id="118859" name="Line 132"/>
            <p:cNvSpPr/>
            <p:nvPr/>
          </p:nvSpPr>
          <p:spPr>
            <a:xfrm flipV="1">
              <a:off x="8481778" y="1691512"/>
              <a:ext cx="327460" cy="1588"/>
            </a:xfrm>
            <a:prstGeom prst="line">
              <a:avLst/>
            </a:prstGeom>
            <a:ln w="9525" cap="flat" cmpd="sng">
              <a:solidFill>
                <a:schemeClr val="tx1"/>
              </a:solidFill>
              <a:prstDash val="solid"/>
              <a:headEnd type="none" w="med" len="med"/>
              <a:tailEnd type="none" w="med" len="med"/>
            </a:ln>
          </p:spPr>
        </p:sp>
        <p:sp>
          <p:nvSpPr>
            <p:cNvPr id="118860" name="Line 130"/>
            <p:cNvSpPr/>
            <p:nvPr/>
          </p:nvSpPr>
          <p:spPr>
            <a:xfrm>
              <a:off x="8602857" y="1691512"/>
              <a:ext cx="1376" cy="206375"/>
            </a:xfrm>
            <a:prstGeom prst="line">
              <a:avLst/>
            </a:prstGeom>
            <a:ln w="9525" cap="flat" cmpd="sng">
              <a:solidFill>
                <a:schemeClr val="tx1"/>
              </a:solidFill>
              <a:prstDash val="solid"/>
              <a:headEnd type="none" w="med" len="med"/>
              <a:tailEnd type="none" w="med" len="med"/>
            </a:ln>
          </p:spPr>
        </p:sp>
      </p:grpSp>
      <p:grpSp>
        <p:nvGrpSpPr>
          <p:cNvPr id="118836" name="Group 257"/>
          <p:cNvGrpSpPr/>
          <p:nvPr/>
        </p:nvGrpSpPr>
        <p:grpSpPr>
          <a:xfrm>
            <a:off x="6015038" y="2647950"/>
            <a:ext cx="327025" cy="247650"/>
            <a:chOff x="8481778" y="1650237"/>
            <a:chExt cx="327460" cy="247650"/>
          </a:xfrm>
        </p:grpSpPr>
        <p:sp>
          <p:nvSpPr>
            <p:cNvPr id="118851" name="Rectangle 129"/>
            <p:cNvSpPr/>
            <p:nvPr/>
          </p:nvSpPr>
          <p:spPr>
            <a:xfrm>
              <a:off x="8483154" y="1650237"/>
              <a:ext cx="326082" cy="24765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852" name="Line 130"/>
            <p:cNvSpPr/>
            <p:nvPr/>
          </p:nvSpPr>
          <p:spPr>
            <a:xfrm>
              <a:off x="8715682" y="1691512"/>
              <a:ext cx="1376" cy="206375"/>
            </a:xfrm>
            <a:prstGeom prst="line">
              <a:avLst/>
            </a:prstGeom>
            <a:ln w="9525" cap="flat" cmpd="sng">
              <a:solidFill>
                <a:schemeClr val="tx1"/>
              </a:solidFill>
              <a:prstDash val="solid"/>
              <a:headEnd type="none" w="med" len="med"/>
              <a:tailEnd type="none" w="med" len="med"/>
            </a:ln>
          </p:spPr>
        </p:sp>
        <p:sp>
          <p:nvSpPr>
            <p:cNvPr id="118853" name="Line 131"/>
            <p:cNvSpPr/>
            <p:nvPr/>
          </p:nvSpPr>
          <p:spPr>
            <a:xfrm>
              <a:off x="8483154" y="1740725"/>
              <a:ext cx="326082" cy="0"/>
            </a:xfrm>
            <a:prstGeom prst="line">
              <a:avLst/>
            </a:prstGeom>
            <a:ln w="9525" cap="flat" cmpd="sng">
              <a:solidFill>
                <a:schemeClr val="tx1"/>
              </a:solidFill>
              <a:prstDash val="solid"/>
              <a:headEnd type="none" w="med" len="med"/>
              <a:tailEnd type="none" w="med" len="med"/>
            </a:ln>
          </p:spPr>
        </p:sp>
        <p:sp>
          <p:nvSpPr>
            <p:cNvPr id="118854" name="Line 132"/>
            <p:cNvSpPr/>
            <p:nvPr/>
          </p:nvSpPr>
          <p:spPr>
            <a:xfrm flipV="1">
              <a:off x="8481778" y="1691512"/>
              <a:ext cx="327460" cy="1588"/>
            </a:xfrm>
            <a:prstGeom prst="line">
              <a:avLst/>
            </a:prstGeom>
            <a:ln w="9525" cap="flat" cmpd="sng">
              <a:solidFill>
                <a:schemeClr val="tx1"/>
              </a:solidFill>
              <a:prstDash val="solid"/>
              <a:headEnd type="none" w="med" len="med"/>
              <a:tailEnd type="none" w="med" len="med"/>
            </a:ln>
          </p:spPr>
        </p:sp>
        <p:sp>
          <p:nvSpPr>
            <p:cNvPr id="118855" name="Line 130"/>
            <p:cNvSpPr/>
            <p:nvPr/>
          </p:nvSpPr>
          <p:spPr>
            <a:xfrm>
              <a:off x="8602857" y="1691512"/>
              <a:ext cx="1376" cy="206375"/>
            </a:xfrm>
            <a:prstGeom prst="line">
              <a:avLst/>
            </a:prstGeom>
            <a:ln w="9525" cap="flat" cmpd="sng">
              <a:solidFill>
                <a:schemeClr val="tx1"/>
              </a:solidFill>
              <a:prstDash val="solid"/>
              <a:headEnd type="none" w="med" len="med"/>
              <a:tailEnd type="none" w="med" len="med"/>
            </a:ln>
          </p:spPr>
        </p:sp>
      </p:grpSp>
      <p:grpSp>
        <p:nvGrpSpPr>
          <p:cNvPr id="118837" name="Group 263"/>
          <p:cNvGrpSpPr/>
          <p:nvPr/>
        </p:nvGrpSpPr>
        <p:grpSpPr>
          <a:xfrm>
            <a:off x="5386388" y="2647950"/>
            <a:ext cx="327025" cy="247650"/>
            <a:chOff x="8481778" y="1650237"/>
            <a:chExt cx="327460" cy="247650"/>
          </a:xfrm>
        </p:grpSpPr>
        <p:sp>
          <p:nvSpPr>
            <p:cNvPr id="118846" name="Rectangle 129"/>
            <p:cNvSpPr/>
            <p:nvPr/>
          </p:nvSpPr>
          <p:spPr>
            <a:xfrm>
              <a:off x="8483154" y="1650237"/>
              <a:ext cx="326082" cy="24765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847" name="Line 130"/>
            <p:cNvSpPr/>
            <p:nvPr/>
          </p:nvSpPr>
          <p:spPr>
            <a:xfrm>
              <a:off x="8715682" y="1691512"/>
              <a:ext cx="1376" cy="206375"/>
            </a:xfrm>
            <a:prstGeom prst="line">
              <a:avLst/>
            </a:prstGeom>
            <a:ln w="9525" cap="flat" cmpd="sng">
              <a:solidFill>
                <a:schemeClr val="tx1"/>
              </a:solidFill>
              <a:prstDash val="solid"/>
              <a:headEnd type="none" w="med" len="med"/>
              <a:tailEnd type="none" w="med" len="med"/>
            </a:ln>
          </p:spPr>
        </p:sp>
        <p:sp>
          <p:nvSpPr>
            <p:cNvPr id="118848" name="Line 131"/>
            <p:cNvSpPr/>
            <p:nvPr/>
          </p:nvSpPr>
          <p:spPr>
            <a:xfrm>
              <a:off x="8483154" y="1740725"/>
              <a:ext cx="326082" cy="0"/>
            </a:xfrm>
            <a:prstGeom prst="line">
              <a:avLst/>
            </a:prstGeom>
            <a:ln w="9525" cap="flat" cmpd="sng">
              <a:solidFill>
                <a:schemeClr val="tx1"/>
              </a:solidFill>
              <a:prstDash val="solid"/>
              <a:headEnd type="none" w="med" len="med"/>
              <a:tailEnd type="none" w="med" len="med"/>
            </a:ln>
          </p:spPr>
        </p:sp>
        <p:sp>
          <p:nvSpPr>
            <p:cNvPr id="118849" name="Line 132"/>
            <p:cNvSpPr/>
            <p:nvPr/>
          </p:nvSpPr>
          <p:spPr>
            <a:xfrm flipV="1">
              <a:off x="8481778" y="1691512"/>
              <a:ext cx="327460" cy="1588"/>
            </a:xfrm>
            <a:prstGeom prst="line">
              <a:avLst/>
            </a:prstGeom>
            <a:ln w="9525" cap="flat" cmpd="sng">
              <a:solidFill>
                <a:schemeClr val="tx1"/>
              </a:solidFill>
              <a:prstDash val="solid"/>
              <a:headEnd type="none" w="med" len="med"/>
              <a:tailEnd type="none" w="med" len="med"/>
            </a:ln>
          </p:spPr>
        </p:sp>
        <p:sp>
          <p:nvSpPr>
            <p:cNvPr id="118850" name="Line 130"/>
            <p:cNvSpPr/>
            <p:nvPr/>
          </p:nvSpPr>
          <p:spPr>
            <a:xfrm>
              <a:off x="8602857" y="1691512"/>
              <a:ext cx="1376" cy="206375"/>
            </a:xfrm>
            <a:prstGeom prst="line">
              <a:avLst/>
            </a:prstGeom>
            <a:ln w="9525" cap="flat" cmpd="sng">
              <a:solidFill>
                <a:schemeClr val="tx1"/>
              </a:solidFill>
              <a:prstDash val="solid"/>
              <a:headEnd type="none" w="med" len="med"/>
              <a:tailEnd type="none" w="med" len="med"/>
            </a:ln>
          </p:spPr>
        </p:sp>
      </p:grpSp>
      <p:grpSp>
        <p:nvGrpSpPr>
          <p:cNvPr id="118838" name="Group 269"/>
          <p:cNvGrpSpPr/>
          <p:nvPr/>
        </p:nvGrpSpPr>
        <p:grpSpPr>
          <a:xfrm>
            <a:off x="4886325" y="2647950"/>
            <a:ext cx="328613" cy="247650"/>
            <a:chOff x="8481778" y="1650237"/>
            <a:chExt cx="327460" cy="247650"/>
          </a:xfrm>
        </p:grpSpPr>
        <p:sp>
          <p:nvSpPr>
            <p:cNvPr id="118841" name="Rectangle 129"/>
            <p:cNvSpPr/>
            <p:nvPr/>
          </p:nvSpPr>
          <p:spPr>
            <a:xfrm>
              <a:off x="8483154" y="1650237"/>
              <a:ext cx="326082" cy="247650"/>
            </a:xfrm>
            <a:prstGeom prst="rect">
              <a:avLst/>
            </a:prstGeom>
            <a:solidFill>
              <a:schemeClr val="bg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solidFill>
                  <a:srgbClr val="000000"/>
                </a:solidFill>
                <a:latin typeface="Arial" panose="020B0604020202090204" pitchFamily="34" charset="0"/>
              </a:endParaRPr>
            </a:p>
          </p:txBody>
        </p:sp>
        <p:sp>
          <p:nvSpPr>
            <p:cNvPr id="118842" name="Line 130"/>
            <p:cNvSpPr/>
            <p:nvPr/>
          </p:nvSpPr>
          <p:spPr>
            <a:xfrm>
              <a:off x="8715682" y="1691512"/>
              <a:ext cx="1376" cy="206375"/>
            </a:xfrm>
            <a:prstGeom prst="line">
              <a:avLst/>
            </a:prstGeom>
            <a:ln w="9525" cap="flat" cmpd="sng">
              <a:solidFill>
                <a:schemeClr val="tx1"/>
              </a:solidFill>
              <a:prstDash val="solid"/>
              <a:headEnd type="none" w="med" len="med"/>
              <a:tailEnd type="none" w="med" len="med"/>
            </a:ln>
          </p:spPr>
        </p:sp>
        <p:sp>
          <p:nvSpPr>
            <p:cNvPr id="118843" name="Line 131"/>
            <p:cNvSpPr/>
            <p:nvPr/>
          </p:nvSpPr>
          <p:spPr>
            <a:xfrm>
              <a:off x="8483154" y="1740725"/>
              <a:ext cx="326082" cy="0"/>
            </a:xfrm>
            <a:prstGeom prst="line">
              <a:avLst/>
            </a:prstGeom>
            <a:ln w="9525" cap="flat" cmpd="sng">
              <a:solidFill>
                <a:schemeClr val="tx1"/>
              </a:solidFill>
              <a:prstDash val="solid"/>
              <a:headEnd type="none" w="med" len="med"/>
              <a:tailEnd type="none" w="med" len="med"/>
            </a:ln>
          </p:spPr>
        </p:sp>
        <p:sp>
          <p:nvSpPr>
            <p:cNvPr id="118844" name="Line 132"/>
            <p:cNvSpPr/>
            <p:nvPr/>
          </p:nvSpPr>
          <p:spPr>
            <a:xfrm flipV="1">
              <a:off x="8481778" y="1691512"/>
              <a:ext cx="327460" cy="1588"/>
            </a:xfrm>
            <a:prstGeom prst="line">
              <a:avLst/>
            </a:prstGeom>
            <a:ln w="9525" cap="flat" cmpd="sng">
              <a:solidFill>
                <a:schemeClr val="tx1"/>
              </a:solidFill>
              <a:prstDash val="solid"/>
              <a:headEnd type="none" w="med" len="med"/>
              <a:tailEnd type="none" w="med" len="med"/>
            </a:ln>
          </p:spPr>
        </p:sp>
        <p:sp>
          <p:nvSpPr>
            <p:cNvPr id="118845" name="Line 130"/>
            <p:cNvSpPr/>
            <p:nvPr/>
          </p:nvSpPr>
          <p:spPr>
            <a:xfrm>
              <a:off x="8602857" y="1691512"/>
              <a:ext cx="1376" cy="206375"/>
            </a:xfrm>
            <a:prstGeom prst="line">
              <a:avLst/>
            </a:prstGeom>
            <a:ln w="9525" cap="flat" cmpd="sng">
              <a:solidFill>
                <a:schemeClr val="tx1"/>
              </a:solidFill>
              <a:prstDash val="solid"/>
              <a:headEnd type="none" w="med" len="med"/>
              <a:tailEnd type="none" w="med" len="med"/>
            </a:ln>
          </p:spPr>
        </p:sp>
      </p:grpSp>
      <p:sp>
        <p:nvSpPr>
          <p:cNvPr id="118839"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129</a:t>
            </a:fld>
            <a:endParaRPr lang="en-US" altLang="zh-CN" sz="1200">
              <a:latin typeface="Tahoma" panose="020B0604030504040204" charset="0"/>
            </a:endParaRPr>
          </a:p>
        </p:txBody>
      </p:sp>
      <p:sp>
        <p:nvSpPr>
          <p:cNvPr id="118840"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809" name="Picture 12" descr="underline_base"/>
          <p:cNvPicPr/>
          <p:nvPr/>
        </p:nvPicPr>
        <p:blipFill>
          <a:blip r:embed="rId2"/>
          <a:stretch>
            <a:fillRect/>
          </a:stretch>
        </p:blipFill>
        <p:spPr>
          <a:xfrm>
            <a:off x="554038" y="835025"/>
            <a:ext cx="7670800" cy="241300"/>
          </a:xfrm>
          <a:prstGeom prst="rect">
            <a:avLst/>
          </a:prstGeom>
          <a:noFill/>
          <a:ln w="9525">
            <a:noFill/>
          </a:ln>
        </p:spPr>
      </p:pic>
      <p:sp>
        <p:nvSpPr>
          <p:cNvPr id="119810" name="Title 1"/>
          <p:cNvSpPr>
            <a:spLocks noGrp="1"/>
          </p:cNvSpPr>
          <p:nvPr>
            <p:ph type="title"/>
          </p:nvPr>
        </p:nvSpPr>
        <p:spPr>
          <a:xfrm>
            <a:off x="452438" y="0"/>
            <a:ext cx="8435975" cy="1143000"/>
          </a:xfrm>
        </p:spPr>
        <p:txBody>
          <a:bodyPr vert="horz" wrap="square" lIns="91440" tIns="45720" rIns="91440" bIns="45720" anchor="ctr" anchorCtr="0"/>
          <a:lstStyle/>
          <a:p>
            <a:r>
              <a:rPr lang="en-US" altLang="zh-CN" sz="4000">
                <a:latin typeface="Calibri" charset="0"/>
              </a:rPr>
              <a:t>OpenFlow data plane abstraction</a:t>
            </a:r>
          </a:p>
        </p:txBody>
      </p:sp>
      <p:sp>
        <p:nvSpPr>
          <p:cNvPr id="119811" name="Content Placeholder 2"/>
          <p:cNvSpPr>
            <a:spLocks noGrp="1"/>
          </p:cNvSpPr>
          <p:nvPr>
            <p:ph idx="1"/>
          </p:nvPr>
        </p:nvSpPr>
        <p:spPr>
          <a:xfrm>
            <a:off x="431800" y="1243013"/>
            <a:ext cx="8458200" cy="5334000"/>
          </a:xfrm>
        </p:spPr>
        <p:txBody>
          <a:bodyPr vert="horz" wrap="square" lIns="91440" tIns="45720" rIns="91440" bIns="45720" anchor="t" anchorCtr="0"/>
          <a:lstStyle/>
          <a:p>
            <a:r>
              <a:rPr lang="en-US" altLang="zh-CN" i="1">
                <a:solidFill>
                  <a:srgbClr val="000090"/>
                </a:solidFill>
                <a:latin typeface="Calibri" charset="0"/>
              </a:rPr>
              <a:t>flow</a:t>
            </a:r>
            <a:r>
              <a:rPr lang="en-US" altLang="zh-CN">
                <a:solidFill>
                  <a:srgbClr val="000090"/>
                </a:solidFill>
                <a:latin typeface="Calibri" charset="0"/>
              </a:rPr>
              <a:t>: defined by header fields</a:t>
            </a:r>
          </a:p>
          <a:p>
            <a:r>
              <a:rPr lang="en-US" altLang="zh-CN">
                <a:solidFill>
                  <a:srgbClr val="000090"/>
                </a:solidFill>
                <a:latin typeface="Calibri" charset="0"/>
              </a:rPr>
              <a:t>generalized forwarding: simple packet-handling rules</a:t>
            </a:r>
          </a:p>
          <a:p>
            <a:pPr lvl="1"/>
            <a:r>
              <a:rPr lang="en-US" altLang="zh-CN" i="1">
                <a:solidFill>
                  <a:srgbClr val="CC0000"/>
                </a:solidFill>
                <a:latin typeface="Calibri" charset="0"/>
              </a:rPr>
              <a:t>Pattern</a:t>
            </a:r>
            <a:r>
              <a:rPr lang="en-US" altLang="zh-CN" i="1">
                <a:solidFill>
                  <a:srgbClr val="000090"/>
                </a:solidFill>
                <a:latin typeface="Calibri" charset="0"/>
              </a:rPr>
              <a:t>: </a:t>
            </a:r>
            <a:r>
              <a:rPr lang="en-US" altLang="zh-CN">
                <a:solidFill>
                  <a:srgbClr val="000090"/>
                </a:solidFill>
                <a:latin typeface="Calibri" charset="0"/>
              </a:rPr>
              <a:t>match </a:t>
            </a:r>
            <a:r>
              <a:rPr lang="en-US" altLang="zh-CN">
                <a:latin typeface="Calibri" charset="0"/>
              </a:rPr>
              <a:t>values in packet header fields</a:t>
            </a:r>
          </a:p>
          <a:p>
            <a:pPr lvl="1"/>
            <a:r>
              <a:rPr lang="en-US" altLang="zh-CN" i="1">
                <a:solidFill>
                  <a:srgbClr val="CC0000"/>
                </a:solidFill>
                <a:latin typeface="Calibri" charset="0"/>
              </a:rPr>
              <a:t>Actions: for matched packet: </a:t>
            </a:r>
            <a:r>
              <a:rPr lang="en-US" altLang="zh-CN">
                <a:latin typeface="Calibri" charset="0"/>
              </a:rPr>
              <a:t>drop, forward, modify, matched packet or send matched packet to controller </a:t>
            </a:r>
          </a:p>
          <a:p>
            <a:pPr lvl="1"/>
            <a:r>
              <a:rPr lang="en-US" altLang="zh-CN" i="1">
                <a:solidFill>
                  <a:srgbClr val="CC0000"/>
                </a:solidFill>
                <a:latin typeface="Calibri" charset="0"/>
              </a:rPr>
              <a:t>Priority</a:t>
            </a:r>
            <a:r>
              <a:rPr lang="en-US" altLang="zh-CN">
                <a:latin typeface="Calibri" charset="0"/>
              </a:rPr>
              <a:t>: disambiguate overlapping patterns</a:t>
            </a:r>
          </a:p>
          <a:p>
            <a:pPr lvl="1"/>
            <a:r>
              <a:rPr lang="en-US" altLang="zh-CN" i="1">
                <a:solidFill>
                  <a:srgbClr val="CC0000"/>
                </a:solidFill>
                <a:latin typeface="Calibri" charset="0"/>
              </a:rPr>
              <a:t>Counters: </a:t>
            </a:r>
            <a:r>
              <a:rPr lang="en-US" altLang="zh-CN">
                <a:latin typeface="Calibri" charset="0"/>
              </a:rPr>
              <a:t>#bytes and #packets</a:t>
            </a:r>
          </a:p>
        </p:txBody>
      </p:sp>
      <p:cxnSp>
        <p:nvCxnSpPr>
          <p:cNvPr id="21" name="Straight Connector 20"/>
          <p:cNvCxnSpPr>
            <a:cxnSpLocks noChangeShapeType="1"/>
          </p:cNvCxnSpPr>
          <p:nvPr/>
        </p:nvCxnSpPr>
        <p:spPr bwMode="auto">
          <a:xfrm>
            <a:off x="2389505" y="4935220"/>
            <a:ext cx="1127125" cy="19050"/>
          </a:xfrm>
          <a:prstGeom prst="line">
            <a:avLst/>
          </a:prstGeom>
          <a:noFill/>
          <a:ln w="25400">
            <a:solidFill>
              <a:srgbClr val="8E8EE4"/>
            </a:solidFill>
            <a:round/>
            <a:tailEnd type="none" w="lg" len="lg"/>
          </a:ln>
          <a:effectLst>
            <a:outerShdw blurRad="40000" dist="20000" dir="5400000" rotWithShape="0">
              <a:srgbClr val="808080">
                <a:alpha val="37999"/>
              </a:srgbClr>
            </a:outerShdw>
          </a:effectLst>
        </p:spPr>
      </p:cxnSp>
      <p:cxnSp>
        <p:nvCxnSpPr>
          <p:cNvPr id="23" name="Straight Connector 22"/>
          <p:cNvCxnSpPr>
            <a:cxnSpLocks noChangeShapeType="1"/>
          </p:cNvCxnSpPr>
          <p:nvPr/>
        </p:nvCxnSpPr>
        <p:spPr bwMode="auto">
          <a:xfrm>
            <a:off x="4980305" y="4935220"/>
            <a:ext cx="1127125" cy="19050"/>
          </a:xfrm>
          <a:prstGeom prst="line">
            <a:avLst/>
          </a:prstGeom>
          <a:noFill/>
          <a:ln w="25400">
            <a:solidFill>
              <a:srgbClr val="8E8EE4"/>
            </a:solidFill>
            <a:round/>
            <a:tailEnd type="none" w="lg" len="lg"/>
          </a:ln>
          <a:effectLst>
            <a:outerShdw blurRad="40000" dist="20000" dir="5400000" rotWithShape="0">
              <a:srgbClr val="808080">
                <a:alpha val="37999"/>
              </a:srgbClr>
            </a:outerShdw>
          </a:effectLst>
        </p:spPr>
      </p:cxnSp>
      <p:grpSp>
        <p:nvGrpSpPr>
          <p:cNvPr id="119814" name="Group 7"/>
          <p:cNvGrpSpPr/>
          <p:nvPr/>
        </p:nvGrpSpPr>
        <p:grpSpPr>
          <a:xfrm>
            <a:off x="3422968" y="4533583"/>
            <a:ext cx="1652587" cy="868362"/>
            <a:chOff x="1871277" y="1576300"/>
            <a:chExt cx="1128371" cy="437861"/>
          </a:xfrm>
        </p:grpSpPr>
        <p:sp>
          <p:nvSpPr>
            <p:cNvPr id="13" name="Oval 12"/>
            <p:cNvSpPr>
              <a:spLocks noChangeArrowheads="1"/>
            </p:cNvSpPr>
            <p:nvPr/>
          </p:nvSpPr>
          <p:spPr bwMode="auto">
            <a:xfrm flipV="1">
              <a:off x="1874528" y="1694771"/>
              <a:ext cx="1125120" cy="319390"/>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5" name="Rectangle 14"/>
            <p:cNvSpPr/>
            <p:nvPr/>
          </p:nvSpPr>
          <p:spPr bwMode="auto">
            <a:xfrm>
              <a:off x="1871277" y="1739597"/>
              <a:ext cx="1128371" cy="116069"/>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7" name="Oval 16"/>
            <p:cNvSpPr>
              <a:spLocks noChangeArrowheads="1"/>
            </p:cNvSpPr>
            <p:nvPr/>
          </p:nvSpPr>
          <p:spPr bwMode="auto">
            <a:xfrm flipV="1">
              <a:off x="1871277" y="1576300"/>
              <a:ext cx="1125120" cy="319390"/>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8" name="Freeform 17"/>
            <p:cNvSpPr/>
            <p:nvPr/>
          </p:nvSpPr>
          <p:spPr bwMode="auto">
            <a:xfrm>
              <a:off x="2160686" y="1673158"/>
              <a:ext cx="546301" cy="160896"/>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9" name="Freeform 18"/>
            <p:cNvSpPr/>
            <p:nvPr/>
          </p:nvSpPr>
          <p:spPr bwMode="auto">
            <a:xfrm>
              <a:off x="2103238" y="1633134"/>
              <a:ext cx="661197" cy="111267"/>
            </a:xfrm>
            <a:custGeom>
              <a:avLst/>
              <a:gdLst>
                <a:gd name="T0" fmla="*/ 0 w 3723451"/>
                <a:gd name="T1" fmla="*/ 27221 h 932950"/>
                <a:gd name="T2" fmla="*/ 116342 w 3723451"/>
                <a:gd name="T3" fmla="*/ 321 h 932950"/>
                <a:gd name="T4" fmla="*/ 329542 w 3723451"/>
                <a:gd name="T5" fmla="*/ 62084 h 932950"/>
                <a:gd name="T6" fmla="*/ 532938 w 3723451"/>
                <a:gd name="T7" fmla="*/ 0 h 932950"/>
                <a:gd name="T8" fmla="*/ 661197 w 3723451"/>
                <a:gd name="T9" fmla="*/ 24705 h 932950"/>
                <a:gd name="T10" fmla="*/ 565772 w 3723451"/>
                <a:gd name="T11" fmla="*/ 55085 h 932950"/>
                <a:gd name="T12" fmla="*/ 535050 w 3723451"/>
                <a:gd name="T13" fmla="*/ 46894 h 932950"/>
                <a:gd name="T14" fmla="*/ 333288 w 3723451"/>
                <a:gd name="T15" fmla="*/ 111267 h 932950"/>
                <a:gd name="T16" fmla="*/ 126366 w 3723451"/>
                <a:gd name="T17" fmla="*/ 49262 h 932950"/>
                <a:gd name="T18" fmla="*/ 92910 w 3723451"/>
                <a:gd name="T19" fmla="*/ 55954 h 932950"/>
                <a:gd name="T20" fmla="*/ 0 w 3723451"/>
                <a:gd name="T21" fmla="*/ 2722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20" name="Freeform 19"/>
            <p:cNvSpPr/>
            <p:nvPr/>
          </p:nvSpPr>
          <p:spPr bwMode="auto">
            <a:xfrm>
              <a:off x="2538978" y="1727590"/>
              <a:ext cx="241716" cy="96858"/>
            </a:xfrm>
            <a:custGeom>
              <a:avLst/>
              <a:gdLst>
                <a:gd name="T0" fmla="*/ 0 w 1366596"/>
                <a:gd name="T1" fmla="*/ 0 h 809868"/>
                <a:gd name="T2" fmla="*/ 241716 w 1366596"/>
                <a:gd name="T3" fmla="*/ 74845 h 809868"/>
                <a:gd name="T4" fmla="*/ 153005 w 1366596"/>
                <a:gd name="T5" fmla="*/ 96858 h 809868"/>
                <a:gd name="T6" fmla="*/ 814 w 1366596"/>
                <a:gd name="T7" fmla="*/ 5118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22" name="Freeform 21"/>
            <p:cNvSpPr/>
            <p:nvPr/>
          </p:nvSpPr>
          <p:spPr bwMode="auto">
            <a:xfrm>
              <a:off x="2090231" y="1729992"/>
              <a:ext cx="238465" cy="96858"/>
            </a:xfrm>
            <a:custGeom>
              <a:avLst/>
              <a:gdLst>
                <a:gd name="T0" fmla="*/ 235210 w 1348191"/>
                <a:gd name="T1" fmla="*/ 0 h 791462"/>
                <a:gd name="T2" fmla="*/ 238465 w 1348191"/>
                <a:gd name="T3" fmla="*/ 46740 h 791462"/>
                <a:gd name="T4" fmla="*/ 86271 w 1348191"/>
                <a:gd name="T5" fmla="*/ 96858 h 791462"/>
                <a:gd name="T6" fmla="*/ 0 w 1348191"/>
                <a:gd name="T7" fmla="*/ 74896 h 791462"/>
                <a:gd name="T8" fmla="*/ 23521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24" name="Straight Connector 23"/>
            <p:cNvCxnSpPr>
              <a:cxnSpLocks noChangeShapeType="1"/>
              <a:endCxn id="17" idx="2"/>
            </p:cNvCxnSpPr>
            <p:nvPr/>
          </p:nvCxnSpPr>
          <p:spPr bwMode="auto">
            <a:xfrm flipH="1" flipV="1">
              <a:off x="1871277" y="1737196"/>
              <a:ext cx="3251" cy="123274"/>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25" name="Straight Connector 24"/>
            <p:cNvCxnSpPr>
              <a:cxnSpLocks noChangeShapeType="1"/>
            </p:cNvCxnSpPr>
            <p:nvPr/>
          </p:nvCxnSpPr>
          <p:spPr bwMode="auto">
            <a:xfrm flipH="1" flipV="1">
              <a:off x="2996397" y="1734795"/>
              <a:ext cx="3251" cy="123274"/>
            </a:xfrm>
            <a:prstGeom prst="line">
              <a:avLst/>
            </a:prstGeom>
            <a:noFill/>
            <a:ln w="6350">
              <a:solidFill>
                <a:schemeClr val="tx1"/>
              </a:solidFill>
              <a:round/>
            </a:ln>
            <a:effectLst>
              <a:outerShdw blurRad="40005" dist="19939" dir="5400000" algn="tl" rotWithShape="0">
                <a:srgbClr val="808080">
                  <a:alpha val="37999"/>
                </a:srgbClr>
              </a:outerShdw>
            </a:effectLst>
          </p:spPr>
        </p:cxnSp>
      </p:grpSp>
      <p:cxnSp>
        <p:nvCxnSpPr>
          <p:cNvPr id="26" name="Straight Connector 25"/>
          <p:cNvCxnSpPr>
            <a:cxnSpLocks noChangeShapeType="1"/>
          </p:cNvCxnSpPr>
          <p:nvPr/>
        </p:nvCxnSpPr>
        <p:spPr bwMode="auto">
          <a:xfrm>
            <a:off x="4878705" y="5235258"/>
            <a:ext cx="1106488" cy="355600"/>
          </a:xfrm>
          <a:prstGeom prst="line">
            <a:avLst/>
          </a:prstGeom>
          <a:noFill/>
          <a:ln w="25400">
            <a:solidFill>
              <a:srgbClr val="8E8EE4"/>
            </a:solidFill>
            <a:round/>
            <a:tailEnd type="none" w="lg" len="lg"/>
          </a:ln>
          <a:effectLst>
            <a:outerShdw blurRad="40000" dist="20000" dir="5400000" rotWithShape="0">
              <a:srgbClr val="808080">
                <a:alpha val="37999"/>
              </a:srgbClr>
            </a:outerShdw>
          </a:effectLst>
        </p:spPr>
      </p:cxnSp>
      <p:cxnSp>
        <p:nvCxnSpPr>
          <p:cNvPr id="27" name="Straight Connector 26"/>
          <p:cNvCxnSpPr>
            <a:cxnSpLocks noChangeShapeType="1"/>
          </p:cNvCxnSpPr>
          <p:nvPr/>
        </p:nvCxnSpPr>
        <p:spPr bwMode="auto">
          <a:xfrm flipV="1">
            <a:off x="4988243" y="4406583"/>
            <a:ext cx="1357313" cy="304800"/>
          </a:xfrm>
          <a:prstGeom prst="line">
            <a:avLst/>
          </a:prstGeom>
          <a:noFill/>
          <a:ln w="25400">
            <a:solidFill>
              <a:srgbClr val="8E8EE4"/>
            </a:solidFill>
            <a:round/>
            <a:tailEnd type="none" w="lg" len="lg"/>
          </a:ln>
          <a:effectLst>
            <a:outerShdw blurRad="40000" dist="20000" dir="5400000" rotWithShape="0">
              <a:srgbClr val="808080">
                <a:alpha val="37999"/>
              </a:srgbClr>
            </a:outerShdw>
          </a:effectLst>
        </p:spPr>
      </p:cxnSp>
      <p:sp>
        <p:nvSpPr>
          <p:cNvPr id="119817" name="TextBox 8"/>
          <p:cNvSpPr txBox="1"/>
          <p:nvPr/>
        </p:nvSpPr>
        <p:spPr>
          <a:xfrm>
            <a:off x="952500" y="5691188"/>
            <a:ext cx="7810500" cy="830262"/>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400" i="1">
                <a:latin typeface="Arial" panose="020B0604020202090204" pitchFamily="34" charset="0"/>
              </a:rPr>
              <a:t>Flow table in a router (computed and distributed by controller) define router</a:t>
            </a:r>
            <a:r>
              <a:rPr lang="en-US" altLang="en-US" sz="2400" i="1">
                <a:latin typeface="Arial" panose="020B0604020202090204" pitchFamily="34" charset="0"/>
              </a:rPr>
              <a:t>’</a:t>
            </a:r>
            <a:r>
              <a:rPr lang="en-US" altLang="zh-CN" sz="2400" i="1">
                <a:latin typeface="Arial" panose="020B0604020202090204" pitchFamily="34" charset="0"/>
              </a:rPr>
              <a:t>s match+action rules</a:t>
            </a:r>
          </a:p>
        </p:txBody>
      </p:sp>
      <p:sp>
        <p:nvSpPr>
          <p:cNvPr id="11981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130</a:t>
            </a:fld>
            <a:endParaRPr lang="en-US" altLang="zh-CN" sz="1200">
              <a:latin typeface="Tahoma" panose="020B0604030504040204" charset="0"/>
            </a:endParaRPr>
          </a:p>
        </p:txBody>
      </p:sp>
      <p:sp>
        <p:nvSpPr>
          <p:cNvPr id="11981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3" name="Picture 12" descr="underline_base"/>
          <p:cNvPicPr/>
          <p:nvPr/>
        </p:nvPicPr>
        <p:blipFill>
          <a:blip r:embed="rId2"/>
          <a:stretch>
            <a:fillRect/>
          </a:stretch>
        </p:blipFill>
        <p:spPr>
          <a:xfrm>
            <a:off x="554038" y="835025"/>
            <a:ext cx="7670800" cy="241300"/>
          </a:xfrm>
          <a:prstGeom prst="rect">
            <a:avLst/>
          </a:prstGeom>
          <a:noFill/>
          <a:ln w="9525">
            <a:noFill/>
          </a:ln>
        </p:spPr>
      </p:pic>
      <p:sp>
        <p:nvSpPr>
          <p:cNvPr id="120834" name="Title 1"/>
          <p:cNvSpPr>
            <a:spLocks noGrp="1"/>
          </p:cNvSpPr>
          <p:nvPr>
            <p:ph type="title"/>
          </p:nvPr>
        </p:nvSpPr>
        <p:spPr>
          <a:xfrm>
            <a:off x="452438" y="0"/>
            <a:ext cx="8435975" cy="1143000"/>
          </a:xfrm>
        </p:spPr>
        <p:txBody>
          <a:bodyPr vert="horz" wrap="square" lIns="91440" tIns="45720" rIns="91440" bIns="45720" anchor="ctr" anchorCtr="0"/>
          <a:lstStyle/>
          <a:p>
            <a:r>
              <a:rPr lang="en-US" altLang="zh-CN" sz="4000">
                <a:latin typeface="Calibri" charset="0"/>
              </a:rPr>
              <a:t>OpenFlow data plane abstraction</a:t>
            </a:r>
          </a:p>
        </p:txBody>
      </p:sp>
      <p:sp>
        <p:nvSpPr>
          <p:cNvPr id="120835" name="Content Placeholder 2"/>
          <p:cNvSpPr>
            <a:spLocks noGrp="1"/>
          </p:cNvSpPr>
          <p:nvPr>
            <p:ph idx="1"/>
          </p:nvPr>
        </p:nvSpPr>
        <p:spPr>
          <a:xfrm>
            <a:off x="342900" y="1143000"/>
            <a:ext cx="8658225" cy="5334000"/>
          </a:xfrm>
        </p:spPr>
        <p:txBody>
          <a:bodyPr vert="horz" wrap="square" lIns="91440" tIns="45720" rIns="91440" bIns="45720" anchor="t" anchorCtr="0"/>
          <a:lstStyle/>
          <a:p>
            <a:r>
              <a:rPr lang="en-US" altLang="zh-CN" sz="2600" i="1">
                <a:solidFill>
                  <a:srgbClr val="000090"/>
                </a:solidFill>
                <a:latin typeface="Calibri" charset="0"/>
              </a:rPr>
              <a:t>flow</a:t>
            </a:r>
            <a:r>
              <a:rPr lang="en-US" altLang="zh-CN" sz="2600">
                <a:solidFill>
                  <a:srgbClr val="000090"/>
                </a:solidFill>
                <a:latin typeface="Calibri" charset="0"/>
              </a:rPr>
              <a:t>: defined by header fields</a:t>
            </a:r>
          </a:p>
          <a:p>
            <a:r>
              <a:rPr lang="en-US" altLang="zh-CN" sz="2600">
                <a:solidFill>
                  <a:srgbClr val="000090"/>
                </a:solidFill>
                <a:latin typeface="Calibri" charset="0"/>
              </a:rPr>
              <a:t>generalized forwarding: simple packet-handling rules</a:t>
            </a:r>
          </a:p>
          <a:p>
            <a:pPr lvl="1"/>
            <a:r>
              <a:rPr lang="en-US" altLang="zh-CN" i="1">
                <a:solidFill>
                  <a:srgbClr val="CC0000"/>
                </a:solidFill>
                <a:latin typeface="Calibri" charset="0"/>
              </a:rPr>
              <a:t>Pattern</a:t>
            </a:r>
            <a:r>
              <a:rPr lang="en-US" altLang="zh-CN" i="1">
                <a:solidFill>
                  <a:srgbClr val="000090"/>
                </a:solidFill>
                <a:latin typeface="Calibri" charset="0"/>
              </a:rPr>
              <a:t>: </a:t>
            </a:r>
            <a:r>
              <a:rPr lang="en-US" altLang="zh-CN">
                <a:solidFill>
                  <a:srgbClr val="000090"/>
                </a:solidFill>
                <a:latin typeface="Calibri" charset="0"/>
              </a:rPr>
              <a:t>match </a:t>
            </a:r>
            <a:r>
              <a:rPr lang="en-US" altLang="zh-CN">
                <a:latin typeface="Calibri" charset="0"/>
              </a:rPr>
              <a:t>values in packet header fields</a:t>
            </a:r>
          </a:p>
          <a:p>
            <a:pPr lvl="1"/>
            <a:r>
              <a:rPr lang="en-US" altLang="zh-CN" i="1">
                <a:solidFill>
                  <a:srgbClr val="CC0000"/>
                </a:solidFill>
                <a:latin typeface="Calibri" charset="0"/>
              </a:rPr>
              <a:t>Actions: for matched packet: </a:t>
            </a:r>
            <a:r>
              <a:rPr lang="en-US" altLang="zh-CN">
                <a:latin typeface="Calibri" charset="0"/>
              </a:rPr>
              <a:t>drop, forward, modify, matched packet or send matched packet to controller </a:t>
            </a:r>
          </a:p>
          <a:p>
            <a:pPr lvl="1"/>
            <a:r>
              <a:rPr lang="en-US" altLang="zh-CN" i="1">
                <a:solidFill>
                  <a:srgbClr val="CC0000"/>
                </a:solidFill>
                <a:latin typeface="Calibri" charset="0"/>
              </a:rPr>
              <a:t>Priority</a:t>
            </a:r>
            <a:r>
              <a:rPr lang="en-US" altLang="zh-CN">
                <a:latin typeface="Calibri" charset="0"/>
              </a:rPr>
              <a:t>: disambiguate overlapping patterns</a:t>
            </a:r>
          </a:p>
          <a:p>
            <a:pPr lvl="1"/>
            <a:r>
              <a:rPr lang="en-US" altLang="zh-CN" i="1">
                <a:solidFill>
                  <a:srgbClr val="CC0000"/>
                </a:solidFill>
                <a:latin typeface="Calibri" charset="0"/>
              </a:rPr>
              <a:t>Counters: </a:t>
            </a:r>
            <a:r>
              <a:rPr lang="en-US" altLang="zh-CN">
                <a:latin typeface="Calibri" charset="0"/>
              </a:rPr>
              <a:t>#bytes and #packets</a:t>
            </a:r>
          </a:p>
        </p:txBody>
      </p:sp>
      <p:cxnSp>
        <p:nvCxnSpPr>
          <p:cNvPr id="21" name="Straight Connector 20"/>
          <p:cNvCxnSpPr>
            <a:cxnSpLocks noChangeShapeType="1"/>
          </p:cNvCxnSpPr>
          <p:nvPr/>
        </p:nvCxnSpPr>
        <p:spPr bwMode="auto">
          <a:xfrm>
            <a:off x="2393950" y="4635500"/>
            <a:ext cx="1127125" cy="19050"/>
          </a:xfrm>
          <a:prstGeom prst="line">
            <a:avLst/>
          </a:prstGeom>
          <a:noFill/>
          <a:ln w="25400">
            <a:solidFill>
              <a:srgbClr val="8E8EE4"/>
            </a:solidFill>
            <a:round/>
            <a:tailEnd type="none" w="lg" len="lg"/>
          </a:ln>
          <a:effectLst>
            <a:outerShdw blurRad="40000" dist="20000" dir="5400000" rotWithShape="0">
              <a:srgbClr val="808080">
                <a:alpha val="37999"/>
              </a:srgbClr>
            </a:outerShdw>
          </a:effectLst>
        </p:spPr>
      </p:cxnSp>
      <p:cxnSp>
        <p:nvCxnSpPr>
          <p:cNvPr id="23" name="Straight Connector 22"/>
          <p:cNvCxnSpPr>
            <a:cxnSpLocks noChangeShapeType="1"/>
          </p:cNvCxnSpPr>
          <p:nvPr/>
        </p:nvCxnSpPr>
        <p:spPr bwMode="auto">
          <a:xfrm>
            <a:off x="4984750" y="4635500"/>
            <a:ext cx="1127125" cy="19050"/>
          </a:xfrm>
          <a:prstGeom prst="line">
            <a:avLst/>
          </a:prstGeom>
          <a:noFill/>
          <a:ln w="25400">
            <a:solidFill>
              <a:srgbClr val="8E8EE4"/>
            </a:solidFill>
            <a:round/>
            <a:tailEnd type="none" w="lg" len="lg"/>
          </a:ln>
          <a:effectLst>
            <a:outerShdw blurRad="40000" dist="20000" dir="5400000" rotWithShape="0">
              <a:srgbClr val="808080">
                <a:alpha val="37999"/>
              </a:srgbClr>
            </a:outerShdw>
          </a:effectLst>
        </p:spPr>
      </p:cxnSp>
      <p:grpSp>
        <p:nvGrpSpPr>
          <p:cNvPr id="120838" name="Group 7"/>
          <p:cNvGrpSpPr/>
          <p:nvPr/>
        </p:nvGrpSpPr>
        <p:grpSpPr>
          <a:xfrm>
            <a:off x="3427413" y="4233863"/>
            <a:ext cx="1652587" cy="868362"/>
            <a:chOff x="1871277" y="1576300"/>
            <a:chExt cx="1128371" cy="437861"/>
          </a:xfrm>
        </p:grpSpPr>
        <p:sp>
          <p:nvSpPr>
            <p:cNvPr id="13" name="Oval 12"/>
            <p:cNvSpPr>
              <a:spLocks noChangeArrowheads="1"/>
            </p:cNvSpPr>
            <p:nvPr/>
          </p:nvSpPr>
          <p:spPr bwMode="auto">
            <a:xfrm flipV="1">
              <a:off x="1874528" y="1694771"/>
              <a:ext cx="1125120" cy="319390"/>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5" name="Rectangle 14"/>
            <p:cNvSpPr/>
            <p:nvPr/>
          </p:nvSpPr>
          <p:spPr bwMode="auto">
            <a:xfrm>
              <a:off x="1871277" y="1739597"/>
              <a:ext cx="1128371" cy="116069"/>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7" name="Oval 16"/>
            <p:cNvSpPr>
              <a:spLocks noChangeArrowheads="1"/>
            </p:cNvSpPr>
            <p:nvPr/>
          </p:nvSpPr>
          <p:spPr bwMode="auto">
            <a:xfrm flipV="1">
              <a:off x="1871277" y="1576300"/>
              <a:ext cx="1125120" cy="319390"/>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8" name="Freeform 17"/>
            <p:cNvSpPr/>
            <p:nvPr/>
          </p:nvSpPr>
          <p:spPr bwMode="auto">
            <a:xfrm>
              <a:off x="2160686" y="1673158"/>
              <a:ext cx="546301" cy="160896"/>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9" name="Freeform 18"/>
            <p:cNvSpPr/>
            <p:nvPr/>
          </p:nvSpPr>
          <p:spPr bwMode="auto">
            <a:xfrm>
              <a:off x="2103238" y="1633134"/>
              <a:ext cx="661197" cy="111267"/>
            </a:xfrm>
            <a:custGeom>
              <a:avLst/>
              <a:gdLst>
                <a:gd name="T0" fmla="*/ 0 w 3723451"/>
                <a:gd name="T1" fmla="*/ 27221 h 932950"/>
                <a:gd name="T2" fmla="*/ 116342 w 3723451"/>
                <a:gd name="T3" fmla="*/ 321 h 932950"/>
                <a:gd name="T4" fmla="*/ 329542 w 3723451"/>
                <a:gd name="T5" fmla="*/ 62084 h 932950"/>
                <a:gd name="T6" fmla="*/ 532938 w 3723451"/>
                <a:gd name="T7" fmla="*/ 0 h 932950"/>
                <a:gd name="T8" fmla="*/ 661197 w 3723451"/>
                <a:gd name="T9" fmla="*/ 24705 h 932950"/>
                <a:gd name="T10" fmla="*/ 565772 w 3723451"/>
                <a:gd name="T11" fmla="*/ 55085 h 932950"/>
                <a:gd name="T12" fmla="*/ 535050 w 3723451"/>
                <a:gd name="T13" fmla="*/ 46894 h 932950"/>
                <a:gd name="T14" fmla="*/ 333288 w 3723451"/>
                <a:gd name="T15" fmla="*/ 111267 h 932950"/>
                <a:gd name="T16" fmla="*/ 126366 w 3723451"/>
                <a:gd name="T17" fmla="*/ 49262 h 932950"/>
                <a:gd name="T18" fmla="*/ 92910 w 3723451"/>
                <a:gd name="T19" fmla="*/ 55954 h 932950"/>
                <a:gd name="T20" fmla="*/ 0 w 3723451"/>
                <a:gd name="T21" fmla="*/ 2722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20" name="Freeform 19"/>
            <p:cNvSpPr/>
            <p:nvPr/>
          </p:nvSpPr>
          <p:spPr bwMode="auto">
            <a:xfrm>
              <a:off x="2538978" y="1727590"/>
              <a:ext cx="241716" cy="96858"/>
            </a:xfrm>
            <a:custGeom>
              <a:avLst/>
              <a:gdLst>
                <a:gd name="T0" fmla="*/ 0 w 1366596"/>
                <a:gd name="T1" fmla="*/ 0 h 809868"/>
                <a:gd name="T2" fmla="*/ 241716 w 1366596"/>
                <a:gd name="T3" fmla="*/ 74845 h 809868"/>
                <a:gd name="T4" fmla="*/ 153005 w 1366596"/>
                <a:gd name="T5" fmla="*/ 96858 h 809868"/>
                <a:gd name="T6" fmla="*/ 814 w 1366596"/>
                <a:gd name="T7" fmla="*/ 5118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22" name="Freeform 21"/>
            <p:cNvSpPr/>
            <p:nvPr/>
          </p:nvSpPr>
          <p:spPr bwMode="auto">
            <a:xfrm>
              <a:off x="2090231" y="1729992"/>
              <a:ext cx="238465" cy="96858"/>
            </a:xfrm>
            <a:custGeom>
              <a:avLst/>
              <a:gdLst>
                <a:gd name="T0" fmla="*/ 235210 w 1348191"/>
                <a:gd name="T1" fmla="*/ 0 h 791462"/>
                <a:gd name="T2" fmla="*/ 238465 w 1348191"/>
                <a:gd name="T3" fmla="*/ 46740 h 791462"/>
                <a:gd name="T4" fmla="*/ 86271 w 1348191"/>
                <a:gd name="T5" fmla="*/ 96858 h 791462"/>
                <a:gd name="T6" fmla="*/ 0 w 1348191"/>
                <a:gd name="T7" fmla="*/ 74896 h 791462"/>
                <a:gd name="T8" fmla="*/ 23521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24" name="Straight Connector 23"/>
            <p:cNvCxnSpPr>
              <a:cxnSpLocks noChangeShapeType="1"/>
              <a:endCxn id="17" idx="2"/>
            </p:cNvCxnSpPr>
            <p:nvPr/>
          </p:nvCxnSpPr>
          <p:spPr bwMode="auto">
            <a:xfrm flipH="1" flipV="1">
              <a:off x="1871277" y="1737196"/>
              <a:ext cx="3251" cy="123274"/>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25" name="Straight Connector 24"/>
            <p:cNvCxnSpPr>
              <a:cxnSpLocks noChangeShapeType="1"/>
            </p:cNvCxnSpPr>
            <p:nvPr/>
          </p:nvCxnSpPr>
          <p:spPr bwMode="auto">
            <a:xfrm flipH="1" flipV="1">
              <a:off x="2996397" y="1734795"/>
              <a:ext cx="3251" cy="123274"/>
            </a:xfrm>
            <a:prstGeom prst="line">
              <a:avLst/>
            </a:prstGeom>
            <a:noFill/>
            <a:ln w="6350">
              <a:solidFill>
                <a:schemeClr val="tx1"/>
              </a:solidFill>
              <a:round/>
            </a:ln>
            <a:effectLst>
              <a:outerShdw blurRad="40005" dist="19939" dir="5400000" algn="tl" rotWithShape="0">
                <a:srgbClr val="808080">
                  <a:alpha val="37999"/>
                </a:srgbClr>
              </a:outerShdw>
            </a:effectLst>
          </p:spPr>
        </p:cxnSp>
      </p:grpSp>
      <p:cxnSp>
        <p:nvCxnSpPr>
          <p:cNvPr id="26" name="Straight Connector 25"/>
          <p:cNvCxnSpPr>
            <a:cxnSpLocks noChangeShapeType="1"/>
          </p:cNvCxnSpPr>
          <p:nvPr/>
        </p:nvCxnSpPr>
        <p:spPr bwMode="auto">
          <a:xfrm>
            <a:off x="4883150" y="4935538"/>
            <a:ext cx="1106488" cy="355600"/>
          </a:xfrm>
          <a:prstGeom prst="line">
            <a:avLst/>
          </a:prstGeom>
          <a:noFill/>
          <a:ln w="25400">
            <a:solidFill>
              <a:srgbClr val="8E8EE4"/>
            </a:solidFill>
            <a:round/>
            <a:tailEnd type="none" w="lg" len="lg"/>
          </a:ln>
          <a:effectLst>
            <a:outerShdw blurRad="40000" dist="20000" dir="5400000" rotWithShape="0">
              <a:srgbClr val="808080">
                <a:alpha val="37999"/>
              </a:srgbClr>
            </a:outerShdw>
          </a:effectLst>
        </p:spPr>
      </p:cxnSp>
      <p:cxnSp>
        <p:nvCxnSpPr>
          <p:cNvPr id="27" name="Straight Connector 26"/>
          <p:cNvCxnSpPr>
            <a:cxnSpLocks noChangeShapeType="1"/>
          </p:cNvCxnSpPr>
          <p:nvPr/>
        </p:nvCxnSpPr>
        <p:spPr bwMode="auto">
          <a:xfrm flipV="1">
            <a:off x="4992688" y="4106863"/>
            <a:ext cx="1357313" cy="304800"/>
          </a:xfrm>
          <a:prstGeom prst="line">
            <a:avLst/>
          </a:prstGeom>
          <a:noFill/>
          <a:ln w="25400">
            <a:solidFill>
              <a:srgbClr val="8E8EE4"/>
            </a:solidFill>
            <a:round/>
            <a:tailEnd type="none" w="lg" len="lg"/>
          </a:ln>
          <a:effectLst>
            <a:outerShdw blurRad="40000" dist="20000" dir="5400000" rotWithShape="0">
              <a:srgbClr val="808080">
                <a:alpha val="37999"/>
              </a:srgbClr>
            </a:outerShdw>
          </a:effectLst>
        </p:spPr>
      </p:cxnSp>
      <p:sp>
        <p:nvSpPr>
          <p:cNvPr id="28" name="Rectangle 27"/>
          <p:cNvSpPr>
            <a:spLocks noChangeArrowheads="1"/>
          </p:cNvSpPr>
          <p:nvPr/>
        </p:nvSpPr>
        <p:spPr bwMode="auto">
          <a:xfrm>
            <a:off x="1333500" y="5469255"/>
            <a:ext cx="6891655" cy="1198880"/>
          </a:xfrm>
          <a:prstGeom prst="rect">
            <a:avLst/>
          </a:prstGeom>
          <a:gradFill rotWithShape="1">
            <a:gsLst>
              <a:gs pos="0">
                <a:srgbClr val="E0FFF4"/>
              </a:gs>
              <a:gs pos="64999">
                <a:srgbClr val="B2FFE3"/>
              </a:gs>
              <a:gs pos="100000">
                <a:srgbClr val="90FFDA"/>
              </a:gs>
            </a:gsLst>
            <a:lin ang="5400000" scaled="1"/>
          </a:gradFill>
          <a:ln w="9525">
            <a:solidFill>
              <a:srgbClr val="00CC98"/>
            </a:solidFill>
            <a:miter lim="800000"/>
          </a:ln>
          <a:effectLst>
            <a:outerShdw blurRad="40000" dist="20000" dir="5400000" rotWithShape="0">
              <a:srgbClr val="808080">
                <a:alpha val="37999"/>
              </a:srgbClr>
            </a:outerShdw>
          </a:effectLst>
        </p:spPr>
        <p:txBody>
          <a:bodyPr wrap="square">
            <a:spAutoFit/>
          </a:bodyPr>
          <a:lstStyle>
            <a:lvl1pPr marL="457200" indent="-457200">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457200" marR="0" lvl="0" indent="-457200" algn="l" defTabSz="914400" rtl="0" eaLnBrk="0" fontAlgn="base" latinLnBrk="0" hangingPunct="0">
              <a:lnSpc>
                <a:spcPct val="100000"/>
              </a:lnSpc>
              <a:spcBef>
                <a:spcPct val="0"/>
              </a:spcBef>
              <a:spcAft>
                <a:spcPct val="0"/>
              </a:spcAft>
              <a:buClrTx/>
              <a:buSzTx/>
              <a:buFontTx/>
              <a:buAutoNum type="arabicPeriod"/>
              <a:defRPr/>
            </a:pPr>
            <a:r>
              <a:rPr kumimoji="0" lang="en-US" altLang="zh-CN" sz="2400" b="0" i="0" u="none" strike="noStrike" kern="1200" cap="none" spc="0" normalizeH="0" baseline="0" noProof="0">
                <a:ln>
                  <a:noFill/>
                </a:ln>
                <a:solidFill>
                  <a:srgbClr val="000000"/>
                </a:solidFill>
                <a:effectLst/>
                <a:uLnTx/>
                <a:uFillTx/>
                <a:latin typeface="Calibri" charset="0"/>
                <a:ea typeface="ヒラギノ角ゴ Pro W3" panose="020B0300000000000000" charset="-128"/>
                <a:cs typeface="+mn-cs"/>
              </a:rPr>
              <a:t>src=1.2.*.*, dest=3.4.5.* </a:t>
            </a:r>
            <a:r>
              <a:rPr kumimoji="0" lang="en-US" altLang="zh-CN" sz="2400" b="0" i="0" u="none" strike="noStrike" kern="1200" cap="none" spc="0" normalizeH="0" baseline="0" noProof="0">
                <a:ln>
                  <a:noFill/>
                </a:ln>
                <a:solidFill>
                  <a:srgbClr val="000000"/>
                </a:solidFill>
                <a:effectLst/>
                <a:uLnTx/>
                <a:uFillTx/>
                <a:latin typeface="Calibri" charset="0"/>
                <a:ea typeface="ヒラギノ角ゴ Pro W3" panose="020B0300000000000000" charset="-128"/>
                <a:cs typeface="+mn-cs"/>
                <a:sym typeface="Wingdings" panose="05000000000000000000" pitchFamily="2" charset="2"/>
              </a:rPr>
              <a:t> drop                        </a:t>
            </a:r>
          </a:p>
          <a:p>
            <a:pPr marL="457200" marR="0" lvl="0" indent="-457200" algn="l" defTabSz="914400" rtl="0" eaLnBrk="0" fontAlgn="base" latinLnBrk="0" hangingPunct="0">
              <a:lnSpc>
                <a:spcPct val="100000"/>
              </a:lnSpc>
              <a:spcBef>
                <a:spcPct val="0"/>
              </a:spcBef>
              <a:spcAft>
                <a:spcPct val="0"/>
              </a:spcAft>
              <a:buClrTx/>
              <a:buSzTx/>
              <a:buFontTx/>
              <a:buAutoNum type="arabicPeriod"/>
              <a:defRPr/>
            </a:pPr>
            <a:r>
              <a:rPr kumimoji="0" lang="en-US" altLang="zh-CN" sz="2400" b="0" i="0" u="none" strike="noStrike" kern="1200" cap="none" spc="0" normalizeH="0" baseline="0" noProof="0">
                <a:ln>
                  <a:noFill/>
                </a:ln>
                <a:solidFill>
                  <a:srgbClr val="000000"/>
                </a:solidFill>
                <a:effectLst/>
                <a:uLnTx/>
                <a:uFillTx/>
                <a:latin typeface="Calibri" charset="0"/>
                <a:ea typeface="ヒラギノ角ゴ Pro W3" panose="020B0300000000000000" charset="-128"/>
                <a:cs typeface="+mn-cs"/>
                <a:sym typeface="Wingdings" panose="05000000000000000000" pitchFamily="2" charset="2"/>
              </a:rPr>
              <a:t>src = *.*.*.*, dest=3.4.*.*  forward(2)</a:t>
            </a:r>
          </a:p>
          <a:p>
            <a:pPr marL="457200" marR="0" lvl="0" indent="-45720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alibri" charset="0"/>
                <a:ea typeface="ヒラギノ角ゴ Pro W3" panose="020B0300000000000000" charset="-128"/>
                <a:cs typeface="+mn-cs"/>
                <a:sym typeface="Wingdings" panose="05000000000000000000" pitchFamily="2" charset="2"/>
              </a:rPr>
              <a:t>3.  src=10.1.2.3, dest=*.*.*.*  send to controller</a:t>
            </a:r>
            <a:endParaRPr kumimoji="0" lang="en-US" altLang="zh-CN" sz="2400" b="0" i="0" u="none" strike="noStrike" kern="1200" cap="none" spc="0" normalizeH="0" baseline="0" noProof="0">
              <a:ln>
                <a:noFill/>
              </a:ln>
              <a:solidFill>
                <a:srgbClr val="000000"/>
              </a:solidFill>
              <a:effectLst/>
              <a:uLnTx/>
              <a:uFillTx/>
              <a:latin typeface="Calibri" charset="0"/>
              <a:ea typeface="ヒラギノ角ゴ Pro W3" panose="020B0300000000000000" charset="-128"/>
              <a:cs typeface="+mn-cs"/>
            </a:endParaRPr>
          </a:p>
        </p:txBody>
      </p:sp>
      <p:sp>
        <p:nvSpPr>
          <p:cNvPr id="120842" name="TextBox 32"/>
          <p:cNvSpPr txBox="1"/>
          <p:nvPr/>
        </p:nvSpPr>
        <p:spPr>
          <a:xfrm>
            <a:off x="6735763" y="5106988"/>
            <a:ext cx="1270000" cy="3698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rPr>
              <a:t>* : wildcard</a:t>
            </a:r>
          </a:p>
        </p:txBody>
      </p:sp>
    </p:spTree>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Rectangle 1"/>
          <p:cNvSpPr>
            <a:spLocks noGrp="1"/>
          </p:cNvSpPr>
          <p:nvPr>
            <p:ph type="title"/>
          </p:nvPr>
        </p:nvSpPr>
        <p:spPr>
          <a:xfrm>
            <a:off x="533400" y="6350"/>
            <a:ext cx="7772400" cy="1143000"/>
          </a:xfrm>
        </p:spPr>
        <p:txBody>
          <a:bodyPr vert="horz" wrap="square" lIns="91440" tIns="45720" rIns="91440" bIns="45720" anchor="ctr" anchorCtr="0"/>
          <a:lstStyle/>
          <a:p>
            <a:r>
              <a:rPr lang="en-US" altLang="zh-CN" sz="4000"/>
              <a:t>OpenFlow: Flow Table Entries</a:t>
            </a:r>
          </a:p>
        </p:txBody>
      </p:sp>
      <p:sp>
        <p:nvSpPr>
          <p:cNvPr id="121858" name="Rectangle 2"/>
          <p:cNvSpPr/>
          <p:nvPr/>
        </p:nvSpPr>
        <p:spPr>
          <a:xfrm>
            <a:off x="768350" y="5356225"/>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59" name="Rectangle 3"/>
          <p:cNvSpPr/>
          <p:nvPr/>
        </p:nvSpPr>
        <p:spPr>
          <a:xfrm>
            <a:off x="819150" y="5345113"/>
            <a:ext cx="581025"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Switch</a:t>
            </a:r>
          </a:p>
          <a:p>
            <a:pPr marL="0" lvl="0" indent="0" defTabSz="457200">
              <a:lnSpc>
                <a:spcPct val="100000"/>
              </a:lnSpc>
              <a:spcBef>
                <a:spcPct val="0"/>
              </a:spcBef>
              <a:buClrTx/>
              <a:buSzTx/>
              <a:buFontTx/>
              <a:buNone/>
            </a:pPr>
            <a:r>
              <a:rPr lang="en-US" altLang="zh-CN" sz="1700">
                <a:latin typeface="Calibri" charset="0"/>
              </a:rPr>
              <a:t>Port</a:t>
            </a:r>
          </a:p>
        </p:txBody>
      </p:sp>
      <p:sp>
        <p:nvSpPr>
          <p:cNvPr id="121860" name="Rectangle 4"/>
          <p:cNvSpPr/>
          <p:nvPr/>
        </p:nvSpPr>
        <p:spPr>
          <a:xfrm>
            <a:off x="2279650"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61" name="Rectangle 5"/>
          <p:cNvSpPr/>
          <p:nvPr/>
        </p:nvSpPr>
        <p:spPr>
          <a:xfrm>
            <a:off x="2392363" y="5381625"/>
            <a:ext cx="427037"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src</a:t>
            </a:r>
          </a:p>
        </p:txBody>
      </p:sp>
      <p:sp>
        <p:nvSpPr>
          <p:cNvPr id="121862" name="Rectangle 6"/>
          <p:cNvSpPr/>
          <p:nvPr/>
        </p:nvSpPr>
        <p:spPr>
          <a:xfrm>
            <a:off x="3038475"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63" name="Rectangle 7"/>
          <p:cNvSpPr/>
          <p:nvPr/>
        </p:nvSpPr>
        <p:spPr>
          <a:xfrm>
            <a:off x="3154363" y="5381625"/>
            <a:ext cx="427037"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dst</a:t>
            </a:r>
          </a:p>
        </p:txBody>
      </p:sp>
      <p:sp>
        <p:nvSpPr>
          <p:cNvPr id="121864" name="Rectangle 8"/>
          <p:cNvSpPr/>
          <p:nvPr/>
        </p:nvSpPr>
        <p:spPr>
          <a:xfrm>
            <a:off x="3768725"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65" name="Rectangle 9"/>
          <p:cNvSpPr/>
          <p:nvPr/>
        </p:nvSpPr>
        <p:spPr>
          <a:xfrm>
            <a:off x="3956050" y="5327650"/>
            <a:ext cx="395288"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Eth</a:t>
            </a:r>
          </a:p>
          <a:p>
            <a:pPr marL="0" lvl="0" indent="0" defTabSz="457200">
              <a:lnSpc>
                <a:spcPct val="100000"/>
              </a:lnSpc>
              <a:spcBef>
                <a:spcPct val="0"/>
              </a:spcBef>
              <a:buClrTx/>
              <a:buSzTx/>
              <a:buFontTx/>
              <a:buNone/>
            </a:pPr>
            <a:r>
              <a:rPr lang="en-US" altLang="zh-CN" sz="1700">
                <a:latin typeface="Calibri" charset="0"/>
              </a:rPr>
              <a:t>type</a:t>
            </a:r>
          </a:p>
        </p:txBody>
      </p:sp>
      <p:sp>
        <p:nvSpPr>
          <p:cNvPr id="121866" name="Rectangle 10"/>
          <p:cNvSpPr/>
          <p:nvPr/>
        </p:nvSpPr>
        <p:spPr>
          <a:xfrm>
            <a:off x="1517650"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67" name="Rectangle 11"/>
          <p:cNvSpPr/>
          <p:nvPr/>
        </p:nvSpPr>
        <p:spPr>
          <a:xfrm>
            <a:off x="1598613" y="5381625"/>
            <a:ext cx="482600"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VLAN</a:t>
            </a:r>
          </a:p>
          <a:p>
            <a:pPr marL="0" lvl="0" indent="0" defTabSz="457200">
              <a:lnSpc>
                <a:spcPct val="100000"/>
              </a:lnSpc>
              <a:spcBef>
                <a:spcPct val="0"/>
              </a:spcBef>
              <a:buClrTx/>
              <a:buSzTx/>
              <a:buFontTx/>
              <a:buNone/>
            </a:pPr>
            <a:r>
              <a:rPr lang="en-US" altLang="zh-CN" sz="1700">
                <a:latin typeface="Calibri" charset="0"/>
              </a:rPr>
              <a:t>ID</a:t>
            </a:r>
          </a:p>
        </p:txBody>
      </p:sp>
      <p:sp>
        <p:nvSpPr>
          <p:cNvPr id="121868" name="Rectangle 12"/>
          <p:cNvSpPr/>
          <p:nvPr/>
        </p:nvSpPr>
        <p:spPr>
          <a:xfrm>
            <a:off x="4518025"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69" name="Rectangle 13"/>
          <p:cNvSpPr/>
          <p:nvPr/>
        </p:nvSpPr>
        <p:spPr>
          <a:xfrm>
            <a:off x="4724400" y="5364163"/>
            <a:ext cx="265113"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Src</a:t>
            </a:r>
          </a:p>
        </p:txBody>
      </p:sp>
      <p:sp>
        <p:nvSpPr>
          <p:cNvPr id="121870" name="Rectangle 14"/>
          <p:cNvSpPr/>
          <p:nvPr/>
        </p:nvSpPr>
        <p:spPr>
          <a:xfrm>
            <a:off x="5286375"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71" name="Rectangle 15"/>
          <p:cNvSpPr/>
          <p:nvPr/>
        </p:nvSpPr>
        <p:spPr>
          <a:xfrm>
            <a:off x="5465763" y="5364163"/>
            <a:ext cx="295275"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Dst</a:t>
            </a:r>
          </a:p>
        </p:txBody>
      </p:sp>
      <p:sp>
        <p:nvSpPr>
          <p:cNvPr id="121872" name="Rectangle 16"/>
          <p:cNvSpPr/>
          <p:nvPr/>
        </p:nvSpPr>
        <p:spPr>
          <a:xfrm>
            <a:off x="6045200"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73" name="Rectangle 17"/>
          <p:cNvSpPr/>
          <p:nvPr/>
        </p:nvSpPr>
        <p:spPr>
          <a:xfrm>
            <a:off x="6196013" y="5364163"/>
            <a:ext cx="373062"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Prot</a:t>
            </a:r>
          </a:p>
        </p:txBody>
      </p:sp>
      <p:sp>
        <p:nvSpPr>
          <p:cNvPr id="121874" name="Rectangle 18"/>
          <p:cNvSpPr/>
          <p:nvPr/>
        </p:nvSpPr>
        <p:spPr>
          <a:xfrm>
            <a:off x="6804025"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75" name="Rectangle 19"/>
          <p:cNvSpPr/>
          <p:nvPr/>
        </p:nvSpPr>
        <p:spPr>
          <a:xfrm>
            <a:off x="6911975" y="5364163"/>
            <a:ext cx="465138"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sport</a:t>
            </a:r>
          </a:p>
        </p:txBody>
      </p:sp>
      <p:sp>
        <p:nvSpPr>
          <p:cNvPr id="121876" name="Rectangle 20"/>
          <p:cNvSpPr/>
          <p:nvPr/>
        </p:nvSpPr>
        <p:spPr>
          <a:xfrm>
            <a:off x="7572375" y="5357813"/>
            <a:ext cx="758825" cy="536575"/>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77" name="Rectangle 21"/>
          <p:cNvSpPr/>
          <p:nvPr/>
        </p:nvSpPr>
        <p:spPr>
          <a:xfrm>
            <a:off x="7661275" y="5364163"/>
            <a:ext cx="500063" cy="523875"/>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dport</a:t>
            </a:r>
          </a:p>
        </p:txBody>
      </p:sp>
      <p:sp>
        <p:nvSpPr>
          <p:cNvPr id="121878" name="Rectangle 22"/>
          <p:cNvSpPr/>
          <p:nvPr/>
        </p:nvSpPr>
        <p:spPr>
          <a:xfrm>
            <a:off x="785813" y="1687513"/>
            <a:ext cx="1446212" cy="687387"/>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79" name="Rectangle 23"/>
          <p:cNvSpPr/>
          <p:nvPr/>
        </p:nvSpPr>
        <p:spPr>
          <a:xfrm>
            <a:off x="1127125" y="1890713"/>
            <a:ext cx="414338" cy="277812"/>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800">
                <a:latin typeface="Calibri" charset="0"/>
              </a:rPr>
              <a:t>Rule</a:t>
            </a:r>
          </a:p>
        </p:txBody>
      </p:sp>
      <p:sp>
        <p:nvSpPr>
          <p:cNvPr id="121880" name="Rectangle 24"/>
          <p:cNvSpPr/>
          <p:nvPr/>
        </p:nvSpPr>
        <p:spPr>
          <a:xfrm>
            <a:off x="2232025" y="1687513"/>
            <a:ext cx="1446213" cy="687387"/>
          </a:xfrm>
          <a:prstGeom prst="rect">
            <a:avLst/>
          </a:prstGeom>
          <a:solidFill>
            <a:srgbClr val="CBE97B"/>
          </a:solidFill>
          <a:ln w="12700" cap="flat" cmpd="sng">
            <a:solidFill>
              <a:srgbClr val="697D3A"/>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81" name="Rectangle 25"/>
          <p:cNvSpPr/>
          <p:nvPr/>
        </p:nvSpPr>
        <p:spPr>
          <a:xfrm>
            <a:off x="2405063" y="1890713"/>
            <a:ext cx="603250" cy="277812"/>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800">
                <a:latin typeface="Calibri" charset="0"/>
              </a:rPr>
              <a:t>Action</a:t>
            </a:r>
          </a:p>
        </p:txBody>
      </p:sp>
      <p:sp>
        <p:nvSpPr>
          <p:cNvPr id="121882" name="Rectangle 26"/>
          <p:cNvSpPr/>
          <p:nvPr/>
        </p:nvSpPr>
        <p:spPr>
          <a:xfrm>
            <a:off x="3678238" y="1687513"/>
            <a:ext cx="1447800" cy="687387"/>
          </a:xfrm>
          <a:prstGeom prst="rect">
            <a:avLst/>
          </a:prstGeom>
          <a:solidFill>
            <a:srgbClr val="FA90AB"/>
          </a:solidFill>
          <a:ln w="12700" cap="flat" cmpd="sng">
            <a:solidFill>
              <a:srgbClr val="800000"/>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83" name="Rectangle 27"/>
          <p:cNvSpPr/>
          <p:nvPr/>
        </p:nvSpPr>
        <p:spPr>
          <a:xfrm>
            <a:off x="3998913" y="1890713"/>
            <a:ext cx="460375" cy="277812"/>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800">
                <a:latin typeface="Calibri" charset="0"/>
              </a:rPr>
              <a:t>Stats</a:t>
            </a:r>
          </a:p>
        </p:txBody>
      </p:sp>
      <p:sp>
        <p:nvSpPr>
          <p:cNvPr id="121884" name="Rectangle 28"/>
          <p:cNvSpPr/>
          <p:nvPr/>
        </p:nvSpPr>
        <p:spPr>
          <a:xfrm>
            <a:off x="1884363" y="3152775"/>
            <a:ext cx="5634037" cy="1776413"/>
          </a:xfrm>
          <a:prstGeom prst="rect">
            <a:avLst/>
          </a:prstGeom>
          <a:solidFill>
            <a:srgbClr val="CBE97B"/>
          </a:solidFill>
          <a:ln w="12700" cap="flat" cmpd="sng">
            <a:solidFill>
              <a:srgbClr val="697D3A"/>
            </a:solidFill>
            <a:prstDash val="solid"/>
            <a:miter/>
            <a:headEnd type="none" w="med" len="med"/>
            <a:tailEnd type="none" w="med" len="med"/>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357505" lvl="0" indent="-330200" defTabSz="457200">
              <a:lnSpc>
                <a:spcPct val="100000"/>
              </a:lnSpc>
              <a:spcBef>
                <a:spcPct val="0"/>
              </a:spcBef>
              <a:buClrTx/>
              <a:buSzTx/>
              <a:buFontTx/>
              <a:buAutoNum type="arabicPeriod"/>
            </a:pPr>
            <a:r>
              <a:rPr lang="en-US" altLang="zh-CN" sz="2200">
                <a:latin typeface="Calibri" charset="0"/>
              </a:rPr>
              <a:t>Forward packet to port(s)</a:t>
            </a:r>
          </a:p>
          <a:p>
            <a:pPr marL="357505" lvl="0" indent="-330200" defTabSz="457200">
              <a:lnSpc>
                <a:spcPct val="100000"/>
              </a:lnSpc>
              <a:spcBef>
                <a:spcPct val="0"/>
              </a:spcBef>
              <a:buClrTx/>
              <a:buSzTx/>
              <a:buFontTx/>
              <a:buAutoNum type="arabicPeriod"/>
            </a:pPr>
            <a:r>
              <a:rPr lang="en-US" altLang="zh-CN" sz="2200">
                <a:latin typeface="Calibri" charset="0"/>
              </a:rPr>
              <a:t>Encapsulate and forward to controller</a:t>
            </a:r>
          </a:p>
          <a:p>
            <a:pPr marL="357505" lvl="0" indent="-330200" defTabSz="457200">
              <a:lnSpc>
                <a:spcPct val="100000"/>
              </a:lnSpc>
              <a:spcBef>
                <a:spcPct val="0"/>
              </a:spcBef>
              <a:buClrTx/>
              <a:buSzTx/>
              <a:buFontTx/>
              <a:buAutoNum type="arabicPeriod"/>
            </a:pPr>
            <a:r>
              <a:rPr lang="en-US" altLang="zh-CN" sz="2200">
                <a:latin typeface="Calibri" charset="0"/>
              </a:rPr>
              <a:t>Drop packet</a:t>
            </a:r>
          </a:p>
          <a:p>
            <a:pPr marL="357505" lvl="0" indent="-330200" defTabSz="457200">
              <a:lnSpc>
                <a:spcPct val="100000"/>
              </a:lnSpc>
              <a:spcBef>
                <a:spcPct val="0"/>
              </a:spcBef>
              <a:buClrTx/>
              <a:buSzTx/>
              <a:buFontTx/>
              <a:buAutoNum type="arabicPeriod"/>
            </a:pPr>
            <a:r>
              <a:rPr lang="en-US" altLang="zh-CN" sz="2200">
                <a:latin typeface="Calibri" charset="0"/>
              </a:rPr>
              <a:t>Send to normal processing pipeline</a:t>
            </a:r>
          </a:p>
          <a:p>
            <a:pPr marL="357505" lvl="0" indent="-330200" defTabSz="457200">
              <a:lnSpc>
                <a:spcPct val="100000"/>
              </a:lnSpc>
              <a:spcBef>
                <a:spcPct val="0"/>
              </a:spcBef>
              <a:buClrTx/>
              <a:buSzTx/>
              <a:buFontTx/>
              <a:buAutoNum type="arabicPeriod"/>
            </a:pPr>
            <a:r>
              <a:rPr lang="en-US" altLang="zh-CN" sz="2200">
                <a:latin typeface="Calibri" charset="0"/>
              </a:rPr>
              <a:t>Modify Fields</a:t>
            </a:r>
          </a:p>
        </p:txBody>
      </p:sp>
      <p:sp>
        <p:nvSpPr>
          <p:cNvPr id="121885" name="Line 30"/>
          <p:cNvSpPr/>
          <p:nvPr/>
        </p:nvSpPr>
        <p:spPr>
          <a:xfrm>
            <a:off x="785813" y="2455863"/>
            <a:ext cx="1587" cy="2892425"/>
          </a:xfrm>
          <a:prstGeom prst="line">
            <a:avLst/>
          </a:prstGeom>
          <a:ln w="38100" cap="flat" cmpd="sng">
            <a:solidFill>
              <a:schemeClr val="tx1"/>
            </a:solidFill>
            <a:prstDash val="sysDot"/>
            <a:headEnd type="none" w="med" len="med"/>
            <a:tailEnd type="none" w="med" len="med"/>
          </a:ln>
        </p:spPr>
      </p:sp>
      <p:sp>
        <p:nvSpPr>
          <p:cNvPr id="121886" name="Line 31"/>
          <p:cNvSpPr/>
          <p:nvPr/>
        </p:nvSpPr>
        <p:spPr>
          <a:xfrm>
            <a:off x="2759075" y="2374900"/>
            <a:ext cx="1588" cy="758825"/>
          </a:xfrm>
          <a:prstGeom prst="line">
            <a:avLst/>
          </a:prstGeom>
          <a:ln w="38100" cap="flat" cmpd="sng">
            <a:solidFill>
              <a:schemeClr val="tx1"/>
            </a:solidFill>
            <a:prstDash val="sysDot"/>
            <a:headEnd type="none" w="med" len="med"/>
            <a:tailEnd type="none" w="med" len="med"/>
          </a:ln>
        </p:spPr>
      </p:sp>
      <p:sp>
        <p:nvSpPr>
          <p:cNvPr id="121887" name="Rectangle 32"/>
          <p:cNvSpPr/>
          <p:nvPr/>
        </p:nvSpPr>
        <p:spPr>
          <a:xfrm>
            <a:off x="3830638" y="2625725"/>
            <a:ext cx="3044825" cy="384175"/>
          </a:xfrm>
          <a:prstGeom prst="rect">
            <a:avLst/>
          </a:prstGeom>
          <a:solidFill>
            <a:srgbClr val="FA90AB"/>
          </a:solidFill>
          <a:ln w="12700" cap="flat" cmpd="sng">
            <a:solidFill>
              <a:srgbClr val="800000"/>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1888" name="Rectangle 33"/>
          <p:cNvSpPr/>
          <p:nvPr/>
        </p:nvSpPr>
        <p:spPr>
          <a:xfrm>
            <a:off x="3973513" y="2647950"/>
            <a:ext cx="2581275" cy="338138"/>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2200">
                <a:latin typeface="Calibri" charset="0"/>
              </a:rPr>
              <a:t>Packet + byte counters</a:t>
            </a:r>
          </a:p>
        </p:txBody>
      </p:sp>
      <p:sp>
        <p:nvSpPr>
          <p:cNvPr id="121889" name="Line 34"/>
          <p:cNvSpPr/>
          <p:nvPr/>
        </p:nvSpPr>
        <p:spPr>
          <a:xfrm rot="-10800000" flipH="1">
            <a:off x="4214813" y="2374900"/>
            <a:ext cx="1587" cy="231775"/>
          </a:xfrm>
          <a:prstGeom prst="line">
            <a:avLst/>
          </a:prstGeom>
          <a:ln w="38100" cap="flat" cmpd="sng">
            <a:solidFill>
              <a:schemeClr val="tx1"/>
            </a:solidFill>
            <a:prstDash val="sysDot"/>
            <a:headEnd type="none" w="med" len="med"/>
            <a:tailEnd type="none" w="med" len="med"/>
          </a:ln>
        </p:spPr>
      </p:sp>
      <p:pic>
        <p:nvPicPr>
          <p:cNvPr id="121890" name="Picture 12" descr="underline_base"/>
          <p:cNvPicPr/>
          <p:nvPr/>
        </p:nvPicPr>
        <p:blipFill>
          <a:blip r:embed="rId3"/>
          <a:stretch>
            <a:fillRect/>
          </a:stretch>
        </p:blipFill>
        <p:spPr>
          <a:xfrm>
            <a:off x="654050" y="835025"/>
            <a:ext cx="6965950" cy="241300"/>
          </a:xfrm>
          <a:prstGeom prst="rect">
            <a:avLst/>
          </a:prstGeom>
          <a:noFill/>
          <a:ln w="9525">
            <a:noFill/>
          </a:ln>
        </p:spPr>
      </p:pic>
      <p:sp>
        <p:nvSpPr>
          <p:cNvPr id="121891" name="文字方塊 29"/>
          <p:cNvSpPr txBox="1"/>
          <p:nvPr/>
        </p:nvSpPr>
        <p:spPr>
          <a:xfrm>
            <a:off x="2454275" y="6291263"/>
            <a:ext cx="960438" cy="3683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TW" sz="1800">
                <a:solidFill>
                  <a:srgbClr val="000000"/>
                </a:solidFill>
                <a:latin typeface="Calibri" charset="0"/>
              </a:rPr>
              <a:t>Link layer</a:t>
            </a:r>
            <a:endParaRPr lang="zh-TW" altLang="en-US" sz="1800">
              <a:solidFill>
                <a:srgbClr val="000000"/>
              </a:solidFill>
              <a:latin typeface="Calibri" charset="0"/>
            </a:endParaRPr>
          </a:p>
        </p:txBody>
      </p:sp>
      <p:grpSp>
        <p:nvGrpSpPr>
          <p:cNvPr id="121892" name="Group 37"/>
          <p:cNvGrpSpPr/>
          <p:nvPr/>
        </p:nvGrpSpPr>
        <p:grpSpPr>
          <a:xfrm>
            <a:off x="1550988" y="6029325"/>
            <a:ext cx="2917825" cy="234950"/>
            <a:chOff x="1392851" y="2310653"/>
            <a:chExt cx="3302446" cy="234913"/>
          </a:xfrm>
        </p:grpSpPr>
        <p:cxnSp>
          <p:nvCxnSpPr>
            <p:cNvPr id="121905" name="Straight Connector 38"/>
            <p:cNvCxnSpPr/>
            <p:nvPr/>
          </p:nvCxnSpPr>
          <p:spPr>
            <a:xfrm>
              <a:off x="1394004" y="2310653"/>
              <a:ext cx="0" cy="116458"/>
            </a:xfrm>
            <a:prstGeom prst="line">
              <a:avLst/>
            </a:prstGeom>
            <a:ln w="9525" cap="flat" cmpd="sng">
              <a:solidFill>
                <a:schemeClr val="tx1"/>
              </a:solidFill>
              <a:prstDash val="solid"/>
              <a:headEnd type="none" w="med" len="med"/>
              <a:tailEnd type="none" w="med" len="med"/>
            </a:ln>
          </p:spPr>
        </p:cxnSp>
        <p:cxnSp>
          <p:nvCxnSpPr>
            <p:cNvPr id="121906" name="Straight Connector 39"/>
            <p:cNvCxnSpPr/>
            <p:nvPr/>
          </p:nvCxnSpPr>
          <p:spPr>
            <a:xfrm>
              <a:off x="1392851" y="2427111"/>
              <a:ext cx="3302446" cy="0"/>
            </a:xfrm>
            <a:prstGeom prst="line">
              <a:avLst/>
            </a:prstGeom>
            <a:ln w="9525" cap="flat" cmpd="sng">
              <a:solidFill>
                <a:schemeClr val="tx1"/>
              </a:solidFill>
              <a:prstDash val="solid"/>
              <a:headEnd type="none" w="med" len="med"/>
              <a:tailEnd type="none" w="med" len="med"/>
            </a:ln>
          </p:spPr>
        </p:cxnSp>
        <p:cxnSp>
          <p:nvCxnSpPr>
            <p:cNvPr id="121907" name="Straight Connector 40"/>
            <p:cNvCxnSpPr/>
            <p:nvPr/>
          </p:nvCxnSpPr>
          <p:spPr>
            <a:xfrm>
              <a:off x="4695297" y="2310653"/>
              <a:ext cx="0" cy="116458"/>
            </a:xfrm>
            <a:prstGeom prst="line">
              <a:avLst/>
            </a:prstGeom>
            <a:ln w="9525" cap="flat" cmpd="sng">
              <a:solidFill>
                <a:schemeClr val="tx1"/>
              </a:solidFill>
              <a:prstDash val="solid"/>
              <a:headEnd type="none" w="med" len="med"/>
              <a:tailEnd type="none" w="med" len="med"/>
            </a:ln>
          </p:spPr>
        </p:cxnSp>
        <p:cxnSp>
          <p:nvCxnSpPr>
            <p:cNvPr id="121908" name="Straight Connector 41"/>
            <p:cNvCxnSpPr/>
            <p:nvPr/>
          </p:nvCxnSpPr>
          <p:spPr>
            <a:xfrm>
              <a:off x="3042374" y="2429108"/>
              <a:ext cx="0" cy="116458"/>
            </a:xfrm>
            <a:prstGeom prst="line">
              <a:avLst/>
            </a:prstGeom>
            <a:ln w="9525" cap="flat" cmpd="sng">
              <a:solidFill>
                <a:schemeClr val="tx1"/>
              </a:solidFill>
              <a:prstDash val="solid"/>
              <a:headEnd type="none" w="med" len="med"/>
              <a:tailEnd type="none" w="med" len="med"/>
            </a:ln>
          </p:spPr>
        </p:cxnSp>
      </p:grpSp>
      <p:grpSp>
        <p:nvGrpSpPr>
          <p:cNvPr id="121893" name="Group 42"/>
          <p:cNvGrpSpPr/>
          <p:nvPr/>
        </p:nvGrpSpPr>
        <p:grpSpPr>
          <a:xfrm>
            <a:off x="4564063" y="6030913"/>
            <a:ext cx="2211387" cy="234950"/>
            <a:chOff x="1392851" y="2310653"/>
            <a:chExt cx="3302446" cy="234913"/>
          </a:xfrm>
        </p:grpSpPr>
        <p:cxnSp>
          <p:nvCxnSpPr>
            <p:cNvPr id="121901" name="Straight Connector 43"/>
            <p:cNvCxnSpPr/>
            <p:nvPr/>
          </p:nvCxnSpPr>
          <p:spPr>
            <a:xfrm>
              <a:off x="1394004" y="2310653"/>
              <a:ext cx="0" cy="116458"/>
            </a:xfrm>
            <a:prstGeom prst="line">
              <a:avLst/>
            </a:prstGeom>
            <a:ln w="9525" cap="flat" cmpd="sng">
              <a:solidFill>
                <a:schemeClr val="tx1"/>
              </a:solidFill>
              <a:prstDash val="solid"/>
              <a:headEnd type="none" w="med" len="med"/>
              <a:tailEnd type="none" w="med" len="med"/>
            </a:ln>
          </p:spPr>
        </p:cxnSp>
        <p:cxnSp>
          <p:nvCxnSpPr>
            <p:cNvPr id="121902" name="Straight Connector 44"/>
            <p:cNvCxnSpPr/>
            <p:nvPr/>
          </p:nvCxnSpPr>
          <p:spPr>
            <a:xfrm>
              <a:off x="1392851" y="2427111"/>
              <a:ext cx="3302446" cy="0"/>
            </a:xfrm>
            <a:prstGeom prst="line">
              <a:avLst/>
            </a:prstGeom>
            <a:ln w="9525" cap="flat" cmpd="sng">
              <a:solidFill>
                <a:schemeClr val="tx1"/>
              </a:solidFill>
              <a:prstDash val="solid"/>
              <a:headEnd type="none" w="med" len="med"/>
              <a:tailEnd type="none" w="med" len="med"/>
            </a:ln>
          </p:spPr>
        </p:cxnSp>
        <p:cxnSp>
          <p:nvCxnSpPr>
            <p:cNvPr id="121903" name="Straight Connector 45"/>
            <p:cNvCxnSpPr/>
            <p:nvPr/>
          </p:nvCxnSpPr>
          <p:spPr>
            <a:xfrm>
              <a:off x="4695297" y="2310653"/>
              <a:ext cx="0" cy="116458"/>
            </a:xfrm>
            <a:prstGeom prst="line">
              <a:avLst/>
            </a:prstGeom>
            <a:ln w="9525" cap="flat" cmpd="sng">
              <a:solidFill>
                <a:schemeClr val="tx1"/>
              </a:solidFill>
              <a:prstDash val="solid"/>
              <a:headEnd type="none" w="med" len="med"/>
              <a:tailEnd type="none" w="med" len="med"/>
            </a:ln>
          </p:spPr>
        </p:cxnSp>
        <p:cxnSp>
          <p:nvCxnSpPr>
            <p:cNvPr id="121904" name="Straight Connector 46"/>
            <p:cNvCxnSpPr/>
            <p:nvPr/>
          </p:nvCxnSpPr>
          <p:spPr>
            <a:xfrm>
              <a:off x="3042374" y="2429108"/>
              <a:ext cx="0" cy="116458"/>
            </a:xfrm>
            <a:prstGeom prst="line">
              <a:avLst/>
            </a:prstGeom>
            <a:ln w="9525" cap="flat" cmpd="sng">
              <a:solidFill>
                <a:schemeClr val="tx1"/>
              </a:solidFill>
              <a:prstDash val="solid"/>
              <a:headEnd type="none" w="med" len="med"/>
              <a:tailEnd type="none" w="med" len="med"/>
            </a:ln>
          </p:spPr>
        </p:cxnSp>
      </p:grpSp>
      <p:grpSp>
        <p:nvGrpSpPr>
          <p:cNvPr id="121894" name="Group 47"/>
          <p:cNvGrpSpPr/>
          <p:nvPr/>
        </p:nvGrpSpPr>
        <p:grpSpPr>
          <a:xfrm>
            <a:off x="6942138" y="6029325"/>
            <a:ext cx="1376362" cy="214313"/>
            <a:chOff x="1392851" y="2310653"/>
            <a:chExt cx="3302446" cy="234913"/>
          </a:xfrm>
        </p:grpSpPr>
        <p:cxnSp>
          <p:nvCxnSpPr>
            <p:cNvPr id="121897" name="Straight Connector 48"/>
            <p:cNvCxnSpPr/>
            <p:nvPr/>
          </p:nvCxnSpPr>
          <p:spPr>
            <a:xfrm>
              <a:off x="1394004" y="2310653"/>
              <a:ext cx="0" cy="116458"/>
            </a:xfrm>
            <a:prstGeom prst="line">
              <a:avLst/>
            </a:prstGeom>
            <a:ln w="9525" cap="flat" cmpd="sng">
              <a:solidFill>
                <a:schemeClr val="tx1"/>
              </a:solidFill>
              <a:prstDash val="solid"/>
              <a:headEnd type="none" w="med" len="med"/>
              <a:tailEnd type="none" w="med" len="med"/>
            </a:ln>
          </p:spPr>
        </p:cxnSp>
        <p:cxnSp>
          <p:nvCxnSpPr>
            <p:cNvPr id="121898" name="Straight Connector 49"/>
            <p:cNvCxnSpPr/>
            <p:nvPr/>
          </p:nvCxnSpPr>
          <p:spPr>
            <a:xfrm>
              <a:off x="1392851" y="2427111"/>
              <a:ext cx="3302446" cy="0"/>
            </a:xfrm>
            <a:prstGeom prst="line">
              <a:avLst/>
            </a:prstGeom>
            <a:ln w="9525" cap="flat" cmpd="sng">
              <a:solidFill>
                <a:schemeClr val="tx1"/>
              </a:solidFill>
              <a:prstDash val="solid"/>
              <a:headEnd type="none" w="med" len="med"/>
              <a:tailEnd type="none" w="med" len="med"/>
            </a:ln>
          </p:spPr>
        </p:cxnSp>
        <p:cxnSp>
          <p:nvCxnSpPr>
            <p:cNvPr id="121899" name="Straight Connector 50"/>
            <p:cNvCxnSpPr/>
            <p:nvPr/>
          </p:nvCxnSpPr>
          <p:spPr>
            <a:xfrm>
              <a:off x="4695297" y="2310653"/>
              <a:ext cx="0" cy="116458"/>
            </a:xfrm>
            <a:prstGeom prst="line">
              <a:avLst/>
            </a:prstGeom>
            <a:ln w="9525" cap="flat" cmpd="sng">
              <a:solidFill>
                <a:schemeClr val="tx1"/>
              </a:solidFill>
              <a:prstDash val="solid"/>
              <a:headEnd type="none" w="med" len="med"/>
              <a:tailEnd type="none" w="med" len="med"/>
            </a:ln>
          </p:spPr>
        </p:cxnSp>
        <p:cxnSp>
          <p:nvCxnSpPr>
            <p:cNvPr id="121900" name="Straight Connector 51"/>
            <p:cNvCxnSpPr/>
            <p:nvPr/>
          </p:nvCxnSpPr>
          <p:spPr>
            <a:xfrm>
              <a:off x="3042374" y="2429108"/>
              <a:ext cx="0" cy="116458"/>
            </a:xfrm>
            <a:prstGeom prst="line">
              <a:avLst/>
            </a:prstGeom>
            <a:ln w="9525" cap="flat" cmpd="sng">
              <a:solidFill>
                <a:schemeClr val="tx1"/>
              </a:solidFill>
              <a:prstDash val="solid"/>
              <a:headEnd type="none" w="med" len="med"/>
              <a:tailEnd type="none" w="med" len="med"/>
            </a:ln>
          </p:spPr>
        </p:cxnSp>
      </p:grpSp>
      <p:sp>
        <p:nvSpPr>
          <p:cNvPr id="121895" name="文字方塊 29"/>
          <p:cNvSpPr txBox="1"/>
          <p:nvPr/>
        </p:nvSpPr>
        <p:spPr>
          <a:xfrm>
            <a:off x="4845050" y="6283325"/>
            <a:ext cx="1350963" cy="36988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eaLnBrk="1" hangingPunct="1">
              <a:lnSpc>
                <a:spcPct val="100000"/>
              </a:lnSpc>
              <a:spcBef>
                <a:spcPct val="0"/>
              </a:spcBef>
              <a:buClrTx/>
              <a:buSzTx/>
              <a:buFontTx/>
              <a:buNone/>
            </a:pPr>
            <a:r>
              <a:rPr lang="en-US" altLang="zh-TW" sz="1800">
                <a:solidFill>
                  <a:srgbClr val="000000"/>
                </a:solidFill>
                <a:latin typeface="Calibri" charset="0"/>
              </a:rPr>
              <a:t>Network layer</a:t>
            </a:r>
            <a:endParaRPr lang="zh-TW" altLang="en-US" sz="1800">
              <a:solidFill>
                <a:srgbClr val="000000"/>
              </a:solidFill>
              <a:latin typeface="Calibri" charset="0"/>
            </a:endParaRPr>
          </a:p>
        </p:txBody>
      </p:sp>
      <p:sp>
        <p:nvSpPr>
          <p:cNvPr id="121896" name="文字方塊 29"/>
          <p:cNvSpPr txBox="1"/>
          <p:nvPr/>
        </p:nvSpPr>
        <p:spPr>
          <a:xfrm>
            <a:off x="6392863" y="6232525"/>
            <a:ext cx="2349500" cy="369888"/>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r>
              <a:rPr lang="en-US" altLang="zh-TW" sz="1800">
                <a:solidFill>
                  <a:srgbClr val="000000"/>
                </a:solidFill>
                <a:latin typeface="Calibri" charset="0"/>
              </a:rPr>
              <a:t>Transport layer</a:t>
            </a:r>
            <a:endParaRPr lang="zh-TW" altLang="en-US" sz="1800">
              <a:solidFill>
                <a:srgbClr val="000000"/>
              </a:solidFill>
              <a:latin typeface="Calibri" charset="0"/>
            </a:endParaRPr>
          </a:p>
        </p:txBody>
      </p:sp>
    </p:spTree>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Rectangle 2"/>
          <p:cNvSpPr/>
          <p:nvPr/>
        </p:nvSpPr>
        <p:spPr>
          <a:xfrm>
            <a:off x="669925" y="1193800"/>
            <a:ext cx="3719513" cy="369888"/>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2400">
                <a:solidFill>
                  <a:srgbClr val="000090"/>
                </a:solidFill>
              </a:rPr>
              <a:t>Destination-based forwarding:</a:t>
            </a:r>
          </a:p>
        </p:txBody>
      </p:sp>
      <p:sp>
        <p:nvSpPr>
          <p:cNvPr id="123906" name="Rectangle 3"/>
          <p:cNvSpPr/>
          <p:nvPr/>
        </p:nvSpPr>
        <p:spPr>
          <a:xfrm>
            <a:off x="685800"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grpSp>
        <p:nvGrpSpPr>
          <p:cNvPr id="123907" name="Group 4"/>
          <p:cNvGrpSpPr/>
          <p:nvPr/>
        </p:nvGrpSpPr>
        <p:grpSpPr>
          <a:xfrm>
            <a:off x="687388" y="1644650"/>
            <a:ext cx="7483475" cy="571500"/>
            <a:chOff x="0" y="0"/>
            <a:chExt cx="6704" cy="512"/>
          </a:xfrm>
        </p:grpSpPr>
        <p:sp>
          <p:nvSpPr>
            <p:cNvPr id="123992" name="Rectangle 5"/>
            <p:cNvSpPr/>
            <p:nvPr/>
          </p:nvSpPr>
          <p:spPr>
            <a:xfrm>
              <a:off x="0" y="15"/>
              <a:ext cx="592"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93" name="Rectangle 6"/>
            <p:cNvSpPr/>
            <p:nvPr/>
          </p:nvSpPr>
          <p:spPr>
            <a:xfrm>
              <a:off x="3"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Switch</a:t>
              </a:r>
            </a:p>
            <a:p>
              <a:pPr marL="0" lvl="0" indent="0" defTabSz="457200">
                <a:lnSpc>
                  <a:spcPct val="100000"/>
                </a:lnSpc>
                <a:spcBef>
                  <a:spcPct val="0"/>
                </a:spcBef>
                <a:buClrTx/>
                <a:buSzTx/>
                <a:buFontTx/>
                <a:buNone/>
              </a:pPr>
              <a:r>
                <a:rPr lang="en-US" altLang="zh-CN" sz="1700">
                  <a:latin typeface="Calibri" charset="0"/>
                </a:rPr>
                <a:t>Port</a:t>
              </a:r>
            </a:p>
          </p:txBody>
        </p:sp>
        <p:sp>
          <p:nvSpPr>
            <p:cNvPr id="123994" name="Rectangle 7"/>
            <p:cNvSpPr/>
            <p:nvPr/>
          </p:nvSpPr>
          <p:spPr>
            <a:xfrm>
              <a:off x="592"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95" name="Rectangle 8"/>
            <p:cNvSpPr/>
            <p:nvPr/>
          </p:nvSpPr>
          <p:spPr>
            <a:xfrm>
              <a:off x="588"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src</a:t>
              </a:r>
            </a:p>
          </p:txBody>
        </p:sp>
        <p:sp>
          <p:nvSpPr>
            <p:cNvPr id="123996" name="Rectangle 9"/>
            <p:cNvSpPr/>
            <p:nvPr/>
          </p:nvSpPr>
          <p:spPr>
            <a:xfrm>
              <a:off x="1185"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97" name="Rectangle 10"/>
            <p:cNvSpPr/>
            <p:nvPr/>
          </p:nvSpPr>
          <p:spPr>
            <a:xfrm>
              <a:off x="1212" y="0"/>
              <a:ext cx="56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dst</a:t>
              </a:r>
            </a:p>
          </p:txBody>
        </p:sp>
        <p:sp>
          <p:nvSpPr>
            <p:cNvPr id="123998" name="Rectangle 11"/>
            <p:cNvSpPr/>
            <p:nvPr/>
          </p:nvSpPr>
          <p:spPr>
            <a:xfrm>
              <a:off x="1785"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99" name="Rectangle 12"/>
            <p:cNvSpPr/>
            <p:nvPr/>
          </p:nvSpPr>
          <p:spPr>
            <a:xfrm>
              <a:off x="1783" y="0"/>
              <a:ext cx="590"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Eth</a:t>
              </a:r>
            </a:p>
            <a:p>
              <a:pPr marL="0" lvl="0" indent="0" defTabSz="457200">
                <a:lnSpc>
                  <a:spcPct val="100000"/>
                </a:lnSpc>
                <a:spcBef>
                  <a:spcPct val="0"/>
                </a:spcBef>
                <a:buClrTx/>
                <a:buSzTx/>
                <a:buFontTx/>
                <a:buNone/>
              </a:pPr>
              <a:r>
                <a:rPr lang="en-US" altLang="zh-CN" sz="1700">
                  <a:latin typeface="Calibri" charset="0"/>
                </a:rPr>
                <a:t>type</a:t>
              </a:r>
            </a:p>
          </p:txBody>
        </p:sp>
        <p:sp>
          <p:nvSpPr>
            <p:cNvPr id="124000" name="Rectangle 13"/>
            <p:cNvSpPr/>
            <p:nvPr/>
          </p:nvSpPr>
          <p:spPr>
            <a:xfrm>
              <a:off x="2378"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001" name="Rectangle 14"/>
            <p:cNvSpPr/>
            <p:nvPr/>
          </p:nvSpPr>
          <p:spPr>
            <a:xfrm>
              <a:off x="2380" y="0"/>
              <a:ext cx="590"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VLAN</a:t>
              </a:r>
            </a:p>
            <a:p>
              <a:pPr marL="0" lvl="0" indent="0" defTabSz="457200">
                <a:lnSpc>
                  <a:spcPct val="100000"/>
                </a:lnSpc>
                <a:spcBef>
                  <a:spcPct val="0"/>
                </a:spcBef>
                <a:buClrTx/>
                <a:buSzTx/>
                <a:buFontTx/>
                <a:buNone/>
              </a:pPr>
              <a:r>
                <a:rPr lang="en-US" altLang="zh-CN" sz="1700">
                  <a:latin typeface="Calibri" charset="0"/>
                </a:rPr>
                <a:t>ID</a:t>
              </a:r>
            </a:p>
          </p:txBody>
        </p:sp>
        <p:sp>
          <p:nvSpPr>
            <p:cNvPr id="124002" name="Rectangle 15"/>
            <p:cNvSpPr/>
            <p:nvPr/>
          </p:nvSpPr>
          <p:spPr>
            <a:xfrm>
              <a:off x="2971"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003" name="Rectangle 16"/>
            <p:cNvSpPr/>
            <p:nvPr/>
          </p:nvSpPr>
          <p:spPr>
            <a:xfrm>
              <a:off x="2977"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Src</a:t>
              </a:r>
            </a:p>
          </p:txBody>
        </p:sp>
        <p:sp>
          <p:nvSpPr>
            <p:cNvPr id="124004" name="Rectangle 17"/>
            <p:cNvSpPr/>
            <p:nvPr/>
          </p:nvSpPr>
          <p:spPr>
            <a:xfrm>
              <a:off x="3571"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005" name="Rectangle 18"/>
            <p:cNvSpPr/>
            <p:nvPr/>
          </p:nvSpPr>
          <p:spPr>
            <a:xfrm>
              <a:off x="3567" y="0"/>
              <a:ext cx="59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Dst</a:t>
              </a:r>
            </a:p>
          </p:txBody>
        </p:sp>
        <p:sp>
          <p:nvSpPr>
            <p:cNvPr id="124006" name="Rectangle 19"/>
            <p:cNvSpPr/>
            <p:nvPr/>
          </p:nvSpPr>
          <p:spPr>
            <a:xfrm>
              <a:off x="4164" y="15"/>
              <a:ext cx="592"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007" name="Rectangle 20"/>
            <p:cNvSpPr/>
            <p:nvPr/>
          </p:nvSpPr>
          <p:spPr>
            <a:xfrm>
              <a:off x="4165" y="0"/>
              <a:ext cx="583"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Prot</a:t>
              </a:r>
            </a:p>
          </p:txBody>
        </p:sp>
        <p:sp>
          <p:nvSpPr>
            <p:cNvPr id="124008" name="Rectangle 21"/>
            <p:cNvSpPr/>
            <p:nvPr/>
          </p:nvSpPr>
          <p:spPr>
            <a:xfrm>
              <a:off x="4756"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009" name="Rectangle 22"/>
            <p:cNvSpPr/>
            <p:nvPr/>
          </p:nvSpPr>
          <p:spPr>
            <a:xfrm>
              <a:off x="4760" y="0"/>
              <a:ext cx="596"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sport</a:t>
              </a:r>
            </a:p>
          </p:txBody>
        </p:sp>
        <p:sp>
          <p:nvSpPr>
            <p:cNvPr id="124010" name="Rectangle 23"/>
            <p:cNvSpPr/>
            <p:nvPr/>
          </p:nvSpPr>
          <p:spPr>
            <a:xfrm>
              <a:off x="5356"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011" name="Rectangle 24"/>
            <p:cNvSpPr/>
            <p:nvPr/>
          </p:nvSpPr>
          <p:spPr>
            <a:xfrm>
              <a:off x="5351" y="0"/>
              <a:ext cx="59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dport</a:t>
              </a:r>
            </a:p>
          </p:txBody>
        </p:sp>
        <p:sp>
          <p:nvSpPr>
            <p:cNvPr id="124012" name="Rectangle 25"/>
            <p:cNvSpPr/>
            <p:nvPr/>
          </p:nvSpPr>
          <p:spPr>
            <a:xfrm>
              <a:off x="5956" y="12"/>
              <a:ext cx="748" cy="488"/>
            </a:xfrm>
            <a:prstGeom prst="rect">
              <a:avLst/>
            </a:prstGeom>
            <a:solidFill>
              <a:srgbClr val="CBE97B"/>
            </a:solidFill>
            <a:ln w="12700" cap="flat" cmpd="sng">
              <a:solidFill>
                <a:srgbClr val="697D3A"/>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013" name="Rectangle 26"/>
            <p:cNvSpPr/>
            <p:nvPr/>
          </p:nvSpPr>
          <p:spPr>
            <a:xfrm>
              <a:off x="5948" y="111"/>
              <a:ext cx="755" cy="288"/>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Action</a:t>
              </a:r>
            </a:p>
          </p:txBody>
        </p:sp>
      </p:grpSp>
      <p:sp>
        <p:nvSpPr>
          <p:cNvPr id="123908" name="Rectangle 27"/>
          <p:cNvSpPr/>
          <p:nvPr/>
        </p:nvSpPr>
        <p:spPr>
          <a:xfrm>
            <a:off x="1346200"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09" name="Rectangle 28"/>
          <p:cNvSpPr/>
          <p:nvPr/>
        </p:nvSpPr>
        <p:spPr>
          <a:xfrm>
            <a:off x="1774825" y="2312988"/>
            <a:ext cx="1133475"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10" name="Rectangle 29"/>
          <p:cNvSpPr/>
          <p:nvPr/>
        </p:nvSpPr>
        <p:spPr>
          <a:xfrm>
            <a:off x="2667000" y="2312988"/>
            <a:ext cx="661988"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11" name="Rectangle 30"/>
          <p:cNvSpPr/>
          <p:nvPr/>
        </p:nvSpPr>
        <p:spPr>
          <a:xfrm>
            <a:off x="3328988"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12" name="Rectangle 31"/>
          <p:cNvSpPr/>
          <p:nvPr/>
        </p:nvSpPr>
        <p:spPr>
          <a:xfrm>
            <a:off x="3989388"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13" name="Rectangle 32"/>
          <p:cNvSpPr/>
          <p:nvPr/>
        </p:nvSpPr>
        <p:spPr>
          <a:xfrm>
            <a:off x="4649788" y="2276475"/>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400">
                <a:latin typeface="Calibri" charset="0"/>
              </a:rPr>
              <a:t>51.6.0.8</a:t>
            </a:r>
          </a:p>
        </p:txBody>
      </p:sp>
      <p:sp>
        <p:nvSpPr>
          <p:cNvPr id="123914" name="Rectangle 33"/>
          <p:cNvSpPr/>
          <p:nvPr/>
        </p:nvSpPr>
        <p:spPr>
          <a:xfrm>
            <a:off x="5319713"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15" name="Rectangle 34"/>
          <p:cNvSpPr/>
          <p:nvPr/>
        </p:nvSpPr>
        <p:spPr>
          <a:xfrm>
            <a:off x="5980113" y="2312988"/>
            <a:ext cx="661987"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16" name="Rectangle 35"/>
          <p:cNvSpPr/>
          <p:nvPr/>
        </p:nvSpPr>
        <p:spPr>
          <a:xfrm>
            <a:off x="6642100"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17" name="Rectangle 36"/>
          <p:cNvSpPr/>
          <p:nvPr/>
        </p:nvSpPr>
        <p:spPr>
          <a:xfrm>
            <a:off x="7400925"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port6</a:t>
            </a:r>
          </a:p>
        </p:txBody>
      </p:sp>
      <p:pic>
        <p:nvPicPr>
          <p:cNvPr id="123918" name="Picture 12" descr="underline_base"/>
          <p:cNvPicPr/>
          <p:nvPr/>
        </p:nvPicPr>
        <p:blipFill>
          <a:blip r:embed="rId2"/>
          <a:stretch>
            <a:fillRect/>
          </a:stretch>
        </p:blipFill>
        <p:spPr>
          <a:xfrm>
            <a:off x="593725" y="814388"/>
            <a:ext cx="2354263" cy="242887"/>
          </a:xfrm>
          <a:prstGeom prst="rect">
            <a:avLst/>
          </a:prstGeom>
          <a:noFill/>
          <a:ln w="9525">
            <a:noFill/>
          </a:ln>
        </p:spPr>
      </p:pic>
      <p:sp>
        <p:nvSpPr>
          <p:cNvPr id="123919" name="Rectangle 1"/>
          <p:cNvSpPr txBox="1"/>
          <p:nvPr/>
        </p:nvSpPr>
        <p:spPr>
          <a:xfrm>
            <a:off x="533400" y="-12700"/>
            <a:ext cx="2811463"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Examples</a:t>
            </a:r>
            <a:endParaRPr lang="en-US" altLang="zh-CN" sz="3900">
              <a:solidFill>
                <a:srgbClr val="000099"/>
              </a:solidFill>
            </a:endParaRPr>
          </a:p>
        </p:txBody>
      </p:sp>
      <p:sp>
        <p:nvSpPr>
          <p:cNvPr id="123920" name="Rectangle 2"/>
          <p:cNvSpPr/>
          <p:nvPr/>
        </p:nvSpPr>
        <p:spPr>
          <a:xfrm>
            <a:off x="3048000" y="2671763"/>
            <a:ext cx="5122863" cy="615950"/>
          </a:xfrm>
          <a:prstGeom prst="rect">
            <a:avLst/>
          </a:prstGeom>
          <a:noFill/>
          <a:ln w="12700">
            <a:noFill/>
          </a:ln>
        </p:spPr>
        <p:txBody>
          <a:bodyPr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defTabSz="457200">
              <a:lnSpc>
                <a:spcPct val="100000"/>
              </a:lnSpc>
              <a:spcBef>
                <a:spcPct val="0"/>
              </a:spcBef>
              <a:buClrTx/>
              <a:buSzTx/>
              <a:buFontTx/>
              <a:buNone/>
            </a:pPr>
            <a:r>
              <a:rPr lang="en-US" altLang="zh-CN" sz="2000" i="1"/>
              <a:t>IP datagrams destined to IP address  51.6.0.8 should be forwarded to router output port </a:t>
            </a:r>
            <a:r>
              <a:rPr lang="en-US" altLang="zh-CN" sz="2000"/>
              <a:t>6 </a:t>
            </a:r>
          </a:p>
        </p:txBody>
      </p:sp>
      <p:sp>
        <p:nvSpPr>
          <p:cNvPr id="123921" name="Rectangle 73"/>
          <p:cNvSpPr/>
          <p:nvPr/>
        </p:nvSpPr>
        <p:spPr>
          <a:xfrm>
            <a:off x="685800" y="4351338"/>
            <a:ext cx="660400"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grpSp>
        <p:nvGrpSpPr>
          <p:cNvPr id="123922" name="Group 74"/>
          <p:cNvGrpSpPr/>
          <p:nvPr/>
        </p:nvGrpSpPr>
        <p:grpSpPr>
          <a:xfrm>
            <a:off x="687388" y="3684588"/>
            <a:ext cx="7483475" cy="571500"/>
            <a:chOff x="0" y="0"/>
            <a:chExt cx="6704" cy="512"/>
          </a:xfrm>
        </p:grpSpPr>
        <p:sp>
          <p:nvSpPr>
            <p:cNvPr id="123970" name="Rectangle 75"/>
            <p:cNvSpPr/>
            <p:nvPr/>
          </p:nvSpPr>
          <p:spPr>
            <a:xfrm>
              <a:off x="0" y="15"/>
              <a:ext cx="592"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71" name="Rectangle 76"/>
            <p:cNvSpPr/>
            <p:nvPr/>
          </p:nvSpPr>
          <p:spPr>
            <a:xfrm>
              <a:off x="3"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Switch</a:t>
              </a:r>
            </a:p>
            <a:p>
              <a:pPr marL="0" lvl="0" indent="0" defTabSz="457200">
                <a:lnSpc>
                  <a:spcPct val="100000"/>
                </a:lnSpc>
                <a:spcBef>
                  <a:spcPct val="0"/>
                </a:spcBef>
                <a:buClrTx/>
                <a:buSzTx/>
                <a:buFontTx/>
                <a:buNone/>
              </a:pPr>
              <a:r>
                <a:rPr lang="en-US" altLang="zh-CN" sz="1700">
                  <a:latin typeface="Calibri" charset="0"/>
                </a:rPr>
                <a:t>Port</a:t>
              </a:r>
            </a:p>
          </p:txBody>
        </p:sp>
        <p:sp>
          <p:nvSpPr>
            <p:cNvPr id="123972" name="Rectangle 77"/>
            <p:cNvSpPr/>
            <p:nvPr/>
          </p:nvSpPr>
          <p:spPr>
            <a:xfrm>
              <a:off x="592"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73" name="Rectangle 78"/>
            <p:cNvSpPr/>
            <p:nvPr/>
          </p:nvSpPr>
          <p:spPr>
            <a:xfrm>
              <a:off x="588"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src</a:t>
              </a:r>
            </a:p>
          </p:txBody>
        </p:sp>
        <p:sp>
          <p:nvSpPr>
            <p:cNvPr id="123974" name="Rectangle 79"/>
            <p:cNvSpPr/>
            <p:nvPr/>
          </p:nvSpPr>
          <p:spPr>
            <a:xfrm>
              <a:off x="1185"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75" name="Rectangle 80"/>
            <p:cNvSpPr/>
            <p:nvPr/>
          </p:nvSpPr>
          <p:spPr>
            <a:xfrm>
              <a:off x="1212" y="0"/>
              <a:ext cx="56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dst</a:t>
              </a:r>
            </a:p>
          </p:txBody>
        </p:sp>
        <p:sp>
          <p:nvSpPr>
            <p:cNvPr id="123976" name="Rectangle 81"/>
            <p:cNvSpPr/>
            <p:nvPr/>
          </p:nvSpPr>
          <p:spPr>
            <a:xfrm>
              <a:off x="1785"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77" name="Rectangle 82"/>
            <p:cNvSpPr/>
            <p:nvPr/>
          </p:nvSpPr>
          <p:spPr>
            <a:xfrm>
              <a:off x="1783" y="0"/>
              <a:ext cx="590"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Eth</a:t>
              </a:r>
            </a:p>
            <a:p>
              <a:pPr marL="0" lvl="0" indent="0" defTabSz="457200">
                <a:lnSpc>
                  <a:spcPct val="100000"/>
                </a:lnSpc>
                <a:spcBef>
                  <a:spcPct val="0"/>
                </a:spcBef>
                <a:buClrTx/>
                <a:buSzTx/>
                <a:buFontTx/>
                <a:buNone/>
              </a:pPr>
              <a:r>
                <a:rPr lang="en-US" altLang="zh-CN" sz="1700">
                  <a:latin typeface="Calibri" charset="0"/>
                </a:rPr>
                <a:t>type</a:t>
              </a:r>
            </a:p>
          </p:txBody>
        </p:sp>
        <p:sp>
          <p:nvSpPr>
            <p:cNvPr id="123978" name="Rectangle 83"/>
            <p:cNvSpPr/>
            <p:nvPr/>
          </p:nvSpPr>
          <p:spPr>
            <a:xfrm>
              <a:off x="2378"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79" name="Rectangle 84"/>
            <p:cNvSpPr/>
            <p:nvPr/>
          </p:nvSpPr>
          <p:spPr>
            <a:xfrm>
              <a:off x="2380" y="0"/>
              <a:ext cx="590"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VLAN</a:t>
              </a:r>
            </a:p>
            <a:p>
              <a:pPr marL="0" lvl="0" indent="0" defTabSz="457200">
                <a:lnSpc>
                  <a:spcPct val="100000"/>
                </a:lnSpc>
                <a:spcBef>
                  <a:spcPct val="0"/>
                </a:spcBef>
                <a:buClrTx/>
                <a:buSzTx/>
                <a:buFontTx/>
                <a:buNone/>
              </a:pPr>
              <a:r>
                <a:rPr lang="en-US" altLang="zh-CN" sz="1700">
                  <a:latin typeface="Calibri" charset="0"/>
                </a:rPr>
                <a:t>ID</a:t>
              </a:r>
            </a:p>
          </p:txBody>
        </p:sp>
        <p:sp>
          <p:nvSpPr>
            <p:cNvPr id="123980" name="Rectangle 85"/>
            <p:cNvSpPr/>
            <p:nvPr/>
          </p:nvSpPr>
          <p:spPr>
            <a:xfrm>
              <a:off x="2971"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81" name="Rectangle 86"/>
            <p:cNvSpPr/>
            <p:nvPr/>
          </p:nvSpPr>
          <p:spPr>
            <a:xfrm>
              <a:off x="2977"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Src</a:t>
              </a:r>
            </a:p>
          </p:txBody>
        </p:sp>
        <p:sp>
          <p:nvSpPr>
            <p:cNvPr id="123982" name="Rectangle 87"/>
            <p:cNvSpPr/>
            <p:nvPr/>
          </p:nvSpPr>
          <p:spPr>
            <a:xfrm>
              <a:off x="3571"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83" name="Rectangle 88"/>
            <p:cNvSpPr/>
            <p:nvPr/>
          </p:nvSpPr>
          <p:spPr>
            <a:xfrm>
              <a:off x="3567" y="0"/>
              <a:ext cx="59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Dst</a:t>
              </a:r>
            </a:p>
          </p:txBody>
        </p:sp>
        <p:sp>
          <p:nvSpPr>
            <p:cNvPr id="123984" name="Rectangle 89"/>
            <p:cNvSpPr/>
            <p:nvPr/>
          </p:nvSpPr>
          <p:spPr>
            <a:xfrm>
              <a:off x="4164" y="15"/>
              <a:ext cx="592"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85" name="Rectangle 90"/>
            <p:cNvSpPr/>
            <p:nvPr/>
          </p:nvSpPr>
          <p:spPr>
            <a:xfrm>
              <a:off x="4165" y="0"/>
              <a:ext cx="583"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Prot</a:t>
              </a:r>
            </a:p>
          </p:txBody>
        </p:sp>
        <p:sp>
          <p:nvSpPr>
            <p:cNvPr id="123986" name="Rectangle 91"/>
            <p:cNvSpPr/>
            <p:nvPr/>
          </p:nvSpPr>
          <p:spPr>
            <a:xfrm>
              <a:off x="4756"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87" name="Rectangle 92"/>
            <p:cNvSpPr/>
            <p:nvPr/>
          </p:nvSpPr>
          <p:spPr>
            <a:xfrm>
              <a:off x="4760" y="0"/>
              <a:ext cx="596"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sport</a:t>
              </a:r>
            </a:p>
          </p:txBody>
        </p:sp>
        <p:sp>
          <p:nvSpPr>
            <p:cNvPr id="123988" name="Rectangle 93"/>
            <p:cNvSpPr/>
            <p:nvPr/>
          </p:nvSpPr>
          <p:spPr>
            <a:xfrm>
              <a:off x="5356"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89" name="Rectangle 94"/>
            <p:cNvSpPr/>
            <p:nvPr/>
          </p:nvSpPr>
          <p:spPr>
            <a:xfrm>
              <a:off x="5351" y="0"/>
              <a:ext cx="59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dport</a:t>
              </a:r>
            </a:p>
          </p:txBody>
        </p:sp>
        <p:sp>
          <p:nvSpPr>
            <p:cNvPr id="123990" name="Rectangle 95"/>
            <p:cNvSpPr/>
            <p:nvPr/>
          </p:nvSpPr>
          <p:spPr>
            <a:xfrm>
              <a:off x="5956" y="12"/>
              <a:ext cx="748" cy="488"/>
            </a:xfrm>
            <a:prstGeom prst="rect">
              <a:avLst/>
            </a:prstGeom>
            <a:solidFill>
              <a:srgbClr val="CBE97B"/>
            </a:solidFill>
            <a:ln w="12700" cap="flat" cmpd="sng">
              <a:solidFill>
                <a:srgbClr val="697D3A"/>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91" name="Rectangle 96"/>
            <p:cNvSpPr/>
            <p:nvPr/>
          </p:nvSpPr>
          <p:spPr>
            <a:xfrm>
              <a:off x="5948" y="111"/>
              <a:ext cx="755" cy="288"/>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Forward</a:t>
              </a:r>
            </a:p>
          </p:txBody>
        </p:sp>
      </p:grpSp>
      <p:sp>
        <p:nvSpPr>
          <p:cNvPr id="123923" name="Rectangle 97"/>
          <p:cNvSpPr/>
          <p:nvPr/>
        </p:nvSpPr>
        <p:spPr>
          <a:xfrm>
            <a:off x="1346200" y="4351338"/>
            <a:ext cx="660400"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24" name="Rectangle 98"/>
          <p:cNvSpPr/>
          <p:nvPr/>
        </p:nvSpPr>
        <p:spPr>
          <a:xfrm>
            <a:off x="1774825" y="4351338"/>
            <a:ext cx="1133475"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25" name="Rectangle 99"/>
          <p:cNvSpPr/>
          <p:nvPr/>
        </p:nvSpPr>
        <p:spPr>
          <a:xfrm>
            <a:off x="2667000" y="4351338"/>
            <a:ext cx="661988"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26" name="Rectangle 100"/>
          <p:cNvSpPr/>
          <p:nvPr/>
        </p:nvSpPr>
        <p:spPr>
          <a:xfrm>
            <a:off x="3328988" y="4351338"/>
            <a:ext cx="660400"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27" name="Rectangle 101"/>
          <p:cNvSpPr/>
          <p:nvPr/>
        </p:nvSpPr>
        <p:spPr>
          <a:xfrm>
            <a:off x="3989388" y="4351338"/>
            <a:ext cx="660400"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28" name="Rectangle 102"/>
          <p:cNvSpPr/>
          <p:nvPr/>
        </p:nvSpPr>
        <p:spPr>
          <a:xfrm>
            <a:off x="4649788" y="4351338"/>
            <a:ext cx="660400"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29" name="Rectangle 103"/>
          <p:cNvSpPr/>
          <p:nvPr/>
        </p:nvSpPr>
        <p:spPr>
          <a:xfrm>
            <a:off x="5319713" y="4351338"/>
            <a:ext cx="660400"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30" name="Rectangle 104"/>
          <p:cNvSpPr/>
          <p:nvPr/>
        </p:nvSpPr>
        <p:spPr>
          <a:xfrm>
            <a:off x="5980113" y="4351338"/>
            <a:ext cx="661987"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31" name="Rectangle 105"/>
          <p:cNvSpPr/>
          <p:nvPr/>
        </p:nvSpPr>
        <p:spPr>
          <a:xfrm>
            <a:off x="6642100" y="4351338"/>
            <a:ext cx="660400"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22</a:t>
            </a:r>
          </a:p>
        </p:txBody>
      </p:sp>
      <p:sp>
        <p:nvSpPr>
          <p:cNvPr id="123932" name="Rectangle 106"/>
          <p:cNvSpPr/>
          <p:nvPr/>
        </p:nvSpPr>
        <p:spPr>
          <a:xfrm>
            <a:off x="7400925" y="4351338"/>
            <a:ext cx="660400" cy="32226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drop</a:t>
            </a:r>
          </a:p>
        </p:txBody>
      </p:sp>
      <p:sp>
        <p:nvSpPr>
          <p:cNvPr id="123933" name="Rectangle 2"/>
          <p:cNvSpPr/>
          <p:nvPr/>
        </p:nvSpPr>
        <p:spPr>
          <a:xfrm>
            <a:off x="673100" y="3187700"/>
            <a:ext cx="1000125" cy="369888"/>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2400">
                <a:solidFill>
                  <a:srgbClr val="000090"/>
                </a:solidFill>
              </a:rPr>
              <a:t>Firewall:</a:t>
            </a:r>
          </a:p>
        </p:txBody>
      </p:sp>
      <p:sp>
        <p:nvSpPr>
          <p:cNvPr id="123934" name="Rectangle 2"/>
          <p:cNvSpPr/>
          <p:nvPr/>
        </p:nvSpPr>
        <p:spPr>
          <a:xfrm>
            <a:off x="1757363" y="4672013"/>
            <a:ext cx="6438900" cy="307975"/>
          </a:xfrm>
          <a:prstGeom prst="rect">
            <a:avLst/>
          </a:prstGeom>
          <a:noFill/>
          <a:ln w="12700">
            <a:noFill/>
          </a:ln>
        </p:spPr>
        <p:txBody>
          <a:bodyPr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defTabSz="457200">
              <a:lnSpc>
                <a:spcPct val="100000"/>
              </a:lnSpc>
              <a:spcBef>
                <a:spcPct val="0"/>
              </a:spcBef>
              <a:buClrTx/>
              <a:buSzTx/>
              <a:buFontTx/>
              <a:buNone/>
            </a:pPr>
            <a:r>
              <a:rPr lang="en-US" altLang="zh-CN" sz="2000" i="1"/>
              <a:t>do not forward (block) all datagrams destined to TCP  port 22</a:t>
            </a:r>
          </a:p>
        </p:txBody>
      </p:sp>
      <p:sp>
        <p:nvSpPr>
          <p:cNvPr id="123935" name="Rectangle 73"/>
          <p:cNvSpPr/>
          <p:nvPr/>
        </p:nvSpPr>
        <p:spPr>
          <a:xfrm>
            <a:off x="647700" y="6038850"/>
            <a:ext cx="660400"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grpSp>
        <p:nvGrpSpPr>
          <p:cNvPr id="123936" name="Group 74"/>
          <p:cNvGrpSpPr/>
          <p:nvPr/>
        </p:nvGrpSpPr>
        <p:grpSpPr>
          <a:xfrm>
            <a:off x="649288" y="5372100"/>
            <a:ext cx="7483475" cy="571500"/>
            <a:chOff x="0" y="0"/>
            <a:chExt cx="6704" cy="512"/>
          </a:xfrm>
        </p:grpSpPr>
        <p:sp>
          <p:nvSpPr>
            <p:cNvPr id="123948" name="Rectangle 75"/>
            <p:cNvSpPr/>
            <p:nvPr/>
          </p:nvSpPr>
          <p:spPr>
            <a:xfrm>
              <a:off x="0" y="15"/>
              <a:ext cx="592"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49" name="Rectangle 76"/>
            <p:cNvSpPr/>
            <p:nvPr/>
          </p:nvSpPr>
          <p:spPr>
            <a:xfrm>
              <a:off x="3"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Switch</a:t>
              </a:r>
            </a:p>
            <a:p>
              <a:pPr marL="0" lvl="0" indent="0" defTabSz="457200">
                <a:lnSpc>
                  <a:spcPct val="100000"/>
                </a:lnSpc>
                <a:spcBef>
                  <a:spcPct val="0"/>
                </a:spcBef>
                <a:buClrTx/>
                <a:buSzTx/>
                <a:buFontTx/>
                <a:buNone/>
              </a:pPr>
              <a:r>
                <a:rPr lang="en-US" altLang="zh-CN" sz="1700">
                  <a:latin typeface="Calibri" charset="0"/>
                </a:rPr>
                <a:t>Port</a:t>
              </a:r>
            </a:p>
          </p:txBody>
        </p:sp>
        <p:sp>
          <p:nvSpPr>
            <p:cNvPr id="123950" name="Rectangle 77"/>
            <p:cNvSpPr/>
            <p:nvPr/>
          </p:nvSpPr>
          <p:spPr>
            <a:xfrm>
              <a:off x="592"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51" name="Rectangle 78"/>
            <p:cNvSpPr/>
            <p:nvPr/>
          </p:nvSpPr>
          <p:spPr>
            <a:xfrm>
              <a:off x="588"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src</a:t>
              </a:r>
            </a:p>
          </p:txBody>
        </p:sp>
        <p:sp>
          <p:nvSpPr>
            <p:cNvPr id="123952" name="Rectangle 79"/>
            <p:cNvSpPr/>
            <p:nvPr/>
          </p:nvSpPr>
          <p:spPr>
            <a:xfrm>
              <a:off x="1185"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53" name="Rectangle 80"/>
            <p:cNvSpPr/>
            <p:nvPr/>
          </p:nvSpPr>
          <p:spPr>
            <a:xfrm>
              <a:off x="1212" y="0"/>
              <a:ext cx="56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dst</a:t>
              </a:r>
            </a:p>
          </p:txBody>
        </p:sp>
        <p:sp>
          <p:nvSpPr>
            <p:cNvPr id="123954" name="Rectangle 81"/>
            <p:cNvSpPr/>
            <p:nvPr/>
          </p:nvSpPr>
          <p:spPr>
            <a:xfrm>
              <a:off x="1785"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55" name="Rectangle 82"/>
            <p:cNvSpPr/>
            <p:nvPr/>
          </p:nvSpPr>
          <p:spPr>
            <a:xfrm>
              <a:off x="1783" y="0"/>
              <a:ext cx="590"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Eth</a:t>
              </a:r>
            </a:p>
            <a:p>
              <a:pPr marL="0" lvl="0" indent="0" defTabSz="457200">
                <a:lnSpc>
                  <a:spcPct val="100000"/>
                </a:lnSpc>
                <a:spcBef>
                  <a:spcPct val="0"/>
                </a:spcBef>
                <a:buClrTx/>
                <a:buSzTx/>
                <a:buFontTx/>
                <a:buNone/>
              </a:pPr>
              <a:r>
                <a:rPr lang="en-US" altLang="zh-CN" sz="1700">
                  <a:latin typeface="Calibri" charset="0"/>
                </a:rPr>
                <a:t>type</a:t>
              </a:r>
            </a:p>
          </p:txBody>
        </p:sp>
        <p:sp>
          <p:nvSpPr>
            <p:cNvPr id="123956" name="Rectangle 83"/>
            <p:cNvSpPr/>
            <p:nvPr/>
          </p:nvSpPr>
          <p:spPr>
            <a:xfrm>
              <a:off x="2378"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57" name="Rectangle 84"/>
            <p:cNvSpPr/>
            <p:nvPr/>
          </p:nvSpPr>
          <p:spPr>
            <a:xfrm>
              <a:off x="2380" y="0"/>
              <a:ext cx="590"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VLAN</a:t>
              </a:r>
            </a:p>
            <a:p>
              <a:pPr marL="0" lvl="0" indent="0" defTabSz="457200">
                <a:lnSpc>
                  <a:spcPct val="100000"/>
                </a:lnSpc>
                <a:spcBef>
                  <a:spcPct val="0"/>
                </a:spcBef>
                <a:buClrTx/>
                <a:buSzTx/>
                <a:buFontTx/>
                <a:buNone/>
              </a:pPr>
              <a:r>
                <a:rPr lang="en-US" altLang="zh-CN" sz="1700">
                  <a:latin typeface="Calibri" charset="0"/>
                </a:rPr>
                <a:t>ID</a:t>
              </a:r>
            </a:p>
          </p:txBody>
        </p:sp>
        <p:sp>
          <p:nvSpPr>
            <p:cNvPr id="123958" name="Rectangle 85"/>
            <p:cNvSpPr/>
            <p:nvPr/>
          </p:nvSpPr>
          <p:spPr>
            <a:xfrm>
              <a:off x="2971"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59" name="Rectangle 86"/>
            <p:cNvSpPr/>
            <p:nvPr/>
          </p:nvSpPr>
          <p:spPr>
            <a:xfrm>
              <a:off x="2977"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Src</a:t>
              </a:r>
            </a:p>
          </p:txBody>
        </p:sp>
        <p:sp>
          <p:nvSpPr>
            <p:cNvPr id="123960" name="Rectangle 87"/>
            <p:cNvSpPr/>
            <p:nvPr/>
          </p:nvSpPr>
          <p:spPr>
            <a:xfrm>
              <a:off x="3571"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61" name="Rectangle 88"/>
            <p:cNvSpPr/>
            <p:nvPr/>
          </p:nvSpPr>
          <p:spPr>
            <a:xfrm>
              <a:off x="3567" y="0"/>
              <a:ext cx="59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Dst</a:t>
              </a:r>
            </a:p>
          </p:txBody>
        </p:sp>
        <p:sp>
          <p:nvSpPr>
            <p:cNvPr id="123962" name="Rectangle 89"/>
            <p:cNvSpPr/>
            <p:nvPr/>
          </p:nvSpPr>
          <p:spPr>
            <a:xfrm>
              <a:off x="4164" y="15"/>
              <a:ext cx="592"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63" name="Rectangle 90"/>
            <p:cNvSpPr/>
            <p:nvPr/>
          </p:nvSpPr>
          <p:spPr>
            <a:xfrm>
              <a:off x="4165" y="0"/>
              <a:ext cx="583"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Prot</a:t>
              </a:r>
            </a:p>
          </p:txBody>
        </p:sp>
        <p:sp>
          <p:nvSpPr>
            <p:cNvPr id="123964" name="Rectangle 91"/>
            <p:cNvSpPr/>
            <p:nvPr/>
          </p:nvSpPr>
          <p:spPr>
            <a:xfrm>
              <a:off x="4756"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65" name="Rectangle 92"/>
            <p:cNvSpPr/>
            <p:nvPr/>
          </p:nvSpPr>
          <p:spPr>
            <a:xfrm>
              <a:off x="4760" y="0"/>
              <a:ext cx="596"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sport</a:t>
              </a:r>
            </a:p>
          </p:txBody>
        </p:sp>
        <p:sp>
          <p:nvSpPr>
            <p:cNvPr id="123966" name="Rectangle 93"/>
            <p:cNvSpPr/>
            <p:nvPr/>
          </p:nvSpPr>
          <p:spPr>
            <a:xfrm>
              <a:off x="5356"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67" name="Rectangle 94"/>
            <p:cNvSpPr/>
            <p:nvPr/>
          </p:nvSpPr>
          <p:spPr>
            <a:xfrm>
              <a:off x="5351" y="0"/>
              <a:ext cx="59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dport</a:t>
              </a:r>
            </a:p>
          </p:txBody>
        </p:sp>
        <p:sp>
          <p:nvSpPr>
            <p:cNvPr id="123968" name="Rectangle 95"/>
            <p:cNvSpPr/>
            <p:nvPr/>
          </p:nvSpPr>
          <p:spPr>
            <a:xfrm>
              <a:off x="5956" y="12"/>
              <a:ext cx="748" cy="488"/>
            </a:xfrm>
            <a:prstGeom prst="rect">
              <a:avLst/>
            </a:prstGeom>
            <a:solidFill>
              <a:srgbClr val="CBE97B"/>
            </a:solidFill>
            <a:ln w="12700" cap="flat" cmpd="sng">
              <a:solidFill>
                <a:srgbClr val="697D3A"/>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3969" name="Rectangle 96"/>
            <p:cNvSpPr/>
            <p:nvPr/>
          </p:nvSpPr>
          <p:spPr>
            <a:xfrm>
              <a:off x="5948" y="111"/>
              <a:ext cx="755" cy="288"/>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Forward</a:t>
              </a:r>
            </a:p>
          </p:txBody>
        </p:sp>
      </p:grpSp>
      <p:sp>
        <p:nvSpPr>
          <p:cNvPr id="123937" name="Rectangle 97"/>
          <p:cNvSpPr/>
          <p:nvPr/>
        </p:nvSpPr>
        <p:spPr>
          <a:xfrm>
            <a:off x="1308100" y="6038850"/>
            <a:ext cx="660400"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38" name="Rectangle 98"/>
          <p:cNvSpPr/>
          <p:nvPr/>
        </p:nvSpPr>
        <p:spPr>
          <a:xfrm>
            <a:off x="1736725" y="6038850"/>
            <a:ext cx="1133475"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39" name="Rectangle 99"/>
          <p:cNvSpPr/>
          <p:nvPr/>
        </p:nvSpPr>
        <p:spPr>
          <a:xfrm>
            <a:off x="2628900" y="6038850"/>
            <a:ext cx="661988"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40" name="Rectangle 100"/>
          <p:cNvSpPr/>
          <p:nvPr/>
        </p:nvSpPr>
        <p:spPr>
          <a:xfrm>
            <a:off x="3290888" y="6038850"/>
            <a:ext cx="660400"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41" name="Rectangle 101"/>
          <p:cNvSpPr/>
          <p:nvPr/>
        </p:nvSpPr>
        <p:spPr>
          <a:xfrm>
            <a:off x="3948113" y="6021388"/>
            <a:ext cx="598487" cy="266700"/>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900">
                <a:latin typeface="Calibri" charset="0"/>
              </a:rPr>
              <a:t>128.119.1.1</a:t>
            </a:r>
          </a:p>
        </p:txBody>
      </p:sp>
      <p:sp>
        <p:nvSpPr>
          <p:cNvPr id="123942" name="Rectangle 102"/>
          <p:cNvSpPr/>
          <p:nvPr/>
        </p:nvSpPr>
        <p:spPr>
          <a:xfrm>
            <a:off x="4611688" y="6038850"/>
            <a:ext cx="660400"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43" name="Rectangle 103"/>
          <p:cNvSpPr/>
          <p:nvPr/>
        </p:nvSpPr>
        <p:spPr>
          <a:xfrm>
            <a:off x="5281613" y="6038850"/>
            <a:ext cx="660400"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44" name="Rectangle 104"/>
          <p:cNvSpPr/>
          <p:nvPr/>
        </p:nvSpPr>
        <p:spPr>
          <a:xfrm>
            <a:off x="5942013" y="6038850"/>
            <a:ext cx="661987"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45" name="Rectangle 105"/>
          <p:cNvSpPr/>
          <p:nvPr/>
        </p:nvSpPr>
        <p:spPr>
          <a:xfrm>
            <a:off x="6604000" y="6038850"/>
            <a:ext cx="660400"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3946" name="Rectangle 106"/>
          <p:cNvSpPr/>
          <p:nvPr/>
        </p:nvSpPr>
        <p:spPr>
          <a:xfrm>
            <a:off x="7362825" y="5975350"/>
            <a:ext cx="660400" cy="322263"/>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drop</a:t>
            </a:r>
          </a:p>
        </p:txBody>
      </p:sp>
      <p:sp>
        <p:nvSpPr>
          <p:cNvPr id="123947" name="Rectangle 2"/>
          <p:cNvSpPr/>
          <p:nvPr/>
        </p:nvSpPr>
        <p:spPr>
          <a:xfrm>
            <a:off x="2036763" y="6296025"/>
            <a:ext cx="6184900" cy="307975"/>
          </a:xfrm>
          <a:prstGeom prst="rect">
            <a:avLst/>
          </a:prstGeom>
          <a:noFill/>
          <a:ln w="12700">
            <a:noFill/>
          </a:ln>
        </p:spPr>
        <p:txBody>
          <a:bodyPr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defTabSz="457200">
              <a:lnSpc>
                <a:spcPct val="100000"/>
              </a:lnSpc>
              <a:spcBef>
                <a:spcPct val="0"/>
              </a:spcBef>
              <a:buClrTx/>
              <a:buSzTx/>
              <a:buFontTx/>
              <a:buNone/>
            </a:pPr>
            <a:r>
              <a:rPr lang="en-US" altLang="zh-CN" sz="2000" i="1"/>
              <a:t>do not forward (block) all datagrams sent by host 128.119.1.1</a:t>
            </a:r>
          </a:p>
        </p:txBody>
      </p:sp>
    </p:spTree>
  </p:cSld>
  <p:clrMapOvr>
    <a:masterClrMapping/>
  </p:clrMapOvr>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Rectangle 2"/>
          <p:cNvSpPr/>
          <p:nvPr/>
        </p:nvSpPr>
        <p:spPr>
          <a:xfrm>
            <a:off x="669925" y="1193800"/>
            <a:ext cx="5708650" cy="369888"/>
          </a:xfrm>
          <a:prstGeom prst="rect">
            <a:avLst/>
          </a:prstGeom>
          <a:noFill/>
          <a:ln w="12700">
            <a:noFill/>
          </a:ln>
        </p:spPr>
        <p:txBody>
          <a:bodyPr wrap="none"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2400">
                <a:solidFill>
                  <a:srgbClr val="000090"/>
                </a:solidFill>
              </a:rPr>
              <a:t>Destination-based layer 2 (switch) forwarding:</a:t>
            </a:r>
          </a:p>
        </p:txBody>
      </p:sp>
      <p:sp>
        <p:nvSpPr>
          <p:cNvPr id="124930" name="Rectangle 3"/>
          <p:cNvSpPr/>
          <p:nvPr/>
        </p:nvSpPr>
        <p:spPr>
          <a:xfrm>
            <a:off x="685800"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grpSp>
        <p:nvGrpSpPr>
          <p:cNvPr id="124931" name="Group 4"/>
          <p:cNvGrpSpPr/>
          <p:nvPr/>
        </p:nvGrpSpPr>
        <p:grpSpPr>
          <a:xfrm>
            <a:off x="687388" y="1644650"/>
            <a:ext cx="7483475" cy="571500"/>
            <a:chOff x="0" y="0"/>
            <a:chExt cx="6704" cy="512"/>
          </a:xfrm>
        </p:grpSpPr>
        <p:sp>
          <p:nvSpPr>
            <p:cNvPr id="124947" name="Rectangle 5"/>
            <p:cNvSpPr/>
            <p:nvPr/>
          </p:nvSpPr>
          <p:spPr>
            <a:xfrm>
              <a:off x="0" y="15"/>
              <a:ext cx="592"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48" name="Rectangle 6"/>
            <p:cNvSpPr/>
            <p:nvPr/>
          </p:nvSpPr>
          <p:spPr>
            <a:xfrm>
              <a:off x="3"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Switch</a:t>
              </a:r>
            </a:p>
            <a:p>
              <a:pPr marL="0" lvl="0" indent="0" defTabSz="457200">
                <a:lnSpc>
                  <a:spcPct val="100000"/>
                </a:lnSpc>
                <a:spcBef>
                  <a:spcPct val="0"/>
                </a:spcBef>
                <a:buClrTx/>
                <a:buSzTx/>
                <a:buFontTx/>
                <a:buNone/>
              </a:pPr>
              <a:r>
                <a:rPr lang="en-US" altLang="zh-CN" sz="1700">
                  <a:latin typeface="Calibri" charset="0"/>
                </a:rPr>
                <a:t>Port</a:t>
              </a:r>
            </a:p>
          </p:txBody>
        </p:sp>
        <p:sp>
          <p:nvSpPr>
            <p:cNvPr id="124949" name="Rectangle 7"/>
            <p:cNvSpPr/>
            <p:nvPr/>
          </p:nvSpPr>
          <p:spPr>
            <a:xfrm>
              <a:off x="592"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50" name="Rectangle 8"/>
            <p:cNvSpPr/>
            <p:nvPr/>
          </p:nvSpPr>
          <p:spPr>
            <a:xfrm>
              <a:off x="588"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src</a:t>
              </a:r>
            </a:p>
          </p:txBody>
        </p:sp>
        <p:sp>
          <p:nvSpPr>
            <p:cNvPr id="124951" name="Rectangle 9"/>
            <p:cNvSpPr/>
            <p:nvPr/>
          </p:nvSpPr>
          <p:spPr>
            <a:xfrm>
              <a:off x="1185"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52" name="Rectangle 10"/>
            <p:cNvSpPr/>
            <p:nvPr/>
          </p:nvSpPr>
          <p:spPr>
            <a:xfrm>
              <a:off x="1212" y="0"/>
              <a:ext cx="56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MAC</a:t>
              </a:r>
            </a:p>
            <a:p>
              <a:pPr marL="0" lvl="0" indent="0" defTabSz="457200">
                <a:lnSpc>
                  <a:spcPct val="100000"/>
                </a:lnSpc>
                <a:spcBef>
                  <a:spcPct val="0"/>
                </a:spcBef>
                <a:buClrTx/>
                <a:buSzTx/>
                <a:buFontTx/>
                <a:buNone/>
              </a:pPr>
              <a:r>
                <a:rPr lang="en-US" altLang="zh-CN" sz="1700">
                  <a:latin typeface="Calibri" charset="0"/>
                </a:rPr>
                <a:t>dst</a:t>
              </a:r>
            </a:p>
          </p:txBody>
        </p:sp>
        <p:sp>
          <p:nvSpPr>
            <p:cNvPr id="124953" name="Rectangle 11"/>
            <p:cNvSpPr/>
            <p:nvPr/>
          </p:nvSpPr>
          <p:spPr>
            <a:xfrm>
              <a:off x="1785"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54" name="Rectangle 12"/>
            <p:cNvSpPr/>
            <p:nvPr/>
          </p:nvSpPr>
          <p:spPr>
            <a:xfrm>
              <a:off x="1783" y="0"/>
              <a:ext cx="590"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Eth</a:t>
              </a:r>
            </a:p>
            <a:p>
              <a:pPr marL="0" lvl="0" indent="0" defTabSz="457200">
                <a:lnSpc>
                  <a:spcPct val="100000"/>
                </a:lnSpc>
                <a:spcBef>
                  <a:spcPct val="0"/>
                </a:spcBef>
                <a:buClrTx/>
                <a:buSzTx/>
                <a:buFontTx/>
                <a:buNone/>
              </a:pPr>
              <a:r>
                <a:rPr lang="en-US" altLang="zh-CN" sz="1700">
                  <a:latin typeface="Calibri" charset="0"/>
                </a:rPr>
                <a:t>type</a:t>
              </a:r>
            </a:p>
          </p:txBody>
        </p:sp>
        <p:sp>
          <p:nvSpPr>
            <p:cNvPr id="124955" name="Rectangle 13"/>
            <p:cNvSpPr/>
            <p:nvPr/>
          </p:nvSpPr>
          <p:spPr>
            <a:xfrm>
              <a:off x="2378"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56" name="Rectangle 14"/>
            <p:cNvSpPr/>
            <p:nvPr/>
          </p:nvSpPr>
          <p:spPr>
            <a:xfrm>
              <a:off x="2380" y="0"/>
              <a:ext cx="590"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VLAN</a:t>
              </a:r>
            </a:p>
            <a:p>
              <a:pPr marL="0" lvl="0" indent="0" defTabSz="457200">
                <a:lnSpc>
                  <a:spcPct val="100000"/>
                </a:lnSpc>
                <a:spcBef>
                  <a:spcPct val="0"/>
                </a:spcBef>
                <a:buClrTx/>
                <a:buSzTx/>
                <a:buFontTx/>
                <a:buNone/>
              </a:pPr>
              <a:r>
                <a:rPr lang="en-US" altLang="zh-CN" sz="1700">
                  <a:latin typeface="Calibri" charset="0"/>
                </a:rPr>
                <a:t>ID</a:t>
              </a:r>
            </a:p>
          </p:txBody>
        </p:sp>
        <p:sp>
          <p:nvSpPr>
            <p:cNvPr id="124957" name="Rectangle 15"/>
            <p:cNvSpPr/>
            <p:nvPr/>
          </p:nvSpPr>
          <p:spPr>
            <a:xfrm>
              <a:off x="2971"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58" name="Rectangle 16"/>
            <p:cNvSpPr/>
            <p:nvPr/>
          </p:nvSpPr>
          <p:spPr>
            <a:xfrm>
              <a:off x="2977" y="0"/>
              <a:ext cx="589"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Src</a:t>
              </a:r>
            </a:p>
          </p:txBody>
        </p:sp>
        <p:sp>
          <p:nvSpPr>
            <p:cNvPr id="124959" name="Rectangle 17"/>
            <p:cNvSpPr/>
            <p:nvPr/>
          </p:nvSpPr>
          <p:spPr>
            <a:xfrm>
              <a:off x="3571"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60" name="Rectangle 18"/>
            <p:cNvSpPr/>
            <p:nvPr/>
          </p:nvSpPr>
          <p:spPr>
            <a:xfrm>
              <a:off x="3567" y="0"/>
              <a:ext cx="59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Dst</a:t>
              </a:r>
            </a:p>
          </p:txBody>
        </p:sp>
        <p:sp>
          <p:nvSpPr>
            <p:cNvPr id="124961" name="Rectangle 19"/>
            <p:cNvSpPr/>
            <p:nvPr/>
          </p:nvSpPr>
          <p:spPr>
            <a:xfrm>
              <a:off x="4164" y="15"/>
              <a:ext cx="592"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62" name="Rectangle 20"/>
            <p:cNvSpPr/>
            <p:nvPr/>
          </p:nvSpPr>
          <p:spPr>
            <a:xfrm>
              <a:off x="4165" y="0"/>
              <a:ext cx="583"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IP</a:t>
              </a:r>
            </a:p>
            <a:p>
              <a:pPr marL="0" lvl="0" indent="0" defTabSz="457200">
                <a:lnSpc>
                  <a:spcPct val="100000"/>
                </a:lnSpc>
                <a:spcBef>
                  <a:spcPct val="0"/>
                </a:spcBef>
                <a:buClrTx/>
                <a:buSzTx/>
                <a:buFontTx/>
                <a:buNone/>
              </a:pPr>
              <a:r>
                <a:rPr lang="en-US" altLang="zh-CN" sz="1700">
                  <a:latin typeface="Calibri" charset="0"/>
                </a:rPr>
                <a:t>Prot</a:t>
              </a:r>
            </a:p>
          </p:txBody>
        </p:sp>
        <p:sp>
          <p:nvSpPr>
            <p:cNvPr id="124963" name="Rectangle 21"/>
            <p:cNvSpPr/>
            <p:nvPr/>
          </p:nvSpPr>
          <p:spPr>
            <a:xfrm>
              <a:off x="4756"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64" name="Rectangle 22"/>
            <p:cNvSpPr/>
            <p:nvPr/>
          </p:nvSpPr>
          <p:spPr>
            <a:xfrm>
              <a:off x="4760" y="0"/>
              <a:ext cx="596"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sport</a:t>
              </a:r>
            </a:p>
          </p:txBody>
        </p:sp>
        <p:sp>
          <p:nvSpPr>
            <p:cNvPr id="124965" name="Rectangle 23"/>
            <p:cNvSpPr/>
            <p:nvPr/>
          </p:nvSpPr>
          <p:spPr>
            <a:xfrm>
              <a:off x="5356" y="15"/>
              <a:ext cx="593" cy="480"/>
            </a:xfrm>
            <a:prstGeom prst="rect">
              <a:avLst/>
            </a:prstGeom>
            <a:solidFill>
              <a:srgbClr val="BBE0E3"/>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66" name="Rectangle 24"/>
            <p:cNvSpPr/>
            <p:nvPr/>
          </p:nvSpPr>
          <p:spPr>
            <a:xfrm>
              <a:off x="5351" y="0"/>
              <a:ext cx="597" cy="512"/>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TCP</a:t>
              </a:r>
            </a:p>
            <a:p>
              <a:pPr marL="0" lvl="0" indent="0" defTabSz="457200">
                <a:lnSpc>
                  <a:spcPct val="100000"/>
                </a:lnSpc>
                <a:spcBef>
                  <a:spcPct val="0"/>
                </a:spcBef>
                <a:buClrTx/>
                <a:buSzTx/>
                <a:buFontTx/>
                <a:buNone/>
              </a:pPr>
              <a:r>
                <a:rPr lang="en-US" altLang="zh-CN" sz="1700">
                  <a:latin typeface="Calibri" charset="0"/>
                </a:rPr>
                <a:t>dport</a:t>
              </a:r>
            </a:p>
          </p:txBody>
        </p:sp>
        <p:sp>
          <p:nvSpPr>
            <p:cNvPr id="124967" name="Rectangle 25"/>
            <p:cNvSpPr/>
            <p:nvPr/>
          </p:nvSpPr>
          <p:spPr>
            <a:xfrm>
              <a:off x="5956" y="12"/>
              <a:ext cx="748" cy="488"/>
            </a:xfrm>
            <a:prstGeom prst="rect">
              <a:avLst/>
            </a:prstGeom>
            <a:solidFill>
              <a:srgbClr val="CBE97B"/>
            </a:solidFill>
            <a:ln w="12700" cap="flat" cmpd="sng">
              <a:solidFill>
                <a:srgbClr val="697D3A"/>
              </a:solidFill>
              <a:prstDash val="solid"/>
              <a:miter/>
              <a:headEnd type="none" w="med" len="med"/>
              <a:tailEnd type="none" w="med" len="med"/>
            </a:ln>
          </p:spPr>
          <p:txBody>
            <a:bodyPr lIns="0" tIns="0" rIns="0" bIns="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endParaRPr lang="zh-CN" altLang="zh-CN" sz="1800">
                <a:latin typeface="Calibri" charset="0"/>
              </a:endParaRPr>
            </a:p>
          </p:txBody>
        </p:sp>
        <p:sp>
          <p:nvSpPr>
            <p:cNvPr id="124968" name="Rectangle 26"/>
            <p:cNvSpPr/>
            <p:nvPr/>
          </p:nvSpPr>
          <p:spPr>
            <a:xfrm>
              <a:off x="5948" y="111"/>
              <a:ext cx="755" cy="288"/>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Action</a:t>
              </a:r>
            </a:p>
          </p:txBody>
        </p:sp>
      </p:grpSp>
      <p:sp>
        <p:nvSpPr>
          <p:cNvPr id="124932" name="Rectangle 28"/>
          <p:cNvSpPr/>
          <p:nvPr/>
        </p:nvSpPr>
        <p:spPr>
          <a:xfrm>
            <a:off x="2008188" y="2312988"/>
            <a:ext cx="1133475"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4933" name="Rectangle 29"/>
          <p:cNvSpPr/>
          <p:nvPr/>
        </p:nvSpPr>
        <p:spPr>
          <a:xfrm>
            <a:off x="2667000" y="2312988"/>
            <a:ext cx="661988"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4934" name="Rectangle 30"/>
          <p:cNvSpPr/>
          <p:nvPr/>
        </p:nvSpPr>
        <p:spPr>
          <a:xfrm>
            <a:off x="3328988"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4935" name="Rectangle 31"/>
          <p:cNvSpPr/>
          <p:nvPr/>
        </p:nvSpPr>
        <p:spPr>
          <a:xfrm>
            <a:off x="3989388"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4936" name="Rectangle 32"/>
          <p:cNvSpPr/>
          <p:nvPr/>
        </p:nvSpPr>
        <p:spPr>
          <a:xfrm>
            <a:off x="4649788"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4937" name="Rectangle 33"/>
          <p:cNvSpPr/>
          <p:nvPr/>
        </p:nvSpPr>
        <p:spPr>
          <a:xfrm>
            <a:off x="5319713"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4938" name="Rectangle 34"/>
          <p:cNvSpPr/>
          <p:nvPr/>
        </p:nvSpPr>
        <p:spPr>
          <a:xfrm>
            <a:off x="5980113" y="2312988"/>
            <a:ext cx="661987"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4939" name="Rectangle 35"/>
          <p:cNvSpPr/>
          <p:nvPr/>
        </p:nvSpPr>
        <p:spPr>
          <a:xfrm>
            <a:off x="6642100"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a:t>
            </a:r>
          </a:p>
        </p:txBody>
      </p:sp>
      <p:sp>
        <p:nvSpPr>
          <p:cNvPr id="124940" name="Rectangle 36"/>
          <p:cNvSpPr/>
          <p:nvPr/>
        </p:nvSpPr>
        <p:spPr>
          <a:xfrm>
            <a:off x="7400925" y="2312988"/>
            <a:ext cx="660400" cy="320675"/>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700">
                <a:latin typeface="Calibri" charset="0"/>
              </a:rPr>
              <a:t>port3</a:t>
            </a:r>
          </a:p>
        </p:txBody>
      </p:sp>
      <p:pic>
        <p:nvPicPr>
          <p:cNvPr id="124941" name="Picture 12" descr="underline_base"/>
          <p:cNvPicPr/>
          <p:nvPr/>
        </p:nvPicPr>
        <p:blipFill>
          <a:blip r:embed="rId2"/>
          <a:stretch>
            <a:fillRect/>
          </a:stretch>
        </p:blipFill>
        <p:spPr>
          <a:xfrm>
            <a:off x="593725" y="814388"/>
            <a:ext cx="2354263" cy="242887"/>
          </a:xfrm>
          <a:prstGeom prst="rect">
            <a:avLst/>
          </a:prstGeom>
          <a:noFill/>
          <a:ln w="9525">
            <a:noFill/>
          </a:ln>
        </p:spPr>
      </p:pic>
      <p:sp>
        <p:nvSpPr>
          <p:cNvPr id="124942" name="Rectangle 1"/>
          <p:cNvSpPr txBox="1"/>
          <p:nvPr/>
        </p:nvSpPr>
        <p:spPr>
          <a:xfrm>
            <a:off x="533400" y="-12700"/>
            <a:ext cx="2811463"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Examples</a:t>
            </a:r>
            <a:endParaRPr lang="en-US" altLang="zh-CN" sz="3900">
              <a:solidFill>
                <a:srgbClr val="000099"/>
              </a:solidFill>
            </a:endParaRPr>
          </a:p>
        </p:txBody>
      </p:sp>
      <p:sp>
        <p:nvSpPr>
          <p:cNvPr id="124943" name="Rectangle 2"/>
          <p:cNvSpPr/>
          <p:nvPr/>
        </p:nvSpPr>
        <p:spPr>
          <a:xfrm>
            <a:off x="2814638" y="2692400"/>
            <a:ext cx="5356225" cy="615950"/>
          </a:xfrm>
          <a:prstGeom prst="rect">
            <a:avLst/>
          </a:prstGeom>
          <a:noFill/>
          <a:ln w="12700">
            <a:noFill/>
          </a:ln>
        </p:spPr>
        <p:txBody>
          <a:bodyPr lIns="0" tIns="0" rIns="0" bIns="0" anchor="ctr" anchorCtr="0">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r" defTabSz="457200">
              <a:lnSpc>
                <a:spcPct val="100000"/>
              </a:lnSpc>
              <a:spcBef>
                <a:spcPct val="0"/>
              </a:spcBef>
              <a:buClrTx/>
              <a:buSzTx/>
              <a:buFontTx/>
              <a:buNone/>
            </a:pPr>
            <a:r>
              <a:rPr lang="en-US" altLang="zh-CN" sz="2000" i="1"/>
              <a:t>layer 2 frames from MAC address 22:A7:23:11:E1:02 should be forwarded to output port </a:t>
            </a:r>
            <a:r>
              <a:rPr lang="en-US" altLang="zh-CN" sz="2000"/>
              <a:t>6 </a:t>
            </a:r>
          </a:p>
        </p:txBody>
      </p:sp>
      <p:sp>
        <p:nvSpPr>
          <p:cNvPr id="124944" name="Rectangle 28"/>
          <p:cNvSpPr/>
          <p:nvPr/>
        </p:nvSpPr>
        <p:spPr>
          <a:xfrm>
            <a:off x="1320800" y="2298700"/>
            <a:ext cx="658813" cy="311150"/>
          </a:xfrm>
          <a:prstGeom prst="rect">
            <a:avLst/>
          </a:prstGeom>
          <a:noFill/>
          <a:ln w="12700">
            <a:noFill/>
          </a:ln>
        </p:spPr>
        <p:txBody>
          <a:bodyPr lIns="0" tIns="0" rIns="0" bIns="0"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defTabSz="457200">
              <a:lnSpc>
                <a:spcPct val="100000"/>
              </a:lnSpc>
              <a:spcBef>
                <a:spcPct val="0"/>
              </a:spcBef>
              <a:buClrTx/>
              <a:buSzTx/>
              <a:buFontTx/>
              <a:buNone/>
            </a:pPr>
            <a:r>
              <a:rPr lang="en-US" altLang="zh-CN" sz="1100">
                <a:latin typeface="Calibri" charset="0"/>
              </a:rPr>
              <a:t>22:A7:23:</a:t>
            </a:r>
          </a:p>
          <a:p>
            <a:pPr marL="0" lvl="0" indent="0" defTabSz="457200">
              <a:lnSpc>
                <a:spcPct val="100000"/>
              </a:lnSpc>
              <a:spcBef>
                <a:spcPct val="0"/>
              </a:spcBef>
              <a:buClrTx/>
              <a:buSzTx/>
              <a:buFontTx/>
              <a:buNone/>
            </a:pPr>
            <a:r>
              <a:rPr lang="en-US" altLang="zh-CN" sz="1100">
                <a:latin typeface="Calibri" charset="0"/>
              </a:rPr>
              <a:t>11:E1:02</a:t>
            </a:r>
          </a:p>
        </p:txBody>
      </p:sp>
      <p:sp>
        <p:nvSpPr>
          <p:cNvPr id="124945"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134</a:t>
            </a:fld>
            <a:endParaRPr lang="en-US" altLang="zh-CN" sz="1200">
              <a:latin typeface="Tahoma" panose="020B0604030504040204" charset="0"/>
            </a:endParaRPr>
          </a:p>
        </p:txBody>
      </p:sp>
      <p:sp>
        <p:nvSpPr>
          <p:cNvPr id="124946"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953" name="Picture 12" descr="underline_base"/>
          <p:cNvPicPr/>
          <p:nvPr/>
        </p:nvPicPr>
        <p:blipFill>
          <a:blip r:embed="rId2"/>
          <a:stretch>
            <a:fillRect/>
          </a:stretch>
        </p:blipFill>
        <p:spPr>
          <a:xfrm>
            <a:off x="600075" y="808038"/>
            <a:ext cx="5172075" cy="144462"/>
          </a:xfrm>
          <a:prstGeom prst="rect">
            <a:avLst/>
          </a:prstGeom>
          <a:noFill/>
          <a:ln w="9525">
            <a:noFill/>
          </a:ln>
        </p:spPr>
      </p:pic>
      <p:sp>
        <p:nvSpPr>
          <p:cNvPr id="125954" name="Title 1"/>
          <p:cNvSpPr>
            <a:spLocks noGrp="1"/>
          </p:cNvSpPr>
          <p:nvPr>
            <p:ph type="title"/>
          </p:nvPr>
        </p:nvSpPr>
        <p:spPr>
          <a:xfrm>
            <a:off x="533400" y="-1587"/>
            <a:ext cx="7772400" cy="1143000"/>
          </a:xfrm>
        </p:spPr>
        <p:txBody>
          <a:bodyPr vert="horz" wrap="square" lIns="91440" tIns="45720" rIns="91440" bIns="45720" anchor="ctr" anchorCtr="0"/>
          <a:lstStyle/>
          <a:p>
            <a:r>
              <a:rPr lang="en-US" altLang="zh-CN">
                <a:latin typeface="Calibri" charset="0"/>
              </a:rPr>
              <a:t>OpenFlow abstraction</a:t>
            </a:r>
          </a:p>
        </p:txBody>
      </p:sp>
      <p:sp>
        <p:nvSpPr>
          <p:cNvPr id="3" name="Content Placeholder 2"/>
          <p:cNvSpPr>
            <a:spLocks noGrp="1"/>
          </p:cNvSpPr>
          <p:nvPr>
            <p:ph sz="half" idx="1"/>
          </p:nvPr>
        </p:nvSpPr>
        <p:spPr>
          <a:xfrm>
            <a:off x="533400" y="1854200"/>
            <a:ext cx="3810000" cy="4648200"/>
          </a:xfrm>
        </p:spPr>
        <p:txBody>
          <a:bodyPr vert="horz" wrap="square" lIns="91440" tIns="45720" rIns="91440" bIns="45720" numCol="1" anchor="t" anchorCtr="0" compatLnSpc="1"/>
          <a:lstStyle/>
          <a:p>
            <a:pPr marL="342900" marR="0" lvl="0" indent="-342900" algn="l" defTabSz="914400" rtl="0" eaLnBrk="0" fontAlgn="base" latinLnBrk="0" hangingPunct="0">
              <a:lnSpc>
                <a:spcPct val="85000"/>
              </a:lnSpc>
              <a:spcBef>
                <a:spcPts val="0"/>
              </a:spcBef>
              <a:spcAft>
                <a:spcPct val="0"/>
              </a:spcAft>
              <a:buClr>
                <a:srgbClr val="000090"/>
              </a:buClr>
              <a:buSzPct val="100000"/>
              <a:buFont typeface="Wingdings" panose="05000000000000000000" pitchFamily="2" charset="2"/>
              <a:buChar char="§"/>
              <a:defRPr/>
            </a:pPr>
            <a:r>
              <a:rPr kumimoji="0" lang="en-US" sz="2800" b="0" i="0" u="none" strike="noStrike" kern="0" cap="none" spc="0" normalizeH="0" baseline="0" noProof="0" dirty="0">
                <a:ln>
                  <a:noFill/>
                </a:ln>
                <a:solidFill>
                  <a:schemeClr val="tx1"/>
                </a:solidFill>
                <a:effectLst/>
                <a:uLnTx/>
                <a:uFillTx/>
                <a:latin typeface="Calibri" charset="0"/>
                <a:ea typeface="MS PGothic" charset="0"/>
                <a:cs typeface="MS PGothic" charset="0"/>
              </a:rPr>
              <a:t>Router</a:t>
            </a:r>
          </a:p>
          <a:p>
            <a:pPr marL="678180" marR="0" lvl="1" indent="-215900" algn="l" defTabSz="914400" rtl="0" eaLnBrk="0" fontAlgn="base" latinLnBrk="0" hangingPunct="0">
              <a:lnSpc>
                <a:spcPct val="85000"/>
              </a:lnSpc>
              <a:spcBef>
                <a:spcPts val="0"/>
              </a:spcBef>
              <a:spcAft>
                <a:spcPct val="0"/>
              </a:spcAft>
              <a:buClr>
                <a:srgbClr val="000090"/>
              </a:buClr>
              <a:buSzPct val="101000"/>
              <a:buFont typeface="Arial" panose="020B0604020202090204"/>
              <a:buChar char="•"/>
              <a:defRPr/>
            </a:pPr>
            <a:r>
              <a:rPr kumimoji="0" lang="en-US" sz="2800" b="0" i="1" u="none" strike="noStrike" kern="0" cap="none" spc="0" normalizeH="0" baseline="0" noProof="0" dirty="0">
                <a:ln>
                  <a:noFill/>
                </a:ln>
                <a:solidFill>
                  <a:srgbClr val="000090"/>
                </a:solidFill>
                <a:effectLst/>
                <a:uLnTx/>
                <a:uFillTx/>
                <a:latin typeface="Calibri" charset="0"/>
                <a:ea typeface="MS PGothic" charset="0"/>
                <a:cs typeface="Gill Sans MT"/>
              </a:rPr>
              <a:t>match: </a:t>
            </a:r>
            <a:r>
              <a:rPr kumimoji="0" lang="en-US" sz="2800" b="0" i="0" u="none" strike="noStrike" kern="0" cap="none" spc="0" normalizeH="0" baseline="0" noProof="0" dirty="0">
                <a:ln>
                  <a:noFill/>
                </a:ln>
                <a:solidFill>
                  <a:schemeClr val="tx1"/>
                </a:solidFill>
                <a:effectLst/>
                <a:uLnTx/>
                <a:uFillTx/>
                <a:latin typeface="Calibri" charset="0"/>
                <a:ea typeface="MS PGothic" charset="0"/>
                <a:cs typeface="Gill Sans MT"/>
              </a:rPr>
              <a:t>longest destination IP prefix</a:t>
            </a:r>
          </a:p>
          <a:p>
            <a:pPr marL="678180" marR="0" lvl="1" indent="-215900" algn="l" defTabSz="914400" rtl="0" eaLnBrk="0" fontAlgn="base" latinLnBrk="0" hangingPunct="0">
              <a:lnSpc>
                <a:spcPct val="85000"/>
              </a:lnSpc>
              <a:spcBef>
                <a:spcPts val="0"/>
              </a:spcBef>
              <a:spcAft>
                <a:spcPct val="0"/>
              </a:spcAft>
              <a:buClr>
                <a:srgbClr val="000090"/>
              </a:buClr>
              <a:buSzPct val="101000"/>
              <a:buFont typeface="Arial" panose="020B0604020202090204"/>
              <a:buChar char="•"/>
              <a:defRPr/>
            </a:pPr>
            <a:r>
              <a:rPr kumimoji="0" lang="en-US" sz="2800" b="0" i="1" u="none" strike="noStrike" kern="0" cap="none" spc="0" normalizeH="0" baseline="0" noProof="0" dirty="0">
                <a:ln>
                  <a:noFill/>
                </a:ln>
                <a:solidFill>
                  <a:srgbClr val="000090"/>
                </a:solidFill>
                <a:effectLst/>
                <a:uLnTx/>
                <a:uFillTx/>
                <a:latin typeface="Calibri" charset="0"/>
                <a:ea typeface="MS PGothic" charset="0"/>
                <a:cs typeface="Gill Sans MT"/>
              </a:rPr>
              <a:t>action: </a:t>
            </a:r>
            <a:r>
              <a:rPr kumimoji="0" lang="en-US" sz="2800" b="0" i="0" u="none" strike="noStrike" kern="0" cap="none" spc="0" normalizeH="0" baseline="0" noProof="0" dirty="0">
                <a:ln>
                  <a:noFill/>
                </a:ln>
                <a:solidFill>
                  <a:schemeClr val="tx1"/>
                </a:solidFill>
                <a:effectLst/>
                <a:uLnTx/>
                <a:uFillTx/>
                <a:latin typeface="Calibri" charset="0"/>
                <a:ea typeface="MS PGothic" charset="0"/>
                <a:cs typeface="Gill Sans MT"/>
              </a:rPr>
              <a:t>forward out a link</a:t>
            </a:r>
          </a:p>
          <a:p>
            <a:pPr marL="338455" marR="0" lvl="0" indent="-338455" algn="l" defTabSz="914400" rtl="0" eaLnBrk="0" fontAlgn="base" latinLnBrk="0" hangingPunct="0">
              <a:lnSpc>
                <a:spcPct val="85000"/>
              </a:lnSpc>
              <a:spcBef>
                <a:spcPts val="0"/>
              </a:spcBef>
              <a:spcAft>
                <a:spcPct val="0"/>
              </a:spcAft>
              <a:buClr>
                <a:srgbClr val="000090"/>
              </a:buClr>
              <a:buSzPct val="100000"/>
              <a:buFont typeface="Wingdings" panose="05000000000000000000" pitchFamily="2" charset="2"/>
              <a:buChar char="§"/>
              <a:defRPr/>
            </a:pPr>
            <a:r>
              <a:rPr kumimoji="0" lang="en-US" sz="2800" b="0" i="0" u="none" strike="noStrike" kern="0" cap="none" spc="0" normalizeH="0" baseline="0" noProof="0" dirty="0">
                <a:ln>
                  <a:noFill/>
                </a:ln>
                <a:solidFill>
                  <a:schemeClr val="tx1"/>
                </a:solidFill>
                <a:effectLst/>
                <a:uLnTx/>
                <a:uFillTx/>
                <a:latin typeface="Calibri" charset="0"/>
                <a:ea typeface="MS PGothic" charset="0"/>
                <a:cs typeface="MS PGothic" charset="0"/>
              </a:rPr>
              <a:t>Switch</a:t>
            </a:r>
          </a:p>
          <a:p>
            <a:pPr marL="678180" marR="0" lvl="1" indent="-215900" algn="l" defTabSz="914400" rtl="0" eaLnBrk="0" fontAlgn="base" latinLnBrk="0" hangingPunct="0">
              <a:lnSpc>
                <a:spcPct val="85000"/>
              </a:lnSpc>
              <a:spcBef>
                <a:spcPts val="0"/>
              </a:spcBef>
              <a:spcAft>
                <a:spcPct val="0"/>
              </a:spcAft>
              <a:buClr>
                <a:srgbClr val="000090"/>
              </a:buClr>
              <a:buSzPct val="100000"/>
              <a:buFont typeface="Arial" panose="020B0604020202090204"/>
              <a:buChar char="•"/>
              <a:defRPr/>
            </a:pPr>
            <a:r>
              <a:rPr kumimoji="0" lang="en-US" sz="2800" b="0" i="1" u="none" strike="noStrike" kern="0" cap="none" spc="0" normalizeH="0" baseline="0" noProof="0" dirty="0">
                <a:ln>
                  <a:noFill/>
                </a:ln>
                <a:solidFill>
                  <a:srgbClr val="000090"/>
                </a:solidFill>
                <a:effectLst/>
                <a:uLnTx/>
                <a:uFillTx/>
                <a:latin typeface="Calibri" charset="0"/>
                <a:ea typeface="MS PGothic" charset="0"/>
                <a:cs typeface="Gill Sans MT"/>
              </a:rPr>
              <a:t>match: </a:t>
            </a:r>
            <a:r>
              <a:rPr kumimoji="0" lang="en-US" sz="2800" b="0" i="0" u="none" strike="noStrike" kern="0" cap="none" spc="0" normalizeH="0" baseline="0" noProof="0" dirty="0">
                <a:ln>
                  <a:noFill/>
                </a:ln>
                <a:solidFill>
                  <a:schemeClr val="tx1"/>
                </a:solidFill>
                <a:effectLst/>
                <a:uLnTx/>
                <a:uFillTx/>
                <a:latin typeface="Calibri" charset="0"/>
                <a:ea typeface="MS PGothic" charset="0"/>
                <a:cs typeface="Gill Sans MT"/>
              </a:rPr>
              <a:t>destination MAC address</a:t>
            </a:r>
          </a:p>
          <a:p>
            <a:pPr marL="678180" marR="0" lvl="1" indent="-215900" algn="l" defTabSz="914400" rtl="0" eaLnBrk="0" fontAlgn="base" latinLnBrk="0" hangingPunct="0">
              <a:lnSpc>
                <a:spcPct val="85000"/>
              </a:lnSpc>
              <a:spcBef>
                <a:spcPts val="0"/>
              </a:spcBef>
              <a:spcAft>
                <a:spcPct val="0"/>
              </a:spcAft>
              <a:buClr>
                <a:srgbClr val="000090"/>
              </a:buClr>
              <a:buSzPct val="100000"/>
              <a:buFont typeface="Arial" panose="020B0604020202090204"/>
              <a:buChar char="•"/>
              <a:defRPr/>
            </a:pPr>
            <a:r>
              <a:rPr kumimoji="0" lang="en-US" sz="2800" b="0" i="1" u="none" strike="noStrike" kern="0" cap="none" spc="0" normalizeH="0" baseline="0" noProof="0" dirty="0">
                <a:ln>
                  <a:noFill/>
                </a:ln>
                <a:solidFill>
                  <a:srgbClr val="000090"/>
                </a:solidFill>
                <a:effectLst/>
                <a:uLnTx/>
                <a:uFillTx/>
                <a:latin typeface="Calibri" charset="0"/>
                <a:ea typeface="MS PGothic" charset="0"/>
                <a:cs typeface="Gill Sans MT"/>
              </a:rPr>
              <a:t>action: </a:t>
            </a:r>
            <a:r>
              <a:rPr kumimoji="0" lang="en-US" sz="2800" b="0" i="0" u="none" strike="noStrike" kern="0" cap="none" spc="0" normalizeH="0" baseline="0" noProof="0" dirty="0">
                <a:ln>
                  <a:noFill/>
                </a:ln>
                <a:solidFill>
                  <a:schemeClr val="tx1"/>
                </a:solidFill>
                <a:effectLst/>
                <a:uLnTx/>
                <a:uFillTx/>
                <a:latin typeface="Calibri" charset="0"/>
                <a:ea typeface="MS PGothic" charset="0"/>
                <a:cs typeface="Gill Sans MT"/>
              </a:rPr>
              <a:t>forward or flood</a:t>
            </a:r>
          </a:p>
        </p:txBody>
      </p:sp>
      <p:sp>
        <p:nvSpPr>
          <p:cNvPr id="5" name="Content Placeholder 4"/>
          <p:cNvSpPr>
            <a:spLocks noGrp="1"/>
          </p:cNvSpPr>
          <p:nvPr>
            <p:ph sz="half" idx="2"/>
          </p:nvPr>
        </p:nvSpPr>
        <p:spPr>
          <a:xfrm>
            <a:off x="4495800" y="1874838"/>
            <a:ext cx="3810000" cy="4648200"/>
          </a:xfrm>
        </p:spPr>
        <p:txBody>
          <a:bodyPr vert="horz" wrap="square" lIns="91440" tIns="45720" rIns="91440" bIns="45720" numCol="1" anchor="t" anchorCtr="0" compatLnSpc="1"/>
          <a:lstStyle/>
          <a:p>
            <a:pPr marL="297180" marR="0" lvl="0" indent="-297180" algn="l" defTabSz="914400" rtl="0" eaLnBrk="0" fontAlgn="base" latinLnBrk="0" hangingPunct="0">
              <a:lnSpc>
                <a:spcPct val="85000"/>
              </a:lnSpc>
              <a:spcBef>
                <a:spcPts val="0"/>
              </a:spcBef>
              <a:spcAft>
                <a:spcPct val="0"/>
              </a:spcAft>
              <a:buClr>
                <a:srgbClr val="000090"/>
              </a:buClr>
              <a:buSzPct val="100000"/>
              <a:buFont typeface="Wingdings" panose="05000000000000000000" pitchFamily="2" charset="2"/>
              <a:buChar char="§"/>
              <a:defRPr/>
            </a:pPr>
            <a:r>
              <a:rPr kumimoji="0" lang="en-US" sz="2800" b="0" i="0" u="none" strike="noStrike" kern="0" cap="none" spc="0" normalizeH="0" baseline="0" noProof="0" dirty="0">
                <a:ln>
                  <a:noFill/>
                </a:ln>
                <a:solidFill>
                  <a:schemeClr val="tx1"/>
                </a:solidFill>
                <a:effectLst/>
                <a:uLnTx/>
                <a:uFillTx/>
                <a:latin typeface="Calibri" charset="0"/>
                <a:ea typeface="MS PGothic" charset="0"/>
                <a:cs typeface="MS PGothic" charset="0"/>
              </a:rPr>
              <a:t>Firewall</a:t>
            </a:r>
          </a:p>
          <a:p>
            <a:pPr marL="508000" marR="0" lvl="1" indent="-219075" algn="l" defTabSz="914400" rtl="0" eaLnBrk="0" fontAlgn="base" latinLnBrk="0" hangingPunct="0">
              <a:lnSpc>
                <a:spcPct val="85000"/>
              </a:lnSpc>
              <a:spcBef>
                <a:spcPts val="0"/>
              </a:spcBef>
              <a:spcAft>
                <a:spcPct val="0"/>
              </a:spcAft>
              <a:buClr>
                <a:srgbClr val="000090"/>
              </a:buClr>
              <a:buSzTx/>
              <a:buFont typeface="Arial" panose="020B0604020202090204"/>
              <a:buChar char="•"/>
              <a:defRPr/>
            </a:pPr>
            <a:r>
              <a:rPr kumimoji="0" lang="en-US" sz="2800" b="0" i="1" u="none" strike="noStrike" kern="0" cap="none" spc="0" normalizeH="0" baseline="0" noProof="0" dirty="0">
                <a:ln>
                  <a:noFill/>
                </a:ln>
                <a:solidFill>
                  <a:srgbClr val="000090"/>
                </a:solidFill>
                <a:effectLst/>
                <a:uLnTx/>
                <a:uFillTx/>
                <a:latin typeface="Calibri" charset="0"/>
                <a:ea typeface="MS PGothic" charset="0"/>
                <a:cs typeface="Gill Sans MT"/>
              </a:rPr>
              <a:t>match</a:t>
            </a:r>
            <a:r>
              <a:rPr kumimoji="0" lang="en-US" sz="2800" b="0" i="0" u="none" strike="noStrike" kern="0" cap="none" spc="0" normalizeH="0" baseline="0" noProof="0" dirty="0">
                <a:ln>
                  <a:noFill/>
                </a:ln>
                <a:solidFill>
                  <a:schemeClr val="tx1"/>
                </a:solidFill>
                <a:effectLst/>
                <a:uLnTx/>
                <a:uFillTx/>
                <a:latin typeface="Calibri" charset="0"/>
                <a:ea typeface="MS PGothic" charset="0"/>
                <a:cs typeface="Gill Sans MT"/>
              </a:rPr>
              <a:t>: IP addresses and TCP/UDP port numbers</a:t>
            </a:r>
          </a:p>
          <a:p>
            <a:pPr marL="508000" marR="0" lvl="1" indent="-219075" algn="l" defTabSz="914400" rtl="0" eaLnBrk="0" fontAlgn="base" latinLnBrk="0" hangingPunct="0">
              <a:lnSpc>
                <a:spcPct val="85000"/>
              </a:lnSpc>
              <a:spcBef>
                <a:spcPts val="0"/>
              </a:spcBef>
              <a:spcAft>
                <a:spcPct val="0"/>
              </a:spcAft>
              <a:buClr>
                <a:srgbClr val="000090"/>
              </a:buClr>
              <a:buSzTx/>
              <a:buFont typeface="Arial" panose="020B0604020202090204"/>
              <a:buChar char="•"/>
              <a:defRPr/>
            </a:pPr>
            <a:r>
              <a:rPr kumimoji="0" lang="en-US" sz="2800" b="0" i="1" u="none" strike="noStrike" kern="0" cap="none" spc="0" normalizeH="0" baseline="0" noProof="0" dirty="0">
                <a:ln>
                  <a:noFill/>
                </a:ln>
                <a:solidFill>
                  <a:srgbClr val="000090"/>
                </a:solidFill>
                <a:effectLst/>
                <a:uLnTx/>
                <a:uFillTx/>
                <a:latin typeface="Calibri" charset="0"/>
                <a:ea typeface="MS PGothic" charset="0"/>
                <a:cs typeface="Gill Sans MT"/>
              </a:rPr>
              <a:t>action: </a:t>
            </a:r>
            <a:r>
              <a:rPr kumimoji="0" lang="en-US" sz="2800" b="0" i="0" u="none" strike="noStrike" kern="0" cap="none" spc="0" normalizeH="0" baseline="0" noProof="0" dirty="0">
                <a:ln>
                  <a:noFill/>
                </a:ln>
                <a:solidFill>
                  <a:schemeClr val="tx1"/>
                </a:solidFill>
                <a:effectLst/>
                <a:uLnTx/>
                <a:uFillTx/>
                <a:latin typeface="Calibri" charset="0"/>
                <a:ea typeface="MS PGothic" charset="0"/>
                <a:cs typeface="Gill Sans MT"/>
              </a:rPr>
              <a:t>permit or deny </a:t>
            </a:r>
          </a:p>
          <a:p>
            <a:pPr marL="297180" marR="0" lvl="0" indent="-297180" algn="l" defTabSz="914400" rtl="0" eaLnBrk="0" fontAlgn="base" latinLnBrk="0" hangingPunct="0">
              <a:lnSpc>
                <a:spcPct val="85000"/>
              </a:lnSpc>
              <a:spcBef>
                <a:spcPts val="0"/>
              </a:spcBef>
              <a:spcAft>
                <a:spcPct val="0"/>
              </a:spcAft>
              <a:buClr>
                <a:srgbClr val="000090"/>
              </a:buClr>
              <a:buSzPct val="100000"/>
              <a:buFont typeface="Wingdings" panose="05000000000000000000" pitchFamily="2" charset="2"/>
              <a:buChar char="§"/>
              <a:defRPr/>
            </a:pPr>
            <a:r>
              <a:rPr kumimoji="0" lang="en-US" sz="2800" b="0" i="0" u="none" strike="noStrike" kern="0" cap="none" spc="0" normalizeH="0" baseline="0" noProof="0" dirty="0">
                <a:ln>
                  <a:noFill/>
                </a:ln>
                <a:solidFill>
                  <a:schemeClr val="tx1"/>
                </a:solidFill>
                <a:effectLst/>
                <a:uLnTx/>
                <a:uFillTx/>
                <a:latin typeface="Calibri" charset="0"/>
                <a:ea typeface="MS PGothic" charset="0"/>
                <a:cs typeface="MS PGothic" charset="0"/>
              </a:rPr>
              <a:t>NAT</a:t>
            </a:r>
          </a:p>
          <a:p>
            <a:pPr marL="519430" marR="0" lvl="1" indent="-230505" algn="l" defTabSz="914400" rtl="0" eaLnBrk="0" fontAlgn="base" latinLnBrk="0" hangingPunct="0">
              <a:lnSpc>
                <a:spcPct val="85000"/>
              </a:lnSpc>
              <a:spcBef>
                <a:spcPts val="0"/>
              </a:spcBef>
              <a:spcAft>
                <a:spcPct val="0"/>
              </a:spcAft>
              <a:buClr>
                <a:srgbClr val="000090"/>
              </a:buClr>
              <a:buSzTx/>
              <a:buFont typeface="Arial" panose="020B0604020202090204"/>
              <a:buChar char="•"/>
              <a:defRPr/>
            </a:pPr>
            <a:r>
              <a:rPr kumimoji="0" lang="en-US" sz="2800" b="0" i="1" u="none" strike="noStrike" kern="0" cap="none" spc="0" normalizeH="0" baseline="0" noProof="0" dirty="0">
                <a:ln>
                  <a:noFill/>
                </a:ln>
                <a:solidFill>
                  <a:srgbClr val="000090"/>
                </a:solidFill>
                <a:effectLst/>
                <a:uLnTx/>
                <a:uFillTx/>
                <a:latin typeface="Calibri" charset="0"/>
                <a:ea typeface="MS PGothic" charset="0"/>
                <a:cs typeface="Gill Sans MT"/>
              </a:rPr>
              <a:t>match: </a:t>
            </a:r>
            <a:r>
              <a:rPr kumimoji="0" lang="en-US" sz="2800" b="0" i="0" u="none" strike="noStrike" kern="0" cap="none" spc="0" normalizeH="0" baseline="0" noProof="0" dirty="0">
                <a:ln>
                  <a:noFill/>
                </a:ln>
                <a:solidFill>
                  <a:schemeClr val="tx1"/>
                </a:solidFill>
                <a:effectLst/>
                <a:uLnTx/>
                <a:uFillTx/>
                <a:latin typeface="Calibri" charset="0"/>
                <a:ea typeface="MS PGothic" charset="0"/>
                <a:cs typeface="Gill Sans MT"/>
              </a:rPr>
              <a:t>IP address and port</a:t>
            </a:r>
          </a:p>
          <a:p>
            <a:pPr marL="519430" marR="0" lvl="1" indent="-230505" algn="l" defTabSz="914400" rtl="0" eaLnBrk="0" fontAlgn="base" latinLnBrk="0" hangingPunct="0">
              <a:lnSpc>
                <a:spcPct val="85000"/>
              </a:lnSpc>
              <a:spcBef>
                <a:spcPts val="0"/>
              </a:spcBef>
              <a:spcAft>
                <a:spcPct val="0"/>
              </a:spcAft>
              <a:buClr>
                <a:srgbClr val="000090"/>
              </a:buClr>
              <a:buSzTx/>
              <a:buFont typeface="Arial" panose="020B0604020202090204"/>
              <a:buChar char="•"/>
              <a:defRPr/>
            </a:pPr>
            <a:r>
              <a:rPr kumimoji="0" lang="en-US" sz="2800" b="0" i="1" u="none" strike="noStrike" kern="0" cap="none" spc="0" normalizeH="0" baseline="0" noProof="0" dirty="0">
                <a:ln>
                  <a:noFill/>
                </a:ln>
                <a:solidFill>
                  <a:srgbClr val="000090"/>
                </a:solidFill>
                <a:effectLst/>
                <a:uLnTx/>
                <a:uFillTx/>
                <a:latin typeface="Calibri" charset="0"/>
                <a:ea typeface="MS PGothic" charset="0"/>
                <a:cs typeface="Gill Sans MT"/>
              </a:rPr>
              <a:t>action: </a:t>
            </a:r>
            <a:r>
              <a:rPr kumimoji="0" lang="en-US" sz="2800" b="0" i="0" u="none" strike="noStrike" kern="0" cap="none" spc="0" normalizeH="0" baseline="0" noProof="0" dirty="0">
                <a:ln>
                  <a:noFill/>
                </a:ln>
                <a:solidFill>
                  <a:schemeClr val="tx1"/>
                </a:solidFill>
                <a:effectLst/>
                <a:uLnTx/>
                <a:uFillTx/>
                <a:latin typeface="Calibri" charset="0"/>
                <a:ea typeface="MS PGothic" charset="0"/>
                <a:cs typeface="Gill Sans MT"/>
              </a:rPr>
              <a:t>rewrite address and port</a:t>
            </a:r>
          </a:p>
          <a:p>
            <a:pPr marL="0" marR="0" lvl="0" indent="-342900" algn="l" defTabSz="914400" rtl="0" eaLnBrk="0" fontAlgn="base" latinLnBrk="0" hangingPunct="0">
              <a:lnSpc>
                <a:spcPct val="85000"/>
              </a:lnSpc>
              <a:spcBef>
                <a:spcPts val="0"/>
              </a:spcBef>
              <a:spcAft>
                <a:spcPct val="0"/>
              </a:spcAft>
              <a:buClr>
                <a:srgbClr val="000099"/>
              </a:buClr>
              <a:buSzPct val="100000"/>
              <a:buFont typeface="Wingdings" panose="05000000000000000000" charset="0"/>
              <a:buChar char="§"/>
              <a:defRPr/>
            </a:pPr>
            <a:endParaRPr kumimoji="0" lang="en-US" sz="3200" b="0" i="0" u="none" strike="noStrike" kern="0" cap="none" spc="0" normalizeH="0" baseline="0" noProof="0" dirty="0">
              <a:ln>
                <a:noFill/>
              </a:ln>
              <a:solidFill>
                <a:schemeClr val="tx1"/>
              </a:solidFill>
              <a:effectLst/>
              <a:uLnTx/>
              <a:uFillTx/>
              <a:latin typeface="Calibri" charset="0"/>
              <a:ea typeface="MS PGothic" charset="0"/>
              <a:cs typeface="MS PGothic" charset="0"/>
            </a:endParaRPr>
          </a:p>
        </p:txBody>
      </p:sp>
      <p:sp>
        <p:nvSpPr>
          <p:cNvPr id="125957" name="TextBox 1"/>
          <p:cNvSpPr txBox="1"/>
          <p:nvPr/>
        </p:nvSpPr>
        <p:spPr>
          <a:xfrm>
            <a:off x="541338" y="1214438"/>
            <a:ext cx="7519987" cy="5222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457200" lvl="0" indent="-457200">
              <a:lnSpc>
                <a:spcPct val="100000"/>
              </a:lnSpc>
              <a:spcBef>
                <a:spcPct val="0"/>
              </a:spcBef>
              <a:buClr>
                <a:srgbClr val="000090"/>
              </a:buClr>
            </a:pPr>
            <a:r>
              <a:rPr lang="en-US" altLang="zh-CN" i="1">
                <a:solidFill>
                  <a:srgbClr val="CC0000"/>
                </a:solidFill>
                <a:latin typeface="Calibri" charset="0"/>
              </a:rPr>
              <a:t>match+action: </a:t>
            </a:r>
            <a:r>
              <a:rPr lang="en-US" altLang="zh-CN">
                <a:latin typeface="Calibri" charset="0"/>
              </a:rPr>
              <a:t>unifies different kinds of devices</a:t>
            </a:r>
            <a:endParaRPr lang="en-US" altLang="zh-CN">
              <a:latin typeface="Arial" panose="020B0604020202090204" pitchFamily="34" charset="0"/>
            </a:endParaRPr>
          </a:p>
        </p:txBody>
      </p:sp>
      <p:sp>
        <p:nvSpPr>
          <p:cNvPr id="125958"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135</a:t>
            </a:fld>
            <a:endParaRPr lang="en-US" altLang="zh-CN" sz="1200">
              <a:latin typeface="Tahoma" panose="020B0604030504040204" charset="0"/>
            </a:endParaRPr>
          </a:p>
        </p:txBody>
      </p:sp>
      <p:sp>
        <p:nvSpPr>
          <p:cNvPr id="125959"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
                                            <p:txEl>
                                              <p:pRg st="1" end="1"/>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3" end="3"/>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
                                            <p:txEl>
                                              <p:pRg st="4" end="4"/>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build="p"/>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p:cNvGrpSpPr/>
          <p:nvPr/>
        </p:nvGrpSpPr>
        <p:grpSpPr>
          <a:xfrm>
            <a:off x="638175" y="1263650"/>
            <a:ext cx="2997200" cy="1262063"/>
            <a:chOff x="637575" y="1263648"/>
            <a:chExt cx="2998252" cy="1261939"/>
          </a:xfrm>
        </p:grpSpPr>
        <p:sp>
          <p:nvSpPr>
            <p:cNvPr id="197" name="Freeform 196"/>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1" fmla="*/ 0 w 3026833"/>
                <a:gd name="connsiteY0-2" fmla="*/ 846667 h 846667"/>
                <a:gd name="connsiteX1-3" fmla="*/ 2222500 w 3026833"/>
                <a:gd name="connsiteY1-4" fmla="*/ 613833 h 846667"/>
                <a:gd name="connsiteX2-5" fmla="*/ 3026833 w 3026833"/>
                <a:gd name="connsiteY2-6" fmla="*/ 0 h 846667"/>
                <a:gd name="connsiteX3-7" fmla="*/ 2751667 w 3026833"/>
                <a:gd name="connsiteY3-8" fmla="*/ 423333 h 846667"/>
                <a:gd name="connsiteX4-9" fmla="*/ 2744304 w 3026833"/>
                <a:gd name="connsiteY4-10" fmla="*/ 839304 h 846667"/>
                <a:gd name="connsiteX5-11" fmla="*/ 0 w 3026833"/>
                <a:gd name="connsiteY5-12" fmla="*/ 846667 h 846667"/>
                <a:gd name="connsiteX0-13" fmla="*/ 0 w 3042275"/>
                <a:gd name="connsiteY0-14" fmla="*/ 848898 h 848898"/>
                <a:gd name="connsiteX1-15" fmla="*/ 2222500 w 3042275"/>
                <a:gd name="connsiteY1-16" fmla="*/ 616064 h 848898"/>
                <a:gd name="connsiteX2-17" fmla="*/ 3026833 w 3042275"/>
                <a:gd name="connsiteY2-18" fmla="*/ 2231 h 848898"/>
                <a:gd name="connsiteX3-19" fmla="*/ 2751667 w 3042275"/>
                <a:gd name="connsiteY3-20" fmla="*/ 425564 h 848898"/>
                <a:gd name="connsiteX4-21" fmla="*/ 2744304 w 3042275"/>
                <a:gd name="connsiteY4-22" fmla="*/ 841535 h 848898"/>
                <a:gd name="connsiteX5-23" fmla="*/ 0 w 3042275"/>
                <a:gd name="connsiteY5-24" fmla="*/ 848898 h 848898"/>
                <a:gd name="connsiteX0-25" fmla="*/ 0 w 3042275"/>
                <a:gd name="connsiteY0-26" fmla="*/ 848898 h 848898"/>
                <a:gd name="connsiteX1-27" fmla="*/ 2222500 w 3042275"/>
                <a:gd name="connsiteY1-28" fmla="*/ 616064 h 848898"/>
                <a:gd name="connsiteX2-29" fmla="*/ 3026833 w 3042275"/>
                <a:gd name="connsiteY2-30" fmla="*/ 2231 h 848898"/>
                <a:gd name="connsiteX3-31" fmla="*/ 2751667 w 3042275"/>
                <a:gd name="connsiteY3-32" fmla="*/ 425564 h 848898"/>
                <a:gd name="connsiteX4-33" fmla="*/ 2744304 w 3042275"/>
                <a:gd name="connsiteY4-34" fmla="*/ 841535 h 848898"/>
                <a:gd name="connsiteX5-35" fmla="*/ 0 w 3042275"/>
                <a:gd name="connsiteY5-36" fmla="*/ 848898 h 848898"/>
                <a:gd name="connsiteX0-37" fmla="*/ 3038 w 3045313"/>
                <a:gd name="connsiteY0-38" fmla="*/ 848898 h 848898"/>
                <a:gd name="connsiteX1-39" fmla="*/ 2225538 w 3045313"/>
                <a:gd name="connsiteY1-40" fmla="*/ 616064 h 848898"/>
                <a:gd name="connsiteX2-41" fmla="*/ 3029871 w 3045313"/>
                <a:gd name="connsiteY2-42" fmla="*/ 2231 h 848898"/>
                <a:gd name="connsiteX3-43" fmla="*/ 2754705 w 3045313"/>
                <a:gd name="connsiteY3-44" fmla="*/ 425564 h 848898"/>
                <a:gd name="connsiteX4-45" fmla="*/ 2747342 w 3045313"/>
                <a:gd name="connsiteY4-46" fmla="*/ 841535 h 848898"/>
                <a:gd name="connsiteX5-47" fmla="*/ 3038 w 3045313"/>
                <a:gd name="connsiteY5-48" fmla="*/ 848898 h 848898"/>
                <a:gd name="connsiteX0-49" fmla="*/ 2799 w 3045074"/>
                <a:gd name="connsiteY0-50" fmla="*/ 848898 h 848898"/>
                <a:gd name="connsiteX1-51" fmla="*/ 2225299 w 3045074"/>
                <a:gd name="connsiteY1-52" fmla="*/ 616064 h 848898"/>
                <a:gd name="connsiteX2-53" fmla="*/ 3029632 w 3045074"/>
                <a:gd name="connsiteY2-54" fmla="*/ 2231 h 848898"/>
                <a:gd name="connsiteX3-55" fmla="*/ 2754466 w 3045074"/>
                <a:gd name="connsiteY3-56" fmla="*/ 425564 h 848898"/>
                <a:gd name="connsiteX4-57" fmla="*/ 2747103 w 3045074"/>
                <a:gd name="connsiteY4-58" fmla="*/ 841535 h 848898"/>
                <a:gd name="connsiteX5-59" fmla="*/ 2799 w 3045074"/>
                <a:gd name="connsiteY5-60" fmla="*/ 848898 h 848898"/>
                <a:gd name="connsiteX0-61" fmla="*/ 2799 w 3045074"/>
                <a:gd name="connsiteY0-62" fmla="*/ 848898 h 848898"/>
                <a:gd name="connsiteX1-63" fmla="*/ 2225299 w 3045074"/>
                <a:gd name="connsiteY1-64" fmla="*/ 616064 h 848898"/>
                <a:gd name="connsiteX2-65" fmla="*/ 3029632 w 3045074"/>
                <a:gd name="connsiteY2-66" fmla="*/ 2231 h 848898"/>
                <a:gd name="connsiteX3-67" fmla="*/ 2754466 w 3045074"/>
                <a:gd name="connsiteY3-68" fmla="*/ 425564 h 848898"/>
                <a:gd name="connsiteX4-69" fmla="*/ 2747103 w 3045074"/>
                <a:gd name="connsiteY4-70" fmla="*/ 841535 h 848898"/>
                <a:gd name="connsiteX5-71" fmla="*/ 2799 w 3045074"/>
                <a:gd name="connsiteY5-72" fmla="*/ 848898 h 848898"/>
                <a:gd name="connsiteX0-73" fmla="*/ 3018 w 2975668"/>
                <a:gd name="connsiteY0-74" fmla="*/ 443744 h 443744"/>
                <a:gd name="connsiteX1-75" fmla="*/ 2225518 w 2975668"/>
                <a:gd name="connsiteY1-76" fmla="*/ 210910 h 443744"/>
                <a:gd name="connsiteX2-77" fmla="*/ 2957279 w 2975668"/>
                <a:gd name="connsiteY2-78" fmla="*/ 79158 h 443744"/>
                <a:gd name="connsiteX3-79" fmla="*/ 2754685 w 2975668"/>
                <a:gd name="connsiteY3-80" fmla="*/ 20410 h 443744"/>
                <a:gd name="connsiteX4-81" fmla="*/ 2747322 w 2975668"/>
                <a:gd name="connsiteY4-82" fmla="*/ 436381 h 443744"/>
                <a:gd name="connsiteX5-83" fmla="*/ 3018 w 2975668"/>
                <a:gd name="connsiteY5-84" fmla="*/ 443744 h 443744"/>
                <a:gd name="connsiteX0-85" fmla="*/ 3018 w 2957279"/>
                <a:gd name="connsiteY0-86" fmla="*/ 454405 h 454405"/>
                <a:gd name="connsiteX1-87" fmla="*/ 2225518 w 2957279"/>
                <a:gd name="connsiteY1-88" fmla="*/ 221571 h 454405"/>
                <a:gd name="connsiteX2-89" fmla="*/ 2957279 w 2957279"/>
                <a:gd name="connsiteY2-90" fmla="*/ 89819 h 454405"/>
                <a:gd name="connsiteX3-91" fmla="*/ 2754685 w 2957279"/>
                <a:gd name="connsiteY3-92" fmla="*/ 31071 h 454405"/>
                <a:gd name="connsiteX4-93" fmla="*/ 2747322 w 2957279"/>
                <a:gd name="connsiteY4-94" fmla="*/ 447042 h 454405"/>
                <a:gd name="connsiteX5-95" fmla="*/ 3018 w 2957279"/>
                <a:gd name="connsiteY5-96" fmla="*/ 454405 h 454405"/>
                <a:gd name="connsiteX0-97" fmla="*/ 3018 w 2957279"/>
                <a:gd name="connsiteY0-98" fmla="*/ 496161 h 496161"/>
                <a:gd name="connsiteX1-99" fmla="*/ 2225518 w 2957279"/>
                <a:gd name="connsiteY1-100" fmla="*/ 263327 h 496161"/>
                <a:gd name="connsiteX2-101" fmla="*/ 2957279 w 2957279"/>
                <a:gd name="connsiteY2-102" fmla="*/ 131575 h 496161"/>
                <a:gd name="connsiteX3-103" fmla="*/ 2754685 w 2957279"/>
                <a:gd name="connsiteY3-104" fmla="*/ 72827 h 496161"/>
                <a:gd name="connsiteX4-105" fmla="*/ 2747322 w 2957279"/>
                <a:gd name="connsiteY4-106" fmla="*/ 488798 h 496161"/>
                <a:gd name="connsiteX5-107" fmla="*/ 3018 w 2957279"/>
                <a:gd name="connsiteY5-108" fmla="*/ 496161 h 496161"/>
                <a:gd name="connsiteX0-109" fmla="*/ 3018 w 2957279"/>
                <a:gd name="connsiteY0-110" fmla="*/ 496161 h 496161"/>
                <a:gd name="connsiteX1-111" fmla="*/ 2225518 w 2957279"/>
                <a:gd name="connsiteY1-112" fmla="*/ 263327 h 496161"/>
                <a:gd name="connsiteX2-113" fmla="*/ 2957279 w 2957279"/>
                <a:gd name="connsiteY2-114" fmla="*/ 131575 h 496161"/>
                <a:gd name="connsiteX3-115" fmla="*/ 2780603 w 2957279"/>
                <a:gd name="connsiteY3-116" fmla="*/ 269807 h 496161"/>
                <a:gd name="connsiteX4-117" fmla="*/ 2747322 w 2957279"/>
                <a:gd name="connsiteY4-118" fmla="*/ 488798 h 496161"/>
                <a:gd name="connsiteX5-119" fmla="*/ 3018 w 2957279"/>
                <a:gd name="connsiteY5-120" fmla="*/ 496161 h 496161"/>
                <a:gd name="connsiteX0-121" fmla="*/ 3018 w 2957279"/>
                <a:gd name="connsiteY0-122" fmla="*/ 496161 h 496161"/>
                <a:gd name="connsiteX1-123" fmla="*/ 2225518 w 2957279"/>
                <a:gd name="connsiteY1-124" fmla="*/ 263327 h 496161"/>
                <a:gd name="connsiteX2-125" fmla="*/ 2957279 w 2957279"/>
                <a:gd name="connsiteY2-126" fmla="*/ 131575 h 496161"/>
                <a:gd name="connsiteX3-127" fmla="*/ 2780603 w 2957279"/>
                <a:gd name="connsiteY3-128" fmla="*/ 269807 h 496161"/>
                <a:gd name="connsiteX4-129" fmla="*/ 2747322 w 2957279"/>
                <a:gd name="connsiteY4-130" fmla="*/ 488798 h 496161"/>
                <a:gd name="connsiteX5-131" fmla="*/ 3018 w 2957279"/>
                <a:gd name="connsiteY5-132" fmla="*/ 496161 h 496161"/>
                <a:gd name="connsiteX0-133" fmla="*/ 3018 w 2957279"/>
                <a:gd name="connsiteY0-134" fmla="*/ 364586 h 364586"/>
                <a:gd name="connsiteX1-135" fmla="*/ 2225518 w 2957279"/>
                <a:gd name="connsiteY1-136" fmla="*/ 131752 h 364586"/>
                <a:gd name="connsiteX2-137" fmla="*/ 2957279 w 2957279"/>
                <a:gd name="connsiteY2-138" fmla="*/ 0 h 364586"/>
                <a:gd name="connsiteX3-139" fmla="*/ 2780603 w 2957279"/>
                <a:gd name="connsiteY3-140" fmla="*/ 138232 h 364586"/>
                <a:gd name="connsiteX4-141" fmla="*/ 2747322 w 2957279"/>
                <a:gd name="connsiteY4-142" fmla="*/ 357223 h 364586"/>
                <a:gd name="connsiteX5-143" fmla="*/ 3018 w 2957279"/>
                <a:gd name="connsiteY5-144" fmla="*/ 364586 h 36458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chemeClr val="bg1"/>
                </a:gs>
                <a:gs pos="100000">
                  <a:schemeClr val="bg1">
                    <a:lumMod val="75000"/>
                  </a:scheme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tx1"/>
                </a:solidFill>
                <a:effectLst/>
                <a:uLnTx/>
                <a:uFillTx/>
                <a:latin typeface="Arial" panose="020B0604020202090204" pitchFamily="34" charset="0"/>
                <a:ea typeface="MS PGothic" charset="0"/>
                <a:cs typeface="MS PGothic" charset="0"/>
              </a:endParaRPr>
            </a:p>
          </p:txBody>
        </p:sp>
        <p:grpSp>
          <p:nvGrpSpPr>
            <p:cNvPr id="127123" name="Group 188"/>
            <p:cNvGrpSpPr/>
            <p:nvPr/>
          </p:nvGrpSpPr>
          <p:grpSpPr>
            <a:xfrm>
              <a:off x="637575" y="1263648"/>
              <a:ext cx="2833213" cy="916517"/>
              <a:chOff x="-994833" y="4042832"/>
              <a:chExt cx="2833213" cy="916517"/>
            </a:xfrm>
          </p:grpSpPr>
          <p:sp>
            <p:nvSpPr>
              <p:cNvPr id="190" name="Rectangle 189"/>
              <p:cNvSpPr/>
              <p:nvPr/>
            </p:nvSpPr>
            <p:spPr bwMode="auto">
              <a:xfrm>
                <a:off x="-977364" y="4042832"/>
                <a:ext cx="2775924" cy="915898"/>
              </a:xfrm>
              <a:prstGeom prst="rect">
                <a:avLst/>
              </a:prstGeom>
              <a:solidFill>
                <a:schemeClr val="bg1">
                  <a:lumMod val="75000"/>
                </a:schemeClr>
              </a:solidFill>
              <a:ln w="9525" cap="flat" cmpd="sng" algn="ctr">
                <a:solidFill>
                  <a:schemeClr val="accent6"/>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27125" name="TextBox 190"/>
              <p:cNvSpPr txBox="1"/>
              <p:nvPr/>
            </p:nvSpPr>
            <p:spPr>
              <a:xfrm>
                <a:off x="-931177" y="4360336"/>
                <a:ext cx="1646504" cy="584776"/>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IP Src = 10.3.*.*</a:t>
                </a:r>
              </a:p>
              <a:p>
                <a:pPr marL="0" lvl="0" indent="0">
                  <a:lnSpc>
                    <a:spcPct val="100000"/>
                  </a:lnSpc>
                  <a:spcBef>
                    <a:spcPct val="0"/>
                  </a:spcBef>
                  <a:buClrTx/>
                  <a:buSzTx/>
                  <a:buFontTx/>
                  <a:buNone/>
                </a:pPr>
                <a:r>
                  <a:rPr lang="en-US" altLang="zh-CN" sz="1600">
                    <a:latin typeface="Arial" panose="020B0604020202090204" pitchFamily="34" charset="0"/>
                  </a:rPr>
                  <a:t>IP Dst = 10.2.*.*</a:t>
                </a:r>
              </a:p>
            </p:txBody>
          </p:sp>
          <p:sp>
            <p:nvSpPr>
              <p:cNvPr id="127126" name="TextBox 191"/>
              <p:cNvSpPr txBox="1"/>
              <p:nvPr/>
            </p:nvSpPr>
            <p:spPr>
              <a:xfrm>
                <a:off x="718763" y="4491568"/>
                <a:ext cx="1119617"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forward(3)</a:t>
                </a:r>
              </a:p>
            </p:txBody>
          </p:sp>
          <p:cxnSp>
            <p:nvCxnSpPr>
              <p:cNvPr id="127127" name="Straight Connector 192"/>
              <p:cNvCxnSpPr/>
              <p:nvPr/>
            </p:nvCxnSpPr>
            <p:spPr>
              <a:xfrm>
                <a:off x="-994833" y="4402666"/>
                <a:ext cx="2794000" cy="0"/>
              </a:xfrm>
              <a:prstGeom prst="line">
                <a:avLst/>
              </a:prstGeom>
              <a:ln w="9525" cap="flat" cmpd="sng">
                <a:solidFill>
                  <a:schemeClr val="tx1"/>
                </a:solidFill>
                <a:prstDash val="solid"/>
                <a:headEnd type="none" w="med" len="med"/>
                <a:tailEnd type="none" w="med" len="med"/>
              </a:ln>
            </p:spPr>
          </p:cxnSp>
          <p:sp>
            <p:nvSpPr>
              <p:cNvPr id="127128" name="TextBox 193"/>
              <p:cNvSpPr txBox="1"/>
              <p:nvPr/>
            </p:nvSpPr>
            <p:spPr>
              <a:xfrm>
                <a:off x="-674004" y="4051301"/>
                <a:ext cx="743413"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match</a:t>
                </a:r>
              </a:p>
            </p:txBody>
          </p:sp>
          <p:sp>
            <p:nvSpPr>
              <p:cNvPr id="127129" name="TextBox 194"/>
              <p:cNvSpPr txBox="1"/>
              <p:nvPr/>
            </p:nvSpPr>
            <p:spPr>
              <a:xfrm>
                <a:off x="875396" y="4055535"/>
                <a:ext cx="732192"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action</a:t>
                </a:r>
              </a:p>
            </p:txBody>
          </p:sp>
          <p:cxnSp>
            <p:nvCxnSpPr>
              <p:cNvPr id="127130" name="Straight Connector 195"/>
              <p:cNvCxnSpPr/>
              <p:nvPr/>
            </p:nvCxnSpPr>
            <p:spPr>
              <a:xfrm>
                <a:off x="738264" y="4049182"/>
                <a:ext cx="1" cy="904875"/>
              </a:xfrm>
              <a:prstGeom prst="line">
                <a:avLst/>
              </a:prstGeom>
              <a:ln w="9525" cap="flat" cmpd="sng">
                <a:solidFill>
                  <a:schemeClr val="tx1"/>
                </a:solidFill>
                <a:prstDash val="solid"/>
                <a:headEnd type="none" w="med" len="med"/>
                <a:tailEnd type="none" w="med" len="med"/>
              </a:ln>
            </p:spPr>
          </p:cxnSp>
        </p:grpSp>
      </p:grpSp>
      <p:grpSp>
        <p:nvGrpSpPr>
          <p:cNvPr id="77" name="Group 76"/>
          <p:cNvGrpSpPr/>
          <p:nvPr/>
        </p:nvGrpSpPr>
        <p:grpSpPr>
          <a:xfrm>
            <a:off x="5956300" y="4510088"/>
            <a:ext cx="2894013" cy="2022475"/>
            <a:chOff x="5956617" y="4509743"/>
            <a:chExt cx="2893901" cy="2022127"/>
          </a:xfrm>
        </p:grpSpPr>
        <p:sp>
          <p:nvSpPr>
            <p:cNvPr id="208" name="Freeform 207"/>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1" fmla="*/ 0 w 3026833"/>
                <a:gd name="connsiteY0-2" fmla="*/ 846667 h 846667"/>
                <a:gd name="connsiteX1-3" fmla="*/ 2222500 w 3026833"/>
                <a:gd name="connsiteY1-4" fmla="*/ 613833 h 846667"/>
                <a:gd name="connsiteX2-5" fmla="*/ 3026833 w 3026833"/>
                <a:gd name="connsiteY2-6" fmla="*/ 0 h 846667"/>
                <a:gd name="connsiteX3-7" fmla="*/ 2751667 w 3026833"/>
                <a:gd name="connsiteY3-8" fmla="*/ 423333 h 846667"/>
                <a:gd name="connsiteX4-9" fmla="*/ 2744304 w 3026833"/>
                <a:gd name="connsiteY4-10" fmla="*/ 839304 h 846667"/>
                <a:gd name="connsiteX5-11" fmla="*/ 0 w 3026833"/>
                <a:gd name="connsiteY5-12" fmla="*/ 846667 h 846667"/>
                <a:gd name="connsiteX0-13" fmla="*/ 0 w 3042275"/>
                <a:gd name="connsiteY0-14" fmla="*/ 848898 h 848898"/>
                <a:gd name="connsiteX1-15" fmla="*/ 2222500 w 3042275"/>
                <a:gd name="connsiteY1-16" fmla="*/ 616064 h 848898"/>
                <a:gd name="connsiteX2-17" fmla="*/ 3026833 w 3042275"/>
                <a:gd name="connsiteY2-18" fmla="*/ 2231 h 848898"/>
                <a:gd name="connsiteX3-19" fmla="*/ 2751667 w 3042275"/>
                <a:gd name="connsiteY3-20" fmla="*/ 425564 h 848898"/>
                <a:gd name="connsiteX4-21" fmla="*/ 2744304 w 3042275"/>
                <a:gd name="connsiteY4-22" fmla="*/ 841535 h 848898"/>
                <a:gd name="connsiteX5-23" fmla="*/ 0 w 3042275"/>
                <a:gd name="connsiteY5-24" fmla="*/ 848898 h 848898"/>
                <a:gd name="connsiteX0-25" fmla="*/ 0 w 3042275"/>
                <a:gd name="connsiteY0-26" fmla="*/ 848898 h 848898"/>
                <a:gd name="connsiteX1-27" fmla="*/ 2222500 w 3042275"/>
                <a:gd name="connsiteY1-28" fmla="*/ 616064 h 848898"/>
                <a:gd name="connsiteX2-29" fmla="*/ 3026833 w 3042275"/>
                <a:gd name="connsiteY2-30" fmla="*/ 2231 h 848898"/>
                <a:gd name="connsiteX3-31" fmla="*/ 2751667 w 3042275"/>
                <a:gd name="connsiteY3-32" fmla="*/ 425564 h 848898"/>
                <a:gd name="connsiteX4-33" fmla="*/ 2744304 w 3042275"/>
                <a:gd name="connsiteY4-34" fmla="*/ 841535 h 848898"/>
                <a:gd name="connsiteX5-35" fmla="*/ 0 w 3042275"/>
                <a:gd name="connsiteY5-36" fmla="*/ 848898 h 848898"/>
                <a:gd name="connsiteX0-37" fmla="*/ 3038 w 3045313"/>
                <a:gd name="connsiteY0-38" fmla="*/ 848898 h 848898"/>
                <a:gd name="connsiteX1-39" fmla="*/ 2225538 w 3045313"/>
                <a:gd name="connsiteY1-40" fmla="*/ 616064 h 848898"/>
                <a:gd name="connsiteX2-41" fmla="*/ 3029871 w 3045313"/>
                <a:gd name="connsiteY2-42" fmla="*/ 2231 h 848898"/>
                <a:gd name="connsiteX3-43" fmla="*/ 2754705 w 3045313"/>
                <a:gd name="connsiteY3-44" fmla="*/ 425564 h 848898"/>
                <a:gd name="connsiteX4-45" fmla="*/ 2747342 w 3045313"/>
                <a:gd name="connsiteY4-46" fmla="*/ 841535 h 848898"/>
                <a:gd name="connsiteX5-47" fmla="*/ 3038 w 3045313"/>
                <a:gd name="connsiteY5-48" fmla="*/ 848898 h 848898"/>
                <a:gd name="connsiteX0-49" fmla="*/ 2799 w 3045074"/>
                <a:gd name="connsiteY0-50" fmla="*/ 848898 h 848898"/>
                <a:gd name="connsiteX1-51" fmla="*/ 2225299 w 3045074"/>
                <a:gd name="connsiteY1-52" fmla="*/ 616064 h 848898"/>
                <a:gd name="connsiteX2-53" fmla="*/ 3029632 w 3045074"/>
                <a:gd name="connsiteY2-54" fmla="*/ 2231 h 848898"/>
                <a:gd name="connsiteX3-55" fmla="*/ 2754466 w 3045074"/>
                <a:gd name="connsiteY3-56" fmla="*/ 425564 h 848898"/>
                <a:gd name="connsiteX4-57" fmla="*/ 2747103 w 3045074"/>
                <a:gd name="connsiteY4-58" fmla="*/ 841535 h 848898"/>
                <a:gd name="connsiteX5-59" fmla="*/ 2799 w 3045074"/>
                <a:gd name="connsiteY5-60" fmla="*/ 848898 h 848898"/>
                <a:gd name="connsiteX0-61" fmla="*/ 2799 w 3045074"/>
                <a:gd name="connsiteY0-62" fmla="*/ 848898 h 848898"/>
                <a:gd name="connsiteX1-63" fmla="*/ 2225299 w 3045074"/>
                <a:gd name="connsiteY1-64" fmla="*/ 616064 h 848898"/>
                <a:gd name="connsiteX2-65" fmla="*/ 3029632 w 3045074"/>
                <a:gd name="connsiteY2-66" fmla="*/ 2231 h 848898"/>
                <a:gd name="connsiteX3-67" fmla="*/ 2754466 w 3045074"/>
                <a:gd name="connsiteY3-68" fmla="*/ 425564 h 848898"/>
                <a:gd name="connsiteX4-69" fmla="*/ 2747103 w 3045074"/>
                <a:gd name="connsiteY4-70" fmla="*/ 841535 h 848898"/>
                <a:gd name="connsiteX5-71" fmla="*/ 2799 w 3045074"/>
                <a:gd name="connsiteY5-72" fmla="*/ 848898 h 848898"/>
                <a:gd name="connsiteX0-73" fmla="*/ 2979 w 2839117"/>
                <a:gd name="connsiteY0-74" fmla="*/ 630630 h 630630"/>
                <a:gd name="connsiteX1-75" fmla="*/ 2225479 w 2839117"/>
                <a:gd name="connsiteY1-76" fmla="*/ 397796 h 630630"/>
                <a:gd name="connsiteX2-77" fmla="*/ 2808948 w 2839117"/>
                <a:gd name="connsiteY2-78" fmla="*/ 4836 h 630630"/>
                <a:gd name="connsiteX3-79" fmla="*/ 2754646 w 2839117"/>
                <a:gd name="connsiteY3-80" fmla="*/ 207296 h 630630"/>
                <a:gd name="connsiteX4-81" fmla="*/ 2747283 w 2839117"/>
                <a:gd name="connsiteY4-82" fmla="*/ 623267 h 630630"/>
                <a:gd name="connsiteX5-83" fmla="*/ 2979 w 2839117"/>
                <a:gd name="connsiteY5-84" fmla="*/ 630630 h 63063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chemeClr val="bg1"/>
                </a:gs>
                <a:gs pos="100000">
                  <a:schemeClr val="bg1">
                    <a:lumMod val="75000"/>
                  </a:scheme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grpSp>
          <p:nvGrpSpPr>
            <p:cNvPr id="127112" name="Group 197"/>
            <p:cNvGrpSpPr/>
            <p:nvPr/>
          </p:nvGrpSpPr>
          <p:grpSpPr>
            <a:xfrm>
              <a:off x="6031592" y="5137149"/>
              <a:ext cx="2818926" cy="1394721"/>
              <a:chOff x="-999973" y="4042833"/>
              <a:chExt cx="2818926" cy="1394721"/>
            </a:xfrm>
          </p:grpSpPr>
          <p:sp>
            <p:nvSpPr>
              <p:cNvPr id="199" name="Rectangle 198"/>
              <p:cNvSpPr/>
              <p:nvPr/>
            </p:nvSpPr>
            <p:spPr bwMode="auto">
              <a:xfrm>
                <a:off x="-978114" y="4042381"/>
                <a:ext cx="2778018" cy="1344382"/>
              </a:xfrm>
              <a:prstGeom prst="rect">
                <a:avLst/>
              </a:prstGeom>
              <a:solidFill>
                <a:schemeClr val="bg1">
                  <a:lumMod val="75000"/>
                </a:schemeClr>
              </a:solidFill>
              <a:ln w="9525" cap="flat" cmpd="sng" algn="ctr">
                <a:solidFill>
                  <a:schemeClr val="accent6"/>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27114" name="TextBox 199"/>
              <p:cNvSpPr txBox="1"/>
              <p:nvPr/>
            </p:nvSpPr>
            <p:spPr>
              <a:xfrm>
                <a:off x="-999973" y="4360336"/>
                <a:ext cx="1715033" cy="107721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ingress port = 2</a:t>
                </a:r>
              </a:p>
              <a:p>
                <a:pPr marL="0" lvl="0" indent="0">
                  <a:lnSpc>
                    <a:spcPct val="100000"/>
                  </a:lnSpc>
                  <a:spcBef>
                    <a:spcPct val="0"/>
                  </a:spcBef>
                  <a:buClrTx/>
                  <a:buSzTx/>
                  <a:buFontTx/>
                  <a:buNone/>
                </a:pPr>
                <a:r>
                  <a:rPr lang="en-US" altLang="zh-CN" sz="1600">
                    <a:latin typeface="Arial" panose="020B0604020202090204" pitchFamily="34" charset="0"/>
                  </a:rPr>
                  <a:t>IP Dst = 10.2.0.3</a:t>
                </a:r>
              </a:p>
              <a:p>
                <a:pPr marL="0" lvl="0" indent="0">
                  <a:lnSpc>
                    <a:spcPct val="100000"/>
                  </a:lnSpc>
                  <a:spcBef>
                    <a:spcPct val="0"/>
                  </a:spcBef>
                  <a:buClrTx/>
                  <a:buSzTx/>
                  <a:buFontTx/>
                  <a:buNone/>
                </a:pPr>
                <a:r>
                  <a:rPr lang="en-US" altLang="zh-CN" sz="1600">
                    <a:latin typeface="Arial" panose="020B0604020202090204" pitchFamily="34" charset="0"/>
                  </a:rPr>
                  <a:t>ingress port = 2</a:t>
                </a:r>
              </a:p>
              <a:p>
                <a:pPr marL="0" lvl="0" indent="0">
                  <a:lnSpc>
                    <a:spcPct val="100000"/>
                  </a:lnSpc>
                  <a:spcBef>
                    <a:spcPct val="0"/>
                  </a:spcBef>
                  <a:buClrTx/>
                  <a:buSzTx/>
                  <a:buFontTx/>
                  <a:buNone/>
                </a:pPr>
                <a:r>
                  <a:rPr lang="en-US" altLang="zh-CN" sz="1600">
                    <a:latin typeface="Arial" panose="020B0604020202090204" pitchFamily="34" charset="0"/>
                  </a:rPr>
                  <a:t>IP Dst = 10.2.0.4</a:t>
                </a:r>
              </a:p>
            </p:txBody>
          </p:sp>
          <p:sp>
            <p:nvSpPr>
              <p:cNvPr id="127115" name="TextBox 200"/>
              <p:cNvSpPr txBox="1"/>
              <p:nvPr/>
            </p:nvSpPr>
            <p:spPr>
              <a:xfrm>
                <a:off x="671327" y="4474229"/>
                <a:ext cx="1119617"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forward(3)</a:t>
                </a:r>
              </a:p>
            </p:txBody>
          </p:sp>
          <p:cxnSp>
            <p:nvCxnSpPr>
              <p:cNvPr id="127116" name="Straight Connector 201"/>
              <p:cNvCxnSpPr/>
              <p:nvPr/>
            </p:nvCxnSpPr>
            <p:spPr>
              <a:xfrm>
                <a:off x="-994833" y="4402666"/>
                <a:ext cx="2794000" cy="0"/>
              </a:xfrm>
              <a:prstGeom prst="line">
                <a:avLst/>
              </a:prstGeom>
              <a:ln w="9525" cap="flat" cmpd="sng">
                <a:solidFill>
                  <a:schemeClr val="tx1"/>
                </a:solidFill>
                <a:prstDash val="solid"/>
                <a:headEnd type="none" w="med" len="med"/>
                <a:tailEnd type="none" w="med" len="med"/>
              </a:ln>
            </p:spPr>
          </p:cxnSp>
          <p:sp>
            <p:nvSpPr>
              <p:cNvPr id="127117" name="TextBox 202"/>
              <p:cNvSpPr txBox="1"/>
              <p:nvPr/>
            </p:nvSpPr>
            <p:spPr>
              <a:xfrm>
                <a:off x="-674004" y="4051301"/>
                <a:ext cx="743413"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match</a:t>
                </a:r>
              </a:p>
            </p:txBody>
          </p:sp>
          <p:sp>
            <p:nvSpPr>
              <p:cNvPr id="127118" name="TextBox 203"/>
              <p:cNvSpPr txBox="1"/>
              <p:nvPr/>
            </p:nvSpPr>
            <p:spPr>
              <a:xfrm>
                <a:off x="875396" y="4055535"/>
                <a:ext cx="732192"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action</a:t>
                </a:r>
              </a:p>
            </p:txBody>
          </p:sp>
          <p:cxnSp>
            <p:nvCxnSpPr>
              <p:cNvPr id="127119" name="Straight Connector 204"/>
              <p:cNvCxnSpPr/>
              <p:nvPr/>
            </p:nvCxnSpPr>
            <p:spPr>
              <a:xfrm>
                <a:off x="660503" y="4042833"/>
                <a:ext cx="4690" cy="1349464"/>
              </a:xfrm>
              <a:prstGeom prst="line">
                <a:avLst/>
              </a:prstGeom>
              <a:ln w="9525" cap="flat" cmpd="sng">
                <a:solidFill>
                  <a:schemeClr val="tx1"/>
                </a:solidFill>
                <a:prstDash val="solid"/>
                <a:headEnd type="none" w="med" len="med"/>
                <a:tailEnd type="none" w="med" len="med"/>
              </a:ln>
            </p:spPr>
          </p:cxnSp>
          <p:cxnSp>
            <p:nvCxnSpPr>
              <p:cNvPr id="127120" name="Straight Connector 205"/>
              <p:cNvCxnSpPr/>
              <p:nvPr/>
            </p:nvCxnSpPr>
            <p:spPr>
              <a:xfrm>
                <a:off x="-975047" y="4896787"/>
                <a:ext cx="2794000" cy="0"/>
              </a:xfrm>
              <a:prstGeom prst="line">
                <a:avLst/>
              </a:prstGeom>
              <a:ln w="9525" cap="flat" cmpd="sng">
                <a:solidFill>
                  <a:schemeClr val="tx1"/>
                </a:solidFill>
                <a:prstDash val="solid"/>
                <a:headEnd type="none" w="med" len="med"/>
                <a:tailEnd type="none" w="med" len="med"/>
              </a:ln>
            </p:spPr>
          </p:cxnSp>
          <p:sp>
            <p:nvSpPr>
              <p:cNvPr id="127121" name="TextBox 206"/>
              <p:cNvSpPr txBox="1"/>
              <p:nvPr/>
            </p:nvSpPr>
            <p:spPr>
              <a:xfrm>
                <a:off x="670712" y="4973448"/>
                <a:ext cx="1119617"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forward(4)</a:t>
                </a:r>
              </a:p>
            </p:txBody>
          </p:sp>
        </p:grpSp>
      </p:grpSp>
      <p:grpSp>
        <p:nvGrpSpPr>
          <p:cNvPr id="68" name="Group 67"/>
          <p:cNvGrpSpPr/>
          <p:nvPr/>
        </p:nvGrpSpPr>
        <p:grpSpPr>
          <a:xfrm>
            <a:off x="587375" y="4570413"/>
            <a:ext cx="3089275" cy="2001837"/>
            <a:chOff x="587526" y="4569769"/>
            <a:chExt cx="3089750" cy="2002482"/>
          </a:xfrm>
        </p:grpSpPr>
        <p:sp>
          <p:nvSpPr>
            <p:cNvPr id="52" name="Freeform 51"/>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1" fmla="*/ 0 w 3026833"/>
                <a:gd name="connsiteY0-2" fmla="*/ 846667 h 846667"/>
                <a:gd name="connsiteX1-3" fmla="*/ 2222500 w 3026833"/>
                <a:gd name="connsiteY1-4" fmla="*/ 613833 h 846667"/>
                <a:gd name="connsiteX2-5" fmla="*/ 3026833 w 3026833"/>
                <a:gd name="connsiteY2-6" fmla="*/ 0 h 846667"/>
                <a:gd name="connsiteX3-7" fmla="*/ 2751667 w 3026833"/>
                <a:gd name="connsiteY3-8" fmla="*/ 423333 h 846667"/>
                <a:gd name="connsiteX4-9" fmla="*/ 2744304 w 3026833"/>
                <a:gd name="connsiteY4-10" fmla="*/ 839304 h 846667"/>
                <a:gd name="connsiteX5-11" fmla="*/ 0 w 3026833"/>
                <a:gd name="connsiteY5-12" fmla="*/ 846667 h 846667"/>
                <a:gd name="connsiteX0-13" fmla="*/ 0 w 3042275"/>
                <a:gd name="connsiteY0-14" fmla="*/ 848898 h 848898"/>
                <a:gd name="connsiteX1-15" fmla="*/ 2222500 w 3042275"/>
                <a:gd name="connsiteY1-16" fmla="*/ 616064 h 848898"/>
                <a:gd name="connsiteX2-17" fmla="*/ 3026833 w 3042275"/>
                <a:gd name="connsiteY2-18" fmla="*/ 2231 h 848898"/>
                <a:gd name="connsiteX3-19" fmla="*/ 2751667 w 3042275"/>
                <a:gd name="connsiteY3-20" fmla="*/ 425564 h 848898"/>
                <a:gd name="connsiteX4-21" fmla="*/ 2744304 w 3042275"/>
                <a:gd name="connsiteY4-22" fmla="*/ 841535 h 848898"/>
                <a:gd name="connsiteX5-23" fmla="*/ 0 w 3042275"/>
                <a:gd name="connsiteY5-24" fmla="*/ 848898 h 848898"/>
                <a:gd name="connsiteX0-25" fmla="*/ 0 w 3042275"/>
                <a:gd name="connsiteY0-26" fmla="*/ 848898 h 848898"/>
                <a:gd name="connsiteX1-27" fmla="*/ 2222500 w 3042275"/>
                <a:gd name="connsiteY1-28" fmla="*/ 616064 h 848898"/>
                <a:gd name="connsiteX2-29" fmla="*/ 3026833 w 3042275"/>
                <a:gd name="connsiteY2-30" fmla="*/ 2231 h 848898"/>
                <a:gd name="connsiteX3-31" fmla="*/ 2751667 w 3042275"/>
                <a:gd name="connsiteY3-32" fmla="*/ 425564 h 848898"/>
                <a:gd name="connsiteX4-33" fmla="*/ 2744304 w 3042275"/>
                <a:gd name="connsiteY4-34" fmla="*/ 841535 h 848898"/>
                <a:gd name="connsiteX5-35" fmla="*/ 0 w 3042275"/>
                <a:gd name="connsiteY5-36" fmla="*/ 848898 h 848898"/>
                <a:gd name="connsiteX0-37" fmla="*/ 3038 w 3045313"/>
                <a:gd name="connsiteY0-38" fmla="*/ 848898 h 848898"/>
                <a:gd name="connsiteX1-39" fmla="*/ 2225538 w 3045313"/>
                <a:gd name="connsiteY1-40" fmla="*/ 616064 h 848898"/>
                <a:gd name="connsiteX2-41" fmla="*/ 3029871 w 3045313"/>
                <a:gd name="connsiteY2-42" fmla="*/ 2231 h 848898"/>
                <a:gd name="connsiteX3-43" fmla="*/ 2754705 w 3045313"/>
                <a:gd name="connsiteY3-44" fmla="*/ 425564 h 848898"/>
                <a:gd name="connsiteX4-45" fmla="*/ 2747342 w 3045313"/>
                <a:gd name="connsiteY4-46" fmla="*/ 841535 h 848898"/>
                <a:gd name="connsiteX5-47" fmla="*/ 3038 w 3045313"/>
                <a:gd name="connsiteY5-48" fmla="*/ 848898 h 848898"/>
                <a:gd name="connsiteX0-49" fmla="*/ 2799 w 3045074"/>
                <a:gd name="connsiteY0-50" fmla="*/ 848898 h 848898"/>
                <a:gd name="connsiteX1-51" fmla="*/ 2225299 w 3045074"/>
                <a:gd name="connsiteY1-52" fmla="*/ 616064 h 848898"/>
                <a:gd name="connsiteX2-53" fmla="*/ 3029632 w 3045074"/>
                <a:gd name="connsiteY2-54" fmla="*/ 2231 h 848898"/>
                <a:gd name="connsiteX3-55" fmla="*/ 2754466 w 3045074"/>
                <a:gd name="connsiteY3-56" fmla="*/ 425564 h 848898"/>
                <a:gd name="connsiteX4-57" fmla="*/ 2747103 w 3045074"/>
                <a:gd name="connsiteY4-58" fmla="*/ 841535 h 848898"/>
                <a:gd name="connsiteX5-59" fmla="*/ 2799 w 3045074"/>
                <a:gd name="connsiteY5-60" fmla="*/ 848898 h 848898"/>
                <a:gd name="connsiteX0-61" fmla="*/ 2799 w 3045074"/>
                <a:gd name="connsiteY0-62" fmla="*/ 848898 h 848898"/>
                <a:gd name="connsiteX1-63" fmla="*/ 2225299 w 3045074"/>
                <a:gd name="connsiteY1-64" fmla="*/ 616064 h 848898"/>
                <a:gd name="connsiteX2-65" fmla="*/ 3029632 w 3045074"/>
                <a:gd name="connsiteY2-66" fmla="*/ 2231 h 848898"/>
                <a:gd name="connsiteX3-67" fmla="*/ 2754466 w 3045074"/>
                <a:gd name="connsiteY3-68" fmla="*/ 425564 h 848898"/>
                <a:gd name="connsiteX4-69" fmla="*/ 2747103 w 3045074"/>
                <a:gd name="connsiteY4-70" fmla="*/ 841535 h 848898"/>
                <a:gd name="connsiteX5-71" fmla="*/ 2799 w 3045074"/>
                <a:gd name="connsiteY5-72" fmla="*/ 848898 h 848898"/>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chemeClr val="bg1"/>
                </a:gs>
                <a:gs pos="100000">
                  <a:schemeClr val="bg1">
                    <a:lumMod val="75000"/>
                  </a:scheme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grpSp>
          <p:nvGrpSpPr>
            <p:cNvPr id="127103" name="Group 50"/>
            <p:cNvGrpSpPr/>
            <p:nvPr/>
          </p:nvGrpSpPr>
          <p:grpSpPr>
            <a:xfrm>
              <a:off x="587526" y="5408083"/>
              <a:ext cx="2799140" cy="1164168"/>
              <a:chOff x="-999973" y="4042832"/>
              <a:chExt cx="2799140" cy="1164168"/>
            </a:xfrm>
          </p:grpSpPr>
          <p:sp>
            <p:nvSpPr>
              <p:cNvPr id="11" name="Rectangle 10"/>
              <p:cNvSpPr/>
              <p:nvPr/>
            </p:nvSpPr>
            <p:spPr bwMode="auto">
              <a:xfrm>
                <a:off x="-977745" y="4042988"/>
                <a:ext cx="2776965" cy="1164012"/>
              </a:xfrm>
              <a:prstGeom prst="rect">
                <a:avLst/>
              </a:prstGeom>
              <a:solidFill>
                <a:schemeClr val="bg1">
                  <a:lumMod val="75000"/>
                </a:schemeClr>
              </a:solidFill>
              <a:ln w="9525" cap="flat" cmpd="sng" algn="ctr">
                <a:solidFill>
                  <a:schemeClr val="accent6"/>
                </a:solidFill>
                <a:prstDash val="solid"/>
                <a:round/>
                <a:headEnd type="none" w="med" len="med"/>
                <a:tailEnd type="none" w="med" len="med"/>
              </a:ln>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0"/>
                  <a:cs typeface="MS PGothic" charset="0"/>
                </a:endParaRPr>
              </a:p>
            </p:txBody>
          </p:sp>
          <p:sp>
            <p:nvSpPr>
              <p:cNvPr id="127105" name="TextBox 8"/>
              <p:cNvSpPr txBox="1"/>
              <p:nvPr/>
            </p:nvSpPr>
            <p:spPr>
              <a:xfrm>
                <a:off x="-999973" y="4360336"/>
                <a:ext cx="1646504" cy="83099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ingress port = 1</a:t>
                </a:r>
              </a:p>
              <a:p>
                <a:pPr marL="0" lvl="0" indent="0">
                  <a:lnSpc>
                    <a:spcPct val="100000"/>
                  </a:lnSpc>
                  <a:spcBef>
                    <a:spcPct val="0"/>
                  </a:spcBef>
                  <a:buClrTx/>
                  <a:buSzTx/>
                  <a:buFontTx/>
                  <a:buNone/>
                </a:pPr>
                <a:r>
                  <a:rPr lang="en-US" altLang="zh-CN" sz="1600">
                    <a:latin typeface="Arial" panose="020B0604020202090204" pitchFamily="34" charset="0"/>
                  </a:rPr>
                  <a:t>IP Src = 10.3.*.*</a:t>
                </a:r>
              </a:p>
              <a:p>
                <a:pPr marL="0" lvl="0" indent="0">
                  <a:lnSpc>
                    <a:spcPct val="100000"/>
                  </a:lnSpc>
                  <a:spcBef>
                    <a:spcPct val="0"/>
                  </a:spcBef>
                  <a:buClrTx/>
                  <a:buSzTx/>
                  <a:buFontTx/>
                  <a:buNone/>
                </a:pPr>
                <a:r>
                  <a:rPr lang="en-US" altLang="zh-CN" sz="1600">
                    <a:latin typeface="Arial" panose="020B0604020202090204" pitchFamily="34" charset="0"/>
                  </a:rPr>
                  <a:t>IP Dst = 10.2.*.*</a:t>
                </a:r>
              </a:p>
            </p:txBody>
          </p:sp>
          <p:sp>
            <p:nvSpPr>
              <p:cNvPr id="127106" name="TextBox 183"/>
              <p:cNvSpPr txBox="1"/>
              <p:nvPr/>
            </p:nvSpPr>
            <p:spPr>
              <a:xfrm>
                <a:off x="676427" y="4576235"/>
                <a:ext cx="1119617"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forward(4)</a:t>
                </a:r>
              </a:p>
            </p:txBody>
          </p:sp>
          <p:cxnSp>
            <p:nvCxnSpPr>
              <p:cNvPr id="127107" name="Straight Connector 14"/>
              <p:cNvCxnSpPr/>
              <p:nvPr/>
            </p:nvCxnSpPr>
            <p:spPr>
              <a:xfrm>
                <a:off x="-994833" y="4402666"/>
                <a:ext cx="2794000" cy="0"/>
              </a:xfrm>
              <a:prstGeom prst="line">
                <a:avLst/>
              </a:prstGeom>
              <a:ln w="9525" cap="flat" cmpd="sng">
                <a:solidFill>
                  <a:schemeClr val="tx1"/>
                </a:solidFill>
                <a:prstDash val="solid"/>
                <a:headEnd type="none" w="med" len="med"/>
                <a:tailEnd type="none" w="med" len="med"/>
              </a:ln>
            </p:spPr>
          </p:cxnSp>
          <p:sp>
            <p:nvSpPr>
              <p:cNvPr id="127108" name="TextBox 185"/>
              <p:cNvSpPr txBox="1"/>
              <p:nvPr/>
            </p:nvSpPr>
            <p:spPr>
              <a:xfrm>
                <a:off x="-674004" y="4051301"/>
                <a:ext cx="743413"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match</a:t>
                </a:r>
              </a:p>
            </p:txBody>
          </p:sp>
          <p:sp>
            <p:nvSpPr>
              <p:cNvPr id="127109" name="TextBox 186"/>
              <p:cNvSpPr txBox="1"/>
              <p:nvPr/>
            </p:nvSpPr>
            <p:spPr>
              <a:xfrm>
                <a:off x="875396" y="4055535"/>
                <a:ext cx="732192" cy="338554"/>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600">
                    <a:latin typeface="Arial" panose="020B0604020202090204" pitchFamily="34" charset="0"/>
                  </a:rPr>
                  <a:t>action</a:t>
                </a:r>
              </a:p>
            </p:txBody>
          </p:sp>
          <p:cxnSp>
            <p:nvCxnSpPr>
              <p:cNvPr id="127110" name="Straight Connector 187"/>
              <p:cNvCxnSpPr/>
              <p:nvPr/>
            </p:nvCxnSpPr>
            <p:spPr>
              <a:xfrm>
                <a:off x="634998" y="4042833"/>
                <a:ext cx="0" cy="1164167"/>
              </a:xfrm>
              <a:prstGeom prst="line">
                <a:avLst/>
              </a:prstGeom>
              <a:ln w="9525" cap="flat" cmpd="sng">
                <a:solidFill>
                  <a:schemeClr val="tx1"/>
                </a:solidFill>
                <a:prstDash val="solid"/>
                <a:headEnd type="none" w="med" len="med"/>
                <a:tailEnd type="none" w="med" len="med"/>
              </a:ln>
            </p:spPr>
          </p:cxnSp>
        </p:grpSp>
      </p:grpSp>
      <p:pic>
        <p:nvPicPr>
          <p:cNvPr id="126980" name="Picture 12" descr="underline_base"/>
          <p:cNvPicPr/>
          <p:nvPr/>
        </p:nvPicPr>
        <p:blipFill>
          <a:blip r:embed="rId3"/>
          <a:stretch>
            <a:fillRect/>
          </a:stretch>
        </p:blipFill>
        <p:spPr>
          <a:xfrm>
            <a:off x="600075" y="808038"/>
            <a:ext cx="4459288" cy="144462"/>
          </a:xfrm>
          <a:prstGeom prst="rect">
            <a:avLst/>
          </a:prstGeom>
          <a:noFill/>
          <a:ln w="9525">
            <a:noFill/>
          </a:ln>
        </p:spPr>
      </p:pic>
      <p:sp>
        <p:nvSpPr>
          <p:cNvPr id="126981" name="Title 1"/>
          <p:cNvSpPr>
            <a:spLocks noGrp="1"/>
          </p:cNvSpPr>
          <p:nvPr>
            <p:ph type="title"/>
          </p:nvPr>
        </p:nvSpPr>
        <p:spPr>
          <a:xfrm>
            <a:off x="533400" y="-1587"/>
            <a:ext cx="7772400" cy="1143000"/>
          </a:xfrm>
        </p:spPr>
        <p:txBody>
          <a:bodyPr vert="horz" wrap="square" lIns="91440" tIns="45720" rIns="91440" bIns="45720" anchor="ctr" anchorCtr="0"/>
          <a:lstStyle/>
          <a:p>
            <a:r>
              <a:rPr lang="en-US" altLang="zh-CN">
                <a:latin typeface="Calibri" charset="0"/>
              </a:rPr>
              <a:t>OpenFlow example</a:t>
            </a:r>
          </a:p>
        </p:txBody>
      </p:sp>
      <p:cxnSp>
        <p:nvCxnSpPr>
          <p:cNvPr id="126982" name="Straight Connector 13"/>
          <p:cNvCxnSpPr/>
          <p:nvPr/>
        </p:nvCxnSpPr>
        <p:spPr>
          <a:xfrm>
            <a:off x="3760788" y="2562225"/>
            <a:ext cx="2157412" cy="1846263"/>
          </a:xfrm>
          <a:prstGeom prst="line">
            <a:avLst/>
          </a:prstGeom>
          <a:ln w="9525" cap="flat" cmpd="sng">
            <a:solidFill>
              <a:schemeClr val="tx1"/>
            </a:solidFill>
            <a:prstDash val="solid"/>
            <a:headEnd type="none" w="med" len="med"/>
            <a:tailEnd type="none" w="med" len="med"/>
          </a:ln>
        </p:spPr>
      </p:cxnSp>
      <p:cxnSp>
        <p:nvCxnSpPr>
          <p:cNvPr id="126983" name="Straight Connector 11"/>
          <p:cNvCxnSpPr/>
          <p:nvPr/>
        </p:nvCxnSpPr>
        <p:spPr>
          <a:xfrm>
            <a:off x="4040188" y="4497388"/>
            <a:ext cx="2046287" cy="0"/>
          </a:xfrm>
          <a:prstGeom prst="line">
            <a:avLst/>
          </a:prstGeom>
          <a:ln w="9525" cap="flat" cmpd="sng">
            <a:solidFill>
              <a:schemeClr val="tx1"/>
            </a:solidFill>
            <a:prstDash val="solid"/>
            <a:headEnd type="none" w="med" len="med"/>
            <a:tailEnd type="none" w="med" len="med"/>
          </a:ln>
        </p:spPr>
      </p:cxnSp>
      <p:cxnSp>
        <p:nvCxnSpPr>
          <p:cNvPr id="126984" name="Straight Connector 6"/>
          <p:cNvCxnSpPr/>
          <p:nvPr/>
        </p:nvCxnSpPr>
        <p:spPr>
          <a:xfrm>
            <a:off x="3841750" y="2690813"/>
            <a:ext cx="0" cy="1574800"/>
          </a:xfrm>
          <a:prstGeom prst="line">
            <a:avLst/>
          </a:prstGeom>
          <a:ln w="9525" cap="flat" cmpd="sng">
            <a:solidFill>
              <a:schemeClr val="tx1"/>
            </a:solidFill>
            <a:prstDash val="solid"/>
            <a:headEnd type="none" w="med" len="med"/>
            <a:tailEnd type="none" w="med" len="med"/>
          </a:ln>
        </p:spPr>
      </p:cxnSp>
      <p:cxnSp>
        <p:nvCxnSpPr>
          <p:cNvPr id="126985" name="Straight Connector 64"/>
          <p:cNvCxnSpPr/>
          <p:nvPr/>
        </p:nvCxnSpPr>
        <p:spPr>
          <a:xfrm flipH="1">
            <a:off x="3962400" y="3154363"/>
            <a:ext cx="1477963" cy="1311275"/>
          </a:xfrm>
          <a:prstGeom prst="line">
            <a:avLst/>
          </a:prstGeom>
          <a:ln w="12700" cap="flat" cmpd="sng">
            <a:solidFill>
              <a:srgbClr val="CC0000">
                <a:alpha val="50195"/>
              </a:srgbClr>
            </a:solidFill>
            <a:prstDash val="dash"/>
            <a:headEnd type="none" w="med" len="med"/>
            <a:tailEnd type="none" w="med" len="med"/>
          </a:ln>
        </p:spPr>
      </p:cxnSp>
      <p:cxnSp>
        <p:nvCxnSpPr>
          <p:cNvPr id="58" name="Straight Connector 57"/>
          <p:cNvCxnSpPr/>
          <p:nvPr/>
        </p:nvCxnSpPr>
        <p:spPr>
          <a:xfrm flipH="1" flipV="1">
            <a:off x="3910013" y="4567238"/>
            <a:ext cx="6350" cy="6572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 name="Straight Connector 7"/>
          <p:cNvCxnSpPr/>
          <p:nvPr/>
        </p:nvCxnSpPr>
        <p:spPr>
          <a:xfrm>
            <a:off x="2954338" y="4524375"/>
            <a:ext cx="531813" cy="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26988" name="Group 44"/>
          <p:cNvGrpSpPr/>
          <p:nvPr/>
        </p:nvGrpSpPr>
        <p:grpSpPr>
          <a:xfrm>
            <a:off x="2355850" y="4043363"/>
            <a:ext cx="757238" cy="628650"/>
            <a:chOff x="-44" y="1473"/>
            <a:chExt cx="981" cy="1105"/>
          </a:xfrm>
        </p:grpSpPr>
        <p:pic>
          <p:nvPicPr>
            <p:cNvPr id="127100" name="Picture 45" descr="desktop_computer_stylized_medium"/>
            <p:cNvPicPr>
              <a:picLocks noChangeAspect="1"/>
            </p:cNvPicPr>
            <p:nvPr/>
          </p:nvPicPr>
          <p:blipFill>
            <a:blip r:embed="rId4"/>
            <a:stretch>
              <a:fillRect/>
            </a:stretch>
          </p:blipFill>
          <p:spPr>
            <a:xfrm flipH="1">
              <a:off x="-44" y="1473"/>
              <a:ext cx="981" cy="1105"/>
            </a:xfrm>
            <a:prstGeom prst="rect">
              <a:avLst/>
            </a:prstGeom>
            <a:noFill/>
            <a:ln w="9525">
              <a:noFill/>
            </a:ln>
          </p:spPr>
        </p:pic>
        <p:sp>
          <p:nvSpPr>
            <p:cNvPr id="127101" name="Freeform 46"/>
            <p:cNvSpPr/>
            <p:nvPr/>
          </p:nvSpPr>
          <p:spPr>
            <a:xfrm flipH="1">
              <a:off x="374" y="1579"/>
              <a:ext cx="477" cy="506"/>
            </a:xfrm>
            <a:custGeom>
              <a:avLst/>
              <a:gdLst/>
              <a:ahLst/>
              <a:cxnLst>
                <a:cxn ang="0">
                  <a:pos x="0" y="0"/>
                </a:cxn>
                <a:cxn ang="0">
                  <a:pos x="10045" y="645"/>
                </a:cxn>
                <a:cxn ang="0">
                  <a:pos x="11917" y="13448"/>
                </a:cxn>
                <a:cxn ang="0">
                  <a:pos x="2626" y="1681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26989" name="Group 44"/>
          <p:cNvGrpSpPr/>
          <p:nvPr/>
        </p:nvGrpSpPr>
        <p:grpSpPr>
          <a:xfrm>
            <a:off x="3419475" y="4892675"/>
            <a:ext cx="757238" cy="628650"/>
            <a:chOff x="188" y="1473"/>
            <a:chExt cx="981" cy="1105"/>
          </a:xfrm>
        </p:grpSpPr>
        <p:pic>
          <p:nvPicPr>
            <p:cNvPr id="127098" name="Picture 45" descr="desktop_computer_stylized_medium"/>
            <p:cNvPicPr>
              <a:picLocks noChangeAspect="1"/>
            </p:cNvPicPr>
            <p:nvPr/>
          </p:nvPicPr>
          <p:blipFill>
            <a:blip r:embed="rId4"/>
            <a:stretch>
              <a:fillRect/>
            </a:stretch>
          </p:blipFill>
          <p:spPr>
            <a:xfrm flipH="1">
              <a:off x="188" y="1473"/>
              <a:ext cx="981" cy="1105"/>
            </a:xfrm>
            <a:prstGeom prst="rect">
              <a:avLst/>
            </a:prstGeom>
            <a:noFill/>
            <a:ln w="9525">
              <a:noFill/>
            </a:ln>
          </p:spPr>
        </p:pic>
        <p:sp>
          <p:nvSpPr>
            <p:cNvPr id="127099" name="Freeform 46"/>
            <p:cNvSpPr/>
            <p:nvPr/>
          </p:nvSpPr>
          <p:spPr>
            <a:xfrm flipH="1">
              <a:off x="598" y="1587"/>
              <a:ext cx="477" cy="506"/>
            </a:xfrm>
            <a:custGeom>
              <a:avLst/>
              <a:gdLst/>
              <a:ahLst/>
              <a:cxnLst>
                <a:cxn ang="0">
                  <a:pos x="0" y="0"/>
                </a:cxn>
                <a:cxn ang="0">
                  <a:pos x="10045" y="645"/>
                </a:cxn>
                <a:cxn ang="0">
                  <a:pos x="11917" y="13448"/>
                </a:cxn>
                <a:cxn ang="0">
                  <a:pos x="2626" y="1681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sp>
        <p:nvSpPr>
          <p:cNvPr id="126990" name="TextBox 9"/>
          <p:cNvSpPr txBox="1"/>
          <p:nvPr/>
        </p:nvSpPr>
        <p:spPr>
          <a:xfrm>
            <a:off x="2500313" y="4548188"/>
            <a:ext cx="833437" cy="7381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Host h1</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10.1.0.1</a:t>
            </a:r>
          </a:p>
          <a:p>
            <a:pPr marL="0" lvl="0" indent="0" algn="ctr">
              <a:lnSpc>
                <a:spcPct val="100000"/>
              </a:lnSpc>
              <a:spcBef>
                <a:spcPct val="0"/>
              </a:spcBef>
              <a:buClrTx/>
              <a:buSzTx/>
              <a:buFontTx/>
              <a:buNone/>
            </a:pPr>
            <a:endParaRPr lang="en-US" altLang="zh-CN" sz="1400">
              <a:latin typeface="Arial" panose="020B0604020202090204" pitchFamily="34" charset="0"/>
              <a:ea typeface="Arial" panose="020B0604020202090204" pitchFamily="34" charset="0"/>
            </a:endParaRPr>
          </a:p>
        </p:txBody>
      </p:sp>
      <p:sp>
        <p:nvSpPr>
          <p:cNvPr id="126991" name="TextBox 58"/>
          <p:cNvSpPr txBox="1"/>
          <p:nvPr/>
        </p:nvSpPr>
        <p:spPr>
          <a:xfrm>
            <a:off x="4102100" y="4949825"/>
            <a:ext cx="833438" cy="8001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Host h2</a:t>
            </a:r>
          </a:p>
          <a:p>
            <a:pPr marL="0" lvl="0" indent="0">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10.1.0.2</a:t>
            </a:r>
          </a:p>
          <a:p>
            <a:pPr marL="0" lvl="0" indent="0">
              <a:lnSpc>
                <a:spcPct val="100000"/>
              </a:lnSpc>
              <a:spcBef>
                <a:spcPct val="0"/>
              </a:spcBef>
              <a:buClrTx/>
              <a:buSzTx/>
              <a:buFontTx/>
              <a:buNone/>
            </a:pPr>
            <a:endParaRPr lang="en-US" altLang="zh-CN" sz="1800">
              <a:latin typeface="Arial" panose="020B0604020202090204" pitchFamily="34" charset="0"/>
              <a:ea typeface="Arial" panose="020B0604020202090204" pitchFamily="34" charset="0"/>
            </a:endParaRPr>
          </a:p>
        </p:txBody>
      </p:sp>
      <p:cxnSp>
        <p:nvCxnSpPr>
          <p:cNvPr id="66" name="Straight Connector 65"/>
          <p:cNvCxnSpPr/>
          <p:nvPr/>
        </p:nvCxnSpPr>
        <p:spPr>
          <a:xfrm flipV="1">
            <a:off x="5608638" y="4568825"/>
            <a:ext cx="306388" cy="49053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a:off x="6362700" y="4448175"/>
            <a:ext cx="531813" cy="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26994" name="Group 44"/>
          <p:cNvGrpSpPr/>
          <p:nvPr/>
        </p:nvGrpSpPr>
        <p:grpSpPr>
          <a:xfrm>
            <a:off x="6569075" y="4221163"/>
            <a:ext cx="757238" cy="628650"/>
            <a:chOff x="-44" y="1473"/>
            <a:chExt cx="981" cy="1105"/>
          </a:xfrm>
        </p:grpSpPr>
        <p:pic>
          <p:nvPicPr>
            <p:cNvPr id="127096" name="Picture 45" descr="desktop_computer_stylized_medium"/>
            <p:cNvPicPr>
              <a:picLocks noChangeAspect="1"/>
            </p:cNvPicPr>
            <p:nvPr/>
          </p:nvPicPr>
          <p:blipFill>
            <a:blip r:embed="rId4"/>
            <a:stretch>
              <a:fillRect/>
            </a:stretch>
          </p:blipFill>
          <p:spPr>
            <a:xfrm flipH="1">
              <a:off x="-44" y="1473"/>
              <a:ext cx="981" cy="1105"/>
            </a:xfrm>
            <a:prstGeom prst="rect">
              <a:avLst/>
            </a:prstGeom>
            <a:noFill/>
            <a:ln w="9525">
              <a:noFill/>
            </a:ln>
          </p:spPr>
        </p:pic>
        <p:sp>
          <p:nvSpPr>
            <p:cNvPr id="127097" name="Freeform 46"/>
            <p:cNvSpPr/>
            <p:nvPr/>
          </p:nvSpPr>
          <p:spPr>
            <a:xfrm flipH="1">
              <a:off x="374" y="1579"/>
              <a:ext cx="477" cy="506"/>
            </a:xfrm>
            <a:custGeom>
              <a:avLst/>
              <a:gdLst/>
              <a:ahLst/>
              <a:cxnLst>
                <a:cxn ang="0">
                  <a:pos x="0" y="0"/>
                </a:cxn>
                <a:cxn ang="0">
                  <a:pos x="10045" y="645"/>
                </a:cxn>
                <a:cxn ang="0">
                  <a:pos x="11917" y="13448"/>
                </a:cxn>
                <a:cxn ang="0">
                  <a:pos x="2626" y="1681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26995" name="Group 44"/>
          <p:cNvGrpSpPr/>
          <p:nvPr/>
        </p:nvGrpSpPr>
        <p:grpSpPr>
          <a:xfrm>
            <a:off x="5091113" y="4835525"/>
            <a:ext cx="757237" cy="628650"/>
            <a:chOff x="-44" y="1473"/>
            <a:chExt cx="981" cy="1105"/>
          </a:xfrm>
        </p:grpSpPr>
        <p:pic>
          <p:nvPicPr>
            <p:cNvPr id="127094" name="Picture 45" descr="desktop_computer_stylized_medium"/>
            <p:cNvPicPr>
              <a:picLocks noChangeAspect="1"/>
            </p:cNvPicPr>
            <p:nvPr/>
          </p:nvPicPr>
          <p:blipFill>
            <a:blip r:embed="rId4"/>
            <a:stretch>
              <a:fillRect/>
            </a:stretch>
          </p:blipFill>
          <p:spPr>
            <a:xfrm flipH="1">
              <a:off x="-44" y="1473"/>
              <a:ext cx="981" cy="1105"/>
            </a:xfrm>
            <a:prstGeom prst="rect">
              <a:avLst/>
            </a:prstGeom>
            <a:noFill/>
            <a:ln w="9525">
              <a:noFill/>
            </a:ln>
          </p:spPr>
        </p:pic>
        <p:sp>
          <p:nvSpPr>
            <p:cNvPr id="127095" name="Freeform 46"/>
            <p:cNvSpPr/>
            <p:nvPr/>
          </p:nvSpPr>
          <p:spPr>
            <a:xfrm flipH="1">
              <a:off x="374" y="1579"/>
              <a:ext cx="477" cy="506"/>
            </a:xfrm>
            <a:custGeom>
              <a:avLst/>
              <a:gdLst/>
              <a:ahLst/>
              <a:cxnLst>
                <a:cxn ang="0">
                  <a:pos x="0" y="0"/>
                </a:cxn>
                <a:cxn ang="0">
                  <a:pos x="10045" y="645"/>
                </a:cxn>
                <a:cxn ang="0">
                  <a:pos x="11917" y="13448"/>
                </a:cxn>
                <a:cxn ang="0">
                  <a:pos x="2626" y="1681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sp>
        <p:nvSpPr>
          <p:cNvPr id="126996" name="TextBox 70"/>
          <p:cNvSpPr txBox="1"/>
          <p:nvPr/>
        </p:nvSpPr>
        <p:spPr>
          <a:xfrm>
            <a:off x="7327900" y="4249738"/>
            <a:ext cx="833438" cy="8001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Host h4</a:t>
            </a:r>
          </a:p>
          <a:p>
            <a:pPr marL="0" lvl="0" indent="0">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10.2.0.4</a:t>
            </a:r>
          </a:p>
          <a:p>
            <a:pPr marL="0" lvl="0" indent="0">
              <a:lnSpc>
                <a:spcPct val="100000"/>
              </a:lnSpc>
              <a:spcBef>
                <a:spcPct val="0"/>
              </a:spcBef>
              <a:buClrTx/>
              <a:buSzTx/>
              <a:buFontTx/>
              <a:buNone/>
            </a:pPr>
            <a:endParaRPr lang="en-US" altLang="zh-CN" sz="1800">
              <a:latin typeface="Arial" panose="020B0604020202090204" pitchFamily="34" charset="0"/>
              <a:ea typeface="Arial" panose="020B0604020202090204" pitchFamily="34" charset="0"/>
            </a:endParaRPr>
          </a:p>
        </p:txBody>
      </p:sp>
      <p:sp>
        <p:nvSpPr>
          <p:cNvPr id="126997" name="TextBox 71"/>
          <p:cNvSpPr txBox="1"/>
          <p:nvPr/>
        </p:nvSpPr>
        <p:spPr>
          <a:xfrm>
            <a:off x="4981575" y="5389563"/>
            <a:ext cx="833438" cy="800100"/>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Host h3</a:t>
            </a:r>
          </a:p>
          <a:p>
            <a:pPr marL="0" lvl="0" indent="0">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10.2.0.3</a:t>
            </a:r>
          </a:p>
          <a:p>
            <a:pPr marL="0" lvl="0" indent="0">
              <a:lnSpc>
                <a:spcPct val="100000"/>
              </a:lnSpc>
              <a:spcBef>
                <a:spcPct val="0"/>
              </a:spcBef>
              <a:buClrTx/>
              <a:buSzTx/>
              <a:buFontTx/>
              <a:buNone/>
            </a:pPr>
            <a:endParaRPr lang="en-US" altLang="zh-CN" sz="1800">
              <a:latin typeface="Arial" panose="020B0604020202090204" pitchFamily="34" charset="0"/>
              <a:ea typeface="Arial" panose="020B0604020202090204" pitchFamily="34" charset="0"/>
            </a:endParaRPr>
          </a:p>
        </p:txBody>
      </p:sp>
      <p:cxnSp>
        <p:nvCxnSpPr>
          <p:cNvPr id="78" name="Straight Connector 77"/>
          <p:cNvCxnSpPr/>
          <p:nvPr/>
        </p:nvCxnSpPr>
        <p:spPr>
          <a:xfrm>
            <a:off x="2965450" y="2681288"/>
            <a:ext cx="706438" cy="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p:cNvCxnSpPr/>
          <p:nvPr/>
        </p:nvCxnSpPr>
        <p:spPr>
          <a:xfrm flipV="1">
            <a:off x="3943350" y="2014538"/>
            <a:ext cx="0" cy="47466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27000" name="Group 44"/>
          <p:cNvGrpSpPr/>
          <p:nvPr/>
        </p:nvGrpSpPr>
        <p:grpSpPr>
          <a:xfrm>
            <a:off x="3462338" y="1622425"/>
            <a:ext cx="757237" cy="628650"/>
            <a:chOff x="-44" y="1473"/>
            <a:chExt cx="981" cy="1105"/>
          </a:xfrm>
        </p:grpSpPr>
        <p:pic>
          <p:nvPicPr>
            <p:cNvPr id="127092" name="Picture 45" descr="desktop_computer_stylized_medium"/>
            <p:cNvPicPr>
              <a:picLocks noChangeAspect="1"/>
            </p:cNvPicPr>
            <p:nvPr/>
          </p:nvPicPr>
          <p:blipFill>
            <a:blip r:embed="rId4"/>
            <a:stretch>
              <a:fillRect/>
            </a:stretch>
          </p:blipFill>
          <p:spPr>
            <a:xfrm flipH="1">
              <a:off x="-44" y="1473"/>
              <a:ext cx="981" cy="1105"/>
            </a:xfrm>
            <a:prstGeom prst="rect">
              <a:avLst/>
            </a:prstGeom>
            <a:noFill/>
            <a:ln w="9525">
              <a:noFill/>
            </a:ln>
          </p:spPr>
        </p:pic>
        <p:sp>
          <p:nvSpPr>
            <p:cNvPr id="127093" name="Freeform 46"/>
            <p:cNvSpPr/>
            <p:nvPr/>
          </p:nvSpPr>
          <p:spPr>
            <a:xfrm flipH="1">
              <a:off x="374" y="1579"/>
              <a:ext cx="477" cy="506"/>
            </a:xfrm>
            <a:custGeom>
              <a:avLst/>
              <a:gdLst/>
              <a:ahLst/>
              <a:cxnLst>
                <a:cxn ang="0">
                  <a:pos x="0" y="0"/>
                </a:cxn>
                <a:cxn ang="0">
                  <a:pos x="10045" y="645"/>
                </a:cxn>
                <a:cxn ang="0">
                  <a:pos x="11917" y="13448"/>
                </a:cxn>
                <a:cxn ang="0">
                  <a:pos x="2626" y="1681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grpSp>
        <p:nvGrpSpPr>
          <p:cNvPr id="127001" name="Group 44"/>
          <p:cNvGrpSpPr/>
          <p:nvPr/>
        </p:nvGrpSpPr>
        <p:grpSpPr>
          <a:xfrm>
            <a:off x="2408238" y="2455863"/>
            <a:ext cx="757237" cy="628650"/>
            <a:chOff x="-44" y="1473"/>
            <a:chExt cx="981" cy="1105"/>
          </a:xfrm>
        </p:grpSpPr>
        <p:pic>
          <p:nvPicPr>
            <p:cNvPr id="127090" name="Picture 45" descr="desktop_computer_stylized_medium"/>
            <p:cNvPicPr>
              <a:picLocks noChangeAspect="1"/>
            </p:cNvPicPr>
            <p:nvPr/>
          </p:nvPicPr>
          <p:blipFill>
            <a:blip r:embed="rId4"/>
            <a:stretch>
              <a:fillRect/>
            </a:stretch>
          </p:blipFill>
          <p:spPr>
            <a:xfrm flipH="1">
              <a:off x="-44" y="1473"/>
              <a:ext cx="981" cy="1105"/>
            </a:xfrm>
            <a:prstGeom prst="rect">
              <a:avLst/>
            </a:prstGeom>
            <a:noFill/>
            <a:ln w="9525">
              <a:noFill/>
            </a:ln>
          </p:spPr>
        </p:pic>
        <p:sp>
          <p:nvSpPr>
            <p:cNvPr id="127091" name="Freeform 46"/>
            <p:cNvSpPr/>
            <p:nvPr/>
          </p:nvSpPr>
          <p:spPr>
            <a:xfrm flipH="1">
              <a:off x="374" y="1579"/>
              <a:ext cx="477" cy="506"/>
            </a:xfrm>
            <a:custGeom>
              <a:avLst/>
              <a:gdLst/>
              <a:ahLst/>
              <a:cxnLst>
                <a:cxn ang="0">
                  <a:pos x="0" y="0"/>
                </a:cxn>
                <a:cxn ang="0">
                  <a:pos x="10045" y="645"/>
                </a:cxn>
                <a:cxn ang="0">
                  <a:pos x="11917" y="13448"/>
                </a:cxn>
                <a:cxn ang="0">
                  <a:pos x="2626" y="16818"/>
                </a:cxn>
                <a:cxn ang="0">
                  <a:pos x="0" y="0"/>
                </a:cxn>
              </a:cxnLst>
              <a:rect l="0" t="0" r="0" b="0"/>
              <a:pathLst>
                <a:path w="356" h="368">
                  <a:moveTo>
                    <a:pt x="0" y="0"/>
                  </a:moveTo>
                  <a:lnTo>
                    <a:pt x="300" y="14"/>
                  </a:lnTo>
                  <a:lnTo>
                    <a:pt x="356" y="294"/>
                  </a:lnTo>
                  <a:lnTo>
                    <a:pt x="78" y="368"/>
                  </a:lnTo>
                  <a:lnTo>
                    <a:pt x="0" y="0"/>
                  </a:lnTo>
                  <a:close/>
                </a:path>
              </a:pathLst>
            </a:custGeom>
            <a:gradFill rotWithShape="1">
              <a:gsLst>
                <a:gs pos="0">
                  <a:srgbClr val="000099">
                    <a:alpha val="100000"/>
                  </a:srgbClr>
                </a:gs>
                <a:gs pos="100000">
                  <a:schemeClr val="bg1">
                    <a:alpha val="100000"/>
                  </a:schemeClr>
                </a:gs>
              </a:gsLst>
              <a:lin ang="2700000" scaled="1"/>
              <a:tileRect/>
            </a:gradFill>
            <a:ln w="9525">
              <a:noFill/>
            </a:ln>
          </p:spPr>
          <p:txBody>
            <a:bodyPr/>
            <a:lstStyle/>
            <a:p>
              <a:endParaRPr lang="zh-CN" altLang="en-US"/>
            </a:p>
          </p:txBody>
        </p:sp>
      </p:grpSp>
      <p:sp>
        <p:nvSpPr>
          <p:cNvPr id="127002" name="TextBox 83"/>
          <p:cNvSpPr txBox="1"/>
          <p:nvPr/>
        </p:nvSpPr>
        <p:spPr>
          <a:xfrm>
            <a:off x="2497138" y="2959100"/>
            <a:ext cx="833437" cy="523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Host h5</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10.3.0.5</a:t>
            </a:r>
            <a:endParaRPr lang="en-US" altLang="zh-CN" sz="1400">
              <a:latin typeface="Arial" panose="020B0604020202090204" pitchFamily="34" charset="0"/>
              <a:ea typeface="Arial" panose="020B0604020202090204" pitchFamily="34" charset="0"/>
            </a:endParaRPr>
          </a:p>
        </p:txBody>
      </p:sp>
      <p:sp>
        <p:nvSpPr>
          <p:cNvPr id="127003" name="TextBox 92"/>
          <p:cNvSpPr txBox="1"/>
          <p:nvPr/>
        </p:nvSpPr>
        <p:spPr>
          <a:xfrm>
            <a:off x="3905250" y="3949700"/>
            <a:ext cx="428625" cy="36988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cs typeface="Arial" panose="020B0604020202090204" pitchFamily="34" charset="0"/>
              </a:rPr>
              <a:t>s1</a:t>
            </a:r>
            <a:endParaRPr lang="en-US" altLang="zh-CN" sz="1800">
              <a:latin typeface="Arial" panose="020B0604020202090204" pitchFamily="34" charset="0"/>
              <a:ea typeface="Arial" panose="020B0604020202090204" pitchFamily="34" charset="0"/>
            </a:endParaRPr>
          </a:p>
        </p:txBody>
      </p:sp>
      <p:sp>
        <p:nvSpPr>
          <p:cNvPr id="127004" name="TextBox 93"/>
          <p:cNvSpPr txBox="1"/>
          <p:nvPr/>
        </p:nvSpPr>
        <p:spPr>
          <a:xfrm>
            <a:off x="6065838" y="3976688"/>
            <a:ext cx="428625" cy="369887"/>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cs typeface="Arial" panose="020B0604020202090204" pitchFamily="34" charset="0"/>
              </a:rPr>
              <a:t>s2</a:t>
            </a:r>
            <a:endParaRPr lang="en-US" altLang="zh-CN" sz="1800">
              <a:latin typeface="Arial" panose="020B0604020202090204" pitchFamily="34" charset="0"/>
              <a:ea typeface="Arial" panose="020B0604020202090204" pitchFamily="34" charset="0"/>
            </a:endParaRPr>
          </a:p>
        </p:txBody>
      </p:sp>
      <p:sp>
        <p:nvSpPr>
          <p:cNvPr id="127005" name="TextBox 94"/>
          <p:cNvSpPr txBox="1"/>
          <p:nvPr/>
        </p:nvSpPr>
        <p:spPr>
          <a:xfrm>
            <a:off x="4122738" y="2168525"/>
            <a:ext cx="428625" cy="369888"/>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800">
                <a:latin typeface="Arial" panose="020B0604020202090204" pitchFamily="34" charset="0"/>
                <a:cs typeface="Arial" panose="020B0604020202090204" pitchFamily="34" charset="0"/>
              </a:rPr>
              <a:t>s3</a:t>
            </a:r>
            <a:endParaRPr lang="en-US" altLang="zh-CN" sz="1800">
              <a:latin typeface="Arial" panose="020B0604020202090204" pitchFamily="34" charset="0"/>
              <a:ea typeface="Arial" panose="020B0604020202090204" pitchFamily="34" charset="0"/>
            </a:endParaRPr>
          </a:p>
        </p:txBody>
      </p:sp>
      <p:cxnSp>
        <p:nvCxnSpPr>
          <p:cNvPr id="127006" name="Straight Connector 99"/>
          <p:cNvCxnSpPr/>
          <p:nvPr/>
        </p:nvCxnSpPr>
        <p:spPr>
          <a:xfrm>
            <a:off x="3962400" y="2871788"/>
            <a:ext cx="1392238" cy="219075"/>
          </a:xfrm>
          <a:prstGeom prst="line">
            <a:avLst/>
          </a:prstGeom>
          <a:ln w="12700" cap="flat" cmpd="sng">
            <a:solidFill>
              <a:srgbClr val="CC0000">
                <a:alpha val="50195"/>
              </a:srgbClr>
            </a:solidFill>
            <a:prstDash val="dash"/>
            <a:headEnd type="none" w="med" len="med"/>
            <a:tailEnd type="none" w="med" len="med"/>
          </a:ln>
        </p:spPr>
      </p:cxnSp>
      <p:cxnSp>
        <p:nvCxnSpPr>
          <p:cNvPr id="127007" name="Straight Connector 102"/>
          <p:cNvCxnSpPr/>
          <p:nvPr/>
        </p:nvCxnSpPr>
        <p:spPr>
          <a:xfrm>
            <a:off x="5440363" y="3154363"/>
            <a:ext cx="533400" cy="976312"/>
          </a:xfrm>
          <a:prstGeom prst="line">
            <a:avLst/>
          </a:prstGeom>
          <a:ln w="12700" cap="flat" cmpd="sng">
            <a:solidFill>
              <a:srgbClr val="CC0000">
                <a:alpha val="50195"/>
              </a:srgbClr>
            </a:solidFill>
            <a:prstDash val="dash"/>
            <a:headEnd type="none" w="med" len="med"/>
            <a:tailEnd type="none" w="med" len="med"/>
          </a:ln>
        </p:spPr>
      </p:cxnSp>
      <p:sp>
        <p:nvSpPr>
          <p:cNvPr id="127008" name="TextBox 108"/>
          <p:cNvSpPr txBox="1"/>
          <p:nvPr/>
        </p:nvSpPr>
        <p:spPr>
          <a:xfrm>
            <a:off x="3733800" y="2173288"/>
            <a:ext cx="271463"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1</a:t>
            </a:r>
            <a:endParaRPr lang="en-US" altLang="zh-CN" sz="1200">
              <a:latin typeface="Arial" panose="020B0604020202090204" pitchFamily="34" charset="0"/>
              <a:ea typeface="Arial" panose="020B0604020202090204" pitchFamily="34" charset="0"/>
            </a:endParaRPr>
          </a:p>
        </p:txBody>
      </p:sp>
      <p:sp>
        <p:nvSpPr>
          <p:cNvPr id="127009" name="TextBox 109"/>
          <p:cNvSpPr txBox="1"/>
          <p:nvPr/>
        </p:nvSpPr>
        <p:spPr>
          <a:xfrm>
            <a:off x="3265488" y="2419350"/>
            <a:ext cx="273050"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2</a:t>
            </a:r>
            <a:endParaRPr lang="en-US" altLang="zh-CN" sz="1200">
              <a:latin typeface="Arial" panose="020B0604020202090204" pitchFamily="34" charset="0"/>
              <a:ea typeface="Arial" panose="020B0604020202090204" pitchFamily="34" charset="0"/>
            </a:endParaRPr>
          </a:p>
        </p:txBody>
      </p:sp>
      <p:sp>
        <p:nvSpPr>
          <p:cNvPr id="127010" name="TextBox 110"/>
          <p:cNvSpPr txBox="1"/>
          <p:nvPr/>
        </p:nvSpPr>
        <p:spPr>
          <a:xfrm>
            <a:off x="3633788" y="2751138"/>
            <a:ext cx="269875" cy="2778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3</a:t>
            </a:r>
            <a:endParaRPr lang="en-US" altLang="zh-CN" sz="1200">
              <a:latin typeface="Arial" panose="020B0604020202090204" pitchFamily="34" charset="0"/>
              <a:ea typeface="Arial" panose="020B0604020202090204" pitchFamily="34" charset="0"/>
            </a:endParaRPr>
          </a:p>
        </p:txBody>
      </p:sp>
      <p:sp>
        <p:nvSpPr>
          <p:cNvPr id="127011" name="TextBox 111"/>
          <p:cNvSpPr txBox="1"/>
          <p:nvPr/>
        </p:nvSpPr>
        <p:spPr>
          <a:xfrm>
            <a:off x="4111625" y="2687638"/>
            <a:ext cx="274638" cy="2778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4</a:t>
            </a:r>
            <a:endParaRPr lang="en-US" altLang="zh-CN" sz="1200">
              <a:latin typeface="Arial" panose="020B0604020202090204" pitchFamily="34" charset="0"/>
              <a:ea typeface="Arial" panose="020B0604020202090204" pitchFamily="34" charset="0"/>
            </a:endParaRPr>
          </a:p>
        </p:txBody>
      </p:sp>
      <p:sp>
        <p:nvSpPr>
          <p:cNvPr id="127012" name="TextBox 112"/>
          <p:cNvSpPr txBox="1"/>
          <p:nvPr/>
        </p:nvSpPr>
        <p:spPr>
          <a:xfrm>
            <a:off x="3636963" y="4006850"/>
            <a:ext cx="26987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1</a:t>
            </a:r>
            <a:endParaRPr lang="en-US" altLang="zh-CN" sz="1200">
              <a:latin typeface="Arial" panose="020B0604020202090204" pitchFamily="34" charset="0"/>
              <a:ea typeface="Arial" panose="020B0604020202090204" pitchFamily="34" charset="0"/>
            </a:endParaRPr>
          </a:p>
        </p:txBody>
      </p:sp>
      <p:sp>
        <p:nvSpPr>
          <p:cNvPr id="127013" name="TextBox 113"/>
          <p:cNvSpPr txBox="1"/>
          <p:nvPr/>
        </p:nvSpPr>
        <p:spPr>
          <a:xfrm>
            <a:off x="3279775" y="4276725"/>
            <a:ext cx="274638"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2</a:t>
            </a:r>
            <a:endParaRPr lang="en-US" altLang="zh-CN" sz="1200">
              <a:latin typeface="Arial" panose="020B0604020202090204" pitchFamily="34" charset="0"/>
              <a:ea typeface="Arial" panose="020B0604020202090204" pitchFamily="34" charset="0"/>
            </a:endParaRPr>
          </a:p>
        </p:txBody>
      </p:sp>
      <p:sp>
        <p:nvSpPr>
          <p:cNvPr id="127014" name="TextBox 114"/>
          <p:cNvSpPr txBox="1"/>
          <p:nvPr/>
        </p:nvSpPr>
        <p:spPr>
          <a:xfrm>
            <a:off x="3662363" y="4624388"/>
            <a:ext cx="269875"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3</a:t>
            </a:r>
            <a:endParaRPr lang="en-US" altLang="zh-CN" sz="1200">
              <a:latin typeface="Arial" panose="020B0604020202090204" pitchFamily="34" charset="0"/>
              <a:ea typeface="Arial" panose="020B0604020202090204" pitchFamily="34" charset="0"/>
            </a:endParaRPr>
          </a:p>
        </p:txBody>
      </p:sp>
      <p:sp>
        <p:nvSpPr>
          <p:cNvPr id="127015" name="TextBox 115"/>
          <p:cNvSpPr txBox="1"/>
          <p:nvPr/>
        </p:nvSpPr>
        <p:spPr>
          <a:xfrm>
            <a:off x="4170363" y="4437063"/>
            <a:ext cx="273050" cy="277812"/>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4</a:t>
            </a:r>
            <a:endParaRPr lang="en-US" altLang="zh-CN" sz="1200">
              <a:latin typeface="Arial" panose="020B0604020202090204" pitchFamily="34" charset="0"/>
              <a:ea typeface="Arial" panose="020B0604020202090204" pitchFamily="34" charset="0"/>
            </a:endParaRPr>
          </a:p>
        </p:txBody>
      </p:sp>
      <p:sp>
        <p:nvSpPr>
          <p:cNvPr id="127016" name="TextBox 117"/>
          <p:cNvSpPr txBox="1"/>
          <p:nvPr/>
        </p:nvSpPr>
        <p:spPr>
          <a:xfrm>
            <a:off x="5427663" y="4089400"/>
            <a:ext cx="269875" cy="2778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1</a:t>
            </a:r>
            <a:endParaRPr lang="en-US" altLang="zh-CN" sz="1200">
              <a:latin typeface="Arial" panose="020B0604020202090204" pitchFamily="34" charset="0"/>
              <a:ea typeface="Arial" panose="020B0604020202090204" pitchFamily="34" charset="0"/>
            </a:endParaRPr>
          </a:p>
        </p:txBody>
      </p:sp>
      <p:sp>
        <p:nvSpPr>
          <p:cNvPr id="127017" name="TextBox 118"/>
          <p:cNvSpPr txBox="1"/>
          <p:nvPr/>
        </p:nvSpPr>
        <p:spPr>
          <a:xfrm>
            <a:off x="5399088" y="4437063"/>
            <a:ext cx="274637"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2</a:t>
            </a:r>
            <a:endParaRPr lang="en-US" altLang="zh-CN" sz="1200">
              <a:latin typeface="Arial" panose="020B0604020202090204" pitchFamily="34" charset="0"/>
              <a:ea typeface="Arial" panose="020B0604020202090204" pitchFamily="34" charset="0"/>
            </a:endParaRPr>
          </a:p>
        </p:txBody>
      </p:sp>
      <p:sp>
        <p:nvSpPr>
          <p:cNvPr id="127018" name="TextBox 119"/>
          <p:cNvSpPr txBox="1"/>
          <p:nvPr/>
        </p:nvSpPr>
        <p:spPr>
          <a:xfrm>
            <a:off x="5765800" y="4641850"/>
            <a:ext cx="269875" cy="277813"/>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3</a:t>
            </a:r>
            <a:endParaRPr lang="en-US" altLang="zh-CN" sz="1200">
              <a:latin typeface="Arial" panose="020B0604020202090204" pitchFamily="34" charset="0"/>
              <a:ea typeface="Arial" panose="020B0604020202090204" pitchFamily="34" charset="0"/>
            </a:endParaRPr>
          </a:p>
        </p:txBody>
      </p:sp>
      <p:sp>
        <p:nvSpPr>
          <p:cNvPr id="127019" name="TextBox 120"/>
          <p:cNvSpPr txBox="1"/>
          <p:nvPr/>
        </p:nvSpPr>
        <p:spPr>
          <a:xfrm>
            <a:off x="6324600" y="4394200"/>
            <a:ext cx="274638" cy="27622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200">
                <a:latin typeface="Arial" panose="020B0604020202090204" pitchFamily="34" charset="0"/>
                <a:cs typeface="Arial" panose="020B0604020202090204" pitchFamily="34" charset="0"/>
              </a:rPr>
              <a:t>4</a:t>
            </a:r>
            <a:endParaRPr lang="en-US" altLang="zh-CN" sz="1200">
              <a:latin typeface="Arial" panose="020B0604020202090204" pitchFamily="34" charset="0"/>
              <a:ea typeface="Arial" panose="020B0604020202090204" pitchFamily="34" charset="0"/>
            </a:endParaRPr>
          </a:p>
        </p:txBody>
      </p:sp>
      <p:sp>
        <p:nvSpPr>
          <p:cNvPr id="127020" name="TextBox 150"/>
          <p:cNvSpPr txBox="1"/>
          <p:nvPr/>
        </p:nvSpPr>
        <p:spPr>
          <a:xfrm>
            <a:off x="4191000" y="1639888"/>
            <a:ext cx="835025" cy="523875"/>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Host h6</a:t>
            </a:r>
          </a:p>
          <a:p>
            <a:pPr marL="0" lvl="0" indent="0" algn="ctr">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10.3.0.6</a:t>
            </a:r>
            <a:endParaRPr lang="en-US" altLang="zh-CN" sz="1400">
              <a:latin typeface="Arial" panose="020B0604020202090204" pitchFamily="34" charset="0"/>
              <a:ea typeface="Arial" panose="020B0604020202090204" pitchFamily="34" charset="0"/>
            </a:endParaRPr>
          </a:p>
        </p:txBody>
      </p:sp>
      <p:grpSp>
        <p:nvGrpSpPr>
          <p:cNvPr id="127021" name="Group 7"/>
          <p:cNvGrpSpPr/>
          <p:nvPr/>
        </p:nvGrpSpPr>
        <p:grpSpPr>
          <a:xfrm>
            <a:off x="3511550" y="4257675"/>
            <a:ext cx="700088" cy="398463"/>
            <a:chOff x="1871277" y="1576300"/>
            <a:chExt cx="1128371" cy="437861"/>
          </a:xfrm>
        </p:grpSpPr>
        <p:sp>
          <p:nvSpPr>
            <p:cNvPr id="155" name="Oval 154"/>
            <p:cNvSpPr>
              <a:spLocks noChangeArrowheads="1"/>
            </p:cNvSpPr>
            <p:nvPr/>
          </p:nvSpPr>
          <p:spPr bwMode="auto">
            <a:xfrm flipV="1">
              <a:off x="1873836" y="1694924"/>
              <a:ext cx="1125812" cy="319237"/>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56" name="Rectangle 155"/>
            <p:cNvSpPr/>
            <p:nvPr/>
          </p:nvSpPr>
          <p:spPr bwMode="auto">
            <a:xfrm>
              <a:off x="1871277" y="1740280"/>
              <a:ext cx="1128371" cy="11513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57" name="Oval 156"/>
            <p:cNvSpPr>
              <a:spLocks noChangeArrowheads="1"/>
            </p:cNvSpPr>
            <p:nvPr/>
          </p:nvSpPr>
          <p:spPr bwMode="auto">
            <a:xfrm flipV="1">
              <a:off x="1871277" y="1576300"/>
              <a:ext cx="1125812" cy="31923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58" name="Freeform 157"/>
            <p:cNvSpPr/>
            <p:nvPr/>
          </p:nvSpPr>
          <p:spPr bwMode="auto">
            <a:xfrm>
              <a:off x="2160407" y="1673990"/>
              <a:ext cx="547554" cy="160491"/>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59" name="Freeform 158"/>
            <p:cNvSpPr/>
            <p:nvPr/>
          </p:nvSpPr>
          <p:spPr bwMode="auto">
            <a:xfrm>
              <a:off x="2104116" y="1633868"/>
              <a:ext cx="660135" cy="109901"/>
            </a:xfrm>
            <a:custGeom>
              <a:avLst/>
              <a:gdLst>
                <a:gd name="T0" fmla="*/ 0 w 3723451"/>
                <a:gd name="T1" fmla="*/ 26887 h 932950"/>
                <a:gd name="T2" fmla="*/ 116156 w 3723451"/>
                <a:gd name="T3" fmla="*/ 317 h 932950"/>
                <a:gd name="T4" fmla="*/ 329013 w 3723451"/>
                <a:gd name="T5" fmla="*/ 61322 h 932950"/>
                <a:gd name="T6" fmla="*/ 532082 w 3723451"/>
                <a:gd name="T7" fmla="*/ 0 h 932950"/>
                <a:gd name="T8" fmla="*/ 660135 w 3723451"/>
                <a:gd name="T9" fmla="*/ 24402 h 932950"/>
                <a:gd name="T10" fmla="*/ 564864 w 3723451"/>
                <a:gd name="T11" fmla="*/ 54409 h 932950"/>
                <a:gd name="T12" fmla="*/ 534190 w 3723451"/>
                <a:gd name="T13" fmla="*/ 46319 h 932950"/>
                <a:gd name="T14" fmla="*/ 332753 w 3723451"/>
                <a:gd name="T15" fmla="*/ 109901 h 932950"/>
                <a:gd name="T16" fmla="*/ 126163 w 3723451"/>
                <a:gd name="T17" fmla="*/ 48658 h 932950"/>
                <a:gd name="T18" fmla="*/ 92761 w 3723451"/>
                <a:gd name="T19" fmla="*/ 55267 h 932950"/>
                <a:gd name="T20" fmla="*/ 0 w 3723451"/>
                <a:gd name="T21" fmla="*/ 26887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160" name="Freeform 159"/>
            <p:cNvSpPr/>
            <p:nvPr/>
          </p:nvSpPr>
          <p:spPr bwMode="auto">
            <a:xfrm>
              <a:off x="2539089" y="1728069"/>
              <a:ext cx="240514" cy="95945"/>
            </a:xfrm>
            <a:custGeom>
              <a:avLst/>
              <a:gdLst>
                <a:gd name="T0" fmla="*/ 0 w 1366596"/>
                <a:gd name="T1" fmla="*/ 0 h 809868"/>
                <a:gd name="T2" fmla="*/ 240514 w 1366596"/>
                <a:gd name="T3" fmla="*/ 74139 h 809868"/>
                <a:gd name="T4" fmla="*/ 152244 w 1366596"/>
                <a:gd name="T5" fmla="*/ 95945 h 809868"/>
                <a:gd name="T6" fmla="*/ 810 w 1366596"/>
                <a:gd name="T7" fmla="*/ 50698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161" name="Freeform 160"/>
            <p:cNvSpPr/>
            <p:nvPr/>
          </p:nvSpPr>
          <p:spPr bwMode="auto">
            <a:xfrm>
              <a:off x="2091322" y="1729813"/>
              <a:ext cx="237956" cy="97690"/>
            </a:xfrm>
            <a:custGeom>
              <a:avLst/>
              <a:gdLst>
                <a:gd name="T0" fmla="*/ 234708 w 1348191"/>
                <a:gd name="T1" fmla="*/ 0 h 791462"/>
                <a:gd name="T2" fmla="*/ 237956 w 1348191"/>
                <a:gd name="T3" fmla="*/ 47141 h 791462"/>
                <a:gd name="T4" fmla="*/ 86087 w 1348191"/>
                <a:gd name="T5" fmla="*/ 97690 h 791462"/>
                <a:gd name="T6" fmla="*/ 0 w 1348191"/>
                <a:gd name="T7" fmla="*/ 75539 h 791462"/>
                <a:gd name="T8" fmla="*/ 23470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162" name="Straight Connector 161"/>
            <p:cNvCxnSpPr>
              <a:cxnSpLocks noChangeShapeType="1"/>
              <a:endCxn id="157" idx="2"/>
            </p:cNvCxnSpPr>
            <p:nvPr/>
          </p:nvCxnSpPr>
          <p:spPr bwMode="auto">
            <a:xfrm flipH="1" flipV="1">
              <a:off x="1871277" y="1736791"/>
              <a:ext cx="2559" cy="123857"/>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163" name="Straight Connector 162"/>
            <p:cNvCxnSpPr>
              <a:cxnSpLocks noChangeShapeType="1"/>
            </p:cNvCxnSpPr>
            <p:nvPr/>
          </p:nvCxnSpPr>
          <p:spPr bwMode="auto">
            <a:xfrm flipH="1" flipV="1">
              <a:off x="2997089" y="1735047"/>
              <a:ext cx="2559" cy="122112"/>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127022" name="Group 7"/>
          <p:cNvGrpSpPr/>
          <p:nvPr/>
        </p:nvGrpSpPr>
        <p:grpSpPr>
          <a:xfrm>
            <a:off x="5611813" y="4262438"/>
            <a:ext cx="700087" cy="398462"/>
            <a:chOff x="1871277" y="1576300"/>
            <a:chExt cx="1128371" cy="437861"/>
          </a:xfrm>
        </p:grpSpPr>
        <p:sp>
          <p:nvSpPr>
            <p:cNvPr id="165" name="Oval 164"/>
            <p:cNvSpPr>
              <a:spLocks noChangeArrowheads="1"/>
            </p:cNvSpPr>
            <p:nvPr/>
          </p:nvSpPr>
          <p:spPr bwMode="auto">
            <a:xfrm flipV="1">
              <a:off x="1873835" y="1694924"/>
              <a:ext cx="1125813" cy="319237"/>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66" name="Rectangle 165"/>
            <p:cNvSpPr/>
            <p:nvPr/>
          </p:nvSpPr>
          <p:spPr bwMode="auto">
            <a:xfrm>
              <a:off x="1871277" y="1740280"/>
              <a:ext cx="1128371" cy="11513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67" name="Oval 166"/>
            <p:cNvSpPr>
              <a:spLocks noChangeArrowheads="1"/>
            </p:cNvSpPr>
            <p:nvPr/>
          </p:nvSpPr>
          <p:spPr bwMode="auto">
            <a:xfrm flipV="1">
              <a:off x="1871277" y="1576300"/>
              <a:ext cx="1125813" cy="31923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68" name="Freeform 167"/>
            <p:cNvSpPr/>
            <p:nvPr/>
          </p:nvSpPr>
          <p:spPr bwMode="auto">
            <a:xfrm>
              <a:off x="2160405" y="1673990"/>
              <a:ext cx="547555" cy="160491"/>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69" name="Freeform 168"/>
            <p:cNvSpPr/>
            <p:nvPr/>
          </p:nvSpPr>
          <p:spPr bwMode="auto">
            <a:xfrm>
              <a:off x="2104115" y="1633867"/>
              <a:ext cx="660136" cy="109902"/>
            </a:xfrm>
            <a:custGeom>
              <a:avLst/>
              <a:gdLst>
                <a:gd name="T0" fmla="*/ 0 w 3723451"/>
                <a:gd name="T1" fmla="*/ 26887 h 932950"/>
                <a:gd name="T2" fmla="*/ 116156 w 3723451"/>
                <a:gd name="T3" fmla="*/ 317 h 932950"/>
                <a:gd name="T4" fmla="*/ 329014 w 3723451"/>
                <a:gd name="T5" fmla="*/ 61322 h 932950"/>
                <a:gd name="T6" fmla="*/ 532082 w 3723451"/>
                <a:gd name="T7" fmla="*/ 0 h 932950"/>
                <a:gd name="T8" fmla="*/ 660136 w 3723451"/>
                <a:gd name="T9" fmla="*/ 24402 h 932950"/>
                <a:gd name="T10" fmla="*/ 564865 w 3723451"/>
                <a:gd name="T11" fmla="*/ 54409 h 932950"/>
                <a:gd name="T12" fmla="*/ 534191 w 3723451"/>
                <a:gd name="T13" fmla="*/ 46319 h 932950"/>
                <a:gd name="T14" fmla="*/ 332754 w 3723451"/>
                <a:gd name="T15" fmla="*/ 109902 h 932950"/>
                <a:gd name="T16" fmla="*/ 126163 w 3723451"/>
                <a:gd name="T17" fmla="*/ 48658 h 932950"/>
                <a:gd name="T18" fmla="*/ 92761 w 3723451"/>
                <a:gd name="T19" fmla="*/ 55268 h 932950"/>
                <a:gd name="T20" fmla="*/ 0 w 3723451"/>
                <a:gd name="T21" fmla="*/ 26887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170" name="Freeform 169"/>
            <p:cNvSpPr/>
            <p:nvPr/>
          </p:nvSpPr>
          <p:spPr bwMode="auto">
            <a:xfrm>
              <a:off x="2539088" y="1728068"/>
              <a:ext cx="240515" cy="95946"/>
            </a:xfrm>
            <a:custGeom>
              <a:avLst/>
              <a:gdLst>
                <a:gd name="T0" fmla="*/ 0 w 1366596"/>
                <a:gd name="T1" fmla="*/ 0 h 809868"/>
                <a:gd name="T2" fmla="*/ 240515 w 1366596"/>
                <a:gd name="T3" fmla="*/ 74140 h 809868"/>
                <a:gd name="T4" fmla="*/ 152245 w 1366596"/>
                <a:gd name="T5" fmla="*/ 95946 h 809868"/>
                <a:gd name="T6" fmla="*/ 810 w 1366596"/>
                <a:gd name="T7" fmla="*/ 5069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171" name="Freeform 170"/>
            <p:cNvSpPr/>
            <p:nvPr/>
          </p:nvSpPr>
          <p:spPr bwMode="auto">
            <a:xfrm>
              <a:off x="2091322" y="1729813"/>
              <a:ext cx="237955" cy="97690"/>
            </a:xfrm>
            <a:custGeom>
              <a:avLst/>
              <a:gdLst>
                <a:gd name="T0" fmla="*/ 234707 w 1348191"/>
                <a:gd name="T1" fmla="*/ 0 h 791462"/>
                <a:gd name="T2" fmla="*/ 237955 w 1348191"/>
                <a:gd name="T3" fmla="*/ 47141 h 791462"/>
                <a:gd name="T4" fmla="*/ 86086 w 1348191"/>
                <a:gd name="T5" fmla="*/ 97690 h 791462"/>
                <a:gd name="T6" fmla="*/ 0 w 1348191"/>
                <a:gd name="T7" fmla="*/ 75539 h 791462"/>
                <a:gd name="T8" fmla="*/ 234707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172" name="Straight Connector 171"/>
            <p:cNvCxnSpPr>
              <a:cxnSpLocks noChangeShapeType="1"/>
              <a:endCxn id="167" idx="2"/>
            </p:cNvCxnSpPr>
            <p:nvPr/>
          </p:nvCxnSpPr>
          <p:spPr bwMode="auto">
            <a:xfrm flipH="1" flipV="1">
              <a:off x="1871277" y="1736791"/>
              <a:ext cx="2558" cy="123857"/>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173" name="Straight Connector 172"/>
            <p:cNvCxnSpPr>
              <a:cxnSpLocks noChangeShapeType="1"/>
            </p:cNvCxnSpPr>
            <p:nvPr/>
          </p:nvCxnSpPr>
          <p:spPr bwMode="auto">
            <a:xfrm flipH="1" flipV="1">
              <a:off x="2997090" y="1735046"/>
              <a:ext cx="2558" cy="122113"/>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127023" name="Group 7"/>
          <p:cNvGrpSpPr/>
          <p:nvPr/>
        </p:nvGrpSpPr>
        <p:grpSpPr>
          <a:xfrm>
            <a:off x="3562350" y="2403475"/>
            <a:ext cx="700088" cy="398463"/>
            <a:chOff x="1871277" y="1576300"/>
            <a:chExt cx="1128371" cy="437861"/>
          </a:xfrm>
        </p:grpSpPr>
        <p:sp>
          <p:nvSpPr>
            <p:cNvPr id="175" name="Oval 174"/>
            <p:cNvSpPr>
              <a:spLocks noChangeArrowheads="1"/>
            </p:cNvSpPr>
            <p:nvPr/>
          </p:nvSpPr>
          <p:spPr bwMode="auto">
            <a:xfrm flipV="1">
              <a:off x="1873836" y="1694924"/>
              <a:ext cx="1125812" cy="319237"/>
            </a:xfrm>
            <a:prstGeom prst="ellipse">
              <a:avLst/>
            </a:prstGeom>
            <a:gradFill rotWithShape="1">
              <a:gsLst>
                <a:gs pos="0">
                  <a:srgbClr val="262699"/>
                </a:gs>
                <a:gs pos="53000">
                  <a:srgbClr val="8585E0"/>
                </a:gs>
                <a:gs pos="100000">
                  <a:srgbClr val="262699"/>
                </a:gs>
              </a:gsLst>
              <a:lin ang="0" scaled="1"/>
            </a:gra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76" name="Rectangle 175"/>
            <p:cNvSpPr/>
            <p:nvPr/>
          </p:nvSpPr>
          <p:spPr bwMode="auto">
            <a:xfrm>
              <a:off x="1871277" y="1740280"/>
              <a:ext cx="1128371" cy="11513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77" name="Oval 176"/>
            <p:cNvSpPr>
              <a:spLocks noChangeArrowheads="1"/>
            </p:cNvSpPr>
            <p:nvPr/>
          </p:nvSpPr>
          <p:spPr bwMode="auto">
            <a:xfrm flipV="1">
              <a:off x="1871277" y="1576300"/>
              <a:ext cx="1125812" cy="319237"/>
            </a:xfrm>
            <a:prstGeom prst="ellipse">
              <a:avLst/>
            </a:prstGeom>
            <a:solidFill>
              <a:srgbClr val="BFBFBF"/>
            </a:solidFill>
            <a:ln w="6350">
              <a:solidFill>
                <a:schemeClr val="tx1"/>
              </a:solidFill>
              <a:round/>
            </a:ln>
            <a:effectLst>
              <a:outerShdw blurRad="40000" dist="23000" dir="5400000" rotWithShape="0">
                <a:srgbClr val="808080">
                  <a:alpha val="34999"/>
                </a:srgbClr>
              </a:outerShdw>
            </a:effectLst>
          </p:spPr>
          <p:txBody>
            <a:bodyPr anchor="ctr"/>
            <a:lstStyle>
              <a:lvl1pPr>
                <a:defRPr sz="2400">
                  <a:solidFill>
                    <a:schemeClr val="tx1"/>
                  </a:solidFill>
                  <a:latin typeface="Arial" panose="020B0604020202090204" pitchFamily="34" charset="0"/>
                  <a:ea typeface="MS PGothic" charset="-128"/>
                </a:defRPr>
              </a:lvl1pPr>
              <a:lvl2pPr marL="742950" indent="-285750">
                <a:defRPr sz="2400">
                  <a:solidFill>
                    <a:schemeClr val="tx1"/>
                  </a:solidFill>
                  <a:latin typeface="Arial" panose="020B0604020202090204" pitchFamily="34" charset="0"/>
                  <a:ea typeface="MS PGothic" charset="-128"/>
                </a:defRPr>
              </a:lvl2pPr>
              <a:lvl3pPr marL="1143000" indent="-228600">
                <a:defRPr sz="2400">
                  <a:solidFill>
                    <a:schemeClr val="tx1"/>
                  </a:solidFill>
                  <a:latin typeface="Arial" panose="020B0604020202090204" pitchFamily="34" charset="0"/>
                  <a:ea typeface="MS PGothic" charset="-128"/>
                </a:defRPr>
              </a:lvl3pPr>
              <a:lvl4pPr marL="1600200" indent="-228600">
                <a:defRPr sz="2400">
                  <a:solidFill>
                    <a:schemeClr val="tx1"/>
                  </a:solidFill>
                  <a:latin typeface="Arial" panose="020B0604020202090204" pitchFamily="34" charset="0"/>
                  <a:ea typeface="MS PGothic" charset="-128"/>
                </a:defRPr>
              </a:lvl4pPr>
              <a:lvl5pPr marL="2057400" indent="-228600">
                <a:defRPr sz="2400">
                  <a:solidFill>
                    <a:schemeClr val="tx1"/>
                  </a:solidFill>
                  <a:latin typeface="Arial" panose="020B0604020202090204" pitchFamily="34" charset="0"/>
                  <a:ea typeface="MS PGothic" charset="-128"/>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128"/>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zh-CN" sz="1800" b="0" i="0" u="none" strike="noStrike" kern="1200" cap="none" spc="0" normalizeH="0" baseline="0" noProof="0">
                <a:ln>
                  <a:noFill/>
                </a:ln>
                <a:solidFill>
                  <a:srgbClr val="FFFFFF"/>
                </a:solidFill>
                <a:effectLst/>
                <a:uLnTx/>
                <a:uFillTx/>
                <a:latin typeface="Gill Sans MT" charset="0"/>
                <a:ea typeface="MS PGothic" charset="-128"/>
                <a:cs typeface="+mn-cs"/>
              </a:endParaRPr>
            </a:p>
          </p:txBody>
        </p:sp>
        <p:sp>
          <p:nvSpPr>
            <p:cNvPr id="178" name="Freeform 177"/>
            <p:cNvSpPr/>
            <p:nvPr/>
          </p:nvSpPr>
          <p:spPr bwMode="auto">
            <a:xfrm>
              <a:off x="2160407" y="1673990"/>
              <a:ext cx="547554" cy="160491"/>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79" name="Freeform 178"/>
            <p:cNvSpPr/>
            <p:nvPr/>
          </p:nvSpPr>
          <p:spPr bwMode="auto">
            <a:xfrm>
              <a:off x="2104116" y="1633868"/>
              <a:ext cx="660135" cy="109901"/>
            </a:xfrm>
            <a:custGeom>
              <a:avLst/>
              <a:gdLst>
                <a:gd name="T0" fmla="*/ 0 w 3723451"/>
                <a:gd name="T1" fmla="*/ 26887 h 932950"/>
                <a:gd name="T2" fmla="*/ 116156 w 3723451"/>
                <a:gd name="T3" fmla="*/ 317 h 932950"/>
                <a:gd name="T4" fmla="*/ 329013 w 3723451"/>
                <a:gd name="T5" fmla="*/ 61322 h 932950"/>
                <a:gd name="T6" fmla="*/ 532082 w 3723451"/>
                <a:gd name="T7" fmla="*/ 0 h 932950"/>
                <a:gd name="T8" fmla="*/ 660135 w 3723451"/>
                <a:gd name="T9" fmla="*/ 24402 h 932950"/>
                <a:gd name="T10" fmla="*/ 564864 w 3723451"/>
                <a:gd name="T11" fmla="*/ 54409 h 932950"/>
                <a:gd name="T12" fmla="*/ 534190 w 3723451"/>
                <a:gd name="T13" fmla="*/ 46319 h 932950"/>
                <a:gd name="T14" fmla="*/ 332753 w 3723451"/>
                <a:gd name="T15" fmla="*/ 109901 h 932950"/>
                <a:gd name="T16" fmla="*/ 126163 w 3723451"/>
                <a:gd name="T17" fmla="*/ 48658 h 932950"/>
                <a:gd name="T18" fmla="*/ 92761 w 3723451"/>
                <a:gd name="T19" fmla="*/ 55267 h 932950"/>
                <a:gd name="T20" fmla="*/ 0 w 3723451"/>
                <a:gd name="T21" fmla="*/ 26887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180" name="Freeform 179"/>
            <p:cNvSpPr/>
            <p:nvPr/>
          </p:nvSpPr>
          <p:spPr bwMode="auto">
            <a:xfrm>
              <a:off x="2539089" y="1728069"/>
              <a:ext cx="240514" cy="95945"/>
            </a:xfrm>
            <a:custGeom>
              <a:avLst/>
              <a:gdLst>
                <a:gd name="T0" fmla="*/ 0 w 1366596"/>
                <a:gd name="T1" fmla="*/ 0 h 809868"/>
                <a:gd name="T2" fmla="*/ 240514 w 1366596"/>
                <a:gd name="T3" fmla="*/ 74139 h 809868"/>
                <a:gd name="T4" fmla="*/ 152244 w 1366596"/>
                <a:gd name="T5" fmla="*/ 95945 h 809868"/>
                <a:gd name="T6" fmla="*/ 810 w 1366596"/>
                <a:gd name="T7" fmla="*/ 50698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sp>
          <p:nvSpPr>
            <p:cNvPr id="181" name="Freeform 180"/>
            <p:cNvSpPr/>
            <p:nvPr/>
          </p:nvSpPr>
          <p:spPr bwMode="auto">
            <a:xfrm>
              <a:off x="2091322" y="1729813"/>
              <a:ext cx="237956" cy="97690"/>
            </a:xfrm>
            <a:custGeom>
              <a:avLst/>
              <a:gdLst>
                <a:gd name="T0" fmla="*/ 234708 w 1348191"/>
                <a:gd name="T1" fmla="*/ 0 h 791462"/>
                <a:gd name="T2" fmla="*/ 237956 w 1348191"/>
                <a:gd name="T3" fmla="*/ 47141 h 791462"/>
                <a:gd name="T4" fmla="*/ 86087 w 1348191"/>
                <a:gd name="T5" fmla="*/ 97690 h 791462"/>
                <a:gd name="T6" fmla="*/ 0 w 1348191"/>
                <a:gd name="T7" fmla="*/ 75539 h 791462"/>
                <a:gd name="T8" fmla="*/ 23470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chemeClr val="tx1"/>
                </a:solidFill>
                <a:effectLst/>
                <a:uLnTx/>
                <a:uFillTx/>
                <a:latin typeface="Arial" panose="020B0604020202090204" pitchFamily="34" charset="0"/>
                <a:ea typeface="MS PGothic" charset="-128"/>
                <a:cs typeface="+mn-cs"/>
              </a:endParaRPr>
            </a:p>
          </p:txBody>
        </p:sp>
        <p:cxnSp>
          <p:nvCxnSpPr>
            <p:cNvPr id="182" name="Straight Connector 181"/>
            <p:cNvCxnSpPr>
              <a:cxnSpLocks noChangeShapeType="1"/>
              <a:endCxn id="177" idx="2"/>
            </p:cNvCxnSpPr>
            <p:nvPr/>
          </p:nvCxnSpPr>
          <p:spPr bwMode="auto">
            <a:xfrm flipH="1" flipV="1">
              <a:off x="1871277" y="1736791"/>
              <a:ext cx="2559" cy="123857"/>
            </a:xfrm>
            <a:prstGeom prst="line">
              <a:avLst/>
            </a:prstGeom>
            <a:noFill/>
            <a:ln w="6350">
              <a:solidFill>
                <a:schemeClr val="tx1"/>
              </a:solidFill>
              <a:round/>
            </a:ln>
            <a:effectLst>
              <a:outerShdw blurRad="40005" dist="19939" dir="5400000" algn="tl" rotWithShape="0">
                <a:srgbClr val="808080">
                  <a:alpha val="37999"/>
                </a:srgbClr>
              </a:outerShdw>
            </a:effectLst>
          </p:spPr>
        </p:cxnSp>
        <p:cxnSp>
          <p:nvCxnSpPr>
            <p:cNvPr id="183" name="Straight Connector 182"/>
            <p:cNvCxnSpPr>
              <a:cxnSpLocks noChangeShapeType="1"/>
            </p:cNvCxnSpPr>
            <p:nvPr/>
          </p:nvCxnSpPr>
          <p:spPr bwMode="auto">
            <a:xfrm flipH="1" flipV="1">
              <a:off x="2997089" y="1735047"/>
              <a:ext cx="2559" cy="122112"/>
            </a:xfrm>
            <a:prstGeom prst="line">
              <a:avLst/>
            </a:prstGeom>
            <a:noFill/>
            <a:ln w="6350">
              <a:solidFill>
                <a:schemeClr val="tx1"/>
              </a:solidFill>
              <a:round/>
            </a:ln>
            <a:effectLst>
              <a:outerShdw blurRad="40005" dist="19939" dir="5400000" algn="tl" rotWithShape="0">
                <a:srgbClr val="808080">
                  <a:alpha val="37999"/>
                </a:srgbClr>
              </a:outerShdw>
            </a:effectLst>
          </p:spPr>
        </p:cxnSp>
      </p:grpSp>
      <p:grpSp>
        <p:nvGrpSpPr>
          <p:cNvPr id="127024" name="Group 88"/>
          <p:cNvGrpSpPr/>
          <p:nvPr/>
        </p:nvGrpSpPr>
        <p:grpSpPr>
          <a:xfrm>
            <a:off x="5016500" y="1862138"/>
            <a:ext cx="1270000" cy="1482725"/>
            <a:chOff x="5418667" y="1587500"/>
            <a:chExt cx="1270000" cy="1481667"/>
          </a:xfrm>
        </p:grpSpPr>
        <p:grpSp>
          <p:nvGrpSpPr>
            <p:cNvPr id="127026" name="Group 79"/>
            <p:cNvGrpSpPr/>
            <p:nvPr/>
          </p:nvGrpSpPr>
          <p:grpSpPr>
            <a:xfrm>
              <a:off x="5440087" y="1742411"/>
              <a:ext cx="1047344" cy="1163369"/>
              <a:chOff x="5440087" y="1742411"/>
              <a:chExt cx="1047344" cy="1163369"/>
            </a:xfrm>
          </p:grpSpPr>
          <p:grpSp>
            <p:nvGrpSpPr>
              <p:cNvPr id="127028" name="Group 950"/>
              <p:cNvGrpSpPr/>
              <p:nvPr/>
            </p:nvGrpSpPr>
            <p:grpSpPr>
              <a:xfrm>
                <a:off x="5838397" y="2273382"/>
                <a:ext cx="350328" cy="632398"/>
                <a:chOff x="4140" y="429"/>
                <a:chExt cx="1425" cy="2396"/>
              </a:xfrm>
            </p:grpSpPr>
            <p:sp>
              <p:nvSpPr>
                <p:cNvPr id="127031" name="Freeform 951"/>
                <p:cNvSpPr/>
                <p:nvPr/>
              </p:nvSpPr>
              <p:spPr>
                <a:xfrm>
                  <a:off x="5268" y="433"/>
                  <a:ext cx="283" cy="2286"/>
                </a:xfrm>
                <a:custGeom>
                  <a:avLst/>
                  <a:gdLst>
                    <a:gd name="txL" fmla="*/ 0 w 354"/>
                    <a:gd name="txT" fmla="*/ 0 h 2742"/>
                    <a:gd name="txR" fmla="*/ 354 w 354"/>
                    <a:gd name="txB" fmla="*/ 2742 h 2742"/>
                  </a:gdLst>
                  <a:ahLst/>
                  <a:cxnLst>
                    <a:cxn ang="0">
                      <a:pos x="2" y="0"/>
                    </a:cxn>
                    <a:cxn ang="0">
                      <a:pos x="8" y="16"/>
                    </a:cxn>
                    <a:cxn ang="0">
                      <a:pos x="8" y="119"/>
                    </a:cxn>
                    <a:cxn ang="0">
                      <a:pos x="0" y="124"/>
                    </a:cxn>
                    <a:cxn ang="0">
                      <a:pos x="2" y="0"/>
                    </a:cxn>
                  </a:cxnLst>
                  <a:rect l="txL" t="txT" r="txR" b="txB"/>
                  <a:pathLst>
                    <a:path w="354" h="2742">
                      <a:moveTo>
                        <a:pt x="63" y="0"/>
                      </a:moveTo>
                      <a:lnTo>
                        <a:pt x="354" y="339"/>
                      </a:lnTo>
                      <a:lnTo>
                        <a:pt x="346" y="2624"/>
                      </a:lnTo>
                      <a:lnTo>
                        <a:pt x="0" y="2742"/>
                      </a:lnTo>
                      <a:lnTo>
                        <a:pt x="63" y="0"/>
                      </a:lnTo>
                      <a:close/>
                    </a:path>
                  </a:pathLst>
                </a:custGeom>
                <a:gradFill rotWithShape="1">
                  <a:gsLst>
                    <a:gs pos="0">
                      <a:srgbClr val="DDDDDD">
                        <a:alpha val="100000"/>
                      </a:srgbClr>
                    </a:gs>
                    <a:gs pos="100000">
                      <a:srgbClr val="333333">
                        <a:alpha val="100000"/>
                      </a:srgbClr>
                    </a:gs>
                  </a:gsLst>
                  <a:lin ang="0" scaled="1"/>
                  <a:tileRect/>
                </a:gradFill>
                <a:ln w="9525">
                  <a:noFill/>
                </a:ln>
              </p:spPr>
              <p:txBody>
                <a:bodyPr/>
                <a:lstStyle/>
                <a:p>
                  <a:endParaRPr lang="zh-CN" altLang="en-US"/>
                </a:p>
              </p:txBody>
            </p:sp>
            <p:sp>
              <p:nvSpPr>
                <p:cNvPr id="127032" name="Rectangle 952"/>
                <p:cNvSpPr/>
                <p:nvPr/>
              </p:nvSpPr>
              <p:spPr>
                <a:xfrm>
                  <a:off x="4210" y="429"/>
                  <a:ext cx="1046" cy="2285"/>
                </a:xfrm>
                <a:prstGeom prst="rect">
                  <a:avLst/>
                </a:prstGeom>
                <a:gradFill rotWithShape="1">
                  <a:gsLst>
                    <a:gs pos="0">
                      <a:srgbClr val="292929"/>
                    </a:gs>
                    <a:gs pos="100000">
                      <a:srgbClr val="808080"/>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33" name="Freeform 953"/>
                <p:cNvSpPr/>
                <p:nvPr/>
              </p:nvSpPr>
              <p:spPr>
                <a:xfrm>
                  <a:off x="5321" y="570"/>
                  <a:ext cx="169" cy="2115"/>
                </a:xfrm>
                <a:custGeom>
                  <a:avLst/>
                  <a:gdLst>
                    <a:gd name="txL" fmla="*/ 0 w 211"/>
                    <a:gd name="txT" fmla="*/ 0 h 2537"/>
                    <a:gd name="txR" fmla="*/ 211 w 211"/>
                    <a:gd name="txB" fmla="*/ 2537 h 2537"/>
                  </a:gdLst>
                  <a:ahLst/>
                  <a:cxnLst>
                    <a:cxn ang="0">
                      <a:pos x="2" y="0"/>
                    </a:cxn>
                    <a:cxn ang="0">
                      <a:pos x="5" y="11"/>
                    </a:cxn>
                    <a:cxn ang="0">
                      <a:pos x="2" y="113"/>
                    </a:cxn>
                    <a:cxn ang="0">
                      <a:pos x="2" y="0"/>
                    </a:cxn>
                  </a:cxnLst>
                  <a:rect l="txL" t="txT" r="txR" b="tx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alpha val="100000"/>
                      </a:srgbClr>
                    </a:gs>
                    <a:gs pos="100000">
                      <a:srgbClr val="F8F8F8">
                        <a:alpha val="100000"/>
                      </a:srgbClr>
                    </a:gs>
                  </a:gsLst>
                  <a:lin ang="0" scaled="1"/>
                  <a:tileRect/>
                </a:gradFill>
                <a:ln w="9525">
                  <a:noFill/>
                </a:ln>
              </p:spPr>
              <p:txBody>
                <a:bodyPr/>
                <a:lstStyle/>
                <a:p>
                  <a:endParaRPr lang="zh-CN" altLang="en-US"/>
                </a:p>
              </p:txBody>
            </p:sp>
            <p:sp>
              <p:nvSpPr>
                <p:cNvPr id="127034" name="Freeform 954"/>
                <p:cNvSpPr/>
                <p:nvPr/>
              </p:nvSpPr>
              <p:spPr>
                <a:xfrm>
                  <a:off x="5284" y="1640"/>
                  <a:ext cx="263" cy="189"/>
                </a:xfrm>
                <a:custGeom>
                  <a:avLst/>
                  <a:gdLst>
                    <a:gd name="txL" fmla="*/ 0 w 328"/>
                    <a:gd name="txT" fmla="*/ 0 h 226"/>
                    <a:gd name="txR" fmla="*/ 328 w 328"/>
                    <a:gd name="txB" fmla="*/ 226 h 226"/>
                  </a:gdLst>
                  <a:ahLst/>
                  <a:cxnLst>
                    <a:cxn ang="0">
                      <a:pos x="2" y="0"/>
                    </a:cxn>
                    <a:cxn ang="0">
                      <a:pos x="7" y="7"/>
                    </a:cxn>
                    <a:cxn ang="0">
                      <a:pos x="7" y="11"/>
                    </a:cxn>
                    <a:cxn ang="0">
                      <a:pos x="0" y="5"/>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27035" name="Rectangle 955"/>
                <p:cNvSpPr/>
                <p:nvPr/>
              </p:nvSpPr>
              <p:spPr>
                <a:xfrm>
                  <a:off x="4210" y="690"/>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grpSp>
              <p:nvGrpSpPr>
                <p:cNvPr id="127036" name="Group 956"/>
                <p:cNvGrpSpPr/>
                <p:nvPr/>
              </p:nvGrpSpPr>
              <p:grpSpPr>
                <a:xfrm>
                  <a:off x="4749" y="668"/>
                  <a:ext cx="581" cy="145"/>
                  <a:chOff x="614" y="2568"/>
                  <a:chExt cx="725" cy="139"/>
                </a:xfrm>
              </p:grpSpPr>
              <p:sp>
                <p:nvSpPr>
                  <p:cNvPr id="127061" name="AutoShape 957"/>
                  <p:cNvSpPr/>
                  <p:nvPr/>
                </p:nvSpPr>
                <p:spPr>
                  <a:xfrm>
                    <a:off x="613" y="2566"/>
                    <a:ext cx="721" cy="14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62" name="AutoShape 958"/>
                  <p:cNvSpPr/>
                  <p:nvPr/>
                </p:nvSpPr>
                <p:spPr>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grpSp>
            <p:sp>
              <p:nvSpPr>
                <p:cNvPr id="127037" name="Rectangle 959"/>
                <p:cNvSpPr/>
                <p:nvPr/>
              </p:nvSpPr>
              <p:spPr>
                <a:xfrm>
                  <a:off x="4220" y="1022"/>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grpSp>
              <p:nvGrpSpPr>
                <p:cNvPr id="127038" name="Group 960"/>
                <p:cNvGrpSpPr/>
                <p:nvPr/>
              </p:nvGrpSpPr>
              <p:grpSpPr>
                <a:xfrm>
                  <a:off x="4747" y="994"/>
                  <a:ext cx="581" cy="134"/>
                  <a:chOff x="614" y="2568"/>
                  <a:chExt cx="725" cy="139"/>
                </a:xfrm>
              </p:grpSpPr>
              <p:sp>
                <p:nvSpPr>
                  <p:cNvPr id="127059" name="AutoShape 961"/>
                  <p:cNvSpPr/>
                  <p:nvPr/>
                </p:nvSpPr>
                <p:spPr>
                  <a:xfrm>
                    <a:off x="615" y="2564"/>
                    <a:ext cx="721" cy="139"/>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60" name="AutoShape 962"/>
                  <p:cNvSpPr/>
                  <p:nvPr/>
                </p:nvSpPr>
                <p:spPr>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grpSp>
            <p:sp>
              <p:nvSpPr>
                <p:cNvPr id="127039" name="Rectangle 963"/>
                <p:cNvSpPr/>
                <p:nvPr/>
              </p:nvSpPr>
              <p:spPr>
                <a:xfrm>
                  <a:off x="4220" y="1354"/>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40" name="Rectangle 964"/>
                <p:cNvSpPr/>
                <p:nvPr/>
              </p:nvSpPr>
              <p:spPr>
                <a:xfrm>
                  <a:off x="4230" y="1655"/>
                  <a:ext cx="598" cy="47"/>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grpSp>
              <p:nvGrpSpPr>
                <p:cNvPr id="127041" name="Group 965"/>
                <p:cNvGrpSpPr/>
                <p:nvPr/>
              </p:nvGrpSpPr>
              <p:grpSpPr>
                <a:xfrm>
                  <a:off x="4735" y="1627"/>
                  <a:ext cx="582" cy="151"/>
                  <a:chOff x="614" y="2568"/>
                  <a:chExt cx="725" cy="139"/>
                </a:xfrm>
              </p:grpSpPr>
              <p:sp>
                <p:nvSpPr>
                  <p:cNvPr id="127057" name="AutoShape 966"/>
                  <p:cNvSpPr/>
                  <p:nvPr/>
                </p:nvSpPr>
                <p:spPr>
                  <a:xfrm>
                    <a:off x="618" y="2586"/>
                    <a:ext cx="720" cy="12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58" name="AutoShape 967"/>
                  <p:cNvSpPr/>
                  <p:nvPr/>
                </p:nvSpPr>
                <p:spPr>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grpSp>
            <p:sp>
              <p:nvSpPr>
                <p:cNvPr id="127042" name="Freeform 968"/>
                <p:cNvSpPr/>
                <p:nvPr/>
              </p:nvSpPr>
              <p:spPr>
                <a:xfrm>
                  <a:off x="5288" y="1354"/>
                  <a:ext cx="263" cy="188"/>
                </a:xfrm>
                <a:custGeom>
                  <a:avLst/>
                  <a:gdLst>
                    <a:gd name="txL" fmla="*/ 0 w 328"/>
                    <a:gd name="txT" fmla="*/ 0 h 226"/>
                    <a:gd name="txR" fmla="*/ 328 w 328"/>
                    <a:gd name="txB" fmla="*/ 226 h 226"/>
                  </a:gdLst>
                  <a:ahLst/>
                  <a:cxnLst>
                    <a:cxn ang="0">
                      <a:pos x="2" y="0"/>
                    </a:cxn>
                    <a:cxn ang="0">
                      <a:pos x="7" y="6"/>
                    </a:cxn>
                    <a:cxn ang="0">
                      <a:pos x="7" y="10"/>
                    </a:cxn>
                    <a:cxn ang="0">
                      <a:pos x="0" y="4"/>
                    </a:cxn>
                    <a:cxn ang="0">
                      <a:pos x="2" y="0"/>
                    </a:cxn>
                  </a:cxnLst>
                  <a:rect l="txL" t="txT" r="txR" b="tx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grpSp>
              <p:nvGrpSpPr>
                <p:cNvPr id="127043" name="Group 969"/>
                <p:cNvGrpSpPr/>
                <p:nvPr/>
              </p:nvGrpSpPr>
              <p:grpSpPr>
                <a:xfrm>
                  <a:off x="4739" y="1327"/>
                  <a:ext cx="582" cy="139"/>
                  <a:chOff x="614" y="2568"/>
                  <a:chExt cx="725" cy="139"/>
                </a:xfrm>
              </p:grpSpPr>
              <p:sp>
                <p:nvSpPr>
                  <p:cNvPr id="127055" name="AutoShape 970"/>
                  <p:cNvSpPr/>
                  <p:nvPr/>
                </p:nvSpPr>
                <p:spPr>
                  <a:xfrm>
                    <a:off x="613" y="2571"/>
                    <a:ext cx="732" cy="134"/>
                  </a:xfrm>
                  <a:prstGeom prst="roundRect">
                    <a:avLst>
                      <a:gd name="adj" fmla="val 50000"/>
                    </a:avLst>
                  </a:prstGeom>
                  <a:solidFill>
                    <a:schemeClr val="tx1"/>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56" name="AutoShape 971"/>
                  <p:cNvSpPr/>
                  <p:nvPr/>
                </p:nvSpPr>
                <p:spPr>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tileRect/>
                  </a:gra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grpSp>
            <p:sp>
              <p:nvSpPr>
                <p:cNvPr id="127044" name="Rectangle 972"/>
                <p:cNvSpPr/>
                <p:nvPr/>
              </p:nvSpPr>
              <p:spPr>
                <a:xfrm>
                  <a:off x="5246" y="429"/>
                  <a:ext cx="70" cy="2285"/>
                </a:xfrm>
                <a:prstGeom prst="rect">
                  <a:avLst/>
                </a:prstGeom>
                <a:gradFill rotWithShape="1">
                  <a:gsLst>
                    <a:gs pos="0">
                      <a:srgbClr val="333333"/>
                    </a:gs>
                    <a:gs pos="50000">
                      <a:srgbClr val="DDDDDD"/>
                    </a:gs>
                    <a:gs pos="100000">
                      <a:srgbClr val="333333"/>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45" name="Freeform 973"/>
                <p:cNvSpPr/>
                <p:nvPr/>
              </p:nvSpPr>
              <p:spPr>
                <a:xfrm>
                  <a:off x="5312" y="1007"/>
                  <a:ext cx="237" cy="213"/>
                </a:xfrm>
                <a:custGeom>
                  <a:avLst/>
                  <a:gdLst>
                    <a:gd name="txL" fmla="*/ 0 w 296"/>
                    <a:gd name="txT" fmla="*/ 0 h 256"/>
                    <a:gd name="txR" fmla="*/ 296 w 296"/>
                    <a:gd name="txB" fmla="*/ 256 h 256"/>
                  </a:gdLst>
                  <a:ahLst/>
                  <a:cxnLst>
                    <a:cxn ang="0">
                      <a:pos x="2" y="0"/>
                    </a:cxn>
                    <a:cxn ang="0">
                      <a:pos x="7" y="6"/>
                    </a:cxn>
                    <a:cxn ang="0">
                      <a:pos x="7" y="11"/>
                    </a:cxn>
                    <a:cxn ang="0">
                      <a:pos x="0" y="4"/>
                    </a:cxn>
                    <a:cxn ang="0">
                      <a:pos x="2" y="0"/>
                    </a:cxn>
                  </a:cxnLst>
                  <a:rect l="txL" t="txT" r="txR" b="tx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27046" name="Freeform 974"/>
                <p:cNvSpPr/>
                <p:nvPr/>
              </p:nvSpPr>
              <p:spPr>
                <a:xfrm>
                  <a:off x="5315" y="680"/>
                  <a:ext cx="244" cy="240"/>
                </a:xfrm>
                <a:custGeom>
                  <a:avLst/>
                  <a:gdLst>
                    <a:gd name="txL" fmla="*/ 0 w 304"/>
                    <a:gd name="txT" fmla="*/ 0 h 288"/>
                    <a:gd name="txR" fmla="*/ 304 w 304"/>
                    <a:gd name="txB" fmla="*/ 288 h 288"/>
                  </a:gdLst>
                  <a:ahLst/>
                  <a:cxnLst>
                    <a:cxn ang="0">
                      <a:pos x="0" y="0"/>
                    </a:cxn>
                    <a:cxn ang="0">
                      <a:pos x="7" y="8"/>
                    </a:cxn>
                    <a:cxn ang="0">
                      <a:pos x="6" y="13"/>
                    </a:cxn>
                    <a:cxn ang="0">
                      <a:pos x="2" y="6"/>
                    </a:cxn>
                    <a:cxn ang="0">
                      <a:pos x="0" y="0"/>
                    </a:cxn>
                  </a:cxnLst>
                  <a:rect l="txL" t="txT" r="txR" b="tx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alpha val="100000"/>
                      </a:srgbClr>
                    </a:gs>
                    <a:gs pos="100000">
                      <a:srgbClr val="808080">
                        <a:alpha val="100000"/>
                      </a:srgbClr>
                    </a:gs>
                  </a:gsLst>
                  <a:lin ang="0" scaled="1"/>
                  <a:tileRect/>
                </a:gradFill>
                <a:ln w="9525">
                  <a:noFill/>
                </a:ln>
              </p:spPr>
              <p:txBody>
                <a:bodyPr/>
                <a:lstStyle/>
                <a:p>
                  <a:endParaRPr lang="zh-CN" altLang="en-US"/>
                </a:p>
              </p:txBody>
            </p:sp>
            <p:sp>
              <p:nvSpPr>
                <p:cNvPr id="127047" name="Oval 975"/>
                <p:cNvSpPr/>
                <p:nvPr/>
              </p:nvSpPr>
              <p:spPr>
                <a:xfrm>
                  <a:off x="5515" y="2611"/>
                  <a:ext cx="50" cy="95"/>
                </a:xfrm>
                <a:prstGeom prst="ellipse">
                  <a:avLst/>
                </a:prstGeom>
                <a:solidFill>
                  <a:srgbClr val="3333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48" name="Freeform 976"/>
                <p:cNvSpPr/>
                <p:nvPr/>
              </p:nvSpPr>
              <p:spPr>
                <a:xfrm>
                  <a:off x="5302" y="2614"/>
                  <a:ext cx="245" cy="200"/>
                </a:xfrm>
                <a:custGeom>
                  <a:avLst/>
                  <a:gdLst>
                    <a:gd name="txL" fmla="*/ 0 w 306"/>
                    <a:gd name="txT" fmla="*/ 0 h 240"/>
                    <a:gd name="txR" fmla="*/ 306 w 306"/>
                    <a:gd name="txB" fmla="*/ 240 h 240"/>
                  </a:gdLst>
                  <a:ahLst/>
                  <a:cxnLst>
                    <a:cxn ang="0">
                      <a:pos x="0" y="6"/>
                    </a:cxn>
                    <a:cxn ang="0">
                      <a:pos x="2" y="11"/>
                    </a:cxn>
                    <a:cxn ang="0">
                      <a:pos x="7" y="6"/>
                    </a:cxn>
                    <a:cxn ang="0">
                      <a:pos x="7" y="0"/>
                    </a:cxn>
                    <a:cxn ang="0">
                      <a:pos x="0" y="6"/>
                    </a:cxn>
                  </a:cxnLst>
                  <a:rect l="txL" t="txT" r="txR" b="txB"/>
                  <a:pathLst>
                    <a:path w="306" h="240">
                      <a:moveTo>
                        <a:pt x="0" y="106"/>
                      </a:moveTo>
                      <a:lnTo>
                        <a:pt x="2" y="240"/>
                      </a:lnTo>
                      <a:lnTo>
                        <a:pt x="306" y="110"/>
                      </a:lnTo>
                      <a:lnTo>
                        <a:pt x="300" y="0"/>
                      </a:lnTo>
                      <a:lnTo>
                        <a:pt x="0" y="106"/>
                      </a:lnTo>
                      <a:close/>
                    </a:path>
                  </a:pathLst>
                </a:custGeom>
                <a:solidFill>
                  <a:srgbClr val="333333">
                    <a:alpha val="100000"/>
                  </a:srgbClr>
                </a:solidFill>
                <a:ln w="9525">
                  <a:noFill/>
                </a:ln>
              </p:spPr>
              <p:txBody>
                <a:bodyPr/>
                <a:lstStyle/>
                <a:p>
                  <a:endParaRPr lang="zh-CN" altLang="en-US"/>
                </a:p>
              </p:txBody>
            </p:sp>
            <p:sp>
              <p:nvSpPr>
                <p:cNvPr id="127049" name="AutoShape 977"/>
                <p:cNvSpPr/>
                <p:nvPr/>
              </p:nvSpPr>
              <p:spPr>
                <a:xfrm>
                  <a:off x="4140" y="2675"/>
                  <a:ext cx="1196" cy="150"/>
                </a:xfrm>
                <a:prstGeom prst="roundRect">
                  <a:avLst>
                    <a:gd name="adj" fmla="val 50000"/>
                  </a:avLst>
                </a:prstGeom>
                <a:solidFill>
                  <a:srgbClr val="DDDDDD"/>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50" name="AutoShape 978"/>
                <p:cNvSpPr/>
                <p:nvPr/>
              </p:nvSpPr>
              <p:spPr>
                <a:xfrm>
                  <a:off x="4210" y="2714"/>
                  <a:ext cx="1066" cy="79"/>
                </a:xfrm>
                <a:prstGeom prst="roundRect">
                  <a:avLst>
                    <a:gd name="adj" fmla="val 50000"/>
                  </a:avLst>
                </a:prstGeom>
                <a:gradFill rotWithShape="1">
                  <a:gsLst>
                    <a:gs pos="0">
                      <a:schemeClr val="tx2"/>
                    </a:gs>
                    <a:gs pos="100000">
                      <a:schemeClr val="bg2"/>
                    </a:gs>
                  </a:gsLst>
                  <a:lin ang="0" scaled="1"/>
                  <a:tileRect/>
                </a:gra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51" name="Oval 979"/>
                <p:cNvSpPr/>
                <p:nvPr/>
              </p:nvSpPr>
              <p:spPr>
                <a:xfrm>
                  <a:off x="4309"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52" name="Oval 980"/>
                <p:cNvSpPr/>
                <p:nvPr/>
              </p:nvSpPr>
              <p:spPr>
                <a:xfrm>
                  <a:off x="4489" y="2382"/>
                  <a:ext cx="159" cy="142"/>
                </a:xfrm>
                <a:prstGeom prst="ellipse">
                  <a:avLst/>
                </a:prstGeom>
                <a:solidFill>
                  <a:srgbClr val="FF0000"/>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gn="ctr" eaLnBrk="1" hangingPunct="1">
                    <a:lnSpc>
                      <a:spcPct val="100000"/>
                    </a:lnSpc>
                    <a:spcBef>
                      <a:spcPct val="0"/>
                    </a:spcBef>
                    <a:buClrTx/>
                    <a:buSzTx/>
                    <a:buFontTx/>
                    <a:buNone/>
                  </a:pPr>
                  <a:endParaRPr lang="zh-CN" altLang="zh-CN" sz="1800">
                    <a:solidFill>
                      <a:srgbClr val="FF0000"/>
                    </a:solidFill>
                    <a:latin typeface="Arial" panose="020B0604020202090204" pitchFamily="34" charset="0"/>
                    <a:ea typeface="Arial" panose="020B0604020202090204" pitchFamily="34" charset="0"/>
                  </a:endParaRPr>
                </a:p>
              </p:txBody>
            </p:sp>
            <p:sp>
              <p:nvSpPr>
                <p:cNvPr id="127053" name="Oval 981"/>
                <p:cNvSpPr/>
                <p:nvPr/>
              </p:nvSpPr>
              <p:spPr>
                <a:xfrm>
                  <a:off x="4658" y="2382"/>
                  <a:ext cx="159" cy="142"/>
                </a:xfrm>
                <a:prstGeom prst="ellipse">
                  <a:avLst/>
                </a:prstGeom>
                <a:solidFill>
                  <a:srgbClr val="33CC33"/>
                </a:solidFill>
                <a:ln w="9525">
                  <a:noFill/>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sp>
              <p:nvSpPr>
                <p:cNvPr id="127054" name="Rectangle 982"/>
                <p:cNvSpPr/>
                <p:nvPr/>
              </p:nvSpPr>
              <p:spPr>
                <a:xfrm>
                  <a:off x="5067" y="1837"/>
                  <a:ext cx="80" cy="759"/>
                </a:xfrm>
                <a:prstGeom prst="rect">
                  <a:avLst/>
                </a:prstGeom>
                <a:solidFill>
                  <a:srgbClr val="29292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a typeface="Arial" panose="020B0604020202090204" pitchFamily="34" charset="0"/>
                  </a:endParaRPr>
                </a:p>
              </p:txBody>
            </p:sp>
          </p:grpSp>
          <p:pic>
            <p:nvPicPr>
              <p:cNvPr id="127029" name="Picture 4"/>
              <p:cNvPicPr>
                <a:picLocks noChangeAspect="1"/>
              </p:cNvPicPr>
              <p:nvPr/>
            </p:nvPicPr>
            <p:blipFill>
              <a:blip r:embed="rId5"/>
              <a:stretch>
                <a:fillRect/>
              </a:stretch>
            </p:blipFill>
            <p:spPr>
              <a:xfrm>
                <a:off x="5440087" y="1742411"/>
                <a:ext cx="1039824" cy="309703"/>
              </a:xfrm>
              <a:prstGeom prst="rect">
                <a:avLst/>
              </a:prstGeom>
              <a:noFill/>
              <a:ln w="9525">
                <a:noFill/>
              </a:ln>
            </p:spPr>
          </p:pic>
          <p:sp>
            <p:nvSpPr>
              <p:cNvPr id="127030" name="TextBox 149"/>
              <p:cNvSpPr txBox="1"/>
              <p:nvPr/>
            </p:nvSpPr>
            <p:spPr>
              <a:xfrm>
                <a:off x="5558972" y="1947149"/>
                <a:ext cx="928459" cy="584776"/>
              </a:xfrm>
              <a:prstGeom prst="rect">
                <a:avLst/>
              </a:prstGeom>
              <a:noFill/>
              <a:ln w="9525">
                <a:noFill/>
              </a:ln>
            </p:spPr>
            <p:txBody>
              <a:bodyPr wrap="none">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1400">
                    <a:latin typeface="Arial" panose="020B0604020202090204" pitchFamily="34" charset="0"/>
                    <a:cs typeface="Arial" panose="020B0604020202090204" pitchFamily="34" charset="0"/>
                  </a:rPr>
                  <a:t>controller</a:t>
                </a:r>
              </a:p>
              <a:p>
                <a:pPr marL="0" lvl="0" indent="0">
                  <a:lnSpc>
                    <a:spcPct val="100000"/>
                  </a:lnSpc>
                  <a:spcBef>
                    <a:spcPct val="0"/>
                  </a:spcBef>
                  <a:buClrTx/>
                  <a:buSzTx/>
                  <a:buFontTx/>
                  <a:buNone/>
                </a:pPr>
                <a:endParaRPr lang="en-US" altLang="zh-CN" sz="1800">
                  <a:latin typeface="Arial" panose="020B0604020202090204" pitchFamily="34" charset="0"/>
                  <a:ea typeface="Arial" panose="020B0604020202090204" pitchFamily="34" charset="0"/>
                </a:endParaRPr>
              </a:p>
            </p:txBody>
          </p:sp>
        </p:grpSp>
        <p:sp>
          <p:nvSpPr>
            <p:cNvPr id="127027" name="Rectangle 82"/>
            <p:cNvSpPr/>
            <p:nvPr/>
          </p:nvSpPr>
          <p:spPr>
            <a:xfrm>
              <a:off x="5418667" y="1587500"/>
              <a:ext cx="1270000" cy="1481667"/>
            </a:xfrm>
            <a:prstGeom prst="rect">
              <a:avLst/>
            </a:prstGeom>
            <a:solidFill>
              <a:schemeClr val="bg1">
                <a:alpha val="65881"/>
              </a:schemeClr>
            </a:solidFill>
            <a:ln w="9525">
              <a:noFill/>
            </a:ln>
          </p:spPr>
          <p:txBody>
            <a:bodyPr wrap="none"/>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endParaRPr lang="zh-CN" altLang="zh-CN" sz="1800">
                <a:latin typeface="Arial" panose="020B0604020202090204" pitchFamily="34" charset="0"/>
              </a:endParaRPr>
            </a:p>
          </p:txBody>
        </p:sp>
      </p:grpSp>
      <p:sp>
        <p:nvSpPr>
          <p:cNvPr id="127025" name="TextBox 211"/>
          <p:cNvSpPr txBox="1"/>
          <p:nvPr/>
        </p:nvSpPr>
        <p:spPr>
          <a:xfrm>
            <a:off x="5608638" y="317500"/>
            <a:ext cx="3133725" cy="1323975"/>
          </a:xfrm>
          <a:prstGeom prst="rect">
            <a:avLst/>
          </a:prstGeom>
          <a:noFill/>
          <a:ln w="9525">
            <a:noFill/>
          </a:ln>
        </p:spPr>
        <p:txBody>
          <a:bodyPr>
            <a:spAutoFit/>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2000" i="1">
                <a:solidFill>
                  <a:srgbClr val="CC0000"/>
                </a:solidFill>
                <a:latin typeface="Arial" panose="020B0604020202090204" pitchFamily="34" charset="0"/>
              </a:rPr>
              <a:t>Example: </a:t>
            </a:r>
            <a:r>
              <a:rPr lang="en-US" altLang="zh-CN" sz="2000">
                <a:latin typeface="Arial" panose="020B0604020202090204" pitchFamily="34" charset="0"/>
              </a:rPr>
              <a:t>datagrams from hosts h5 and h6 should be sent to h3 or h4, via s1 and from there to s2</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dissolve">
                                      <p:cBhvr>
                                        <p:cTn id="7" dur="500"/>
                                        <p:tgtEl>
                                          <p:spTgt spid="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8"/>
                                        </p:tgtEl>
                                        <p:attrNameLst>
                                          <p:attrName>style.visibility</p:attrName>
                                        </p:attrNameLst>
                                      </p:cBhvr>
                                      <p:to>
                                        <p:strVal val="visible"/>
                                      </p:to>
                                    </p:set>
                                    <p:animEffect transition="in" filter="dissolve">
                                      <p:cBhvr>
                                        <p:cTn id="12" dur="500"/>
                                        <p:tgtEl>
                                          <p:spTgt spid="6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2"/>
          <p:cNvSpPr/>
          <p:nvPr/>
        </p:nvSpPr>
        <p:spPr>
          <a:xfrm>
            <a:off x="533400" y="228600"/>
            <a:ext cx="7772400" cy="1143000"/>
          </a:xfrm>
          <a:prstGeom prst="rect">
            <a:avLst/>
          </a:prstGeom>
          <a:noFill/>
          <a:ln w="9525">
            <a:noFill/>
          </a:ln>
        </p:spPr>
        <p:txBody>
          <a:bodyPr anchor="ctr" anchorCtr="0"/>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0" lvl="0" indent="0">
              <a:lnSpc>
                <a:spcPct val="100000"/>
              </a:lnSpc>
              <a:spcBef>
                <a:spcPct val="0"/>
              </a:spcBef>
              <a:buClrTx/>
              <a:buSzTx/>
              <a:buFontTx/>
              <a:buNone/>
            </a:pPr>
            <a:r>
              <a:rPr lang="en-US" altLang="zh-CN" sz="4400">
                <a:solidFill>
                  <a:srgbClr val="000099"/>
                </a:solidFill>
              </a:rPr>
              <a:t>Chapter 4: </a:t>
            </a:r>
            <a:r>
              <a:rPr lang="en-US" altLang="zh-CN" sz="4400" i="1">
                <a:solidFill>
                  <a:srgbClr val="000099"/>
                </a:solidFill>
              </a:rPr>
              <a:t>done!</a:t>
            </a:r>
          </a:p>
        </p:txBody>
      </p:sp>
      <p:pic>
        <p:nvPicPr>
          <p:cNvPr id="129026" name="Picture 8" descr="underline_base"/>
          <p:cNvPicPr/>
          <p:nvPr/>
        </p:nvPicPr>
        <p:blipFill>
          <a:blip r:embed="rId2"/>
          <a:stretch>
            <a:fillRect/>
          </a:stretch>
        </p:blipFill>
        <p:spPr>
          <a:xfrm>
            <a:off x="566738" y="1055688"/>
            <a:ext cx="4113212" cy="173037"/>
          </a:xfrm>
          <a:prstGeom prst="rect">
            <a:avLst/>
          </a:prstGeom>
          <a:noFill/>
          <a:ln w="9525">
            <a:noFill/>
          </a:ln>
        </p:spPr>
      </p:pic>
      <p:sp>
        <p:nvSpPr>
          <p:cNvPr id="129027" name="Content Placeholder 1"/>
          <p:cNvSpPr>
            <a:spLocks noGrp="1"/>
          </p:cNvSpPr>
          <p:nvPr>
            <p:ph sz="half" idx="1"/>
          </p:nvPr>
        </p:nvSpPr>
        <p:spPr>
          <a:xfrm>
            <a:off x="4233863" y="3873500"/>
            <a:ext cx="4572000" cy="1798638"/>
          </a:xfrm>
        </p:spPr>
        <p:txBody>
          <a:bodyPr vert="horz" wrap="square" lIns="91440" tIns="45720" rIns="91440" bIns="45720" anchor="t" anchorCtr="0"/>
          <a:lstStyle/>
          <a:p>
            <a:pPr marL="0" indent="0">
              <a:buClr>
                <a:srgbClr val="000099"/>
              </a:buClr>
              <a:buSzPct val="100000"/>
              <a:buFont typeface="Wingdings" panose="05000000000000000000" pitchFamily="2" charset="2"/>
              <a:buNone/>
            </a:pPr>
            <a:r>
              <a:rPr lang="en-US" altLang="zh-CN" sz="2400" i="1">
                <a:solidFill>
                  <a:srgbClr val="CC0000"/>
                </a:solidFill>
                <a:latin typeface="+mn-lt"/>
                <a:ea typeface="MS PGothic" charset="0"/>
                <a:cs typeface="MS PGothic" charset="0"/>
              </a:rPr>
              <a:t>Question: </a:t>
            </a:r>
            <a:r>
              <a:rPr lang="en-US" altLang="zh-CN" sz="2400">
                <a:latin typeface="+mn-lt"/>
                <a:ea typeface="MS PGothic" charset="0"/>
                <a:cs typeface="MS PGothic" charset="0"/>
              </a:rPr>
              <a:t>how do forwarding tables (destination-based forwarding) or flow tables (generalized forwarding) computed?</a:t>
            </a:r>
          </a:p>
          <a:p>
            <a:pPr marL="0" indent="0">
              <a:buClr>
                <a:srgbClr val="000099"/>
              </a:buClr>
              <a:buSzPct val="100000"/>
              <a:buFont typeface="Wingdings" panose="05000000000000000000" pitchFamily="2" charset="2"/>
              <a:buNone/>
            </a:pPr>
            <a:r>
              <a:rPr lang="en-US" altLang="zh-CN" sz="2400" i="1">
                <a:solidFill>
                  <a:srgbClr val="CC0000"/>
                </a:solidFill>
                <a:latin typeface="+mn-lt"/>
                <a:ea typeface="MS PGothic" charset="0"/>
                <a:cs typeface="MS PGothic" charset="0"/>
              </a:rPr>
              <a:t>Answer: </a:t>
            </a:r>
            <a:r>
              <a:rPr lang="en-US" altLang="zh-CN" sz="2400">
                <a:latin typeface="+mn-lt"/>
                <a:ea typeface="MS PGothic" charset="0"/>
                <a:cs typeface="MS PGothic" charset="0"/>
              </a:rPr>
              <a:t>by the control plane (next chapter)</a:t>
            </a:r>
          </a:p>
        </p:txBody>
      </p:sp>
      <p:sp>
        <p:nvSpPr>
          <p:cNvPr id="129028" name="Rectangle 3"/>
          <p:cNvSpPr txBox="1"/>
          <p:nvPr/>
        </p:nvSpPr>
        <p:spPr>
          <a:xfrm>
            <a:off x="533400" y="1600200"/>
            <a:ext cx="3879850" cy="4648200"/>
          </a:xfrm>
          <a:prstGeom prst="rect">
            <a:avLst/>
          </a:prstGeom>
          <a:noFill/>
          <a:ln w="9525">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342900" lvl="0" indent="-342900">
              <a:buNone/>
            </a:pPr>
            <a:r>
              <a:rPr lang="en-US" altLang="zh-CN" sz="2400"/>
              <a:t>4.1 Overview of Network layer: data plane and control plane</a:t>
            </a:r>
          </a:p>
          <a:p>
            <a:pPr marL="342900" lvl="0" indent="-342900">
              <a:buNone/>
            </a:pPr>
            <a:r>
              <a:rPr lang="en-US" altLang="zh-CN" sz="2400"/>
              <a:t>4.2 What</a:t>
            </a:r>
            <a:r>
              <a:rPr lang="ja-JP" altLang="en-US" sz="2400"/>
              <a:t>’</a:t>
            </a:r>
            <a:r>
              <a:rPr lang="en-US" altLang="ja-JP" sz="2400"/>
              <a:t>s inside a router</a:t>
            </a:r>
          </a:p>
          <a:p>
            <a:pPr marL="342900" lvl="0" indent="-342900">
              <a:buNone/>
            </a:pPr>
            <a:r>
              <a:rPr lang="en-US" altLang="zh-CN" sz="2400"/>
              <a:t>4.3 IP: Internet Protocol</a:t>
            </a:r>
          </a:p>
          <a:p>
            <a:pPr marL="688975" lvl="1" indent="-231775"/>
            <a:r>
              <a:rPr lang="en-US" altLang="zh-CN"/>
              <a:t>datagram format</a:t>
            </a:r>
          </a:p>
          <a:p>
            <a:pPr marL="688975" lvl="1" indent="-231775"/>
            <a:r>
              <a:rPr lang="en-US" altLang="zh-CN"/>
              <a:t>fragmentation</a:t>
            </a:r>
          </a:p>
          <a:p>
            <a:pPr marL="688975" lvl="1" indent="-231775"/>
            <a:r>
              <a:rPr lang="en-US" altLang="zh-CN"/>
              <a:t>IPv4 addressing</a:t>
            </a:r>
          </a:p>
          <a:p>
            <a:pPr marL="688975" lvl="1" indent="-231775"/>
            <a:r>
              <a:rPr lang="en-US" altLang="zh-CN"/>
              <a:t>NAT</a:t>
            </a:r>
          </a:p>
          <a:p>
            <a:pPr marL="688975" lvl="1" indent="-231775"/>
            <a:r>
              <a:rPr lang="en-US" altLang="zh-CN"/>
              <a:t>IPv6</a:t>
            </a:r>
          </a:p>
        </p:txBody>
      </p:sp>
      <p:sp>
        <p:nvSpPr>
          <p:cNvPr id="129029" name="Rectangle 4"/>
          <p:cNvSpPr txBox="1"/>
          <p:nvPr/>
        </p:nvSpPr>
        <p:spPr>
          <a:xfrm>
            <a:off x="4495800" y="1600200"/>
            <a:ext cx="3810000" cy="2379663"/>
          </a:xfrm>
          <a:prstGeom prst="rect">
            <a:avLst/>
          </a:prstGeom>
          <a:noFill/>
          <a:ln w="9525">
            <a:noFill/>
          </a:ln>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688975" indent="-231775" algn="l" rtl="0" eaLnBrk="0" fontAlgn="base" hangingPunct="0">
              <a:lnSpc>
                <a:spcPct val="85000"/>
              </a:lnSpc>
              <a:spcBef>
                <a:spcPct val="20000"/>
              </a:spcBef>
              <a:spcAft>
                <a:spcPct val="0"/>
              </a:spcAft>
              <a:buClr>
                <a:srgbClr val="000099"/>
              </a:buClr>
              <a:buFont typeface="Arial" panose="020B0604020202090204" pitchFamily="34" charset="0"/>
              <a:buChar char="•"/>
              <a:defRPr sz="2400">
                <a:solidFill>
                  <a:schemeClr val="tx1"/>
                </a:solidFill>
                <a:latin typeface="Gill Sans MT"/>
                <a:ea typeface="MS PGothic"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Gill Sans MT" charset="0"/>
                <a:cs typeface="Gill Sans MT" charset="0"/>
              </a:defRPr>
            </a:lvl5pPr>
          </a:lstStyle>
          <a:p>
            <a:pPr marL="342900" lvl="0" indent="-342900">
              <a:buNone/>
            </a:pPr>
            <a:r>
              <a:rPr lang="en-US" altLang="zh-CN" sz="2400"/>
              <a:t>4.4 Generalized Forward and SDN</a:t>
            </a:r>
          </a:p>
          <a:p>
            <a:pPr marL="688975" lvl="1" indent="-231775"/>
            <a:r>
              <a:rPr lang="en-US" altLang="zh-CN"/>
              <a:t>match plus action</a:t>
            </a:r>
          </a:p>
          <a:p>
            <a:pPr marL="688975" lvl="1" indent="-231775"/>
            <a:r>
              <a:rPr lang="en-US" altLang="zh-CN"/>
              <a:t>OpenFlow example</a:t>
            </a:r>
          </a:p>
        </p:txBody>
      </p:sp>
      <p:sp>
        <p:nvSpPr>
          <p:cNvPr id="129030" name="Slide Number Placeholder 5"/>
          <p:cNvSpPr txBox="1">
            <a:spLocks noGrp="1"/>
          </p:cNvSpPr>
          <p:nvPr>
            <p:ph type="sldNum" sz="quarter" idx="4"/>
          </p:nvPr>
        </p:nvSpPr>
        <p:spPr>
          <a:xfrm>
            <a:off x="8456613" y="6475413"/>
            <a:ext cx="561975" cy="273050"/>
          </a:xfrm>
        </p:spPr>
        <p:txBody>
          <a:bodyPr/>
          <a:lstStyle/>
          <a:p>
            <a:pPr marL="0" indent="0">
              <a:lnSpc>
                <a:spcPct val="100000"/>
              </a:lnSpc>
              <a:spcBef>
                <a:spcPct val="0"/>
              </a:spcBef>
              <a:buClrTx/>
              <a:buSzTx/>
              <a:buFontTx/>
              <a:buNone/>
            </a:pPr>
            <a:r>
              <a:rPr lang="en-US" altLang="zh-CN" sz="1200">
                <a:latin typeface="Tahoma" panose="020B0604030504040204" charset="0"/>
              </a:rPr>
              <a:t>4-</a:t>
            </a:r>
            <a:fld id="{9A0DB2DC-4C9A-4742-B13C-FB6460FD3503}" type="slidenum">
              <a:rPr lang="en-US" altLang="zh-CN" sz="1200">
                <a:latin typeface="Tahoma" panose="020B0604030504040204" charset="0"/>
              </a:rPr>
              <a:t>137</a:t>
            </a:fld>
            <a:endParaRPr lang="en-US" altLang="zh-CN" sz="1200">
              <a:latin typeface="Tahoma" panose="020B0604030504040204" charset="0"/>
            </a:endParaRPr>
          </a:p>
        </p:txBody>
      </p:sp>
      <p:sp>
        <p:nvSpPr>
          <p:cNvPr id="129031" name="Footer Placeholder 2"/>
          <p:cNvSpPr txBox="1">
            <a:spLocks noGrp="1"/>
          </p:cNvSpPr>
          <p:nvPr>
            <p:ph type="ftr" sz="quarter" idx="3"/>
          </p:nvPr>
        </p:nvSpPr>
        <p:spPr>
          <a:xfrm>
            <a:off x="6375400" y="6475413"/>
            <a:ext cx="2178050" cy="241300"/>
          </a:xfrm>
          <a:ln>
            <a:noFill/>
          </a:ln>
        </p:spPr>
        <p:txBody>
          <a:bodyPr/>
          <a:lstStyle/>
          <a:p>
            <a:pPr marL="0" indent="0" algn="r">
              <a:lnSpc>
                <a:spcPct val="100000"/>
              </a:lnSpc>
              <a:spcBef>
                <a:spcPct val="0"/>
              </a:spcBef>
              <a:buClrTx/>
              <a:buSzTx/>
              <a:buFontTx/>
              <a:buNone/>
            </a:pPr>
            <a:r>
              <a:rPr lang="en-US" altLang="zh-CN" sz="1200">
                <a:solidFill>
                  <a:srgbClr val="000000"/>
                </a:solidFill>
                <a:latin typeface="Tahoma" panose="020B0604030504040204" charset="0"/>
                <a:ea typeface="MS PGothic" charset="0"/>
                <a:cs typeface="Arial" panose="020B0604020202090204" pitchFamily="34" charset="0"/>
              </a:rPr>
              <a:t>Network Layer: Data Plane</a:t>
            </a:r>
            <a:endParaRPr lang="en-US" altLang="zh-CN" sz="1200">
              <a:solidFill>
                <a:srgbClr val="000000"/>
              </a:solidFill>
              <a:latin typeface="Tahoma" panose="020B0604030504040204" charset="0"/>
              <a:ea typeface="Arial" panose="020B0604020202090204" pitchFamily="34" charset="0"/>
              <a:cs typeface="MS PGothic" charset="0"/>
            </a:endParaRPr>
          </a:p>
        </p:txBody>
      </p:sp>
    </p:spTree>
  </p:cSld>
  <p:clrMapOvr>
    <a:masterClrMapping/>
  </p:clrMapOvr>
  <p:transition/>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Gill Sans MT"/>
        <a:ea typeface=""/>
        <a:cs typeface=""/>
      </a:majorFont>
      <a:minorFont>
        <a:latin typeface="Gill Sans M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Gill Sans MT"/>
        <a:ea typeface=""/>
        <a:cs typeface=""/>
      </a:majorFont>
      <a:minorFont>
        <a:latin typeface="Gill Sans M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ctr" defTabSz="914400" rtl="0" eaLnBrk="0" fontAlgn="base" latinLnBrk="0" hangingPunct="0">
          <a:lnSpc>
            <a:spcPct val="100000"/>
          </a:lnSpc>
          <a:spcBef>
            <a:spcPct val="0"/>
          </a:spcBef>
          <a:spcAft>
            <a:spcPct val="0"/>
          </a:spcAft>
          <a:buClrTx/>
          <a:buSzTx/>
          <a:buFontTx/>
          <a:buNone/>
          <a:defRPr kumimoji="0" lang="en-US" sz="1600" b="0" i="0" u="none" strike="noStrike" cap="none" normalizeH="0" baseline="0" smtClean="0">
            <a:ln>
              <a:noFill/>
            </a:ln>
            <a:solidFill>
              <a:schemeClr val="tx1"/>
            </a:solidFill>
            <a:effectLst/>
            <a:latin typeface="Tahoma" panose="020B060403050404020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ctr" defTabSz="914400" rtl="0" eaLnBrk="0" fontAlgn="base" latinLnBrk="0" hangingPunct="0">
          <a:lnSpc>
            <a:spcPct val="100000"/>
          </a:lnSpc>
          <a:spcBef>
            <a:spcPct val="0"/>
          </a:spcBef>
          <a:spcAft>
            <a:spcPct val="0"/>
          </a:spcAft>
          <a:buClrTx/>
          <a:buSzTx/>
          <a:buFontTx/>
          <a:buNone/>
          <a:defRPr kumimoji="0" lang="en-US" sz="1600" b="0" i="0" u="none" strike="noStrike" cap="none" normalizeH="0" baseline="0" smtClean="0">
            <a:ln>
              <a:noFill/>
            </a:ln>
            <a:solidFill>
              <a:schemeClr val="tx1"/>
            </a:solidFill>
            <a:effectLst/>
            <a:latin typeface="Tahoma" panose="020B0604030504040204"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Gill Sans MT"/>
        <a:ea typeface=""/>
        <a:cs typeface=""/>
      </a:majorFont>
      <a:minorFont>
        <a:latin typeface="Gill Sans M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ctr" defTabSz="914400" rtl="0" eaLnBrk="0" fontAlgn="base" latinLnBrk="0" hangingPunct="0">
          <a:lnSpc>
            <a:spcPct val="100000"/>
          </a:lnSpc>
          <a:spcBef>
            <a:spcPct val="0"/>
          </a:spcBef>
          <a:spcAft>
            <a:spcPct val="0"/>
          </a:spcAft>
          <a:buClrTx/>
          <a:buSzTx/>
          <a:buFontTx/>
          <a:buNone/>
          <a:defRPr kumimoji="0" lang="en-US" sz="1600" b="0" i="0" u="none" strike="noStrike" cap="none" normalizeH="0" baseline="0" smtClean="0">
            <a:ln>
              <a:noFill/>
            </a:ln>
            <a:solidFill>
              <a:schemeClr val="tx1"/>
            </a:solidFill>
            <a:effectLst/>
            <a:latin typeface="Tahoma" panose="020B060403050404020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ctr" defTabSz="914400" rtl="0" eaLnBrk="0" fontAlgn="base" latinLnBrk="0" hangingPunct="0">
          <a:lnSpc>
            <a:spcPct val="100000"/>
          </a:lnSpc>
          <a:spcBef>
            <a:spcPct val="0"/>
          </a:spcBef>
          <a:spcAft>
            <a:spcPct val="0"/>
          </a:spcAft>
          <a:buClrTx/>
          <a:buSzTx/>
          <a:buFontTx/>
          <a:buNone/>
          <a:defRPr kumimoji="0" lang="en-US" sz="1600" b="0" i="0" u="none" strike="noStrike" cap="none" normalizeH="0" baseline="0" smtClean="0">
            <a:ln>
              <a:noFill/>
            </a:ln>
            <a:solidFill>
              <a:schemeClr val="tx1"/>
            </a:solidFill>
            <a:effectLst/>
            <a:latin typeface="Tahoma" panose="020B0604030504040204"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Gill Sans MT"/>
        <a:ea typeface=""/>
        <a:cs typeface=""/>
      </a:majorFont>
      <a:minorFont>
        <a:latin typeface="Gill Sans M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Comic Sans MS"/>
        <a:ea typeface=""/>
        <a:cs typeface=""/>
      </a:majorFont>
      <a:minorFont>
        <a:latin typeface="Comic Sans M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Comic Sans MS" panose="030F090203030202020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Comic Sans MS" panose="030F0902030302020204"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5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Gill Sans MT"/>
        <a:ea typeface=""/>
        <a:cs typeface=""/>
      </a:majorFont>
      <a:minorFont>
        <a:latin typeface="Gill Sans M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CN(myzh)Icon">
  <a:themeElements>
    <a:clrScheme name="演示稿（水平） 9">
      <a:dk1>
        <a:srgbClr val="000000"/>
      </a:dk1>
      <a:lt1>
        <a:srgbClr val="FFFFFF"/>
      </a:lt1>
      <a:dk2>
        <a:srgbClr val="666699"/>
      </a:dk2>
      <a:lt2>
        <a:srgbClr val="FFCC00"/>
      </a:lt2>
      <a:accent1>
        <a:srgbClr val="FF9900"/>
      </a:accent1>
      <a:accent2>
        <a:srgbClr val="FF9900"/>
      </a:accent2>
      <a:accent3>
        <a:srgbClr val="FFFFFF"/>
      </a:accent3>
      <a:accent4>
        <a:srgbClr val="000000"/>
      </a:accent4>
      <a:accent5>
        <a:srgbClr val="FFCAAA"/>
      </a:accent5>
      <a:accent6>
        <a:srgbClr val="E78A00"/>
      </a:accent6>
      <a:hlink>
        <a:srgbClr val="666699"/>
      </a:hlink>
      <a:folHlink>
        <a:srgbClr val="999966"/>
      </a:folHlink>
    </a:clrScheme>
    <a:fontScheme name="演示稿（水平）">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lnDef>
  </a:objectDefaults>
  <a:extraClrSchemeLst>
    <a:extraClrScheme>
      <a:clrScheme name="演示稿（水平） 1">
        <a:dk1>
          <a:srgbClr val="006699"/>
        </a:dk1>
        <a:lt1>
          <a:srgbClr val="FFFFFF"/>
        </a:lt1>
        <a:dk2>
          <a:srgbClr val="000000"/>
        </a:dk2>
        <a:lt2>
          <a:srgbClr val="99FF99"/>
        </a:lt2>
        <a:accent1>
          <a:srgbClr val="00CC99"/>
        </a:accent1>
        <a:accent2>
          <a:srgbClr val="009999"/>
        </a:accent2>
        <a:accent3>
          <a:srgbClr val="AAAAAA"/>
        </a:accent3>
        <a:accent4>
          <a:srgbClr val="DADADA"/>
        </a:accent4>
        <a:accent5>
          <a:srgbClr val="AAE2CA"/>
        </a:accent5>
        <a:accent6>
          <a:srgbClr val="008A8A"/>
        </a:accent6>
        <a:hlink>
          <a:srgbClr val="0066FF"/>
        </a:hlink>
        <a:folHlink>
          <a:srgbClr val="989CBA"/>
        </a:folHlink>
      </a:clrScheme>
      <a:clrMap bg1="dk2" tx1="lt1" bg2="dk1" tx2="lt2" accent1="accent1" accent2="accent2" accent3="accent3" accent4="accent4" accent5="accent5" accent6="accent6" hlink="hlink" folHlink="folHlink"/>
    </a:extraClrScheme>
    <a:extraClrScheme>
      <a:clrScheme name="演示稿（水平） 2">
        <a:dk1>
          <a:srgbClr val="808000"/>
        </a:dk1>
        <a:lt1>
          <a:srgbClr val="FFFFFF"/>
        </a:lt1>
        <a:dk2>
          <a:srgbClr val="5C271E"/>
        </a:dk2>
        <a:lt2>
          <a:srgbClr val="FFDD89"/>
        </a:lt2>
        <a:accent1>
          <a:srgbClr val="CC6600"/>
        </a:accent1>
        <a:accent2>
          <a:srgbClr val="CC9900"/>
        </a:accent2>
        <a:accent3>
          <a:srgbClr val="B5ACAB"/>
        </a:accent3>
        <a:accent4>
          <a:srgbClr val="DADADA"/>
        </a:accent4>
        <a:accent5>
          <a:srgbClr val="E2B8AA"/>
        </a:accent5>
        <a:accent6>
          <a:srgbClr val="B98A00"/>
        </a:accent6>
        <a:hlink>
          <a:srgbClr val="669900"/>
        </a:hlink>
        <a:folHlink>
          <a:srgbClr val="A3A274"/>
        </a:folHlink>
      </a:clrScheme>
      <a:clrMap bg1="dk2" tx1="lt1" bg2="dk1" tx2="lt2" accent1="accent1" accent2="accent2" accent3="accent3" accent4="accent4" accent5="accent5" accent6="accent6" hlink="hlink" folHlink="folHlink"/>
    </a:extraClrScheme>
    <a:extraClrScheme>
      <a:clrScheme name="演示稿（水平） 3">
        <a:dk1>
          <a:srgbClr val="763B00"/>
        </a:dk1>
        <a:lt1>
          <a:srgbClr val="FFFFFF"/>
        </a:lt1>
        <a:dk2>
          <a:srgbClr val="330000"/>
        </a:dk2>
        <a:lt2>
          <a:srgbClr val="CC9900"/>
        </a:lt2>
        <a:accent1>
          <a:srgbClr val="FFCC00"/>
        </a:accent1>
        <a:accent2>
          <a:srgbClr val="CC3300"/>
        </a:accent2>
        <a:accent3>
          <a:srgbClr val="ADAAAA"/>
        </a:accent3>
        <a:accent4>
          <a:srgbClr val="DADADA"/>
        </a:accent4>
        <a:accent5>
          <a:srgbClr val="FFE2AA"/>
        </a:accent5>
        <a:accent6>
          <a:srgbClr val="B92D00"/>
        </a:accent6>
        <a:hlink>
          <a:srgbClr val="666699"/>
        </a:hlink>
        <a:folHlink>
          <a:srgbClr val="999966"/>
        </a:folHlink>
      </a:clrScheme>
      <a:clrMap bg1="dk2" tx1="lt1" bg2="dk1" tx2="lt2" accent1="accent1" accent2="accent2" accent3="accent3" accent4="accent4" accent5="accent5" accent6="accent6" hlink="hlink" folHlink="folHlink"/>
    </a:extraClrScheme>
    <a:extraClrScheme>
      <a:clrScheme name="演示稿（水平） 4">
        <a:dk1>
          <a:srgbClr val="6D3696"/>
        </a:dk1>
        <a:lt1>
          <a:srgbClr val="FFFFFF"/>
        </a:lt1>
        <a:dk2>
          <a:srgbClr val="51255D"/>
        </a:dk2>
        <a:lt2>
          <a:srgbClr val="FFFFCC"/>
        </a:lt2>
        <a:accent1>
          <a:srgbClr val="666699"/>
        </a:accent1>
        <a:accent2>
          <a:srgbClr val="800080"/>
        </a:accent2>
        <a:accent3>
          <a:srgbClr val="B3ACB6"/>
        </a:accent3>
        <a:accent4>
          <a:srgbClr val="DADADA"/>
        </a:accent4>
        <a:accent5>
          <a:srgbClr val="B8B8CA"/>
        </a:accent5>
        <a:accent6>
          <a:srgbClr val="730073"/>
        </a:accent6>
        <a:hlink>
          <a:srgbClr val="CCCC00"/>
        </a:hlink>
        <a:folHlink>
          <a:srgbClr val="A3A274"/>
        </a:folHlink>
      </a:clrScheme>
      <a:clrMap bg1="dk2" tx1="lt1" bg2="dk1" tx2="lt2" accent1="accent1" accent2="accent2" accent3="accent3" accent4="accent4" accent5="accent5" accent6="accent6" hlink="hlink" folHlink="folHlink"/>
    </a:extraClrScheme>
    <a:extraClrScheme>
      <a:clrScheme name="演示稿（水平） 5">
        <a:dk1>
          <a:srgbClr val="CC6600"/>
        </a:dk1>
        <a:lt1>
          <a:srgbClr val="FFFFFF"/>
        </a:lt1>
        <a:dk2>
          <a:srgbClr val="4A553B"/>
        </a:dk2>
        <a:lt2>
          <a:srgbClr val="FFBF1F"/>
        </a:lt2>
        <a:accent1>
          <a:srgbClr val="FFCC00"/>
        </a:accent1>
        <a:accent2>
          <a:srgbClr val="CC9900"/>
        </a:accent2>
        <a:accent3>
          <a:srgbClr val="B1B4AF"/>
        </a:accent3>
        <a:accent4>
          <a:srgbClr val="DADADA"/>
        </a:accent4>
        <a:accent5>
          <a:srgbClr val="FFE2AA"/>
        </a:accent5>
        <a:accent6>
          <a:srgbClr val="B98A00"/>
        </a:accent6>
        <a:hlink>
          <a:srgbClr val="669900"/>
        </a:hlink>
        <a:folHlink>
          <a:srgbClr val="A3A274"/>
        </a:folHlink>
      </a:clrScheme>
      <a:clrMap bg1="dk2" tx1="lt1" bg2="dk1" tx2="lt2" accent1="accent1" accent2="accent2" accent3="accent3" accent4="accent4" accent5="accent5" accent6="accent6" hlink="hlink" folHlink="folHlink"/>
    </a:extraClrScheme>
    <a:extraClrScheme>
      <a:clrScheme name="演示稿（水平） 6">
        <a:dk1>
          <a:srgbClr val="000000"/>
        </a:dk1>
        <a:lt1>
          <a:srgbClr val="FFFFFF"/>
        </a:lt1>
        <a:dk2>
          <a:srgbClr val="666699"/>
        </a:dk2>
        <a:lt2>
          <a:srgbClr val="FFCC00"/>
        </a:lt2>
        <a:accent1>
          <a:srgbClr val="FF9900"/>
        </a:accent1>
        <a:accent2>
          <a:srgbClr val="FF0000"/>
        </a:accent2>
        <a:accent3>
          <a:srgbClr val="FFFFFF"/>
        </a:accent3>
        <a:accent4>
          <a:srgbClr val="000000"/>
        </a:accent4>
        <a:accent5>
          <a:srgbClr val="FFCAAA"/>
        </a:accent5>
        <a:accent6>
          <a:srgbClr val="E70000"/>
        </a:accent6>
        <a:hlink>
          <a:srgbClr val="666699"/>
        </a:hlink>
        <a:folHlink>
          <a:srgbClr val="999966"/>
        </a:folHlink>
      </a:clrScheme>
      <a:clrMap bg1="lt1" tx1="dk1" bg2="lt2" tx2="dk2" accent1="accent1" accent2="accent2" accent3="accent3" accent4="accent4" accent5="accent5" accent6="accent6" hlink="hlink" folHlink="folHlink"/>
    </a:extraClrScheme>
    <a:extraClrScheme>
      <a:clrScheme name="演示稿（水平） 7">
        <a:dk1>
          <a:srgbClr val="000000"/>
        </a:dk1>
        <a:lt1>
          <a:srgbClr val="FFFFFF"/>
        </a:lt1>
        <a:dk2>
          <a:srgbClr val="CC3300"/>
        </a:dk2>
        <a:lt2>
          <a:srgbClr val="663300"/>
        </a:lt2>
        <a:accent1>
          <a:srgbClr val="FFCC00"/>
        </a:accent1>
        <a:accent2>
          <a:srgbClr val="CC6600"/>
        </a:accent2>
        <a:accent3>
          <a:srgbClr val="FFFFFF"/>
        </a:accent3>
        <a:accent4>
          <a:srgbClr val="000000"/>
        </a:accent4>
        <a:accent5>
          <a:srgbClr val="FFE2AA"/>
        </a:accent5>
        <a:accent6>
          <a:srgbClr val="B95C00"/>
        </a:accent6>
        <a:hlink>
          <a:srgbClr val="CC9900"/>
        </a:hlink>
        <a:folHlink>
          <a:srgbClr val="996633"/>
        </a:folHlink>
      </a:clrScheme>
      <a:clrMap bg1="lt1" tx1="dk1" bg2="lt2" tx2="dk2" accent1="accent1" accent2="accent2" accent3="accent3" accent4="accent4" accent5="accent5" accent6="accent6" hlink="hlink" folHlink="folHlink"/>
    </a:extraClrScheme>
    <a:extraClrScheme>
      <a:clrScheme name="演示稿（水平） 8">
        <a:dk1>
          <a:srgbClr val="000000"/>
        </a:dk1>
        <a:lt1>
          <a:srgbClr val="FFFFFF"/>
        </a:lt1>
        <a:dk2>
          <a:srgbClr val="999900"/>
        </a:dk2>
        <a:lt2>
          <a:srgbClr val="666600"/>
        </a:lt2>
        <a:accent1>
          <a:srgbClr val="99CC00"/>
        </a:accent1>
        <a:accent2>
          <a:srgbClr val="CCCC66"/>
        </a:accent2>
        <a:accent3>
          <a:srgbClr val="FFFFFF"/>
        </a:accent3>
        <a:accent4>
          <a:srgbClr val="000000"/>
        </a:accent4>
        <a:accent5>
          <a:srgbClr val="CAE2AA"/>
        </a:accent5>
        <a:accent6>
          <a:srgbClr val="B9B95C"/>
        </a:accent6>
        <a:hlink>
          <a:srgbClr val="FFCC00"/>
        </a:hlink>
        <a:folHlink>
          <a:srgbClr val="CC9900"/>
        </a:folHlink>
      </a:clrScheme>
      <a:clrMap bg1="lt1" tx1="dk1" bg2="lt2" tx2="dk2" accent1="accent1" accent2="accent2" accent3="accent3" accent4="accent4" accent5="accent5" accent6="accent6" hlink="hlink" folHlink="folHlink"/>
    </a:extraClrScheme>
    <a:extraClrScheme>
      <a:clrScheme name="演示稿（水平） 9">
        <a:dk1>
          <a:srgbClr val="000000"/>
        </a:dk1>
        <a:lt1>
          <a:srgbClr val="FFFFFF"/>
        </a:lt1>
        <a:dk2>
          <a:srgbClr val="666699"/>
        </a:dk2>
        <a:lt2>
          <a:srgbClr val="FFCC00"/>
        </a:lt2>
        <a:accent1>
          <a:srgbClr val="FF9900"/>
        </a:accent1>
        <a:accent2>
          <a:srgbClr val="FF9900"/>
        </a:accent2>
        <a:accent3>
          <a:srgbClr val="FFFFFF"/>
        </a:accent3>
        <a:accent4>
          <a:srgbClr val="000000"/>
        </a:accent4>
        <a:accent5>
          <a:srgbClr val="FFCAAA"/>
        </a:accent5>
        <a:accent6>
          <a:srgbClr val="E78A00"/>
        </a:accent6>
        <a:hlink>
          <a:srgbClr val="666699"/>
        </a:hlink>
        <a:folHlink>
          <a:srgbClr val="999966"/>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44</TotalTime>
  <Words>10370</Words>
  <Application>Microsoft Office PowerPoint</Application>
  <PresentationFormat>全屏显示(4:3)</PresentationFormat>
  <Paragraphs>2807</Paragraphs>
  <Slides>137</Slides>
  <Notes>41</Notes>
  <HiddenSlides>0</HiddenSlides>
  <MMClips>0</MMClips>
  <ScaleCrop>false</ScaleCrop>
  <HeadingPairs>
    <vt:vector size="8" baseType="variant">
      <vt:variant>
        <vt:lpstr>已用的字体</vt:lpstr>
      </vt:variant>
      <vt:variant>
        <vt:i4>20</vt:i4>
      </vt:variant>
      <vt:variant>
        <vt:lpstr>主题</vt:lpstr>
      </vt:variant>
      <vt:variant>
        <vt:i4>8</vt:i4>
      </vt:variant>
      <vt:variant>
        <vt:lpstr>嵌入 OLE 服务器</vt:lpstr>
      </vt:variant>
      <vt:variant>
        <vt:i4>1</vt:i4>
      </vt:variant>
      <vt:variant>
        <vt:lpstr>幻灯片标题</vt:lpstr>
      </vt:variant>
      <vt:variant>
        <vt:i4>137</vt:i4>
      </vt:variant>
    </vt:vector>
  </HeadingPairs>
  <TitlesOfParts>
    <vt:vector size="166" baseType="lpstr">
      <vt:lpstr>Arial Regular</vt:lpstr>
      <vt:lpstr>Bodoni 72 Book</vt:lpstr>
      <vt:lpstr>FZKai-Z03</vt:lpstr>
      <vt:lpstr>Hiragino Sans GB W3</vt:lpstr>
      <vt:lpstr>ZapfDingbats</vt:lpstr>
      <vt:lpstr>黑体</vt:lpstr>
      <vt:lpstr>华文楷体</vt:lpstr>
      <vt:lpstr>宋体</vt:lpstr>
      <vt:lpstr>微软雅黑</vt:lpstr>
      <vt:lpstr>微软雅黑</vt:lpstr>
      <vt:lpstr>Arial</vt:lpstr>
      <vt:lpstr>Calibri</vt:lpstr>
      <vt:lpstr>Comic Sans MS</vt:lpstr>
      <vt:lpstr>Courier New</vt:lpstr>
      <vt:lpstr>Gill Sans MT</vt:lpstr>
      <vt:lpstr>Symbol</vt:lpstr>
      <vt:lpstr>Tahoma</vt:lpstr>
      <vt:lpstr>Times</vt:lpstr>
      <vt:lpstr>Times New Roman</vt:lpstr>
      <vt:lpstr>Wingdings</vt:lpstr>
      <vt:lpstr>Default Design</vt:lpstr>
      <vt:lpstr>1_Default Design</vt:lpstr>
      <vt:lpstr>2_Default Design</vt:lpstr>
      <vt:lpstr>3_Default Design</vt:lpstr>
      <vt:lpstr>4_Default Design</vt:lpstr>
      <vt:lpstr>Office 主题​​</vt:lpstr>
      <vt:lpstr>5_Default Design</vt:lpstr>
      <vt:lpstr>CN(myzh)Icon</vt:lpstr>
      <vt:lpstr>MS_ClipArt_Gallery.2</vt:lpstr>
      <vt:lpstr>PowerPoint 演示文稿</vt:lpstr>
      <vt:lpstr>PowerPoint 演示文稿</vt:lpstr>
      <vt:lpstr>PowerPoint 演示文稿</vt:lpstr>
      <vt:lpstr>Chapter 4: network layer</vt:lpstr>
      <vt:lpstr>Network layer</vt:lpstr>
      <vt:lpstr>Network layer</vt:lpstr>
      <vt:lpstr>Creating a network app</vt:lpstr>
      <vt:lpstr>Transport services and protocols</vt:lpstr>
      <vt:lpstr>网络层服务概述</vt:lpstr>
      <vt:lpstr>Two Key Network-Layer Functions</vt:lpstr>
      <vt:lpstr>PowerPoint 演示文稿</vt:lpstr>
      <vt:lpstr>Network layer: data plane, control plane</vt:lpstr>
      <vt:lpstr>PowerPoint 演示文稿</vt:lpstr>
      <vt:lpstr>PowerPoint 演示文稿</vt:lpstr>
      <vt:lpstr>Connection setup</vt:lpstr>
      <vt:lpstr>Network service model</vt:lpstr>
      <vt:lpstr>Network layer service models:</vt:lpstr>
      <vt:lpstr>Chapter 4: Network Layer</vt:lpstr>
      <vt:lpstr>Network layer connection and connection-less service</vt:lpstr>
      <vt:lpstr>Network layer connection and connection-less service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Virtual circuits</vt:lpstr>
      <vt:lpstr>VC implementation</vt:lpstr>
      <vt:lpstr>VC Forwarding  table</vt:lpstr>
      <vt:lpstr>Virtual circuits: signaling protocols</vt:lpstr>
      <vt:lpstr>Datagram networks</vt:lpstr>
      <vt:lpstr>Datagram or VC network: why?</vt:lpstr>
      <vt:lpstr>Datagram Forwarding  table</vt:lpstr>
      <vt:lpstr>Datagram Forwarding table</vt:lpstr>
      <vt:lpstr>Longest prefix matching (lpm)</vt:lpstr>
      <vt:lpstr>PowerPoint 演示文稿</vt:lpstr>
      <vt:lpstr>Router architecture overview</vt:lpstr>
      <vt:lpstr>Input port functions</vt:lpstr>
      <vt:lpstr>Input port functions</vt:lpstr>
      <vt:lpstr>Destination-based forwarding</vt:lpstr>
      <vt:lpstr>Longest prefix matching</vt:lpstr>
      <vt:lpstr>Longest prefix matching</vt:lpstr>
      <vt:lpstr>Switching fabrics</vt:lpstr>
      <vt:lpstr>Switching via memory</vt:lpstr>
      <vt:lpstr>Switching via a bus</vt:lpstr>
      <vt:lpstr>Switching via interconnection network</vt:lpstr>
      <vt:lpstr>Input port queuing</vt:lpstr>
      <vt:lpstr>Output ports</vt:lpstr>
      <vt:lpstr>Output port queueing</vt:lpstr>
      <vt:lpstr>How much buffering?</vt:lpstr>
      <vt:lpstr>Scheduling mechanisms</vt:lpstr>
      <vt:lpstr>Scheduling policies: priority</vt:lpstr>
      <vt:lpstr>Scheduling policies: still more</vt:lpstr>
      <vt:lpstr>Scheduling policies: still more</vt:lpstr>
      <vt:lpstr>PowerPoint 演示文稿</vt:lpstr>
      <vt:lpstr>The Internet network layer</vt:lpstr>
      <vt:lpstr>IP datagram format</vt:lpstr>
      <vt:lpstr>IP fragmentation, reassembly</vt:lpstr>
      <vt:lpstr>IP fragmentation, reassembly</vt:lpstr>
      <vt:lpstr>IP fragmentation, reassembly</vt:lpstr>
      <vt:lpstr>PowerPoint 演示文稿</vt:lpstr>
      <vt:lpstr>IP addressing: introduction</vt:lpstr>
      <vt:lpstr>IP addressing: introduction</vt:lpstr>
      <vt:lpstr>Subnets</vt:lpstr>
      <vt:lpstr>Subnets</vt:lpstr>
      <vt:lpstr>Subnets</vt:lpstr>
      <vt:lpstr>有类IP地址（补充）</vt:lpstr>
      <vt:lpstr>有类IP地址（补充）</vt:lpstr>
      <vt:lpstr>有类IP地址（补充）</vt:lpstr>
      <vt:lpstr>关于子网划分</vt:lpstr>
      <vt:lpstr>三级 IP 地址 </vt:lpstr>
      <vt:lpstr>划分子网的基本思路 </vt:lpstr>
      <vt:lpstr>划分子网的基本思路（续） </vt:lpstr>
      <vt:lpstr>一个未划分子网的 B 类网络145.13.0.0</vt:lpstr>
      <vt:lpstr>划分为三个子网后对外仍是一个网络 </vt:lpstr>
      <vt:lpstr>划分子网后变成了三级结构 </vt:lpstr>
      <vt:lpstr>划分子网后变成了三级结构 </vt:lpstr>
      <vt:lpstr>子网掩码</vt:lpstr>
      <vt:lpstr>IP 地址的各字段和子网掩码 </vt:lpstr>
      <vt:lpstr>(IP 地址) AND (子网掩码) =网络地址</vt:lpstr>
      <vt:lpstr>默认子网掩码 </vt:lpstr>
      <vt:lpstr>子网掩码是一个重要属性</vt:lpstr>
      <vt:lpstr>子网划分方法</vt:lpstr>
      <vt:lpstr>PowerPoint 演示文稿</vt:lpstr>
      <vt:lpstr>【例4-2】已知 IP 地址是 141.14.72.24，子网掩码是 255.255.192.0。试求网络地址。 </vt:lpstr>
      <vt:lpstr>【例4-3】上例中，若子网掩码改为 255.255.224.0，试求网络地址，讨论所得结果。 </vt:lpstr>
      <vt:lpstr>子网划分举例</vt:lpstr>
      <vt:lpstr>使用子网时分组的转发</vt:lpstr>
      <vt:lpstr>在划分子网情况下路由器转发分组的算法 </vt:lpstr>
      <vt:lpstr>【例4-4】已知互联网和路由器 R1 中的路由表。 主机 H1 向 H2 发送分组。 试讨论 R1 收到 H1 向 H2 发送的分组后查找路由表的过程。 </vt:lpstr>
      <vt:lpstr>主机 H1 要发送分组给 H2 </vt:lpstr>
      <vt:lpstr>主机 H1 首先将 本子网的子网掩码 255.255.255.128 与分组的 IP 地址 128.30.33.138 逐比特相“与”(AND 操作) </vt:lpstr>
      <vt:lpstr>因此 H1 必须把分组传送到路由器 R1 然后逐项查找路由表</vt:lpstr>
      <vt:lpstr>路由器 R1 收到分组后就用路由表中第 1 个项目的 子网掩码和 128.30.33.138 逐比特 AND 操作 </vt:lpstr>
      <vt:lpstr>路由器 R1 收到分组后就用路由表中第 1 个项目的 子网掩码和 128.30.33.138 逐比特 AND 操作 </vt:lpstr>
      <vt:lpstr>子网掩码使用-举例</vt:lpstr>
      <vt:lpstr>PowerPoint 演示文稿</vt:lpstr>
      <vt:lpstr>IP addressing: CIDR</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DHCP: Wireshark output (home LAN)</vt:lpstr>
      <vt:lpstr>IP addresses: how to get one?</vt:lpstr>
      <vt:lpstr>Hierarchical addressing: route aggregation</vt:lpstr>
      <vt:lpstr>Hierarchical addressing: more specific routes</vt:lpstr>
      <vt:lpstr>IP addressing: the last word...</vt:lpstr>
      <vt:lpstr>NAT: network address translation</vt:lpstr>
      <vt:lpstr>NAT: network address translation</vt:lpstr>
      <vt:lpstr>NAT: network address translation</vt:lpstr>
      <vt:lpstr>NAT: network address translation</vt:lpstr>
      <vt:lpstr>NAT: network address translation</vt:lpstr>
      <vt:lpstr>PowerPoint 演示文稿</vt:lpstr>
      <vt:lpstr>IPv6: motivation</vt:lpstr>
      <vt:lpstr>IPv6 datagram format</vt:lpstr>
      <vt:lpstr>Other changes from IPv4</vt:lpstr>
      <vt:lpstr>Transition from IPv4 to IPv6</vt:lpstr>
      <vt:lpstr>Tunneling</vt:lpstr>
      <vt:lpstr>Tunneling</vt:lpstr>
      <vt:lpstr>IPv6: adoption</vt:lpstr>
      <vt:lpstr>PowerPoint 演示文稿</vt:lpstr>
      <vt:lpstr>PowerPoint 演示文稿</vt:lpstr>
      <vt:lpstr>PowerPoint 演示文稿</vt:lpstr>
      <vt:lpstr>PowerPoint 演示文稿</vt:lpstr>
      <vt:lpstr>OpenFlow data plane abstraction</vt:lpstr>
      <vt:lpstr>OpenFlow data plane abstraction</vt:lpstr>
      <vt:lpstr>OpenFlow: Flow Table Entries</vt:lpstr>
      <vt:lpstr>PowerPoint 演示文稿</vt:lpstr>
      <vt:lpstr>PowerPoint 演示文稿</vt:lpstr>
      <vt:lpstr>OpenFlow abstraction</vt:lpstr>
      <vt:lpstr>OpenFlow example</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3rd Edition: Chapter 4</dc:title>
  <dc:creator>Jim Kurose and Keith Ross</dc:creator>
  <cp:lastModifiedBy>Qianhao Sun</cp:lastModifiedBy>
  <cp:revision>412</cp:revision>
  <dcterms:created xsi:type="dcterms:W3CDTF">2025-11-25T11:51:32Z</dcterms:created>
  <dcterms:modified xsi:type="dcterms:W3CDTF">2025-12-23T03:22:19Z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503734BEA40B5AAD26A41269EFAD7E4A_43</vt:lpwstr>
  </property>
  <property fmtid="{D5CDD505-2E9C-101B-9397-08002B2CF9AE}" pid="3" name="KSOProductBuildVer">
    <vt:lpwstr>2052-12.1.23540.23540</vt:lpwstr>
  </property>
</Properties>
</file>